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a71efa424d42fb" /><Relationship Type="http://schemas.openxmlformats.org/officeDocument/2006/relationships/extended-properties" Target="/docProps/app.xml" Id="R056a4a322f4f4599" /><Relationship Type="http://schemas.openxmlformats.org/officeDocument/2006/relationships/officeDocument" Target="/ppt/presentation.xml" Id="R74f843b23f9d40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de8530cce34ab5"/>
  </p:sldMasterIdLst>
  <p:notesMasterIdLst>
    <p:notesMasterId xmlns:r="http://schemas.openxmlformats.org/officeDocument/2006/relationships" r:id="R613c60e2809743ad"/>
  </p:notesMasterIdLst>
  <p:sldIdLst>
    <p:sldId xmlns:r="http://schemas.openxmlformats.org/officeDocument/2006/relationships" id="256" r:id="Rdf113692d4774c30"/>
  </p:sldIdLst>
  <p:sldSz cx="6972300" cy="36004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f5d36ce6324afd" /><Relationship Type="http://schemas.openxmlformats.org/officeDocument/2006/relationships/slideMaster" Target="/ppt/slideMasters/slideMaster1.xml" Id="R05de8530cce34ab5" /><Relationship Type="http://schemas.openxmlformats.org/officeDocument/2006/relationships/notesMaster" Target="/ppt/notesMasters/notesMaster1.xml" Id="R613c60e2809743ad" /><Relationship Type="http://schemas.openxmlformats.org/officeDocument/2006/relationships/presProps" Target="/ppt/presProps.xml" Id="Rb5370b4564cd429c" /><Relationship Type="http://schemas.openxmlformats.org/officeDocument/2006/relationships/tableStyles" Target="/ppt/tableStyles.xml" Id="R394fc4e06ffb4232" /><Relationship Type="http://schemas.openxmlformats.org/officeDocument/2006/relationships/slide" Target="/ppt/slides/slide1.xml" Id="Rdf113692d4774c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72aa5868024d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524d9301304092" /><Relationship Type="http://schemas.openxmlformats.org/officeDocument/2006/relationships/notesMaster" Target="/ppt/notesMasters/notesMaster1.xml" Id="Rb7967403485f41a8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素材ID：SE-068</ns1:t>
            </ns1:r>
          </ns1:p>
          <ns1:p>
            <ns1:r>
              <ns1:t>论文：“The Law Doesn’t Work Like a Computer”: Exploring Software Licensing Issues Faced by Legal Practitioners</ns1:t>
            </ns1:r>
          </ns1:p>
          <ns1:p>
            <ns1:r>
              <ns1:t>会议：FSE 2024</ns1:t>
            </ns1:r>
          </ns1:p>
          <ns1:p>
            <ns1:r>
              <ns1:t>奖项：ACM SIGSOFT Distinguished Paper Award</ns1:t>
            </ns1:r>
          </ns1:p>
          <ns1:p>
            <ns1:r>
              <ns1:t>图号：Figure 1，PDF第4页</ns1:t>
            </ns1:r>
          </ns1:p>
          <ns1:p>
            <ns1:r>
              <ns1:t>类型：研究流程</ns1:t>
            </ns1:r>
          </ns1:p>
          <ns1:p>
            <ns1:r>
              <ns1:t>借鉴点：多种联系人招募途径汇入调查，调查和访谈各自包含响应编码及定性分析，再对应三个研究问题；图标和成对分支可直接借鉴到混合方法研究。</ns1:t>
            </ns1:r>
          </ns1:p>
          <ns1:p>
            <ns1:r>
              <ns1:t>论文URL：https://www.twstalnaker.com/resources/fse24.pdf</ns1:t>
            </ns1:r>
          </ns1:p>
          <ns1:p>
            <ns1:r>
              <ns1:t>官方获奖URL：https://www2.sigsoft.org/awards/distinguishedpaper/#the-acm-international-conference-on-the-foundations-of-software-engineering-fse-2024</ns1:t>
            </ns1:r>
          </ns1:p>
          <ns1:p>
            <ns1:r>
              <ns1:t>原始论文与绘图来源：见本页论文链接及仓库 catalog/papers.md。</ns1:t>
            </ns1:r>
          </ns1:p>
          <ns1:p>
            <ns1:r>
              <ns1:t>编辑与保真说明：52原生形状负责标题、标签、流程分支及分组连接；13个独立小图标保留原作者图像。没有整图贴图。Times New Roman替代源图栅格字体，拐角弧度与少量字号有小幅差异。</ns1:t>
            </ns1:r>
          </ns1:p>
          <ns1:p>
            <ns1:r>
              <ns1:t>复刻方式：native-manual-reconstruction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2e0fb0b62c47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1926823df34028" /><Relationship Type="http://schemas.openxmlformats.org/officeDocument/2006/relationships/slideLayout" Target="/ppt/slideLayouts/slideLayout1.xml" Id="R09470db5c829418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470db5c82941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4e82a583874f24" /><Relationship Type="http://schemas.openxmlformats.org/officeDocument/2006/relationships/image" Target="/ppt/media/image.png" Id="Rbfbe8d53ae104439" /><Relationship Type="http://schemas.openxmlformats.org/officeDocument/2006/relationships/image" Target="/ppt/media/image2.png" Id="Rc3043173497d4374" /><Relationship Type="http://schemas.openxmlformats.org/officeDocument/2006/relationships/image" Target="/ppt/media/image3.png" Id="Rd74ce38846ea4651" /><Relationship Type="http://schemas.openxmlformats.org/officeDocument/2006/relationships/image" Target="/ppt/media/image4.png" Id="Rfe4eda1c2aa64b86" /><Relationship Type="http://schemas.openxmlformats.org/officeDocument/2006/relationships/image" Target="/ppt/media/image5.png" Id="Rcb79dad99607422d" /><Relationship Type="http://schemas.openxmlformats.org/officeDocument/2006/relationships/image" Target="/ppt/media/image6.png" Id="R8bb0b85402a747e9" /><Relationship Type="http://schemas.openxmlformats.org/officeDocument/2006/relationships/image" Target="/ppt/media/image7.png" Id="Rb86bacb957fc4261" /><Relationship Type="http://schemas.openxmlformats.org/officeDocument/2006/relationships/image" Target="/ppt/media/image8.png" Id="R1382ae71c7db4ec6" /><Relationship Type="http://schemas.openxmlformats.org/officeDocument/2006/relationships/image" Target="/ppt/media/image9.png" Id="Rb998d92756774102" /><Relationship Type="http://schemas.openxmlformats.org/officeDocument/2006/relationships/image" Target="/ppt/media/image10.png" Id="R9876d3c118504d05" /><Relationship Type="http://schemas.openxmlformats.org/officeDocument/2006/relationships/image" Target="/ppt/media/image11.png" Id="Ra3b1446d8a404ead" /><Relationship Type="http://schemas.openxmlformats.org/officeDocument/2006/relationships/image" Target="/ppt/media/image12.png" Id="R3c40690643e74601" /><Relationship Type="http://schemas.openxmlformats.org/officeDocument/2006/relationships/image" Target="/ppt/media/image13.png" Id="Rf61e9c63a41643d3" /><Relationship Type="http://schemas.openxmlformats.org/officeDocument/2006/relationships/notesSlide" Target="/ppt/notesSlides/notesSlide1.xml" Id="Re911aa525ae9460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SE-068-1">
            <a:extLst xmlns:a="http://schemas.openxmlformats.org/drawingml/2006/main">
              <a:ext uri="{FF2B5EF4-FFF2-40B4-BE49-F238E27FC236}">
                <a16:creationId xmlns:a16="http://schemas.microsoft.com/office/drawing/2014/main" id="{19FA0B1A-2726-487E-897A-0DFD9C0D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28575"/>
            <a:ext cx="1247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Contact Method</a:t>
            </a:r>
          </a:p>
        </p:txBody>
      </p:sp>
      <p:sp>
        <p:nvSpPr>
          <p:cNvPr id="2" name="SE-068-path-2">
            <a:extLst xmlns:a="http://schemas.openxmlformats.org/drawingml/2006/main">
              <a:ext uri="{FF2B5EF4-FFF2-40B4-BE49-F238E27FC236}">
                <a16:creationId xmlns:a16="http://schemas.microsoft.com/office/drawing/2014/main" id="{46511878-4EBC-487F-B704-62726A9C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57175"/>
            <a:ext cx="1152525" cy="95"/>
          </a:xfrm>
          <a:custGeom xmlns:a="http://schemas.openxmlformats.org/drawingml/2006/main">
            <a:pathLst>
              <a:path w="1152525" h="95">
                <a:moveTo>
                  <a:pt x="0" y="0"/>
                </a:moveTo>
                <a:lnTo>
                  <a:pt x="1152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555555"/>
            </a:solidFill>
          </a:ln>
        </p:spPr>
      </p:sp>
      <p:sp>
        <p:nvSpPr>
          <p:cNvPr id="3" name="SE-068-3">
            <a:extLst xmlns:a="http://schemas.openxmlformats.org/drawingml/2006/main">
              <a:ext uri="{FF2B5EF4-FFF2-40B4-BE49-F238E27FC236}">
                <a16:creationId xmlns:a16="http://schemas.microsoft.com/office/drawing/2014/main" id="{E5E52AEE-2DA1-4AC5-A661-A3032A33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8575"/>
            <a:ext cx="1352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Survey Analysis</a:t>
            </a:r>
          </a:p>
        </p:txBody>
      </p:sp>
      <p:sp>
        <p:nvSpPr>
          <p:cNvPr id="4" name="SE-068-path-4">
            <a:extLst xmlns:a="http://schemas.openxmlformats.org/drawingml/2006/main">
              <a:ext uri="{FF2B5EF4-FFF2-40B4-BE49-F238E27FC236}">
                <a16:creationId xmlns:a16="http://schemas.microsoft.com/office/drawing/2014/main" id="{8369C4A3-9D7A-4B05-A94B-1F50CF5FE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57175"/>
            <a:ext cx="1257300" cy="95"/>
          </a:xfrm>
          <a:custGeom xmlns:a="http://schemas.openxmlformats.org/drawingml/2006/main">
            <a:pathLst>
              <a:path w="1257300" h="95">
                <a:moveTo>
                  <a:pt x="0" y="0"/>
                </a:moveTo>
                <a:lnTo>
                  <a:pt x="1257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555555"/>
            </a:solidFill>
          </a:ln>
        </p:spPr>
      </p:sp>
      <p:sp>
        <p:nvSpPr>
          <p:cNvPr id="5" name="SE-068-5">
            <a:extLst xmlns:a="http://schemas.openxmlformats.org/drawingml/2006/main">
              <a:ext uri="{FF2B5EF4-FFF2-40B4-BE49-F238E27FC236}">
                <a16:creationId xmlns:a16="http://schemas.microsoft.com/office/drawing/2014/main" id="{74476F2C-9385-49C9-B0E6-32D6CB51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8575"/>
            <a:ext cx="1476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Interview Analysis</a:t>
            </a:r>
          </a:p>
        </p:txBody>
      </p:sp>
      <p:sp>
        <p:nvSpPr>
          <p:cNvPr id="6" name="SE-068-path-6">
            <a:extLst xmlns:a="http://schemas.openxmlformats.org/drawingml/2006/main">
              <a:ext uri="{FF2B5EF4-FFF2-40B4-BE49-F238E27FC236}">
                <a16:creationId xmlns:a16="http://schemas.microsoft.com/office/drawing/2014/main" id="{4C5BE04D-78A1-486B-9C23-B0682C002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7175"/>
            <a:ext cx="1381125" cy="95"/>
          </a:xfrm>
          <a:custGeom xmlns:a="http://schemas.openxmlformats.org/drawingml/2006/main">
            <a:pathLst>
              <a:path w="1381125" h="95">
                <a:moveTo>
                  <a:pt x="0" y="0"/>
                </a:moveTo>
                <a:lnTo>
                  <a:pt x="1381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555555"/>
            </a:solidFill>
          </a:ln>
        </p:spPr>
      </p:sp>
      <p:sp>
        <p:nvSpPr>
          <p:cNvPr id="7" name="SE-068-7">
            <a:extLst xmlns:a="http://schemas.openxmlformats.org/drawingml/2006/main">
              <a:ext uri="{FF2B5EF4-FFF2-40B4-BE49-F238E27FC236}">
                <a16:creationId xmlns:a16="http://schemas.microsoft.com/office/drawing/2014/main" id="{0881F39A-8130-447D-B9B2-3290739A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8575"/>
            <a:ext cx="742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Results</a:t>
            </a:r>
          </a:p>
        </p:txBody>
      </p:sp>
      <p:sp>
        <p:nvSpPr>
          <p:cNvPr id="8" name="SE-068-path-8">
            <a:extLst xmlns:a="http://schemas.openxmlformats.org/drawingml/2006/main">
              <a:ext uri="{FF2B5EF4-FFF2-40B4-BE49-F238E27FC236}">
                <a16:creationId xmlns:a16="http://schemas.microsoft.com/office/drawing/2014/main" id="{250CF031-C845-45B6-B42D-E0E41CB6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7175"/>
            <a:ext cx="647700" cy="95"/>
          </a:xfrm>
          <a:custGeom xmlns:a="http://schemas.openxmlformats.org/drawingml/2006/main">
            <a:pathLst>
              <a:path w="647700" h="95">
                <a:moveTo>
                  <a:pt x="0" y="0"/>
                </a:moveTo>
                <a:lnTo>
                  <a:pt x="647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555555"/>
            </a:solidFill>
          </a:ln>
        </p:spPr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be8d53ae104439"/>
          <a:stretch xmlns:a="http://schemas.openxmlformats.org/drawingml/2006/main"/>
        </p:blipFill>
        <p:spPr>
          <a:xfrm xmlns:a="http://schemas.openxmlformats.org/drawingml/2006/main">
            <a:off x="447675" y="447675"/>
            <a:ext cx="495300" cy="466725"/>
          </a:xfrm>
          <a:prstGeom xmlns:a="http://schemas.openxmlformats.org/drawingml/2006/main" prst="rect">
            <a:avLst/>
          </a:prstGeom>
        </p:spPr>
      </p:pic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043173497d4374"/>
          <a:stretch xmlns:a="http://schemas.openxmlformats.org/drawingml/2006/main"/>
        </p:blipFill>
        <p:spPr>
          <a:xfrm xmlns:a="http://schemas.openxmlformats.org/drawingml/2006/main">
            <a:off x="447675" y="1152525"/>
            <a:ext cx="514350" cy="476250"/>
          </a:xfrm>
          <a:prstGeom xmlns:a="http://schemas.openxmlformats.org/drawingml/2006/main" prst="rect">
            <a:avLst/>
          </a:prstGeom>
        </p:spPr>
      </p:pic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4ce38846ea4651"/>
          <a:stretch xmlns:a="http://schemas.openxmlformats.org/drawingml/2006/main"/>
        </p:blipFill>
        <p:spPr>
          <a:xfrm xmlns:a="http://schemas.openxmlformats.org/drawingml/2006/main">
            <a:off x="457200" y="1943100"/>
            <a:ext cx="514350" cy="466725"/>
          </a:xfrm>
          <a:prstGeom xmlns:a="http://schemas.openxmlformats.org/drawingml/2006/main" prst="rect">
            <a:avLst/>
          </a:prstGeom>
        </p:spPr>
      </p:pic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4eda1c2aa64b86"/>
          <a:stretch xmlns:a="http://schemas.openxmlformats.org/drawingml/2006/main"/>
        </p:blipFill>
        <p:spPr>
          <a:xfrm xmlns:a="http://schemas.openxmlformats.org/drawingml/2006/main">
            <a:off x="447675" y="2676525"/>
            <a:ext cx="523875" cy="514350"/>
          </a:xfrm>
          <a:prstGeom xmlns:a="http://schemas.openxmlformats.org/drawingml/2006/main" prst="rect">
            <a:avLst/>
          </a:prstGeom>
        </p:spPr>
      </p:pic>
      <p:sp>
        <p:nvSpPr>
          <p:cNvPr id="13" name="SE-068-9">
            <a:extLst xmlns:a="http://schemas.openxmlformats.org/drawingml/2006/main">
              <a:ext uri="{FF2B5EF4-FFF2-40B4-BE49-F238E27FC236}">
                <a16:creationId xmlns:a16="http://schemas.microsoft.com/office/drawing/2014/main" id="{F9020FB7-F5F4-43CD-B076-F9570568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447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Professional Network</a:t>
            </a:r>
          </a:p>
        </p:txBody>
      </p:sp>
      <p:sp>
        <p:nvSpPr>
          <p:cNvPr id="14" name="SE-068-10">
            <a:extLst xmlns:a="http://schemas.openxmlformats.org/drawingml/2006/main">
              <a:ext uri="{FF2B5EF4-FFF2-40B4-BE49-F238E27FC236}">
                <a16:creationId xmlns:a16="http://schemas.microsoft.com/office/drawing/2014/main" id="{6B56B0CB-2735-4A3F-A816-F3B18C27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1647825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Top Law Firms</a:t>
            </a:r>
          </a:p>
        </p:txBody>
      </p:sp>
      <p:sp>
        <p:nvSpPr>
          <p:cNvPr id="15" name="SE-068-11">
            <a:extLst xmlns:a="http://schemas.openxmlformats.org/drawingml/2006/main">
              <a:ext uri="{FF2B5EF4-FFF2-40B4-BE49-F238E27FC236}">
                <a16:creationId xmlns:a16="http://schemas.microsoft.com/office/drawing/2014/main" id="{1A69BA93-64BA-427D-9230-287BBB28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419350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Mailing Lists</a:t>
            </a:r>
          </a:p>
        </p:txBody>
      </p:sp>
      <p:sp>
        <p:nvSpPr>
          <p:cNvPr id="16" name="SE-068-12">
            <a:extLst xmlns:a="http://schemas.openxmlformats.org/drawingml/2006/main">
              <a:ext uri="{FF2B5EF4-FFF2-40B4-BE49-F238E27FC236}">
                <a16:creationId xmlns:a16="http://schemas.microsoft.com/office/drawing/2014/main" id="{5A6FF0EE-70FE-40A8-8DE3-9091938EA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" y="3190875"/>
            <a:ext cx="1419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Snowball Sampling</a:t>
            </a:r>
          </a:p>
        </p:txBody>
      </p:sp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79dad99607422d"/>
          <a:stretch xmlns:a="http://schemas.openxmlformats.org/drawingml/2006/main"/>
        </p:blipFill>
        <p:spPr>
          <a:xfrm xmlns:a="http://schemas.openxmlformats.org/drawingml/2006/main">
            <a:off x="1695450" y="1504950"/>
            <a:ext cx="457200" cy="523875"/>
          </a:xfrm>
          <a:prstGeom xmlns:a="http://schemas.openxmlformats.org/drawingml/2006/main" prst="rect">
            <a:avLst/>
          </a:prstGeom>
        </p:spPr>
      </p:pic>
      <p:sp>
        <p:nvSpPr>
          <p:cNvPr id="18" name="SE-068-13">
            <a:extLst xmlns:a="http://schemas.openxmlformats.org/drawingml/2006/main">
              <a:ext uri="{FF2B5EF4-FFF2-40B4-BE49-F238E27FC236}">
                <a16:creationId xmlns:a16="http://schemas.microsoft.com/office/drawing/2014/main" id="{F89868C6-3928-421A-B66C-A85806B0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009775"/>
            <a:ext cx="6572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Survey</a:t>
            </a:r>
          </a:p>
        </p:txBody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b0b85402a747e9"/>
          <a:stretch xmlns:a="http://schemas.openxmlformats.org/drawingml/2006/main"/>
        </p:blipFill>
        <p:spPr>
          <a:xfrm xmlns:a="http://schemas.openxmlformats.org/drawingml/2006/main">
            <a:off x="2619375" y="704850"/>
            <a:ext cx="495300" cy="371475"/>
          </a:xfrm>
          <a:prstGeom xmlns:a="http://schemas.openxmlformats.org/drawingml/2006/main" prst="rect">
            <a:avLst/>
          </a:prstGeom>
        </p:spPr>
      </p:pic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6bacb957fc4261"/>
          <a:stretch xmlns:a="http://schemas.openxmlformats.org/drawingml/2006/main"/>
        </p:blipFill>
        <p:spPr>
          <a:xfrm xmlns:a="http://schemas.openxmlformats.org/drawingml/2006/main">
            <a:off x="4657725" y="704850"/>
            <a:ext cx="495300" cy="371475"/>
          </a:xfrm>
          <a:prstGeom xmlns:a="http://schemas.openxmlformats.org/drawingml/2006/main" prst="rect">
            <a:avLst/>
          </a:prstGeom>
        </p:spPr>
      </p:pic>
      <p:sp>
        <p:nvSpPr>
          <p:cNvPr id="21" name="SE-068-14">
            <a:extLst xmlns:a="http://schemas.openxmlformats.org/drawingml/2006/main">
              <a:ext uri="{FF2B5EF4-FFF2-40B4-BE49-F238E27FC236}">
                <a16:creationId xmlns:a16="http://schemas.microsoft.com/office/drawing/2014/main" id="{D3B4D05D-9F72-4730-AD52-90FB0744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1047750"/>
            <a:ext cx="800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Response</a:t>
            </a:r>
          </a:p>
          <a:p xmlns:a="http://schemas.openxmlformats.org/drawingml/2006/main">
            <a:pPr algn="ctr">
              <a:def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Coding</a:t>
            </a:r>
          </a:p>
        </p:txBody>
      </p:sp>
      <p:sp>
        <p:nvSpPr>
          <p:cNvPr id="22" name="SE-068-15">
            <a:extLst xmlns:a="http://schemas.openxmlformats.org/drawingml/2006/main">
              <a:ext uri="{FF2B5EF4-FFF2-40B4-BE49-F238E27FC236}">
                <a16:creationId xmlns:a16="http://schemas.microsoft.com/office/drawing/2014/main" id="{ACA9C92B-29B1-42D7-8C0C-E091C3D3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047750"/>
            <a:ext cx="800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Response</a:t>
            </a:r>
          </a:p>
          <a:p xmlns:a="http://schemas.openxmlformats.org/drawingml/2006/main">
            <a:pPr algn="ctr">
              <a:def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Coding</a:t>
            </a:r>
          </a:p>
        </p:txBody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82ae71c7db4ec6"/>
          <a:stretch xmlns:a="http://schemas.openxmlformats.org/drawingml/2006/main"/>
        </p:blipFill>
        <p:spPr>
          <a:xfrm xmlns:a="http://schemas.openxmlformats.org/drawingml/2006/main">
            <a:off x="2628900" y="2114550"/>
            <a:ext cx="466725" cy="457200"/>
          </a:xfrm>
          <a:prstGeom xmlns:a="http://schemas.openxmlformats.org/drawingml/2006/main" prst="rect">
            <a:avLst/>
          </a:prstGeom>
        </p:spPr>
      </p:pic>
      <p:pic>
        <p:nvPicPr>
          <p:cNvPr id="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98d92756774102"/>
          <a:stretch xmlns:a="http://schemas.openxmlformats.org/drawingml/2006/main"/>
        </p:blipFill>
        <p:spPr>
          <a:xfrm xmlns:a="http://schemas.openxmlformats.org/drawingml/2006/main">
            <a:off x="4667250" y="2114550"/>
            <a:ext cx="466725" cy="457200"/>
          </a:xfrm>
          <a:prstGeom xmlns:a="http://schemas.openxmlformats.org/drawingml/2006/main" prst="rect">
            <a:avLst/>
          </a:prstGeom>
        </p:spPr>
      </p:pic>
      <p:sp>
        <p:nvSpPr>
          <p:cNvPr id="25" name="SE-068-16">
            <a:extLst xmlns:a="http://schemas.openxmlformats.org/drawingml/2006/main">
              <a:ext uri="{FF2B5EF4-FFF2-40B4-BE49-F238E27FC236}">
                <a16:creationId xmlns:a16="http://schemas.microsoft.com/office/drawing/2014/main" id="{8D2BB6E7-1C0F-4617-B3A3-24ADEAFFD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514600"/>
            <a:ext cx="942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Qualitative</a:t>
            </a:r>
          </a:p>
          <a:p xmlns:a="http://schemas.openxmlformats.org/drawingml/2006/main">
            <a:pPr algn="ctr">
              <a:def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Analysis</a:t>
            </a:r>
          </a:p>
        </p:txBody>
      </p:sp>
      <p:sp>
        <p:nvSpPr>
          <p:cNvPr id="26" name="SE-068-17">
            <a:extLst xmlns:a="http://schemas.openxmlformats.org/drawingml/2006/main">
              <a:ext uri="{FF2B5EF4-FFF2-40B4-BE49-F238E27FC236}">
                <a16:creationId xmlns:a16="http://schemas.microsoft.com/office/drawing/2014/main" id="{9F7CCAC9-3659-46FE-930B-D43820EA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514600"/>
            <a:ext cx="942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Qualitative</a:t>
            </a:r>
          </a:p>
          <a:p xmlns:a="http://schemas.openxmlformats.org/drawingml/2006/main">
            <a:pPr algn="ctr">
              <a:def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Analysis</a:t>
            </a:r>
          </a:p>
        </p:txBody>
      </p:sp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76d3c118504d05"/>
          <a:stretch xmlns:a="http://schemas.openxmlformats.org/drawingml/2006/main"/>
        </p:blipFill>
        <p:spPr>
          <a:xfrm xmlns:a="http://schemas.openxmlformats.org/drawingml/2006/main">
            <a:off x="3667125" y="1485900"/>
            <a:ext cx="514350" cy="523875"/>
          </a:xfrm>
          <a:prstGeom xmlns:a="http://schemas.openxmlformats.org/drawingml/2006/main" prst="rect">
            <a:avLst/>
          </a:prstGeom>
        </p:spPr>
      </p:pic>
      <p:sp>
        <p:nvSpPr>
          <p:cNvPr id="28" name="SE-068-18">
            <a:extLst xmlns:a="http://schemas.openxmlformats.org/drawingml/2006/main">
              <a:ext uri="{FF2B5EF4-FFF2-40B4-BE49-F238E27FC236}">
                <a16:creationId xmlns:a16="http://schemas.microsoft.com/office/drawing/2014/main" id="{9FAD7E98-A577-458D-BF39-4EB60F877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990725"/>
            <a:ext cx="828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Interviews</a:t>
            </a:r>
          </a:p>
        </p:txBody>
      </p:sp>
      <p:pic>
        <p:nvPicPr>
          <p:cNvPr id="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b1446d8a404ead"/>
          <a:stretch xmlns:a="http://schemas.openxmlformats.org/drawingml/2006/main"/>
        </p:blipFill>
        <p:spPr>
          <a:xfrm xmlns:a="http://schemas.openxmlformats.org/drawingml/2006/main">
            <a:off x="6048375" y="466725"/>
            <a:ext cx="561975" cy="561975"/>
          </a:xfrm>
          <a:prstGeom xmlns:a="http://schemas.openxmlformats.org/drawingml/2006/main" prst="rect">
            <a:avLst/>
          </a:prstGeom>
        </p:spPr>
      </p:pic>
      <p:pic>
        <p:nvPicPr>
          <p:cNvPr id="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40690643e74601"/>
          <a:stretch xmlns:a="http://schemas.openxmlformats.org/drawingml/2006/main"/>
        </p:blipFill>
        <p:spPr>
          <a:xfrm xmlns:a="http://schemas.openxmlformats.org/drawingml/2006/main">
            <a:off x="6115050" y="1438275"/>
            <a:ext cx="476250" cy="438150"/>
          </a:xfrm>
          <a:prstGeom xmlns:a="http://schemas.openxmlformats.org/drawingml/2006/main" prst="rect">
            <a:avLst/>
          </a:prstGeom>
        </p:spPr>
      </p:pic>
      <p:pic>
        <p:nvPicPr>
          <p:cNvPr id="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1e9c63a41643d3"/>
          <a:stretch xmlns:a="http://schemas.openxmlformats.org/drawingml/2006/main"/>
        </p:blipFill>
        <p:spPr>
          <a:xfrm xmlns:a="http://schemas.openxmlformats.org/drawingml/2006/main">
            <a:off x="6038850" y="2324100"/>
            <a:ext cx="561975" cy="419100"/>
          </a:xfrm>
          <a:prstGeom xmlns:a="http://schemas.openxmlformats.org/drawingml/2006/main" prst="rect">
            <a:avLst/>
          </a:prstGeom>
        </p:spPr>
      </p:pic>
      <p:sp>
        <p:nvSpPr>
          <p:cNvPr id="32" name="SE-068-19">
            <a:extLst xmlns:a="http://schemas.openxmlformats.org/drawingml/2006/main">
              <a:ext uri="{FF2B5EF4-FFF2-40B4-BE49-F238E27FC236}">
                <a16:creationId xmlns:a16="http://schemas.microsoft.com/office/drawing/2014/main" id="{FD8AC7D8-0688-45CC-A0E1-D445039FD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038225"/>
            <a:ext cx="790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RQ1:</a:t>
            </a:r>
          </a:p>
          <a:p xmlns:a="http://schemas.openxmlformats.org/drawingml/2006/main">
            <a:pPr algn="ctr">
              <a:def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Ecosystem</a:t>
            </a:r>
          </a:p>
        </p:txBody>
      </p:sp>
      <p:sp>
        <p:nvSpPr>
          <p:cNvPr id="33" name="SE-068-20">
            <a:extLst xmlns:a="http://schemas.openxmlformats.org/drawingml/2006/main">
              <a:ext uri="{FF2B5EF4-FFF2-40B4-BE49-F238E27FC236}">
                <a16:creationId xmlns:a16="http://schemas.microsoft.com/office/drawing/2014/main" id="{E6EB215B-DF69-43B8-BEAC-91BC2A55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866900"/>
            <a:ext cx="7715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RQ2:</a:t>
            </a:r>
          </a:p>
          <a:p xmlns:a="http://schemas.openxmlformats.org/drawingml/2006/main">
            <a:pPr algn="ctr">
              <a:def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Process</a:t>
            </a:r>
          </a:p>
        </p:txBody>
      </p:sp>
      <p:sp>
        <p:nvSpPr>
          <p:cNvPr id="34" name="SE-068-21">
            <a:extLst xmlns:a="http://schemas.openxmlformats.org/drawingml/2006/main">
              <a:ext uri="{FF2B5EF4-FFF2-40B4-BE49-F238E27FC236}">
                <a16:creationId xmlns:a16="http://schemas.microsoft.com/office/drawing/2014/main" id="{FD988EAC-5688-43CC-8A69-4C9F4CF3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771775"/>
            <a:ext cx="876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RQ3:</a:t>
            </a:r>
          </a:p>
          <a:p xmlns:a="http://schemas.openxmlformats.org/drawingml/2006/main">
            <a:pPr algn="ctr">
              <a:def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Challenges</a:t>
            </a:r>
          </a:p>
        </p:txBody>
      </p:sp>
      <p:sp>
        <p:nvSpPr>
          <p:cNvPr id="35" name="SE-068-path-22">
            <a:extLst xmlns:a="http://schemas.openxmlformats.org/drawingml/2006/main">
              <a:ext uri="{FF2B5EF4-FFF2-40B4-BE49-F238E27FC236}">
                <a16:creationId xmlns:a16="http://schemas.microsoft.com/office/drawing/2014/main" id="{C58C71C7-C542-4B21-ADE6-07758317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57225"/>
            <a:ext cx="352425" cy="2324100"/>
          </a:xfrm>
          <a:custGeom xmlns:a="http://schemas.openxmlformats.org/drawingml/2006/main">
            <a:pathLst>
              <a:path w="352425" h="2324100">
                <a:moveTo>
                  <a:pt x="0" y="0"/>
                </a:moveTo>
                <a:lnTo>
                  <a:pt x="285750" y="0"/>
                </a:lnTo>
                <a:lnTo>
                  <a:pt x="342900" y="57150"/>
                </a:lnTo>
                <a:lnTo>
                  <a:pt x="352425" y="1038225"/>
                </a:lnTo>
                <a:lnTo>
                  <a:pt x="352425" y="2257425"/>
                </a:lnTo>
                <a:lnTo>
                  <a:pt x="314325" y="2314575"/>
                </a:lnTo>
                <a:lnTo>
                  <a:pt x="0" y="2324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555555"/>
            </a:solidFill>
          </a:ln>
        </p:spPr>
      </p:sp>
      <p:sp>
        <p:nvSpPr>
          <p:cNvPr id="36" name="SE-068-path-23">
            <a:extLst xmlns:a="http://schemas.openxmlformats.org/drawingml/2006/main">
              <a:ext uri="{FF2B5EF4-FFF2-40B4-BE49-F238E27FC236}">
                <a16:creationId xmlns:a16="http://schemas.microsoft.com/office/drawing/2014/main" id="{BF2A12DD-A3F1-4488-B004-CE547004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419225"/>
            <a:ext cx="352425" cy="95"/>
          </a:xfrm>
          <a:custGeom xmlns:a="http://schemas.openxmlformats.org/drawingml/2006/main">
            <a:pathLst>
              <a:path w="352425" h="95">
                <a:moveTo>
                  <a:pt x="0" y="0"/>
                </a:moveTo>
                <a:lnTo>
                  <a:pt x="35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555555"/>
            </a:solidFill>
          </a:ln>
        </p:spPr>
      </p:sp>
      <p:sp>
        <p:nvSpPr>
          <p:cNvPr id="37" name="SE-068-path-24">
            <a:extLst xmlns:a="http://schemas.openxmlformats.org/drawingml/2006/main">
              <a:ext uri="{FF2B5EF4-FFF2-40B4-BE49-F238E27FC236}">
                <a16:creationId xmlns:a16="http://schemas.microsoft.com/office/drawing/2014/main" id="{F1B44A40-6044-427E-8EC3-34ADF5F22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90750"/>
            <a:ext cx="352425" cy="95"/>
          </a:xfrm>
          <a:custGeom xmlns:a="http://schemas.openxmlformats.org/drawingml/2006/main">
            <a:pathLst>
              <a:path w="352425" h="95">
                <a:moveTo>
                  <a:pt x="0" y="0"/>
                </a:moveTo>
                <a:lnTo>
                  <a:pt x="35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555555"/>
            </a:solidFill>
          </a:ln>
        </p:spPr>
      </p:sp>
      <p:sp>
        <p:nvSpPr>
          <p:cNvPr id="38" name="SE-068-path-25">
            <a:extLst xmlns:a="http://schemas.openxmlformats.org/drawingml/2006/main">
              <a:ext uri="{FF2B5EF4-FFF2-40B4-BE49-F238E27FC236}">
                <a16:creationId xmlns:a16="http://schemas.microsoft.com/office/drawing/2014/main" id="{33085D9B-0818-427F-A299-95C2AEA8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762125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555555"/>
            </a:solidFill>
          </a:ln>
        </p:spPr>
      </p:sp>
      <p:sp>
        <p:nvSpPr>
          <p:cNvPr id="39" name="SE-068-path-26">
            <a:extLst xmlns:a="http://schemas.openxmlformats.org/drawingml/2006/main">
              <a:ext uri="{FF2B5EF4-FFF2-40B4-BE49-F238E27FC236}">
                <a16:creationId xmlns:a16="http://schemas.microsoft.com/office/drawing/2014/main" id="{0235E1AB-FCFA-4006-89A9-2A7685BB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682" y="1740133"/>
            <a:ext cx="42243" cy="43984"/>
          </a:xfrm>
          <a:custGeom xmlns:a="http://schemas.openxmlformats.org/drawingml/2006/main">
            <a:pathLst>
              <a:path w="42243" h="43984">
                <a:moveTo>
                  <a:pt x="0" y="43984"/>
                </a:moveTo>
                <a:lnTo>
                  <a:pt x="42243" y="2199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55555"/>
          </a:solidFill>
          <a:ln xmlns:a="http://schemas.openxmlformats.org/drawingml/2006/main" w="9525">
            <a:solidFill>
              <a:srgbClr val="555555"/>
            </a:solidFill>
          </a:ln>
        </p:spPr>
      </p:sp>
      <p:sp>
        <p:nvSpPr>
          <p:cNvPr id="40" name="SE-068-path-27">
            <a:extLst xmlns:a="http://schemas.openxmlformats.org/drawingml/2006/main">
              <a:ext uri="{FF2B5EF4-FFF2-40B4-BE49-F238E27FC236}">
                <a16:creationId xmlns:a16="http://schemas.microsoft.com/office/drawing/2014/main" id="{B130A1FA-1322-4966-8A02-F575899D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762125"/>
            <a:ext cx="161925" cy="95"/>
          </a:xfrm>
          <a:custGeom xmlns:a="http://schemas.openxmlformats.org/drawingml/2006/main">
            <a:pathLst>
              <a:path w="161925" h="95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555555"/>
            </a:solidFill>
          </a:ln>
        </p:spPr>
      </p:sp>
      <p:sp>
        <p:nvSpPr>
          <p:cNvPr id="41" name="SE-068-path-28">
            <a:extLst xmlns:a="http://schemas.openxmlformats.org/drawingml/2006/main">
              <a:ext uri="{FF2B5EF4-FFF2-40B4-BE49-F238E27FC236}">
                <a16:creationId xmlns:a16="http://schemas.microsoft.com/office/drawing/2014/main" id="{9DA8B140-214C-49FC-83DC-2CF3CFC1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952500"/>
            <a:ext cx="247650" cy="809625"/>
          </a:xfrm>
          <a:custGeom xmlns:a="http://schemas.openxmlformats.org/drawingml/2006/main">
            <a:pathLst>
              <a:path w="247650" h="809625">
                <a:moveTo>
                  <a:pt x="0" y="809625"/>
                </a:moveTo>
                <a:lnTo>
                  <a:pt x="0" y="66675"/>
                </a:lnTo>
                <a:lnTo>
                  <a:pt x="38100" y="0"/>
                </a:lnTo>
                <a:lnTo>
                  <a:pt x="247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555555"/>
            </a:solidFill>
          </a:ln>
        </p:spPr>
      </p:sp>
      <p:sp>
        <p:nvSpPr>
          <p:cNvPr id="42" name="SE-068-path-29">
            <a:extLst xmlns:a="http://schemas.openxmlformats.org/drawingml/2006/main">
              <a:ext uri="{FF2B5EF4-FFF2-40B4-BE49-F238E27FC236}">
                <a16:creationId xmlns:a16="http://schemas.microsoft.com/office/drawing/2014/main" id="{C9F2A60C-360C-4FA1-BF9B-513F652E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952500"/>
            <a:ext cx="123825" cy="95"/>
          </a:xfrm>
          <a:custGeom xmlns:a="http://schemas.openxmlformats.org/drawingml/2006/main">
            <a:pathLst>
              <a:path w="123825" h="95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555555"/>
            </a:solidFill>
          </a:ln>
        </p:spPr>
      </p:sp>
      <p:sp>
        <p:nvSpPr>
          <p:cNvPr id="43" name="SE-068-path-30">
            <a:extLst xmlns:a="http://schemas.openxmlformats.org/drawingml/2006/main">
              <a:ext uri="{FF2B5EF4-FFF2-40B4-BE49-F238E27FC236}">
                <a16:creationId xmlns:a16="http://schemas.microsoft.com/office/drawing/2014/main" id="{BEE75A29-B585-4B23-BDC0-A6570B86B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7955" y="934906"/>
            <a:ext cx="33795" cy="35188"/>
          </a:xfrm>
          <a:custGeom xmlns:a="http://schemas.openxmlformats.org/drawingml/2006/main">
            <a:pathLst>
              <a:path w="33795" h="35188">
                <a:moveTo>
                  <a:pt x="0" y="35188"/>
                </a:moveTo>
                <a:lnTo>
                  <a:pt x="33795" y="175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55555"/>
          </a:solidFill>
          <a:ln xmlns:a="http://schemas.openxmlformats.org/drawingml/2006/main" w="9525">
            <a:solidFill>
              <a:srgbClr val="555555"/>
            </a:solidFill>
          </a:ln>
        </p:spPr>
      </p:sp>
      <p:sp>
        <p:nvSpPr>
          <p:cNvPr id="44" name="SE-068-path-31">
            <a:extLst xmlns:a="http://schemas.openxmlformats.org/drawingml/2006/main">
              <a:ext uri="{FF2B5EF4-FFF2-40B4-BE49-F238E27FC236}">
                <a16:creationId xmlns:a16="http://schemas.microsoft.com/office/drawing/2014/main" id="{6BC3B79B-326C-4639-AA9D-DE964862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762125"/>
            <a:ext cx="247650" cy="581025"/>
          </a:xfrm>
          <a:custGeom xmlns:a="http://schemas.openxmlformats.org/drawingml/2006/main">
            <a:pathLst>
              <a:path w="247650" h="581025">
                <a:moveTo>
                  <a:pt x="0" y="0"/>
                </a:moveTo>
                <a:lnTo>
                  <a:pt x="0" y="514350"/>
                </a:lnTo>
                <a:lnTo>
                  <a:pt x="57150" y="581025"/>
                </a:lnTo>
                <a:lnTo>
                  <a:pt x="247650" y="5810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555555"/>
            </a:solidFill>
          </a:ln>
        </p:spPr>
      </p:sp>
      <p:sp>
        <p:nvSpPr>
          <p:cNvPr id="45" name="SE-068-path-32">
            <a:extLst xmlns:a="http://schemas.openxmlformats.org/drawingml/2006/main">
              <a:ext uri="{FF2B5EF4-FFF2-40B4-BE49-F238E27FC236}">
                <a16:creationId xmlns:a16="http://schemas.microsoft.com/office/drawing/2014/main" id="{5286371A-BC4B-46C7-86FE-86766E7C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343150"/>
            <a:ext cx="114300" cy="95"/>
          </a:xfrm>
          <a:custGeom xmlns:a="http://schemas.openxmlformats.org/drawingml/2006/main">
            <a:pathLst>
              <a:path w="114300" h="95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555555"/>
            </a:solidFill>
          </a:ln>
        </p:spPr>
      </p:sp>
      <p:sp>
        <p:nvSpPr>
          <p:cNvPr id="46" name="SE-068-path-33">
            <a:extLst xmlns:a="http://schemas.openxmlformats.org/drawingml/2006/main">
              <a:ext uri="{FF2B5EF4-FFF2-40B4-BE49-F238E27FC236}">
                <a16:creationId xmlns:a16="http://schemas.microsoft.com/office/drawing/2014/main" id="{1A608AF6-246D-4BC1-8229-F2E27005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7955" y="2325556"/>
            <a:ext cx="33795" cy="35188"/>
          </a:xfrm>
          <a:custGeom xmlns:a="http://schemas.openxmlformats.org/drawingml/2006/main">
            <a:pathLst>
              <a:path w="33795" h="35188">
                <a:moveTo>
                  <a:pt x="0" y="35188"/>
                </a:moveTo>
                <a:lnTo>
                  <a:pt x="33795" y="175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55555"/>
          </a:solidFill>
          <a:ln xmlns:a="http://schemas.openxmlformats.org/drawingml/2006/main" w="9525">
            <a:solidFill>
              <a:srgbClr val="555555"/>
            </a:solidFill>
          </a:ln>
        </p:spPr>
      </p:sp>
      <p:sp>
        <p:nvSpPr>
          <p:cNvPr id="47" name="SE-068-path-34">
            <a:extLst xmlns:a="http://schemas.openxmlformats.org/drawingml/2006/main">
              <a:ext uri="{FF2B5EF4-FFF2-40B4-BE49-F238E27FC236}">
                <a16:creationId xmlns:a16="http://schemas.microsoft.com/office/drawing/2014/main" id="{FD8F0FB0-FA48-4733-BC48-5FCE9954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52500"/>
            <a:ext cx="266700" cy="1390650"/>
          </a:xfrm>
          <a:custGeom xmlns:a="http://schemas.openxmlformats.org/drawingml/2006/main">
            <a:pathLst>
              <a:path w="266700" h="1390650">
                <a:moveTo>
                  <a:pt x="0" y="0"/>
                </a:moveTo>
                <a:lnTo>
                  <a:pt x="200025" y="0"/>
                </a:lnTo>
                <a:lnTo>
                  <a:pt x="266700" y="57150"/>
                </a:lnTo>
                <a:lnTo>
                  <a:pt x="266700" y="1323975"/>
                </a:lnTo>
                <a:lnTo>
                  <a:pt x="200025" y="1390650"/>
                </a:lnTo>
                <a:lnTo>
                  <a:pt x="9525" y="13906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555555"/>
            </a:solidFill>
          </a:ln>
        </p:spPr>
      </p:sp>
      <p:sp>
        <p:nvSpPr>
          <p:cNvPr id="48" name="SE-068-path-35">
            <a:extLst xmlns:a="http://schemas.openxmlformats.org/drawingml/2006/main">
              <a:ext uri="{FF2B5EF4-FFF2-40B4-BE49-F238E27FC236}">
                <a16:creationId xmlns:a16="http://schemas.microsoft.com/office/drawing/2014/main" id="{471FC6E9-2B31-4101-8442-4F3DB625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762125"/>
            <a:ext cx="209550" cy="95"/>
          </a:xfrm>
          <a:custGeom xmlns:a="http://schemas.openxmlformats.org/drawingml/2006/main">
            <a:pathLst>
              <a:path w="209550" h="95">
                <a:moveTo>
                  <a:pt x="0" y="0"/>
                </a:moveTo>
                <a:lnTo>
                  <a:pt x="209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555555"/>
            </a:solidFill>
          </a:ln>
        </p:spPr>
      </p:sp>
      <p:sp>
        <p:nvSpPr>
          <p:cNvPr id="49" name="SE-068-path-36">
            <a:extLst xmlns:a="http://schemas.openxmlformats.org/drawingml/2006/main">
              <a:ext uri="{FF2B5EF4-FFF2-40B4-BE49-F238E27FC236}">
                <a16:creationId xmlns:a16="http://schemas.microsoft.com/office/drawing/2014/main" id="{3EA66F60-1A75-4608-8C55-1830B4EE3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7257" y="1740133"/>
            <a:ext cx="42243" cy="43984"/>
          </a:xfrm>
          <a:custGeom xmlns:a="http://schemas.openxmlformats.org/drawingml/2006/main">
            <a:pathLst>
              <a:path w="42243" h="43984">
                <a:moveTo>
                  <a:pt x="0" y="43984"/>
                </a:moveTo>
                <a:lnTo>
                  <a:pt x="42243" y="2199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55555"/>
          </a:solidFill>
          <a:ln xmlns:a="http://schemas.openxmlformats.org/drawingml/2006/main" w="9525">
            <a:solidFill>
              <a:srgbClr val="555555"/>
            </a:solidFill>
          </a:ln>
        </p:spPr>
      </p:sp>
      <p:sp>
        <p:nvSpPr>
          <p:cNvPr id="50" name="SE-068-path-37">
            <a:extLst xmlns:a="http://schemas.openxmlformats.org/drawingml/2006/main">
              <a:ext uri="{FF2B5EF4-FFF2-40B4-BE49-F238E27FC236}">
                <a16:creationId xmlns:a16="http://schemas.microsoft.com/office/drawing/2014/main" id="{812D0198-A071-4C98-90F1-EB9B295C8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762125"/>
            <a:ext cx="209550" cy="95"/>
          </a:xfrm>
          <a:custGeom xmlns:a="http://schemas.openxmlformats.org/drawingml/2006/main">
            <a:pathLst>
              <a:path w="209550" h="95">
                <a:moveTo>
                  <a:pt x="0" y="0"/>
                </a:moveTo>
                <a:lnTo>
                  <a:pt x="209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555555"/>
            </a:solidFill>
          </a:ln>
        </p:spPr>
      </p:sp>
      <p:sp>
        <p:nvSpPr>
          <p:cNvPr id="51" name="SE-068-path-38">
            <a:extLst xmlns:a="http://schemas.openxmlformats.org/drawingml/2006/main">
              <a:ext uri="{FF2B5EF4-FFF2-40B4-BE49-F238E27FC236}">
                <a16:creationId xmlns:a16="http://schemas.microsoft.com/office/drawing/2014/main" id="{F34B0338-5360-4486-9F67-21ACFED8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952500"/>
            <a:ext cx="257175" cy="809625"/>
          </a:xfrm>
          <a:custGeom xmlns:a="http://schemas.openxmlformats.org/drawingml/2006/main">
            <a:pathLst>
              <a:path w="257175" h="809625">
                <a:moveTo>
                  <a:pt x="0" y="809625"/>
                </a:moveTo>
                <a:lnTo>
                  <a:pt x="0" y="66675"/>
                </a:lnTo>
                <a:lnTo>
                  <a:pt x="57150" y="0"/>
                </a:ln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555555"/>
            </a:solidFill>
          </a:ln>
        </p:spPr>
      </p:sp>
      <p:sp>
        <p:nvSpPr>
          <p:cNvPr id="52" name="SE-068-path-39">
            <a:extLst xmlns:a="http://schemas.openxmlformats.org/drawingml/2006/main">
              <a:ext uri="{FF2B5EF4-FFF2-40B4-BE49-F238E27FC236}">
                <a16:creationId xmlns:a16="http://schemas.microsoft.com/office/drawing/2014/main" id="{4E221ED8-5EEC-42D9-85DF-A1FC226AD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952500"/>
            <a:ext cx="123825" cy="95"/>
          </a:xfrm>
          <a:custGeom xmlns:a="http://schemas.openxmlformats.org/drawingml/2006/main">
            <a:pathLst>
              <a:path w="123825" h="95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555555"/>
            </a:solidFill>
          </a:ln>
        </p:spPr>
      </p:sp>
      <p:sp>
        <p:nvSpPr>
          <p:cNvPr id="53" name="SE-068-path-40">
            <a:extLst xmlns:a="http://schemas.openxmlformats.org/drawingml/2006/main">
              <a:ext uri="{FF2B5EF4-FFF2-40B4-BE49-F238E27FC236}">
                <a16:creationId xmlns:a16="http://schemas.microsoft.com/office/drawing/2014/main" id="{249A9139-C8A2-4F53-9B82-090A55343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6305" y="934906"/>
            <a:ext cx="33795" cy="35188"/>
          </a:xfrm>
          <a:custGeom xmlns:a="http://schemas.openxmlformats.org/drawingml/2006/main">
            <a:pathLst>
              <a:path w="33795" h="35188">
                <a:moveTo>
                  <a:pt x="0" y="35188"/>
                </a:moveTo>
                <a:lnTo>
                  <a:pt x="33795" y="175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55555"/>
          </a:solidFill>
          <a:ln xmlns:a="http://schemas.openxmlformats.org/drawingml/2006/main" w="9525">
            <a:solidFill>
              <a:srgbClr val="555555"/>
            </a:solidFill>
          </a:ln>
        </p:spPr>
      </p:sp>
      <p:sp>
        <p:nvSpPr>
          <p:cNvPr id="54" name="SE-068-path-41">
            <a:extLst xmlns:a="http://schemas.openxmlformats.org/drawingml/2006/main">
              <a:ext uri="{FF2B5EF4-FFF2-40B4-BE49-F238E27FC236}">
                <a16:creationId xmlns:a16="http://schemas.microsoft.com/office/drawing/2014/main" id="{06FB8FEC-05C5-47B9-86A8-A6A3625B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762125"/>
            <a:ext cx="257175" cy="581025"/>
          </a:xfrm>
          <a:custGeom xmlns:a="http://schemas.openxmlformats.org/drawingml/2006/main">
            <a:pathLst>
              <a:path w="257175" h="581025">
                <a:moveTo>
                  <a:pt x="0" y="0"/>
                </a:moveTo>
                <a:lnTo>
                  <a:pt x="0" y="514350"/>
                </a:lnTo>
                <a:lnTo>
                  <a:pt x="57150" y="581025"/>
                </a:lnTo>
                <a:lnTo>
                  <a:pt x="257175" y="5810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555555"/>
            </a:solidFill>
          </a:ln>
        </p:spPr>
      </p:sp>
      <p:sp>
        <p:nvSpPr>
          <p:cNvPr id="55" name="SE-068-path-42">
            <a:extLst xmlns:a="http://schemas.openxmlformats.org/drawingml/2006/main">
              <a:ext uri="{FF2B5EF4-FFF2-40B4-BE49-F238E27FC236}">
                <a16:creationId xmlns:a16="http://schemas.microsoft.com/office/drawing/2014/main" id="{73897E07-B1DE-41D8-AA94-5653ACD7C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343150"/>
            <a:ext cx="123825" cy="95"/>
          </a:xfrm>
          <a:custGeom xmlns:a="http://schemas.openxmlformats.org/drawingml/2006/main">
            <a:pathLst>
              <a:path w="123825" h="95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555555"/>
            </a:solidFill>
          </a:ln>
        </p:spPr>
      </p:sp>
      <p:sp>
        <p:nvSpPr>
          <p:cNvPr id="56" name="SE-068-path-43">
            <a:extLst xmlns:a="http://schemas.openxmlformats.org/drawingml/2006/main">
              <a:ext uri="{FF2B5EF4-FFF2-40B4-BE49-F238E27FC236}">
                <a16:creationId xmlns:a16="http://schemas.microsoft.com/office/drawing/2014/main" id="{C9D475C9-DE52-4C6C-8915-2B1C99E8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6305" y="2325556"/>
            <a:ext cx="33795" cy="35188"/>
          </a:xfrm>
          <a:custGeom xmlns:a="http://schemas.openxmlformats.org/drawingml/2006/main">
            <a:pathLst>
              <a:path w="33795" h="35188">
                <a:moveTo>
                  <a:pt x="0" y="35188"/>
                </a:moveTo>
                <a:lnTo>
                  <a:pt x="33795" y="175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55555"/>
          </a:solidFill>
          <a:ln xmlns:a="http://schemas.openxmlformats.org/drawingml/2006/main" w="9525">
            <a:solidFill>
              <a:srgbClr val="555555"/>
            </a:solidFill>
          </a:ln>
        </p:spPr>
      </p:sp>
      <p:sp>
        <p:nvSpPr>
          <p:cNvPr id="57" name="SE-068-path-44">
            <a:extLst xmlns:a="http://schemas.openxmlformats.org/drawingml/2006/main">
              <a:ext uri="{FF2B5EF4-FFF2-40B4-BE49-F238E27FC236}">
                <a16:creationId xmlns:a16="http://schemas.microsoft.com/office/drawing/2014/main" id="{689776C6-66E1-4606-9B65-D57CEE54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61975"/>
            <a:ext cx="2752725" cy="2466975"/>
          </a:xfrm>
          <a:custGeom xmlns:a="http://schemas.openxmlformats.org/drawingml/2006/main">
            <a:pathLst>
              <a:path w="2752725" h="2466975">
                <a:moveTo>
                  <a:pt x="0" y="152400"/>
                </a:moveTo>
                <a:lnTo>
                  <a:pt x="0" y="66675"/>
                </a:lnTo>
                <a:lnTo>
                  <a:pt x="57150" y="0"/>
                </a:lnTo>
                <a:lnTo>
                  <a:pt x="2676525" y="0"/>
                </a:lnTo>
                <a:lnTo>
                  <a:pt x="2752725" y="57150"/>
                </a:lnTo>
                <a:lnTo>
                  <a:pt x="2752725" y="2400300"/>
                </a:lnTo>
                <a:lnTo>
                  <a:pt x="2686050" y="2466975"/>
                </a:lnTo>
                <a:lnTo>
                  <a:pt x="66675" y="2466975"/>
                </a:lnTo>
                <a:lnTo>
                  <a:pt x="0" y="2409825"/>
                </a:lnTo>
                <a:lnTo>
                  <a:pt x="0" y="2333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555555"/>
            </a:solidFill>
          </a:ln>
        </p:spPr>
      </p:sp>
      <p:sp>
        <p:nvSpPr>
          <p:cNvPr id="58" name="SE-068-path-45">
            <a:extLst xmlns:a="http://schemas.openxmlformats.org/drawingml/2006/main">
              <a:ext uri="{FF2B5EF4-FFF2-40B4-BE49-F238E27FC236}">
                <a16:creationId xmlns:a16="http://schemas.microsoft.com/office/drawing/2014/main" id="{D6AA9B84-0BFC-4F51-9EFD-434F6821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952500"/>
            <a:ext cx="457200" cy="95"/>
          </a:xfrm>
          <a:custGeom xmlns:a="http://schemas.openxmlformats.org/drawingml/2006/main">
            <a:pathLst>
              <a:path w="457200" h="95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555555"/>
            </a:solidFill>
          </a:ln>
        </p:spPr>
      </p:sp>
      <p:sp>
        <p:nvSpPr>
          <p:cNvPr id="59" name="SE-068-path-46">
            <a:extLst xmlns:a="http://schemas.openxmlformats.org/drawingml/2006/main">
              <a:ext uri="{FF2B5EF4-FFF2-40B4-BE49-F238E27FC236}">
                <a16:creationId xmlns:a16="http://schemas.microsoft.com/office/drawing/2014/main" id="{FAB015DF-D9E2-4FAA-AAF7-2524A585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343150"/>
            <a:ext cx="457200" cy="95"/>
          </a:xfrm>
          <a:custGeom xmlns:a="http://schemas.openxmlformats.org/drawingml/2006/main">
            <a:pathLst>
              <a:path w="457200" h="95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555555"/>
            </a:solidFill>
          </a:ln>
        </p:spPr>
      </p:sp>
      <p:sp>
        <p:nvSpPr>
          <p:cNvPr id="60" name="SE-068-path-47">
            <a:extLst xmlns:a="http://schemas.openxmlformats.org/drawingml/2006/main">
              <a:ext uri="{FF2B5EF4-FFF2-40B4-BE49-F238E27FC236}">
                <a16:creationId xmlns:a16="http://schemas.microsoft.com/office/drawing/2014/main" id="{1FCB6C6E-6836-4B40-B7DB-C1CF5B99F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790575"/>
            <a:ext cx="400050" cy="95"/>
          </a:xfrm>
          <a:custGeom xmlns:a="http://schemas.openxmlformats.org/drawingml/2006/main">
            <a:pathLst>
              <a:path w="400050" h="95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555555"/>
            </a:solidFill>
          </a:ln>
        </p:spPr>
      </p:sp>
      <p:sp>
        <p:nvSpPr>
          <p:cNvPr id="61" name="SE-068-path-48">
            <a:extLst xmlns:a="http://schemas.openxmlformats.org/drawingml/2006/main">
              <a:ext uri="{FF2B5EF4-FFF2-40B4-BE49-F238E27FC236}">
                <a16:creationId xmlns:a16="http://schemas.microsoft.com/office/drawing/2014/main" id="{14822BD9-D413-4B80-A644-1E5B5438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8032" y="768583"/>
            <a:ext cx="42243" cy="43984"/>
          </a:xfrm>
          <a:custGeom xmlns:a="http://schemas.openxmlformats.org/drawingml/2006/main">
            <a:pathLst>
              <a:path w="42243" h="43984">
                <a:moveTo>
                  <a:pt x="0" y="43984"/>
                </a:moveTo>
                <a:lnTo>
                  <a:pt x="42243" y="2199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55555"/>
          </a:solidFill>
          <a:ln xmlns:a="http://schemas.openxmlformats.org/drawingml/2006/main" w="9525">
            <a:solidFill>
              <a:srgbClr val="555555"/>
            </a:solidFill>
          </a:ln>
        </p:spPr>
      </p:sp>
      <p:sp>
        <p:nvSpPr>
          <p:cNvPr id="62" name="SE-068-path-49">
            <a:extLst xmlns:a="http://schemas.openxmlformats.org/drawingml/2006/main">
              <a:ext uri="{FF2B5EF4-FFF2-40B4-BE49-F238E27FC236}">
                <a16:creationId xmlns:a16="http://schemas.microsoft.com/office/drawing/2014/main" id="{DB3A2107-0D93-4822-843E-32C181DE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1743075"/>
            <a:ext cx="409575" cy="95"/>
          </a:xfrm>
          <a:custGeom xmlns:a="http://schemas.openxmlformats.org/drawingml/2006/main">
            <a:pathLst>
              <a:path w="409575" h="95">
                <a:moveTo>
                  <a:pt x="0" y="0"/>
                </a:moveTo>
                <a:lnTo>
                  <a:pt x="409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555555"/>
            </a:solidFill>
          </a:ln>
        </p:spPr>
      </p:sp>
      <p:sp>
        <p:nvSpPr>
          <p:cNvPr id="63" name="SE-068-path-50">
            <a:extLst xmlns:a="http://schemas.openxmlformats.org/drawingml/2006/main">
              <a:ext uri="{FF2B5EF4-FFF2-40B4-BE49-F238E27FC236}">
                <a16:creationId xmlns:a16="http://schemas.microsoft.com/office/drawing/2014/main" id="{891C7A6B-5525-4226-B4E3-4A030A150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7557" y="1721083"/>
            <a:ext cx="42243" cy="43984"/>
          </a:xfrm>
          <a:custGeom xmlns:a="http://schemas.openxmlformats.org/drawingml/2006/main">
            <a:pathLst>
              <a:path w="42243" h="43984">
                <a:moveTo>
                  <a:pt x="0" y="43984"/>
                </a:moveTo>
                <a:lnTo>
                  <a:pt x="42243" y="2199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55555"/>
          </a:solidFill>
          <a:ln xmlns:a="http://schemas.openxmlformats.org/drawingml/2006/main" w="9525">
            <a:solidFill>
              <a:srgbClr val="555555"/>
            </a:solidFill>
          </a:ln>
        </p:spPr>
      </p:sp>
      <p:sp>
        <p:nvSpPr>
          <p:cNvPr id="64" name="SE-068-path-51">
            <a:extLst xmlns:a="http://schemas.openxmlformats.org/drawingml/2006/main">
              <a:ext uri="{FF2B5EF4-FFF2-40B4-BE49-F238E27FC236}">
                <a16:creationId xmlns:a16="http://schemas.microsoft.com/office/drawing/2014/main" id="{01BDE755-032B-48B2-B90A-CF3EB888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647950"/>
            <a:ext cx="400050" cy="95"/>
          </a:xfrm>
          <a:custGeom xmlns:a="http://schemas.openxmlformats.org/drawingml/2006/main">
            <a:pathLst>
              <a:path w="400050" h="95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555555"/>
            </a:solidFill>
          </a:ln>
        </p:spPr>
      </p:sp>
      <p:sp>
        <p:nvSpPr>
          <p:cNvPr id="65" name="SE-068-path-52">
            <a:extLst xmlns:a="http://schemas.openxmlformats.org/drawingml/2006/main">
              <a:ext uri="{FF2B5EF4-FFF2-40B4-BE49-F238E27FC236}">
                <a16:creationId xmlns:a16="http://schemas.microsoft.com/office/drawing/2014/main" id="{89A866FC-59CD-4F8F-83FA-F48CF5DA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8032" y="2625958"/>
            <a:ext cx="42243" cy="43984"/>
          </a:xfrm>
          <a:custGeom xmlns:a="http://schemas.openxmlformats.org/drawingml/2006/main">
            <a:pathLst>
              <a:path w="42243" h="43984">
                <a:moveTo>
                  <a:pt x="0" y="43984"/>
                </a:moveTo>
                <a:lnTo>
                  <a:pt x="42243" y="2199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55555"/>
          </a:solidFill>
          <a:ln xmlns:a="http://schemas.openxmlformats.org/drawingml/2006/main" w="9525">
            <a:solidFill>
              <a:srgbClr val="555555"/>
            </a:solidFill>
          </a:ln>
        </p:spPr>
      </p:sp>
    </p:spTree>
    <p:extLst>
      <p:ext uri="{BB962C8B-B14F-4D97-AF65-F5344CB8AC3E}">
        <p14:creationId xmlns:p14="http://schemas.microsoft.com/office/powerpoint/2010/main" val="481200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2026-09-05T17:25:51.7950000Z</dcterms:created>
  <dcterms:modified xsi:type="dcterms:W3CDTF">2026-09-05T17:25:51.7960000Z</dcterms:modified>
</coreProperties>
</file>