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b3e8f19794f26" /><Relationship Type="http://schemas.openxmlformats.org/officeDocument/2006/relationships/extended-properties" Target="/docProps/app.xml" Id="R14edd9c81aff4b04" /><Relationship Type="http://schemas.openxmlformats.org/officeDocument/2006/relationships/officeDocument" Target="/ppt/presentation.xml" Id="R2cf761744497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dddf59829a44c7"/>
  </p:sldMasterIdLst>
  <p:notesMasterIdLst>
    <p:notesMasterId xmlns:r="http://schemas.openxmlformats.org/officeDocument/2006/relationships" r:id="Rfdaf124020d0478d"/>
  </p:notesMasterIdLst>
  <p:sldIdLst>
    <p:sldId xmlns:r="http://schemas.openxmlformats.org/officeDocument/2006/relationships" id="256" r:id="R25b080ff16f043f3"/>
  </p:sldIdLst>
  <p:sldSz cx="6686550" cy="3086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6b7bef4eb482e" /><Relationship Type="http://schemas.openxmlformats.org/officeDocument/2006/relationships/slideMaster" Target="/ppt/slideMasters/slideMaster1.xml" Id="R68dddf59829a44c7" /><Relationship Type="http://schemas.openxmlformats.org/officeDocument/2006/relationships/notesMaster" Target="/ppt/notesMasters/notesMaster1.xml" Id="Rfdaf124020d0478d" /><Relationship Type="http://schemas.openxmlformats.org/officeDocument/2006/relationships/presProps" Target="/ppt/presProps.xml" Id="R89ea6e266ab54ab3" /><Relationship Type="http://schemas.openxmlformats.org/officeDocument/2006/relationships/tableStyles" Target="/ppt/tableStyles.xml" Id="Re7c5d057454b4d2b" /><Relationship Type="http://schemas.openxmlformats.org/officeDocument/2006/relationships/slide" Target="/ppt/slides/slide1.xml" Id="R25b080ff16f043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b36522108245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02c7d68b12483f" /><Relationship Type="http://schemas.openxmlformats.org/officeDocument/2006/relationships/notesMaster" Target="/ppt/notesMasters/notesMaster1.xml" Id="Rb86bf47d61654ea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素材ID：SE-048</ns1:t>
            </ns1:r>
          </ns1:p>
          <ns1:p>
            <ns1:r>
              <ns1:t>论文：PairSmell: A Novel Perspective Inspecting Software Modular Structure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13，PDF第9页</ns1:t>
            </ns1:r>
          </ns1:p>
          <ns1:p>
            <ns1:r>
              <ns1:t>类型：研究流程</ns1:t>
            </ns1:r>
          </ns1:p>
          <ns1:p>
            <ns1:r>
              <ns1:t>借鉴点：上方开发阶段带与下方检测、重构、训练三条演进轨道对齐，虚实箭头表达早期启动、持续执行与间歇干预。</ns1:t>
            </ns1:r>
          </ns1:p>
          <ns1:p>
            <ns1:r>
              <ns1:t>论文URL：https://arxiv.org/pdf/2411.01012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fbb23393b4a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6953fd82444dfe" /><Relationship Type="http://schemas.openxmlformats.org/officeDocument/2006/relationships/slideLayout" Target="/ppt/slideLayouts/slideLayout1.xml" Id="R273092003ecb47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3092003ecb47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f03d1d66b4051" /><Relationship Type="http://schemas.openxmlformats.org/officeDocument/2006/relationships/image" Target="/ppt/media/image.png" Id="R0e3de096edce4a4f" /><Relationship Type="http://schemas.openxmlformats.org/officeDocument/2006/relationships/image" Target="/ppt/media/image2.png" Id="R5767e9f28e3b479a" /><Relationship Type="http://schemas.openxmlformats.org/officeDocument/2006/relationships/image" Target="/ppt/media/image3.png" Id="R88f60291940044c3" /><Relationship Type="http://schemas.openxmlformats.org/officeDocument/2006/relationships/image" Target="/ppt/media/image4.png" Id="R45d41b776a77488f" /><Relationship Type="http://schemas.openxmlformats.org/officeDocument/2006/relationships/image" Target="/ppt/media/image5.png" Id="R5fd5d6c890e74226" /><Relationship Type="http://schemas.openxmlformats.org/officeDocument/2006/relationships/image" Target="/ppt/media/image6.png" Id="R5ba5722ea5284b07" /><Relationship Type="http://schemas.openxmlformats.org/officeDocument/2006/relationships/image" Target="/ppt/media/image7.png" Id="R76d38accacfe4b97" /><Relationship Type="http://schemas.openxmlformats.org/officeDocument/2006/relationships/image" Target="/ppt/media/image8.png" Id="R424e4aaea3c64d1f" /><Relationship Type="http://schemas.openxmlformats.org/officeDocument/2006/relationships/image" Target="/ppt/media/image9.png" Id="R6f405a4b53ad440e" /><Relationship Type="http://schemas.openxmlformats.org/officeDocument/2006/relationships/image" Target="/ppt/media/image10.png" Id="Redbc93b171244fb0" /><Relationship Type="http://schemas.openxmlformats.org/officeDocument/2006/relationships/image" Target="/ppt/media/image11.png" Id="R52f4a01a7bfc4a51" /><Relationship Type="http://schemas.openxmlformats.org/officeDocument/2006/relationships/image" Target="/ppt/media/image12.png" Id="R586a5cd234c94f3f" /><Relationship Type="http://schemas.openxmlformats.org/officeDocument/2006/relationships/image" Target="/ppt/media/image13.png" Id="R1d1111ed8a124d6d" /><Relationship Type="http://schemas.openxmlformats.org/officeDocument/2006/relationships/image" Target="/ppt/media/image14.png" Id="Rb1534a58e0094a2c" /><Relationship Type="http://schemas.openxmlformats.org/officeDocument/2006/relationships/image" Target="/ppt/media/image15.png" Id="Rca01617f329c44c4" /><Relationship Type="http://schemas.openxmlformats.org/officeDocument/2006/relationships/image" Target="/ppt/media/image16.png" Id="R622f98614f9b4b32" /><Relationship Type="http://schemas.openxmlformats.org/officeDocument/2006/relationships/image" Target="/ppt/media/image17.png" Id="R329fd939233b46dc" /><Relationship Type="http://schemas.openxmlformats.org/officeDocument/2006/relationships/image" Target="/ppt/media/image18.png" Id="R1265eb2c8c534843" /><Relationship Type="http://schemas.openxmlformats.org/officeDocument/2006/relationships/image" Target="/ppt/media/image19.png" Id="R9ef11c234d47498b" /><Relationship Type="http://schemas.openxmlformats.org/officeDocument/2006/relationships/image" Target="/ppt/media/image20.png" Id="Ref53992c62a34168" /><Relationship Type="http://schemas.openxmlformats.org/officeDocument/2006/relationships/image" Target="/ppt/media/image21.png" Id="Rc7892dae38c642a7" /><Relationship Type="http://schemas.openxmlformats.org/officeDocument/2006/relationships/image" Target="/ppt/media/image22.png" Id="R19d74c64f9f94a88" /><Relationship Type="http://schemas.openxmlformats.org/officeDocument/2006/relationships/image" Target="/ppt/media/image23.png" Id="R9ce0942e0cf0447c" /><Relationship Type="http://schemas.openxmlformats.org/officeDocument/2006/relationships/image" Target="/ppt/media/image24.png" Id="R2e5e2553f8e64b64" /><Relationship Type="http://schemas.openxmlformats.org/officeDocument/2006/relationships/image" Target="/ppt/media/image25.png" Id="R50ded921c7dc4b0c" /><Relationship Type="http://schemas.openxmlformats.org/officeDocument/2006/relationships/notesSlide" Target="/ppt/notesSlides/notesSlide1.xml" Id="R48fbf78a146b4f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D9252-0BF5-4190-A706-29AD22BB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7" y="65685"/>
            <a:ext cx="6599962" cy="2985726"/>
          </a:xfrm>
          <a:custGeom xmlns:a="http://schemas.openxmlformats.org/drawingml/2006/main">
            <a:pathLst>
              <a:path w="6599962" h="2985726">
                <a:moveTo>
                  <a:pt x="6599962" y="2985726"/>
                </a:moveTo>
                <a:lnTo>
                  <a:pt x="6599962" y="0"/>
                </a:lnTo>
                <a:lnTo>
                  <a:pt x="0" y="0"/>
                </a:lnTo>
                <a:lnTo>
                  <a:pt x="0" y="2985726"/>
                </a:lnTo>
                <a:lnTo>
                  <a:pt x="6599962" y="298572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81274-90F9-4040-9447-CB7388D1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7" y="65685"/>
            <a:ext cx="6599962" cy="2985726"/>
          </a:xfrm>
          <a:custGeom xmlns:a="http://schemas.openxmlformats.org/drawingml/2006/main">
            <a:pathLst>
              <a:path w="6599962" h="2985726">
                <a:moveTo>
                  <a:pt x="6599962" y="2985726"/>
                </a:moveTo>
                <a:lnTo>
                  <a:pt x="6599962" y="0"/>
                </a:lnTo>
                <a:lnTo>
                  <a:pt x="0" y="0"/>
                </a:lnTo>
                <a:lnTo>
                  <a:pt x="0" y="2985726"/>
                </a:lnTo>
                <a:lnTo>
                  <a:pt x="6599962" y="298572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de096edce4a4f"/>
          <a:stretch xmlns:a="http://schemas.openxmlformats.org/drawingml/2006/main"/>
        </p:blipFill>
        <p:spPr>
          <a:xfrm xmlns:a="http://schemas.openxmlformats.org/drawingml/2006/main">
            <a:off x="100446" y="71545"/>
            <a:ext cx="6576992" cy="504571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7e9f28e3b479a"/>
          <a:stretch xmlns:a="http://schemas.openxmlformats.org/drawingml/2006/main"/>
        </p:blipFill>
        <p:spPr>
          <a:xfrm xmlns:a="http://schemas.openxmlformats.org/drawingml/2006/main">
            <a:off x="328883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60291940044c3"/>
          <a:stretch xmlns:a="http://schemas.openxmlformats.org/drawingml/2006/main"/>
        </p:blipFill>
        <p:spPr>
          <a:xfrm xmlns:a="http://schemas.openxmlformats.org/drawingml/2006/main">
            <a:off x="474481" y="151875"/>
            <a:ext cx="564818" cy="421731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41b776a77488f"/>
          <a:stretch xmlns:a="http://schemas.openxmlformats.org/drawingml/2006/main"/>
        </p:blipFill>
        <p:spPr>
          <a:xfrm xmlns:a="http://schemas.openxmlformats.org/drawingml/2006/main">
            <a:off x="347698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7" name="Text Plan">
            <a:extLst xmlns:a="http://schemas.openxmlformats.org/drawingml/2006/main">
              <a:ext uri="{FF2B5EF4-FFF2-40B4-BE49-F238E27FC236}">
                <a16:creationId xmlns:a16="http://schemas.microsoft.com/office/drawing/2014/main" id="{12F4098E-6153-4C0B-9DBA-161CCB96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73" y="268667"/>
            <a:ext cx="269684" cy="108463"/>
          </a:xfrm>
          <a:custGeom xmlns:a="http://schemas.openxmlformats.org/drawingml/2006/main">
            <a:pathLst>
              <a:path w="269684" h="108463">
                <a:moveTo>
                  <a:pt x="67875" y="37574"/>
                </a:moveTo>
                <a:cubicBezTo>
                  <a:pt x="67875" y="43133"/>
                  <a:pt x="67007" y="48056"/>
                  <a:pt x="65270" y="52340"/>
                </a:cubicBezTo>
                <a:cubicBezTo>
                  <a:pt x="63534" y="56625"/>
                  <a:pt x="61006" y="60234"/>
                  <a:pt x="57686" y="63167"/>
                </a:cubicBezTo>
                <a:cubicBezTo>
                  <a:pt x="54366" y="66099"/>
                  <a:pt x="50293" y="68329"/>
                  <a:pt x="45467" y="69860"/>
                </a:cubicBezTo>
                <a:cubicBezTo>
                  <a:pt x="40641" y="71390"/>
                  <a:pt x="34959" y="72155"/>
                  <a:pt x="28422" y="72155"/>
                </a:cubicBezTo>
                <a:lnTo>
                  <a:pt x="20148" y="72155"/>
                </a:lnTo>
                <a:lnTo>
                  <a:pt x="20148" y="103860"/>
                </a:lnTo>
                <a:cubicBezTo>
                  <a:pt x="20148" y="104372"/>
                  <a:pt x="19982" y="104833"/>
                  <a:pt x="19650" y="105243"/>
                </a:cubicBezTo>
                <a:cubicBezTo>
                  <a:pt x="19318" y="105652"/>
                  <a:pt x="18769" y="105985"/>
                  <a:pt x="18003" y="106241"/>
                </a:cubicBezTo>
                <a:cubicBezTo>
                  <a:pt x="17237" y="106497"/>
                  <a:pt x="16215" y="106701"/>
                  <a:pt x="14939" y="106854"/>
                </a:cubicBezTo>
                <a:cubicBezTo>
                  <a:pt x="13662" y="107007"/>
                  <a:pt x="12028" y="107084"/>
                  <a:pt x="10036" y="107084"/>
                </a:cubicBezTo>
                <a:cubicBezTo>
                  <a:pt x="8095" y="107084"/>
                  <a:pt x="6473" y="107007"/>
                  <a:pt x="5171" y="106854"/>
                </a:cubicBezTo>
                <a:cubicBezTo>
                  <a:pt x="3869" y="106701"/>
                  <a:pt x="2835" y="106497"/>
                  <a:pt x="2068" y="106241"/>
                </a:cubicBezTo>
                <a:cubicBezTo>
                  <a:pt x="1302" y="105986"/>
                  <a:pt x="766" y="105654"/>
                  <a:pt x="460" y="105246"/>
                </a:cubicBezTo>
                <a:cubicBezTo>
                  <a:pt x="153" y="104837"/>
                  <a:pt x="0" y="104378"/>
                  <a:pt x="0" y="103867"/>
                </a:cubicBezTo>
                <a:lnTo>
                  <a:pt x="0" y="14707"/>
                </a:lnTo>
                <a:cubicBezTo>
                  <a:pt x="0" y="12307"/>
                  <a:pt x="626" y="10507"/>
                  <a:pt x="1877" y="9307"/>
                </a:cubicBezTo>
                <a:cubicBezTo>
                  <a:pt x="3128" y="8107"/>
                  <a:pt x="4775" y="7507"/>
                  <a:pt x="6818" y="7507"/>
                </a:cubicBezTo>
                <a:lnTo>
                  <a:pt x="30184" y="7507"/>
                </a:lnTo>
                <a:cubicBezTo>
                  <a:pt x="32533" y="7507"/>
                  <a:pt x="34767" y="7596"/>
                  <a:pt x="36887" y="7775"/>
                </a:cubicBezTo>
                <a:cubicBezTo>
                  <a:pt x="39006" y="7953"/>
                  <a:pt x="41547" y="8336"/>
                  <a:pt x="44509" y="8924"/>
                </a:cubicBezTo>
                <a:cubicBezTo>
                  <a:pt x="47472" y="9509"/>
                  <a:pt x="50472" y="10593"/>
                  <a:pt x="53511" y="12174"/>
                </a:cubicBezTo>
                <a:cubicBezTo>
                  <a:pt x="56550" y="13756"/>
                  <a:pt x="59142" y="15758"/>
                  <a:pt x="61287" y="18180"/>
                </a:cubicBezTo>
                <a:cubicBezTo>
                  <a:pt x="63432" y="20602"/>
                  <a:pt x="65066" y="23433"/>
                  <a:pt x="66190" y="26673"/>
                </a:cubicBezTo>
                <a:cubicBezTo>
                  <a:pt x="67313" y="29911"/>
                  <a:pt x="67875" y="33544"/>
                  <a:pt x="67875" y="37574"/>
                </a:cubicBezTo>
                <a:moveTo>
                  <a:pt x="46808" y="39031"/>
                </a:moveTo>
                <a:cubicBezTo>
                  <a:pt x="46808" y="35583"/>
                  <a:pt x="46195" y="32743"/>
                  <a:pt x="44969" y="30512"/>
                </a:cubicBezTo>
                <a:cubicBezTo>
                  <a:pt x="43743" y="28280"/>
                  <a:pt x="42237" y="26631"/>
                  <a:pt x="40449" y="25567"/>
                </a:cubicBezTo>
                <a:cubicBezTo>
                  <a:pt x="38662" y="24503"/>
                  <a:pt x="36785" y="23831"/>
                  <a:pt x="34818" y="23551"/>
                </a:cubicBezTo>
                <a:cubicBezTo>
                  <a:pt x="32852" y="23272"/>
                  <a:pt x="30822" y="23133"/>
                  <a:pt x="28728" y="23133"/>
                </a:cubicBezTo>
                <a:lnTo>
                  <a:pt x="20148" y="23133"/>
                </a:lnTo>
                <a:lnTo>
                  <a:pt x="20148" y="56529"/>
                </a:lnTo>
                <a:lnTo>
                  <a:pt x="29188" y="56529"/>
                </a:lnTo>
                <a:cubicBezTo>
                  <a:pt x="32405" y="56529"/>
                  <a:pt x="35099" y="56098"/>
                  <a:pt x="37270" y="55237"/>
                </a:cubicBezTo>
                <a:cubicBezTo>
                  <a:pt x="39441" y="54373"/>
                  <a:pt x="41215" y="53169"/>
                  <a:pt x="42594" y="51622"/>
                </a:cubicBezTo>
                <a:cubicBezTo>
                  <a:pt x="43973" y="50076"/>
                  <a:pt x="45020" y="48225"/>
                  <a:pt x="45735" y="46069"/>
                </a:cubicBezTo>
                <a:cubicBezTo>
                  <a:pt x="46450" y="43913"/>
                  <a:pt x="46808" y="41567"/>
                  <a:pt x="46808" y="39031"/>
                </a:cubicBezTo>
                <a:close/>
                <a:moveTo>
                  <a:pt x="104667" y="104020"/>
                </a:moveTo>
                <a:cubicBezTo>
                  <a:pt x="104667" y="104531"/>
                  <a:pt x="104514" y="104978"/>
                  <a:pt x="104208" y="105361"/>
                </a:cubicBezTo>
                <a:cubicBezTo>
                  <a:pt x="103901" y="105744"/>
                  <a:pt x="103378" y="106063"/>
                  <a:pt x="102637" y="106318"/>
                </a:cubicBezTo>
                <a:cubicBezTo>
                  <a:pt x="101897" y="106573"/>
                  <a:pt x="100914" y="106765"/>
                  <a:pt x="99688" y="106893"/>
                </a:cubicBezTo>
                <a:cubicBezTo>
                  <a:pt x="98462" y="107020"/>
                  <a:pt x="96904" y="107084"/>
                  <a:pt x="95015" y="107084"/>
                </a:cubicBezTo>
                <a:cubicBezTo>
                  <a:pt x="93125" y="107084"/>
                  <a:pt x="91567" y="107020"/>
                  <a:pt x="90342" y="106893"/>
                </a:cubicBezTo>
                <a:cubicBezTo>
                  <a:pt x="89116" y="106765"/>
                  <a:pt x="88133" y="106573"/>
                  <a:pt x="87392" y="106318"/>
                </a:cubicBezTo>
                <a:cubicBezTo>
                  <a:pt x="86652" y="106063"/>
                  <a:pt x="86128" y="105744"/>
                  <a:pt x="85822" y="105361"/>
                </a:cubicBezTo>
                <a:cubicBezTo>
                  <a:pt x="85515" y="104978"/>
                  <a:pt x="85362" y="104531"/>
                  <a:pt x="85362" y="104020"/>
                </a:cubicBezTo>
                <a:lnTo>
                  <a:pt x="85362" y="3294"/>
                </a:lnTo>
                <a:cubicBezTo>
                  <a:pt x="85362" y="2783"/>
                  <a:pt x="85515" y="2323"/>
                  <a:pt x="85822" y="1915"/>
                </a:cubicBezTo>
                <a:cubicBezTo>
                  <a:pt x="86128" y="1506"/>
                  <a:pt x="86652" y="1162"/>
                  <a:pt x="87392" y="881"/>
                </a:cubicBezTo>
                <a:cubicBezTo>
                  <a:pt x="88133" y="600"/>
                  <a:pt x="89116" y="383"/>
                  <a:pt x="90342" y="230"/>
                </a:cubicBezTo>
                <a:cubicBezTo>
                  <a:pt x="91567" y="77"/>
                  <a:pt x="93125" y="0"/>
                  <a:pt x="95015" y="0"/>
                </a:cubicBezTo>
                <a:cubicBezTo>
                  <a:pt x="96904" y="0"/>
                  <a:pt x="98462" y="77"/>
                  <a:pt x="99688" y="230"/>
                </a:cubicBezTo>
                <a:cubicBezTo>
                  <a:pt x="100914" y="383"/>
                  <a:pt x="101897" y="600"/>
                  <a:pt x="102637" y="881"/>
                </a:cubicBezTo>
                <a:cubicBezTo>
                  <a:pt x="103378" y="1162"/>
                  <a:pt x="103901" y="1506"/>
                  <a:pt x="104208" y="1915"/>
                </a:cubicBezTo>
                <a:cubicBezTo>
                  <a:pt x="104514" y="2323"/>
                  <a:pt x="104667" y="2783"/>
                  <a:pt x="104667" y="3294"/>
                </a:cubicBezTo>
                <a:lnTo>
                  <a:pt x="104667" y="104020"/>
                </a:lnTo>
                <a:close/>
                <a:moveTo>
                  <a:pt x="182871" y="104248"/>
                </a:moveTo>
                <a:cubicBezTo>
                  <a:pt x="182871" y="104962"/>
                  <a:pt x="182615" y="105525"/>
                  <a:pt x="182105" y="105935"/>
                </a:cubicBezTo>
                <a:cubicBezTo>
                  <a:pt x="181594" y="106344"/>
                  <a:pt x="180790" y="106637"/>
                  <a:pt x="179691" y="106816"/>
                </a:cubicBezTo>
                <a:cubicBezTo>
                  <a:pt x="178593" y="106995"/>
                  <a:pt x="176972" y="107084"/>
                  <a:pt x="174827" y="107084"/>
                </a:cubicBezTo>
                <a:cubicBezTo>
                  <a:pt x="172529" y="107084"/>
                  <a:pt x="170856" y="106995"/>
                  <a:pt x="169809" y="106816"/>
                </a:cubicBezTo>
                <a:cubicBezTo>
                  <a:pt x="168762" y="106637"/>
                  <a:pt x="168021" y="106344"/>
                  <a:pt x="167587" y="105935"/>
                </a:cubicBezTo>
                <a:cubicBezTo>
                  <a:pt x="167153" y="105527"/>
                  <a:pt x="166936" y="104965"/>
                  <a:pt x="166936" y="104250"/>
                </a:cubicBezTo>
                <a:lnTo>
                  <a:pt x="166936" y="98811"/>
                </a:lnTo>
                <a:cubicBezTo>
                  <a:pt x="164127" y="101824"/>
                  <a:pt x="160922" y="104186"/>
                  <a:pt x="157322" y="105897"/>
                </a:cubicBezTo>
                <a:cubicBezTo>
                  <a:pt x="153721" y="107607"/>
                  <a:pt x="149725" y="108463"/>
                  <a:pt x="145333" y="108463"/>
                </a:cubicBezTo>
                <a:cubicBezTo>
                  <a:pt x="141707" y="108463"/>
                  <a:pt x="138374" y="107989"/>
                  <a:pt x="135335" y="107041"/>
                </a:cubicBezTo>
                <a:cubicBezTo>
                  <a:pt x="132296" y="106093"/>
                  <a:pt x="129666" y="104684"/>
                  <a:pt x="127445" y="102814"/>
                </a:cubicBezTo>
                <a:cubicBezTo>
                  <a:pt x="125223" y="100943"/>
                  <a:pt x="123499" y="98626"/>
                  <a:pt x="122274" y="95860"/>
                </a:cubicBezTo>
                <a:cubicBezTo>
                  <a:pt x="121048" y="93093"/>
                  <a:pt x="120435" y="89865"/>
                  <a:pt x="120435" y="86175"/>
                </a:cubicBezTo>
                <a:cubicBezTo>
                  <a:pt x="120435" y="82178"/>
                  <a:pt x="121214" y="78706"/>
                  <a:pt x="122771" y="75760"/>
                </a:cubicBezTo>
                <a:cubicBezTo>
                  <a:pt x="124329" y="72814"/>
                  <a:pt x="126653" y="70381"/>
                  <a:pt x="129743" y="68459"/>
                </a:cubicBezTo>
                <a:cubicBezTo>
                  <a:pt x="132833" y="66538"/>
                  <a:pt x="136676" y="65116"/>
                  <a:pt x="141272" y="64194"/>
                </a:cubicBezTo>
                <a:cubicBezTo>
                  <a:pt x="145869" y="63272"/>
                  <a:pt x="151206" y="62810"/>
                  <a:pt x="157284" y="62810"/>
                </a:cubicBezTo>
                <a:lnTo>
                  <a:pt x="163948" y="62810"/>
                </a:lnTo>
                <a:lnTo>
                  <a:pt x="163948" y="58693"/>
                </a:lnTo>
                <a:cubicBezTo>
                  <a:pt x="163948" y="56558"/>
                  <a:pt x="163731" y="54690"/>
                  <a:pt x="163297" y="53090"/>
                </a:cubicBezTo>
                <a:cubicBezTo>
                  <a:pt x="162863" y="51487"/>
                  <a:pt x="162148" y="50153"/>
                  <a:pt x="161152" y="49085"/>
                </a:cubicBezTo>
                <a:cubicBezTo>
                  <a:pt x="160156" y="48017"/>
                  <a:pt x="158828" y="47230"/>
                  <a:pt x="157169" y="46722"/>
                </a:cubicBezTo>
                <a:cubicBezTo>
                  <a:pt x="155509" y="46213"/>
                  <a:pt x="153453" y="45959"/>
                  <a:pt x="151002" y="45959"/>
                </a:cubicBezTo>
                <a:cubicBezTo>
                  <a:pt x="147784" y="45959"/>
                  <a:pt x="144911" y="46316"/>
                  <a:pt x="142383" y="47031"/>
                </a:cubicBezTo>
                <a:cubicBezTo>
                  <a:pt x="139855" y="47746"/>
                  <a:pt x="137621" y="48538"/>
                  <a:pt x="135680" y="49406"/>
                </a:cubicBezTo>
                <a:cubicBezTo>
                  <a:pt x="133739" y="50274"/>
                  <a:pt x="132118" y="51065"/>
                  <a:pt x="130815" y="51780"/>
                </a:cubicBezTo>
                <a:cubicBezTo>
                  <a:pt x="129513" y="52495"/>
                  <a:pt x="128453" y="52853"/>
                  <a:pt x="127636" y="52853"/>
                </a:cubicBezTo>
                <a:cubicBezTo>
                  <a:pt x="127074" y="52853"/>
                  <a:pt x="126576" y="52673"/>
                  <a:pt x="126142" y="52314"/>
                </a:cubicBezTo>
                <a:cubicBezTo>
                  <a:pt x="125708" y="51955"/>
                  <a:pt x="125351" y="51442"/>
                  <a:pt x="125070" y="50775"/>
                </a:cubicBezTo>
                <a:cubicBezTo>
                  <a:pt x="124789" y="50108"/>
                  <a:pt x="124572" y="49287"/>
                  <a:pt x="124419" y="48312"/>
                </a:cubicBezTo>
                <a:cubicBezTo>
                  <a:pt x="124265" y="47335"/>
                  <a:pt x="124189" y="46257"/>
                  <a:pt x="124189" y="45078"/>
                </a:cubicBezTo>
                <a:cubicBezTo>
                  <a:pt x="124189" y="43487"/>
                  <a:pt x="124316" y="42229"/>
                  <a:pt x="124572" y="41305"/>
                </a:cubicBezTo>
                <a:cubicBezTo>
                  <a:pt x="124827" y="40382"/>
                  <a:pt x="125312" y="39548"/>
                  <a:pt x="126027" y="38804"/>
                </a:cubicBezTo>
                <a:cubicBezTo>
                  <a:pt x="126742" y="38059"/>
                  <a:pt x="127994" y="37239"/>
                  <a:pt x="129781" y="36346"/>
                </a:cubicBezTo>
                <a:cubicBezTo>
                  <a:pt x="131569" y="35452"/>
                  <a:pt x="133663" y="34622"/>
                  <a:pt x="136063" y="33856"/>
                </a:cubicBezTo>
                <a:cubicBezTo>
                  <a:pt x="138463" y="33090"/>
                  <a:pt x="141081" y="32465"/>
                  <a:pt x="143915" y="31980"/>
                </a:cubicBezTo>
                <a:cubicBezTo>
                  <a:pt x="146750" y="31495"/>
                  <a:pt x="149674" y="31252"/>
                  <a:pt x="152687" y="31252"/>
                </a:cubicBezTo>
                <a:cubicBezTo>
                  <a:pt x="158050" y="31252"/>
                  <a:pt x="162633" y="31776"/>
                  <a:pt x="166438" y="32825"/>
                </a:cubicBezTo>
                <a:cubicBezTo>
                  <a:pt x="170243" y="33871"/>
                  <a:pt x="173371" y="35482"/>
                  <a:pt x="175823" y="37655"/>
                </a:cubicBezTo>
                <a:cubicBezTo>
                  <a:pt x="178274" y="39827"/>
                  <a:pt x="180062" y="42625"/>
                  <a:pt x="181185" y="46050"/>
                </a:cubicBezTo>
                <a:cubicBezTo>
                  <a:pt x="182309" y="49474"/>
                  <a:pt x="182871" y="53538"/>
                  <a:pt x="182871" y="58241"/>
                </a:cubicBezTo>
                <a:lnTo>
                  <a:pt x="182871" y="104248"/>
                </a:lnTo>
                <a:moveTo>
                  <a:pt x="163948" y="74913"/>
                </a:moveTo>
                <a:lnTo>
                  <a:pt x="156594" y="74913"/>
                </a:lnTo>
                <a:cubicBezTo>
                  <a:pt x="153479" y="74913"/>
                  <a:pt x="150823" y="75144"/>
                  <a:pt x="148627" y="75607"/>
                </a:cubicBezTo>
                <a:cubicBezTo>
                  <a:pt x="146431" y="76070"/>
                  <a:pt x="144643" y="76765"/>
                  <a:pt x="143264" y="77692"/>
                </a:cubicBezTo>
                <a:cubicBezTo>
                  <a:pt x="141885" y="78618"/>
                  <a:pt x="140877" y="79737"/>
                  <a:pt x="140238" y="81050"/>
                </a:cubicBezTo>
                <a:cubicBezTo>
                  <a:pt x="139600" y="82362"/>
                  <a:pt x="139281" y="83867"/>
                  <a:pt x="139281" y="85565"/>
                </a:cubicBezTo>
                <a:cubicBezTo>
                  <a:pt x="139281" y="88447"/>
                  <a:pt x="140187" y="90711"/>
                  <a:pt x="142000" y="92358"/>
                </a:cubicBezTo>
                <a:cubicBezTo>
                  <a:pt x="143813" y="94005"/>
                  <a:pt x="146329" y="94828"/>
                  <a:pt x="149546" y="94828"/>
                </a:cubicBezTo>
                <a:cubicBezTo>
                  <a:pt x="152253" y="94828"/>
                  <a:pt x="154743" y="94134"/>
                  <a:pt x="157015" y="92746"/>
                </a:cubicBezTo>
                <a:cubicBezTo>
                  <a:pt x="159288" y="91356"/>
                  <a:pt x="161599" y="89323"/>
                  <a:pt x="163948" y="86647"/>
                </a:cubicBezTo>
                <a:lnTo>
                  <a:pt x="163948" y="74913"/>
                </a:lnTo>
                <a:close/>
                <a:moveTo>
                  <a:pt x="269684" y="104018"/>
                </a:moveTo>
                <a:cubicBezTo>
                  <a:pt x="269684" y="104528"/>
                  <a:pt x="269530" y="104976"/>
                  <a:pt x="269224" y="105361"/>
                </a:cubicBezTo>
                <a:cubicBezTo>
                  <a:pt x="268917" y="105744"/>
                  <a:pt x="268407" y="106063"/>
                  <a:pt x="267692" y="106318"/>
                </a:cubicBezTo>
                <a:cubicBezTo>
                  <a:pt x="266977" y="106573"/>
                  <a:pt x="265994" y="106765"/>
                  <a:pt x="264742" y="106893"/>
                </a:cubicBezTo>
                <a:cubicBezTo>
                  <a:pt x="263491" y="107020"/>
                  <a:pt x="261946" y="107084"/>
                  <a:pt x="260108" y="107084"/>
                </a:cubicBezTo>
                <a:cubicBezTo>
                  <a:pt x="258218" y="107084"/>
                  <a:pt x="256647" y="107020"/>
                  <a:pt x="255396" y="106893"/>
                </a:cubicBezTo>
                <a:cubicBezTo>
                  <a:pt x="254145" y="106765"/>
                  <a:pt x="253162" y="106573"/>
                  <a:pt x="252447" y="106318"/>
                </a:cubicBezTo>
                <a:cubicBezTo>
                  <a:pt x="251732" y="106063"/>
                  <a:pt x="251221" y="105744"/>
                  <a:pt x="250915" y="105361"/>
                </a:cubicBezTo>
                <a:cubicBezTo>
                  <a:pt x="250608" y="104978"/>
                  <a:pt x="250455" y="104531"/>
                  <a:pt x="250455" y="104020"/>
                </a:cubicBezTo>
                <a:lnTo>
                  <a:pt x="250455" y="65032"/>
                </a:lnTo>
                <a:cubicBezTo>
                  <a:pt x="250455" y="61712"/>
                  <a:pt x="250212" y="59108"/>
                  <a:pt x="249727" y="57219"/>
                </a:cubicBezTo>
                <a:cubicBezTo>
                  <a:pt x="249242" y="55329"/>
                  <a:pt x="248540" y="53708"/>
                  <a:pt x="247620" y="52355"/>
                </a:cubicBezTo>
                <a:cubicBezTo>
                  <a:pt x="246701" y="51002"/>
                  <a:pt x="245514" y="49955"/>
                  <a:pt x="244058" y="49214"/>
                </a:cubicBezTo>
                <a:cubicBezTo>
                  <a:pt x="242603" y="48474"/>
                  <a:pt x="240904" y="48104"/>
                  <a:pt x="238964" y="48104"/>
                </a:cubicBezTo>
                <a:cubicBezTo>
                  <a:pt x="236512" y="48104"/>
                  <a:pt x="234035" y="48997"/>
                  <a:pt x="231533" y="50784"/>
                </a:cubicBezTo>
                <a:cubicBezTo>
                  <a:pt x="229030" y="52572"/>
                  <a:pt x="226425" y="55176"/>
                  <a:pt x="223719" y="58597"/>
                </a:cubicBezTo>
                <a:lnTo>
                  <a:pt x="223719" y="104020"/>
                </a:lnTo>
                <a:cubicBezTo>
                  <a:pt x="223719" y="104531"/>
                  <a:pt x="223565" y="104978"/>
                  <a:pt x="223259" y="105361"/>
                </a:cubicBezTo>
                <a:cubicBezTo>
                  <a:pt x="222952" y="105744"/>
                  <a:pt x="222429" y="106063"/>
                  <a:pt x="221688" y="106318"/>
                </a:cubicBezTo>
                <a:cubicBezTo>
                  <a:pt x="220948" y="106573"/>
                  <a:pt x="219965" y="106765"/>
                  <a:pt x="218739" y="106893"/>
                </a:cubicBezTo>
                <a:cubicBezTo>
                  <a:pt x="217513" y="107020"/>
                  <a:pt x="215956" y="107084"/>
                  <a:pt x="214066" y="107084"/>
                </a:cubicBezTo>
                <a:cubicBezTo>
                  <a:pt x="212176" y="107084"/>
                  <a:pt x="210619" y="107020"/>
                  <a:pt x="209393" y="106893"/>
                </a:cubicBezTo>
                <a:cubicBezTo>
                  <a:pt x="208167" y="106765"/>
                  <a:pt x="207184" y="106573"/>
                  <a:pt x="206443" y="106318"/>
                </a:cubicBezTo>
                <a:cubicBezTo>
                  <a:pt x="205703" y="106063"/>
                  <a:pt x="205179" y="105744"/>
                  <a:pt x="204873" y="105361"/>
                </a:cubicBezTo>
                <a:cubicBezTo>
                  <a:pt x="204566" y="104978"/>
                  <a:pt x="204413" y="104531"/>
                  <a:pt x="204413" y="104020"/>
                </a:cubicBezTo>
                <a:lnTo>
                  <a:pt x="204413" y="35695"/>
                </a:lnTo>
                <a:cubicBezTo>
                  <a:pt x="204413" y="35184"/>
                  <a:pt x="204541" y="34737"/>
                  <a:pt x="204796" y="34354"/>
                </a:cubicBezTo>
                <a:cubicBezTo>
                  <a:pt x="205052" y="33971"/>
                  <a:pt x="205511" y="33652"/>
                  <a:pt x="206175" y="33397"/>
                </a:cubicBezTo>
                <a:cubicBezTo>
                  <a:pt x="206839" y="33141"/>
                  <a:pt x="207695" y="32950"/>
                  <a:pt x="208742" y="32822"/>
                </a:cubicBezTo>
                <a:cubicBezTo>
                  <a:pt x="209789" y="32695"/>
                  <a:pt x="211104" y="32631"/>
                  <a:pt x="212687" y="32631"/>
                </a:cubicBezTo>
                <a:cubicBezTo>
                  <a:pt x="214321" y="32631"/>
                  <a:pt x="215675" y="32695"/>
                  <a:pt x="216747" y="32822"/>
                </a:cubicBezTo>
                <a:cubicBezTo>
                  <a:pt x="217820" y="32950"/>
                  <a:pt x="218650" y="33141"/>
                  <a:pt x="219237" y="33397"/>
                </a:cubicBezTo>
                <a:cubicBezTo>
                  <a:pt x="219824" y="33652"/>
                  <a:pt x="220246" y="33971"/>
                  <a:pt x="220501" y="34354"/>
                </a:cubicBezTo>
                <a:cubicBezTo>
                  <a:pt x="220756" y="34737"/>
                  <a:pt x="220884" y="35184"/>
                  <a:pt x="220884" y="35695"/>
                </a:cubicBezTo>
                <a:lnTo>
                  <a:pt x="220884" y="43584"/>
                </a:lnTo>
                <a:cubicBezTo>
                  <a:pt x="224663" y="39474"/>
                  <a:pt x="228507" y="36390"/>
                  <a:pt x="232414" y="34335"/>
                </a:cubicBezTo>
                <a:cubicBezTo>
                  <a:pt x="236321" y="32280"/>
                  <a:pt x="240394" y="31252"/>
                  <a:pt x="244633" y="31252"/>
                </a:cubicBezTo>
                <a:cubicBezTo>
                  <a:pt x="249280" y="31252"/>
                  <a:pt x="253200" y="32019"/>
                  <a:pt x="256392" y="33552"/>
                </a:cubicBezTo>
                <a:cubicBezTo>
                  <a:pt x="259584" y="35086"/>
                  <a:pt x="262163" y="37169"/>
                  <a:pt x="264129" y="39802"/>
                </a:cubicBezTo>
                <a:cubicBezTo>
                  <a:pt x="266096" y="42434"/>
                  <a:pt x="267513" y="45514"/>
                  <a:pt x="268381" y="49042"/>
                </a:cubicBezTo>
                <a:cubicBezTo>
                  <a:pt x="269249" y="52569"/>
                  <a:pt x="269684" y="56811"/>
                  <a:pt x="269684" y="61769"/>
                </a:cubicBezTo>
                <a:lnTo>
                  <a:pt x="269684" y="104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5d6c890e74226"/>
          <a:stretch xmlns:a="http://schemas.openxmlformats.org/drawingml/2006/main"/>
        </p:blipFill>
        <p:spPr>
          <a:xfrm xmlns:a="http://schemas.openxmlformats.org/drawingml/2006/main">
            <a:off x="1086995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5722ea5284b07"/>
          <a:stretch xmlns:a="http://schemas.openxmlformats.org/drawingml/2006/main"/>
        </p:blipFill>
        <p:spPr>
          <a:xfrm xmlns:a="http://schemas.openxmlformats.org/drawingml/2006/main">
            <a:off x="1207489" y="151875"/>
            <a:ext cx="612514" cy="421731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38accacfe4b97"/>
          <a:stretch xmlns:a="http://schemas.openxmlformats.org/drawingml/2006/main"/>
        </p:blipFill>
        <p:spPr>
          <a:xfrm xmlns:a="http://schemas.openxmlformats.org/drawingml/2006/main">
            <a:off x="1104780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11" name="Text Code">
            <a:extLst xmlns:a="http://schemas.openxmlformats.org/drawingml/2006/main">
              <a:ext uri="{FF2B5EF4-FFF2-40B4-BE49-F238E27FC236}">
                <a16:creationId xmlns:a16="http://schemas.microsoft.com/office/drawing/2014/main" id="{D40AAFF4-51DD-49E3-9C79-308CF559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310" y="268820"/>
            <a:ext cx="325114" cy="108310"/>
          </a:xfrm>
          <a:custGeom xmlns:a="http://schemas.openxmlformats.org/drawingml/2006/main">
            <a:pathLst>
              <a:path w="325114" h="108310">
                <a:moveTo>
                  <a:pt x="73314" y="91381"/>
                </a:moveTo>
                <a:cubicBezTo>
                  <a:pt x="73314" y="92658"/>
                  <a:pt x="73276" y="93743"/>
                  <a:pt x="73199" y="94637"/>
                </a:cubicBezTo>
                <a:cubicBezTo>
                  <a:pt x="73123" y="95531"/>
                  <a:pt x="73008" y="96297"/>
                  <a:pt x="72855" y="96935"/>
                </a:cubicBezTo>
                <a:cubicBezTo>
                  <a:pt x="72701" y="97573"/>
                  <a:pt x="72497" y="98122"/>
                  <a:pt x="72242" y="98582"/>
                </a:cubicBezTo>
                <a:cubicBezTo>
                  <a:pt x="71986" y="99041"/>
                  <a:pt x="71578" y="99570"/>
                  <a:pt x="71016" y="100169"/>
                </a:cubicBezTo>
                <a:cubicBezTo>
                  <a:pt x="70454" y="100766"/>
                  <a:pt x="69369" y="101531"/>
                  <a:pt x="67760" y="102467"/>
                </a:cubicBezTo>
                <a:cubicBezTo>
                  <a:pt x="66151" y="103402"/>
                  <a:pt x="64185" y="104299"/>
                  <a:pt x="61861" y="105157"/>
                </a:cubicBezTo>
                <a:cubicBezTo>
                  <a:pt x="59537" y="106014"/>
                  <a:pt x="56882" y="106728"/>
                  <a:pt x="53894" y="107299"/>
                </a:cubicBezTo>
                <a:cubicBezTo>
                  <a:pt x="50906" y="107871"/>
                  <a:pt x="47676" y="108156"/>
                  <a:pt x="44203" y="108156"/>
                </a:cubicBezTo>
                <a:cubicBezTo>
                  <a:pt x="37410" y="108156"/>
                  <a:pt x="31282" y="107108"/>
                  <a:pt x="25817" y="105011"/>
                </a:cubicBezTo>
                <a:cubicBezTo>
                  <a:pt x="20352" y="102914"/>
                  <a:pt x="15705" y="99782"/>
                  <a:pt x="11874" y="95614"/>
                </a:cubicBezTo>
                <a:cubicBezTo>
                  <a:pt x="8044" y="91445"/>
                  <a:pt x="5107" y="86242"/>
                  <a:pt x="3064" y="80004"/>
                </a:cubicBezTo>
                <a:cubicBezTo>
                  <a:pt x="1021" y="73765"/>
                  <a:pt x="0" y="66502"/>
                  <a:pt x="0" y="58217"/>
                </a:cubicBezTo>
                <a:cubicBezTo>
                  <a:pt x="0" y="49778"/>
                  <a:pt x="1124" y="42286"/>
                  <a:pt x="3371" y="35740"/>
                </a:cubicBezTo>
                <a:cubicBezTo>
                  <a:pt x="5618" y="29194"/>
                  <a:pt x="8759" y="23697"/>
                  <a:pt x="12794" y="19248"/>
                </a:cubicBezTo>
                <a:cubicBezTo>
                  <a:pt x="16828" y="14797"/>
                  <a:pt x="21667" y="11421"/>
                  <a:pt x="27311" y="9120"/>
                </a:cubicBezTo>
                <a:cubicBezTo>
                  <a:pt x="32954" y="6819"/>
                  <a:pt x="39172" y="5668"/>
                  <a:pt x="45965" y="5668"/>
                </a:cubicBezTo>
                <a:cubicBezTo>
                  <a:pt x="48723" y="5668"/>
                  <a:pt x="51379" y="5902"/>
                  <a:pt x="53932" y="6370"/>
                </a:cubicBezTo>
                <a:cubicBezTo>
                  <a:pt x="56486" y="6837"/>
                  <a:pt x="58848" y="7448"/>
                  <a:pt x="61019" y="8203"/>
                </a:cubicBezTo>
                <a:cubicBezTo>
                  <a:pt x="63189" y="8956"/>
                  <a:pt x="65143" y="9827"/>
                  <a:pt x="66879" y="10815"/>
                </a:cubicBezTo>
                <a:cubicBezTo>
                  <a:pt x="68616" y="11802"/>
                  <a:pt x="69829" y="12647"/>
                  <a:pt x="70518" y="13350"/>
                </a:cubicBezTo>
                <a:cubicBezTo>
                  <a:pt x="71207" y="14050"/>
                  <a:pt x="71680" y="14630"/>
                  <a:pt x="71935" y="15090"/>
                </a:cubicBezTo>
                <a:cubicBezTo>
                  <a:pt x="72191" y="15549"/>
                  <a:pt x="72395" y="16137"/>
                  <a:pt x="72548" y="16852"/>
                </a:cubicBezTo>
                <a:cubicBezTo>
                  <a:pt x="72701" y="17566"/>
                  <a:pt x="72816" y="18409"/>
                  <a:pt x="72893" y="19379"/>
                </a:cubicBezTo>
                <a:cubicBezTo>
                  <a:pt x="72969" y="20350"/>
                  <a:pt x="73008" y="21550"/>
                  <a:pt x="73008" y="22979"/>
                </a:cubicBezTo>
                <a:cubicBezTo>
                  <a:pt x="73008" y="24511"/>
                  <a:pt x="72957" y="25814"/>
                  <a:pt x="72855" y="26886"/>
                </a:cubicBezTo>
                <a:cubicBezTo>
                  <a:pt x="72752" y="27958"/>
                  <a:pt x="72574" y="28826"/>
                  <a:pt x="72318" y="29490"/>
                </a:cubicBezTo>
                <a:cubicBezTo>
                  <a:pt x="72063" y="30154"/>
                  <a:pt x="71756" y="30639"/>
                  <a:pt x="71399" y="30946"/>
                </a:cubicBezTo>
                <a:cubicBezTo>
                  <a:pt x="71041" y="31252"/>
                  <a:pt x="70633" y="31405"/>
                  <a:pt x="70173" y="31405"/>
                </a:cubicBezTo>
                <a:cubicBezTo>
                  <a:pt x="69407" y="31405"/>
                  <a:pt x="68437" y="30954"/>
                  <a:pt x="67262" y="30053"/>
                </a:cubicBezTo>
                <a:cubicBezTo>
                  <a:pt x="66087" y="29151"/>
                  <a:pt x="64568" y="28147"/>
                  <a:pt x="62704" y="27039"/>
                </a:cubicBezTo>
                <a:cubicBezTo>
                  <a:pt x="60840" y="25932"/>
                  <a:pt x="58618" y="24927"/>
                  <a:pt x="56039" y="24025"/>
                </a:cubicBezTo>
                <a:cubicBezTo>
                  <a:pt x="53460" y="23124"/>
                  <a:pt x="50383" y="22673"/>
                  <a:pt x="46808" y="22673"/>
                </a:cubicBezTo>
                <a:cubicBezTo>
                  <a:pt x="42875" y="22673"/>
                  <a:pt x="39364" y="23477"/>
                  <a:pt x="36274" y="25086"/>
                </a:cubicBezTo>
                <a:cubicBezTo>
                  <a:pt x="33184" y="26694"/>
                  <a:pt x="30554" y="28992"/>
                  <a:pt x="28383" y="31980"/>
                </a:cubicBezTo>
                <a:cubicBezTo>
                  <a:pt x="26213" y="34967"/>
                  <a:pt x="24566" y="38580"/>
                  <a:pt x="23442" y="42818"/>
                </a:cubicBezTo>
                <a:cubicBezTo>
                  <a:pt x="22319" y="47057"/>
                  <a:pt x="21757" y="51831"/>
                  <a:pt x="21757" y="57142"/>
                </a:cubicBezTo>
                <a:cubicBezTo>
                  <a:pt x="21757" y="62964"/>
                  <a:pt x="22357" y="68006"/>
                  <a:pt x="23557" y="72270"/>
                </a:cubicBezTo>
                <a:cubicBezTo>
                  <a:pt x="24757" y="76534"/>
                  <a:pt x="26468" y="80045"/>
                  <a:pt x="28690" y="82802"/>
                </a:cubicBezTo>
                <a:cubicBezTo>
                  <a:pt x="30911" y="85560"/>
                  <a:pt x="33593" y="87615"/>
                  <a:pt x="36734" y="88969"/>
                </a:cubicBezTo>
                <a:cubicBezTo>
                  <a:pt x="39875" y="90322"/>
                  <a:pt x="43411" y="90998"/>
                  <a:pt x="47344" y="90998"/>
                </a:cubicBezTo>
                <a:cubicBezTo>
                  <a:pt x="50919" y="90998"/>
                  <a:pt x="54009" y="90573"/>
                  <a:pt x="56614" y="89723"/>
                </a:cubicBezTo>
                <a:cubicBezTo>
                  <a:pt x="59218" y="88872"/>
                  <a:pt x="61453" y="87931"/>
                  <a:pt x="63317" y="86900"/>
                </a:cubicBezTo>
                <a:cubicBezTo>
                  <a:pt x="65181" y="85870"/>
                  <a:pt x="66713" y="84942"/>
                  <a:pt x="67913" y="84117"/>
                </a:cubicBezTo>
                <a:cubicBezTo>
                  <a:pt x="69113" y="83292"/>
                  <a:pt x="70046" y="82879"/>
                  <a:pt x="70709" y="82879"/>
                </a:cubicBezTo>
                <a:cubicBezTo>
                  <a:pt x="71220" y="82879"/>
                  <a:pt x="71629" y="82981"/>
                  <a:pt x="71935" y="83185"/>
                </a:cubicBezTo>
                <a:cubicBezTo>
                  <a:pt x="72242" y="83390"/>
                  <a:pt x="72497" y="83798"/>
                  <a:pt x="72701" y="84411"/>
                </a:cubicBezTo>
                <a:cubicBezTo>
                  <a:pt x="72906" y="85024"/>
                  <a:pt x="73059" y="85879"/>
                  <a:pt x="73161" y="86977"/>
                </a:cubicBezTo>
                <a:cubicBezTo>
                  <a:pt x="73263" y="88075"/>
                  <a:pt x="73314" y="89543"/>
                  <a:pt x="73314" y="91381"/>
                </a:cubicBezTo>
                <a:close/>
                <a:moveTo>
                  <a:pt x="158099" y="69012"/>
                </a:moveTo>
                <a:cubicBezTo>
                  <a:pt x="158099" y="74847"/>
                  <a:pt x="157333" y="80169"/>
                  <a:pt x="155800" y="84978"/>
                </a:cubicBezTo>
                <a:cubicBezTo>
                  <a:pt x="154268" y="89788"/>
                  <a:pt x="151944" y="93932"/>
                  <a:pt x="148829" y="97411"/>
                </a:cubicBezTo>
                <a:cubicBezTo>
                  <a:pt x="145714" y="100890"/>
                  <a:pt x="141807" y="103577"/>
                  <a:pt x="137108" y="105471"/>
                </a:cubicBezTo>
                <a:cubicBezTo>
                  <a:pt x="132409" y="107363"/>
                  <a:pt x="126919" y="108310"/>
                  <a:pt x="120637" y="108310"/>
                </a:cubicBezTo>
                <a:cubicBezTo>
                  <a:pt x="114560" y="108310"/>
                  <a:pt x="109274" y="107465"/>
                  <a:pt x="104779" y="105777"/>
                </a:cubicBezTo>
                <a:cubicBezTo>
                  <a:pt x="100285" y="104089"/>
                  <a:pt x="96557" y="101633"/>
                  <a:pt x="93594" y="98409"/>
                </a:cubicBezTo>
                <a:cubicBezTo>
                  <a:pt x="90632" y="95186"/>
                  <a:pt x="88436" y="91220"/>
                  <a:pt x="87006" y="86513"/>
                </a:cubicBezTo>
                <a:cubicBezTo>
                  <a:pt x="85576" y="81805"/>
                  <a:pt x="84861" y="76433"/>
                  <a:pt x="84861" y="70396"/>
                </a:cubicBezTo>
                <a:cubicBezTo>
                  <a:pt x="84861" y="64562"/>
                  <a:pt x="85640" y="59227"/>
                  <a:pt x="87198" y="54392"/>
                </a:cubicBezTo>
                <a:cubicBezTo>
                  <a:pt x="88755" y="49557"/>
                  <a:pt x="91092" y="45412"/>
                  <a:pt x="94207" y="41959"/>
                </a:cubicBezTo>
                <a:cubicBezTo>
                  <a:pt x="97323" y="38506"/>
                  <a:pt x="101217" y="35833"/>
                  <a:pt x="105890" y="33940"/>
                </a:cubicBezTo>
                <a:cubicBezTo>
                  <a:pt x="110563" y="32046"/>
                  <a:pt x="116041" y="31099"/>
                  <a:pt x="122322" y="31099"/>
                </a:cubicBezTo>
                <a:cubicBezTo>
                  <a:pt x="128451" y="31099"/>
                  <a:pt x="133763" y="31930"/>
                  <a:pt x="138257" y="33593"/>
                </a:cubicBezTo>
                <a:cubicBezTo>
                  <a:pt x="142751" y="35256"/>
                  <a:pt x="146467" y="37699"/>
                  <a:pt x="149404" y="40923"/>
                </a:cubicBezTo>
                <a:cubicBezTo>
                  <a:pt x="152340" y="44146"/>
                  <a:pt x="154524" y="48112"/>
                  <a:pt x="155954" y="52819"/>
                </a:cubicBezTo>
                <a:cubicBezTo>
                  <a:pt x="157384" y="57527"/>
                  <a:pt x="158099" y="62924"/>
                  <a:pt x="158099" y="69012"/>
                </a:cubicBezTo>
                <a:moveTo>
                  <a:pt x="138257" y="69781"/>
                </a:moveTo>
                <a:cubicBezTo>
                  <a:pt x="138257" y="66410"/>
                  <a:pt x="137989" y="63308"/>
                  <a:pt x="137453" y="60474"/>
                </a:cubicBezTo>
                <a:cubicBezTo>
                  <a:pt x="136916" y="57640"/>
                  <a:pt x="136010" y="55176"/>
                  <a:pt x="134733" y="53082"/>
                </a:cubicBezTo>
                <a:cubicBezTo>
                  <a:pt x="133456" y="50989"/>
                  <a:pt x="131758" y="49355"/>
                  <a:pt x="129639" y="48180"/>
                </a:cubicBezTo>
                <a:cubicBezTo>
                  <a:pt x="127519" y="47006"/>
                  <a:pt x="124851" y="46418"/>
                  <a:pt x="121633" y="46418"/>
                </a:cubicBezTo>
                <a:cubicBezTo>
                  <a:pt x="118773" y="46418"/>
                  <a:pt x="116270" y="46942"/>
                  <a:pt x="114125" y="47989"/>
                </a:cubicBezTo>
                <a:cubicBezTo>
                  <a:pt x="111980" y="49036"/>
                  <a:pt x="110218" y="50567"/>
                  <a:pt x="108839" y="52585"/>
                </a:cubicBezTo>
                <a:cubicBezTo>
                  <a:pt x="107460" y="54602"/>
                  <a:pt x="106426" y="57027"/>
                  <a:pt x="105737" y="59861"/>
                </a:cubicBezTo>
                <a:cubicBezTo>
                  <a:pt x="105047" y="62695"/>
                  <a:pt x="104703" y="65925"/>
                  <a:pt x="104703" y="69551"/>
                </a:cubicBezTo>
                <a:cubicBezTo>
                  <a:pt x="104703" y="72921"/>
                  <a:pt x="104983" y="76024"/>
                  <a:pt x="105545" y="78858"/>
                </a:cubicBezTo>
                <a:cubicBezTo>
                  <a:pt x="106107" y="81692"/>
                  <a:pt x="107014" y="84156"/>
                  <a:pt x="108265" y="86249"/>
                </a:cubicBezTo>
                <a:cubicBezTo>
                  <a:pt x="109516" y="88343"/>
                  <a:pt x="111214" y="89964"/>
                  <a:pt x="113359" y="91113"/>
                </a:cubicBezTo>
                <a:cubicBezTo>
                  <a:pt x="115504" y="92262"/>
                  <a:pt x="118160" y="92837"/>
                  <a:pt x="121327" y="92837"/>
                </a:cubicBezTo>
                <a:cubicBezTo>
                  <a:pt x="124238" y="92837"/>
                  <a:pt x="126766" y="92313"/>
                  <a:pt x="128911" y="91267"/>
                </a:cubicBezTo>
                <a:cubicBezTo>
                  <a:pt x="131056" y="90220"/>
                  <a:pt x="132818" y="88701"/>
                  <a:pt x="134197" y="86709"/>
                </a:cubicBezTo>
                <a:cubicBezTo>
                  <a:pt x="135576" y="84717"/>
                  <a:pt x="136597" y="82305"/>
                  <a:pt x="137261" y="79470"/>
                </a:cubicBezTo>
                <a:cubicBezTo>
                  <a:pt x="137925" y="76636"/>
                  <a:pt x="138257" y="73406"/>
                  <a:pt x="138257" y="69781"/>
                </a:cubicBezTo>
                <a:close/>
                <a:moveTo>
                  <a:pt x="240304" y="103865"/>
                </a:moveTo>
                <a:cubicBezTo>
                  <a:pt x="240304" y="104426"/>
                  <a:pt x="240177" y="104899"/>
                  <a:pt x="239921" y="105284"/>
                </a:cubicBezTo>
                <a:cubicBezTo>
                  <a:pt x="239666" y="105667"/>
                  <a:pt x="239232" y="105986"/>
                  <a:pt x="238619" y="106241"/>
                </a:cubicBezTo>
                <a:cubicBezTo>
                  <a:pt x="238006" y="106497"/>
                  <a:pt x="237176" y="106676"/>
                  <a:pt x="236129" y="106778"/>
                </a:cubicBezTo>
                <a:cubicBezTo>
                  <a:pt x="235082" y="106880"/>
                  <a:pt x="233792" y="106931"/>
                  <a:pt x="232260" y="106931"/>
                </a:cubicBezTo>
                <a:cubicBezTo>
                  <a:pt x="230626" y="106931"/>
                  <a:pt x="229298" y="106880"/>
                  <a:pt x="228277" y="106778"/>
                </a:cubicBezTo>
                <a:cubicBezTo>
                  <a:pt x="227255" y="106677"/>
                  <a:pt x="226425" y="106500"/>
                  <a:pt x="225787" y="106246"/>
                </a:cubicBezTo>
                <a:cubicBezTo>
                  <a:pt x="225149" y="105991"/>
                  <a:pt x="224689" y="105673"/>
                  <a:pt x="224408" y="105294"/>
                </a:cubicBezTo>
                <a:cubicBezTo>
                  <a:pt x="224127" y="104912"/>
                  <a:pt x="223987" y="104441"/>
                  <a:pt x="223987" y="103881"/>
                </a:cubicBezTo>
                <a:lnTo>
                  <a:pt x="223987" y="96336"/>
                </a:lnTo>
                <a:cubicBezTo>
                  <a:pt x="220463" y="100123"/>
                  <a:pt x="216773" y="103066"/>
                  <a:pt x="212917" y="105164"/>
                </a:cubicBezTo>
                <a:cubicBezTo>
                  <a:pt x="209061" y="107261"/>
                  <a:pt x="204783" y="108310"/>
                  <a:pt x="200085" y="108310"/>
                </a:cubicBezTo>
                <a:cubicBezTo>
                  <a:pt x="194875" y="108310"/>
                  <a:pt x="190470" y="107299"/>
                  <a:pt x="186870" y="105279"/>
                </a:cubicBezTo>
                <a:cubicBezTo>
                  <a:pt x="183269" y="103257"/>
                  <a:pt x="180333" y="100533"/>
                  <a:pt x="178060" y="97105"/>
                </a:cubicBezTo>
                <a:cubicBezTo>
                  <a:pt x="175787" y="93675"/>
                  <a:pt x="174140" y="89672"/>
                  <a:pt x="173119" y="85093"/>
                </a:cubicBezTo>
                <a:cubicBezTo>
                  <a:pt x="172097" y="80513"/>
                  <a:pt x="171587" y="75691"/>
                  <a:pt x="171587" y="70626"/>
                </a:cubicBezTo>
                <a:cubicBezTo>
                  <a:pt x="171587" y="64536"/>
                  <a:pt x="172238" y="59061"/>
                  <a:pt x="173540" y="54200"/>
                </a:cubicBezTo>
                <a:cubicBezTo>
                  <a:pt x="174842" y="49340"/>
                  <a:pt x="176745" y="45195"/>
                  <a:pt x="179247" y="41767"/>
                </a:cubicBezTo>
                <a:cubicBezTo>
                  <a:pt x="181750" y="38340"/>
                  <a:pt x="184865" y="35705"/>
                  <a:pt x="188594" y="33864"/>
                </a:cubicBezTo>
                <a:cubicBezTo>
                  <a:pt x="192322" y="32020"/>
                  <a:pt x="196612" y="31099"/>
                  <a:pt x="201464" y="31099"/>
                </a:cubicBezTo>
                <a:cubicBezTo>
                  <a:pt x="205294" y="31099"/>
                  <a:pt x="208767" y="31879"/>
                  <a:pt x="211882" y="33440"/>
                </a:cubicBezTo>
                <a:cubicBezTo>
                  <a:pt x="214998" y="35001"/>
                  <a:pt x="218088" y="37290"/>
                  <a:pt x="221152" y="40310"/>
                </a:cubicBezTo>
                <a:lnTo>
                  <a:pt x="221152" y="3296"/>
                </a:lnTo>
                <a:cubicBezTo>
                  <a:pt x="221152" y="2784"/>
                  <a:pt x="221293" y="2323"/>
                  <a:pt x="221573" y="1915"/>
                </a:cubicBezTo>
                <a:cubicBezTo>
                  <a:pt x="221854" y="1506"/>
                  <a:pt x="222365" y="1162"/>
                  <a:pt x="223106" y="881"/>
                </a:cubicBezTo>
                <a:cubicBezTo>
                  <a:pt x="223846" y="600"/>
                  <a:pt x="224829" y="383"/>
                  <a:pt x="226055" y="230"/>
                </a:cubicBezTo>
                <a:cubicBezTo>
                  <a:pt x="227281" y="77"/>
                  <a:pt x="228838" y="0"/>
                  <a:pt x="230728" y="0"/>
                </a:cubicBezTo>
                <a:cubicBezTo>
                  <a:pt x="232618" y="0"/>
                  <a:pt x="234176" y="77"/>
                  <a:pt x="235401" y="230"/>
                </a:cubicBezTo>
                <a:cubicBezTo>
                  <a:pt x="236627" y="383"/>
                  <a:pt x="237597" y="600"/>
                  <a:pt x="238312" y="881"/>
                </a:cubicBezTo>
                <a:cubicBezTo>
                  <a:pt x="239027" y="1162"/>
                  <a:pt x="239538" y="1507"/>
                  <a:pt x="239845" y="1917"/>
                </a:cubicBezTo>
                <a:cubicBezTo>
                  <a:pt x="240151" y="2326"/>
                  <a:pt x="240304" y="2785"/>
                  <a:pt x="240304" y="3296"/>
                </a:cubicBezTo>
                <a:lnTo>
                  <a:pt x="240304" y="103865"/>
                </a:lnTo>
                <a:moveTo>
                  <a:pt x="221152" y="58191"/>
                </a:moveTo>
                <a:cubicBezTo>
                  <a:pt x="218394" y="54726"/>
                  <a:pt x="215751" y="52077"/>
                  <a:pt x="213223" y="50244"/>
                </a:cubicBezTo>
                <a:cubicBezTo>
                  <a:pt x="210695" y="48408"/>
                  <a:pt x="208052" y="47491"/>
                  <a:pt x="205294" y="47491"/>
                </a:cubicBezTo>
                <a:cubicBezTo>
                  <a:pt x="202792" y="47491"/>
                  <a:pt x="200634" y="48116"/>
                  <a:pt x="198821" y="49367"/>
                </a:cubicBezTo>
                <a:cubicBezTo>
                  <a:pt x="197008" y="50619"/>
                  <a:pt x="195552" y="52291"/>
                  <a:pt x="194454" y="54385"/>
                </a:cubicBezTo>
                <a:cubicBezTo>
                  <a:pt x="193356" y="56478"/>
                  <a:pt x="192539" y="58815"/>
                  <a:pt x="192003" y="61393"/>
                </a:cubicBezTo>
                <a:cubicBezTo>
                  <a:pt x="191466" y="63972"/>
                  <a:pt x="191198" y="66615"/>
                  <a:pt x="191198" y="69321"/>
                </a:cubicBezTo>
                <a:cubicBezTo>
                  <a:pt x="191198" y="72181"/>
                  <a:pt x="191428" y="74964"/>
                  <a:pt x="191888" y="77670"/>
                </a:cubicBezTo>
                <a:cubicBezTo>
                  <a:pt x="192347" y="80377"/>
                  <a:pt x="193101" y="82790"/>
                  <a:pt x="194148" y="84909"/>
                </a:cubicBezTo>
                <a:cubicBezTo>
                  <a:pt x="195195" y="87028"/>
                  <a:pt x="196586" y="88726"/>
                  <a:pt x="198323" y="90003"/>
                </a:cubicBezTo>
                <a:cubicBezTo>
                  <a:pt x="200059" y="91279"/>
                  <a:pt x="202255" y="91918"/>
                  <a:pt x="204911" y="91918"/>
                </a:cubicBezTo>
                <a:cubicBezTo>
                  <a:pt x="206239" y="91918"/>
                  <a:pt x="207529" y="91727"/>
                  <a:pt x="208780" y="91346"/>
                </a:cubicBezTo>
                <a:cubicBezTo>
                  <a:pt x="210031" y="90963"/>
                  <a:pt x="211308" y="90338"/>
                  <a:pt x="212610" y="89471"/>
                </a:cubicBezTo>
                <a:cubicBezTo>
                  <a:pt x="213913" y="88605"/>
                  <a:pt x="215253" y="87471"/>
                  <a:pt x="216632" y="86070"/>
                </a:cubicBezTo>
                <a:cubicBezTo>
                  <a:pt x="218011" y="84667"/>
                  <a:pt x="219518" y="82947"/>
                  <a:pt x="221152" y="80909"/>
                </a:cubicBezTo>
                <a:lnTo>
                  <a:pt x="221152" y="58191"/>
                </a:lnTo>
                <a:close/>
                <a:moveTo>
                  <a:pt x="325114" y="67701"/>
                </a:moveTo>
                <a:cubicBezTo>
                  <a:pt x="325114" y="70054"/>
                  <a:pt x="324591" y="71794"/>
                  <a:pt x="323544" y="72919"/>
                </a:cubicBezTo>
                <a:cubicBezTo>
                  <a:pt x="322497" y="74044"/>
                  <a:pt x="321054" y="74606"/>
                  <a:pt x="319216" y="74606"/>
                </a:cubicBezTo>
                <a:lnTo>
                  <a:pt x="277617" y="74606"/>
                </a:lnTo>
                <a:cubicBezTo>
                  <a:pt x="277617" y="77528"/>
                  <a:pt x="277962" y="80181"/>
                  <a:pt x="278651" y="82566"/>
                </a:cubicBezTo>
                <a:cubicBezTo>
                  <a:pt x="279341" y="84950"/>
                  <a:pt x="280439" y="86975"/>
                  <a:pt x="281946" y="88643"/>
                </a:cubicBezTo>
                <a:cubicBezTo>
                  <a:pt x="283452" y="90309"/>
                  <a:pt x="285393" y="91578"/>
                  <a:pt x="287768" y="92449"/>
                </a:cubicBezTo>
                <a:cubicBezTo>
                  <a:pt x="290143" y="93320"/>
                  <a:pt x="292990" y="93756"/>
                  <a:pt x="296310" y="93756"/>
                </a:cubicBezTo>
                <a:cubicBezTo>
                  <a:pt x="299680" y="93756"/>
                  <a:pt x="302643" y="93509"/>
                  <a:pt x="305196" y="93016"/>
                </a:cubicBezTo>
                <a:cubicBezTo>
                  <a:pt x="307750" y="92523"/>
                  <a:pt x="309959" y="91978"/>
                  <a:pt x="311823" y="91381"/>
                </a:cubicBezTo>
                <a:cubicBezTo>
                  <a:pt x="313687" y="90785"/>
                  <a:pt x="315232" y="90240"/>
                  <a:pt x="316458" y="89747"/>
                </a:cubicBezTo>
                <a:cubicBezTo>
                  <a:pt x="317683" y="89253"/>
                  <a:pt x="318679" y="89007"/>
                  <a:pt x="319445" y="89007"/>
                </a:cubicBezTo>
                <a:cubicBezTo>
                  <a:pt x="319905" y="89007"/>
                  <a:pt x="320288" y="89097"/>
                  <a:pt x="320595" y="89277"/>
                </a:cubicBezTo>
                <a:cubicBezTo>
                  <a:pt x="320901" y="89456"/>
                  <a:pt x="321156" y="89777"/>
                  <a:pt x="321361" y="90240"/>
                </a:cubicBezTo>
                <a:cubicBezTo>
                  <a:pt x="321565" y="90701"/>
                  <a:pt x="321705" y="91355"/>
                  <a:pt x="321782" y="92202"/>
                </a:cubicBezTo>
                <a:cubicBezTo>
                  <a:pt x="321859" y="93050"/>
                  <a:pt x="321897" y="94115"/>
                  <a:pt x="321897" y="95398"/>
                </a:cubicBezTo>
                <a:cubicBezTo>
                  <a:pt x="321897" y="96528"/>
                  <a:pt x="321871" y="97491"/>
                  <a:pt x="321820" y="98287"/>
                </a:cubicBezTo>
                <a:cubicBezTo>
                  <a:pt x="321769" y="99082"/>
                  <a:pt x="321693" y="99762"/>
                  <a:pt x="321590" y="100327"/>
                </a:cubicBezTo>
                <a:cubicBezTo>
                  <a:pt x="321488" y="100892"/>
                  <a:pt x="321335" y="101367"/>
                  <a:pt x="321131" y="101753"/>
                </a:cubicBezTo>
                <a:cubicBezTo>
                  <a:pt x="320926" y="102138"/>
                  <a:pt x="320658" y="102510"/>
                  <a:pt x="320326" y="102869"/>
                </a:cubicBezTo>
                <a:cubicBezTo>
                  <a:pt x="319994" y="103228"/>
                  <a:pt x="319088" y="103714"/>
                  <a:pt x="317607" y="104327"/>
                </a:cubicBezTo>
                <a:cubicBezTo>
                  <a:pt x="316126" y="104939"/>
                  <a:pt x="314236" y="105539"/>
                  <a:pt x="311938" y="106127"/>
                </a:cubicBezTo>
                <a:cubicBezTo>
                  <a:pt x="309640" y="106714"/>
                  <a:pt x="307009" y="107224"/>
                  <a:pt x="304047" y="107659"/>
                </a:cubicBezTo>
                <a:cubicBezTo>
                  <a:pt x="301085" y="108093"/>
                  <a:pt x="297918" y="108310"/>
                  <a:pt x="294548" y="108310"/>
                </a:cubicBezTo>
                <a:cubicBezTo>
                  <a:pt x="288470" y="108310"/>
                  <a:pt x="283146" y="107542"/>
                  <a:pt x="278575" y="106007"/>
                </a:cubicBezTo>
                <a:cubicBezTo>
                  <a:pt x="274004" y="104472"/>
                  <a:pt x="270186" y="102143"/>
                  <a:pt x="267122" y="99022"/>
                </a:cubicBezTo>
                <a:cubicBezTo>
                  <a:pt x="264058" y="95901"/>
                  <a:pt x="261772" y="91962"/>
                  <a:pt x="260265" y="87204"/>
                </a:cubicBezTo>
                <a:cubicBezTo>
                  <a:pt x="258759" y="82446"/>
                  <a:pt x="258006" y="76869"/>
                  <a:pt x="258006" y="70473"/>
                </a:cubicBezTo>
                <a:cubicBezTo>
                  <a:pt x="258006" y="64383"/>
                  <a:pt x="258797" y="58895"/>
                  <a:pt x="260380" y="54009"/>
                </a:cubicBezTo>
                <a:cubicBezTo>
                  <a:pt x="261964" y="49122"/>
                  <a:pt x="264262" y="44978"/>
                  <a:pt x="267275" y="41576"/>
                </a:cubicBezTo>
                <a:cubicBezTo>
                  <a:pt x="270288" y="38172"/>
                  <a:pt x="273953" y="35575"/>
                  <a:pt x="278268" y="33785"/>
                </a:cubicBezTo>
                <a:cubicBezTo>
                  <a:pt x="282584" y="31994"/>
                  <a:pt x="287449" y="31099"/>
                  <a:pt x="292862" y="31099"/>
                </a:cubicBezTo>
                <a:cubicBezTo>
                  <a:pt x="298582" y="31099"/>
                  <a:pt x="303473" y="31943"/>
                  <a:pt x="307533" y="33631"/>
                </a:cubicBezTo>
                <a:cubicBezTo>
                  <a:pt x="311593" y="35320"/>
                  <a:pt x="314926" y="37660"/>
                  <a:pt x="317530" y="40652"/>
                </a:cubicBezTo>
                <a:cubicBezTo>
                  <a:pt x="320135" y="43644"/>
                  <a:pt x="322050" y="47187"/>
                  <a:pt x="323276" y="51280"/>
                </a:cubicBezTo>
                <a:cubicBezTo>
                  <a:pt x="324502" y="55372"/>
                  <a:pt x="325114" y="59822"/>
                  <a:pt x="325114" y="64632"/>
                </a:cubicBezTo>
                <a:lnTo>
                  <a:pt x="325114" y="67701"/>
                </a:lnTo>
                <a:moveTo>
                  <a:pt x="306422" y="62198"/>
                </a:moveTo>
                <a:cubicBezTo>
                  <a:pt x="306575" y="56761"/>
                  <a:pt x="305490" y="52491"/>
                  <a:pt x="303166" y="49389"/>
                </a:cubicBezTo>
                <a:cubicBezTo>
                  <a:pt x="300842" y="46285"/>
                  <a:pt x="297255" y="44733"/>
                  <a:pt x="292403" y="44733"/>
                </a:cubicBezTo>
                <a:cubicBezTo>
                  <a:pt x="289951" y="44733"/>
                  <a:pt x="287819" y="45195"/>
                  <a:pt x="286006" y="46119"/>
                </a:cubicBezTo>
                <a:cubicBezTo>
                  <a:pt x="284193" y="47042"/>
                  <a:pt x="282686" y="48285"/>
                  <a:pt x="281486" y="49851"/>
                </a:cubicBezTo>
                <a:cubicBezTo>
                  <a:pt x="280286" y="51415"/>
                  <a:pt x="279366" y="53261"/>
                  <a:pt x="278728" y="55390"/>
                </a:cubicBezTo>
                <a:cubicBezTo>
                  <a:pt x="278090" y="57517"/>
                  <a:pt x="277719" y="59786"/>
                  <a:pt x="277617" y="62198"/>
                </a:cubicBezTo>
                <a:lnTo>
                  <a:pt x="306422" y="621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e4aaea3c64d1f"/>
          <a:stretch xmlns:a="http://schemas.openxmlformats.org/drawingml/2006/main"/>
        </p:blipFill>
        <p:spPr>
          <a:xfrm xmlns:a="http://schemas.openxmlformats.org/drawingml/2006/main">
            <a:off x="1842595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05a4b53ad440e"/>
          <a:stretch xmlns:a="http://schemas.openxmlformats.org/drawingml/2006/main"/>
        </p:blipFill>
        <p:spPr>
          <a:xfrm xmlns:a="http://schemas.openxmlformats.org/drawingml/2006/main">
            <a:off x="1963090" y="151875"/>
            <a:ext cx="615024" cy="421731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c93b171244fb0"/>
          <a:stretch xmlns:a="http://schemas.openxmlformats.org/drawingml/2006/main"/>
        </p:blipFill>
        <p:spPr>
          <a:xfrm xmlns:a="http://schemas.openxmlformats.org/drawingml/2006/main">
            <a:off x="1861861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15" name="Text Build">
            <a:extLst xmlns:a="http://schemas.openxmlformats.org/drawingml/2006/main">
              <a:ext uri="{FF2B5EF4-FFF2-40B4-BE49-F238E27FC236}">
                <a16:creationId xmlns:a16="http://schemas.microsoft.com/office/drawing/2014/main" id="{156CC140-AF9B-424C-8BEA-2F9D4021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456" y="268667"/>
            <a:ext cx="319932" cy="108463"/>
          </a:xfrm>
          <a:custGeom xmlns:a="http://schemas.openxmlformats.org/drawingml/2006/main">
            <a:pathLst>
              <a:path w="319932" h="108463">
                <a:moveTo>
                  <a:pt x="71782" y="76861"/>
                </a:moveTo>
                <a:cubicBezTo>
                  <a:pt x="71782" y="80390"/>
                  <a:pt x="71297" y="83586"/>
                  <a:pt x="70326" y="86450"/>
                </a:cubicBezTo>
                <a:cubicBezTo>
                  <a:pt x="69356" y="89315"/>
                  <a:pt x="68015" y="91847"/>
                  <a:pt x="66305" y="94046"/>
                </a:cubicBezTo>
                <a:cubicBezTo>
                  <a:pt x="64594" y="96243"/>
                  <a:pt x="62551" y="98135"/>
                  <a:pt x="60176" y="99721"/>
                </a:cubicBezTo>
                <a:cubicBezTo>
                  <a:pt x="57801" y="101306"/>
                  <a:pt x="55184" y="102609"/>
                  <a:pt x="52324" y="103632"/>
                </a:cubicBezTo>
                <a:cubicBezTo>
                  <a:pt x="49463" y="104655"/>
                  <a:pt x="46412" y="105410"/>
                  <a:pt x="43169" y="105897"/>
                </a:cubicBezTo>
                <a:cubicBezTo>
                  <a:pt x="39926" y="106382"/>
                  <a:pt x="36312" y="106624"/>
                  <a:pt x="32329" y="106624"/>
                </a:cubicBezTo>
                <a:lnTo>
                  <a:pt x="5975" y="106624"/>
                </a:lnTo>
                <a:cubicBezTo>
                  <a:pt x="4290" y="106624"/>
                  <a:pt x="2873" y="106127"/>
                  <a:pt x="1724" y="105131"/>
                </a:cubicBezTo>
                <a:cubicBezTo>
                  <a:pt x="575" y="104135"/>
                  <a:pt x="0" y="102514"/>
                  <a:pt x="0" y="100267"/>
                </a:cubicBezTo>
                <a:lnTo>
                  <a:pt x="0" y="13864"/>
                </a:lnTo>
                <a:cubicBezTo>
                  <a:pt x="0" y="11617"/>
                  <a:pt x="575" y="9996"/>
                  <a:pt x="1724" y="9000"/>
                </a:cubicBezTo>
                <a:cubicBezTo>
                  <a:pt x="2873" y="8004"/>
                  <a:pt x="4290" y="7507"/>
                  <a:pt x="5975" y="7507"/>
                </a:cubicBezTo>
                <a:lnTo>
                  <a:pt x="30873" y="7507"/>
                </a:lnTo>
                <a:cubicBezTo>
                  <a:pt x="36951" y="7507"/>
                  <a:pt x="42096" y="8016"/>
                  <a:pt x="46310" y="9036"/>
                </a:cubicBezTo>
                <a:cubicBezTo>
                  <a:pt x="50523" y="10056"/>
                  <a:pt x="54073" y="11598"/>
                  <a:pt x="56958" y="13663"/>
                </a:cubicBezTo>
                <a:cubicBezTo>
                  <a:pt x="59844" y="15727"/>
                  <a:pt x="62053" y="18339"/>
                  <a:pt x="63585" y="21500"/>
                </a:cubicBezTo>
                <a:cubicBezTo>
                  <a:pt x="65117" y="24661"/>
                  <a:pt x="65883" y="28383"/>
                  <a:pt x="65883" y="32664"/>
                </a:cubicBezTo>
                <a:cubicBezTo>
                  <a:pt x="65883" y="35061"/>
                  <a:pt x="65577" y="37318"/>
                  <a:pt x="64964" y="39434"/>
                </a:cubicBezTo>
                <a:cubicBezTo>
                  <a:pt x="64351" y="41548"/>
                  <a:pt x="63457" y="43473"/>
                  <a:pt x="62283" y="45207"/>
                </a:cubicBezTo>
                <a:cubicBezTo>
                  <a:pt x="61108" y="46940"/>
                  <a:pt x="59665" y="48470"/>
                  <a:pt x="57954" y="49796"/>
                </a:cubicBezTo>
                <a:cubicBezTo>
                  <a:pt x="56243" y="51120"/>
                  <a:pt x="54290" y="52190"/>
                  <a:pt x="52094" y="53006"/>
                </a:cubicBezTo>
                <a:cubicBezTo>
                  <a:pt x="54903" y="53516"/>
                  <a:pt x="57495" y="54412"/>
                  <a:pt x="59869" y="55692"/>
                </a:cubicBezTo>
                <a:cubicBezTo>
                  <a:pt x="62244" y="56970"/>
                  <a:pt x="64313" y="58619"/>
                  <a:pt x="66075" y="60639"/>
                </a:cubicBezTo>
                <a:cubicBezTo>
                  <a:pt x="67837" y="62658"/>
                  <a:pt x="69228" y="65023"/>
                  <a:pt x="70250" y="67734"/>
                </a:cubicBezTo>
                <a:cubicBezTo>
                  <a:pt x="71271" y="70444"/>
                  <a:pt x="71782" y="73486"/>
                  <a:pt x="71782" y="76861"/>
                </a:cubicBezTo>
                <a:moveTo>
                  <a:pt x="45735" y="35161"/>
                </a:moveTo>
                <a:cubicBezTo>
                  <a:pt x="45735" y="33181"/>
                  <a:pt x="45429" y="31404"/>
                  <a:pt x="44816" y="29830"/>
                </a:cubicBezTo>
                <a:cubicBezTo>
                  <a:pt x="44203" y="28257"/>
                  <a:pt x="43284" y="26950"/>
                  <a:pt x="42058" y="25909"/>
                </a:cubicBezTo>
                <a:cubicBezTo>
                  <a:pt x="40832" y="24869"/>
                  <a:pt x="39287" y="24069"/>
                  <a:pt x="37423" y="23511"/>
                </a:cubicBezTo>
                <a:cubicBezTo>
                  <a:pt x="35559" y="22952"/>
                  <a:pt x="33069" y="22673"/>
                  <a:pt x="29954" y="22673"/>
                </a:cubicBezTo>
                <a:lnTo>
                  <a:pt x="19765" y="22673"/>
                </a:lnTo>
                <a:lnTo>
                  <a:pt x="19765" y="48257"/>
                </a:lnTo>
                <a:lnTo>
                  <a:pt x="31026" y="48257"/>
                </a:lnTo>
                <a:cubicBezTo>
                  <a:pt x="33937" y="48257"/>
                  <a:pt x="36261" y="47914"/>
                  <a:pt x="37998" y="47230"/>
                </a:cubicBezTo>
                <a:cubicBezTo>
                  <a:pt x="39734" y="46544"/>
                  <a:pt x="41177" y="45605"/>
                  <a:pt x="42326" y="44412"/>
                </a:cubicBezTo>
                <a:cubicBezTo>
                  <a:pt x="43475" y="43219"/>
                  <a:pt x="44331" y="41823"/>
                  <a:pt x="44892" y="40224"/>
                </a:cubicBezTo>
                <a:cubicBezTo>
                  <a:pt x="45454" y="38625"/>
                  <a:pt x="45735" y="36937"/>
                  <a:pt x="45735" y="35161"/>
                </a:cubicBezTo>
                <a:moveTo>
                  <a:pt x="50868" y="77517"/>
                </a:moveTo>
                <a:cubicBezTo>
                  <a:pt x="50868" y="75219"/>
                  <a:pt x="50485" y="73164"/>
                  <a:pt x="49719" y="71351"/>
                </a:cubicBezTo>
                <a:cubicBezTo>
                  <a:pt x="48953" y="69538"/>
                  <a:pt x="47829" y="68019"/>
                  <a:pt x="46348" y="66793"/>
                </a:cubicBezTo>
                <a:cubicBezTo>
                  <a:pt x="44867" y="65568"/>
                  <a:pt x="42977" y="64623"/>
                  <a:pt x="40679" y="63959"/>
                </a:cubicBezTo>
                <a:cubicBezTo>
                  <a:pt x="38381" y="63296"/>
                  <a:pt x="35393" y="62964"/>
                  <a:pt x="31716" y="62964"/>
                </a:cubicBezTo>
                <a:lnTo>
                  <a:pt x="19765" y="62964"/>
                </a:lnTo>
                <a:lnTo>
                  <a:pt x="19765" y="91152"/>
                </a:lnTo>
                <a:lnTo>
                  <a:pt x="34321" y="91152"/>
                </a:lnTo>
                <a:cubicBezTo>
                  <a:pt x="37130" y="91152"/>
                  <a:pt x="39492" y="90858"/>
                  <a:pt x="41407" y="90271"/>
                </a:cubicBezTo>
                <a:cubicBezTo>
                  <a:pt x="43322" y="89684"/>
                  <a:pt x="44982" y="88815"/>
                  <a:pt x="46386" y="87666"/>
                </a:cubicBezTo>
                <a:cubicBezTo>
                  <a:pt x="47791" y="86517"/>
                  <a:pt x="48889" y="85088"/>
                  <a:pt x="49681" y="83377"/>
                </a:cubicBezTo>
                <a:cubicBezTo>
                  <a:pt x="50472" y="81666"/>
                  <a:pt x="50868" y="79713"/>
                  <a:pt x="50868" y="77517"/>
                </a:cubicBezTo>
                <a:close/>
                <a:moveTo>
                  <a:pt x="154676" y="104020"/>
                </a:moveTo>
                <a:cubicBezTo>
                  <a:pt x="154676" y="104531"/>
                  <a:pt x="154548" y="104978"/>
                  <a:pt x="154293" y="105361"/>
                </a:cubicBezTo>
                <a:cubicBezTo>
                  <a:pt x="154037" y="105744"/>
                  <a:pt x="153590" y="106063"/>
                  <a:pt x="152952" y="106318"/>
                </a:cubicBezTo>
                <a:cubicBezTo>
                  <a:pt x="152314" y="106573"/>
                  <a:pt x="151471" y="106765"/>
                  <a:pt x="150424" y="106893"/>
                </a:cubicBezTo>
                <a:cubicBezTo>
                  <a:pt x="149377" y="107020"/>
                  <a:pt x="148062" y="107084"/>
                  <a:pt x="146479" y="107084"/>
                </a:cubicBezTo>
                <a:cubicBezTo>
                  <a:pt x="144793" y="107084"/>
                  <a:pt x="143427" y="107020"/>
                  <a:pt x="142380" y="106893"/>
                </a:cubicBezTo>
                <a:cubicBezTo>
                  <a:pt x="141333" y="106765"/>
                  <a:pt x="140503" y="106573"/>
                  <a:pt x="139890" y="106318"/>
                </a:cubicBezTo>
                <a:cubicBezTo>
                  <a:pt x="139277" y="106063"/>
                  <a:pt x="138843" y="105744"/>
                  <a:pt x="138588" y="105361"/>
                </a:cubicBezTo>
                <a:cubicBezTo>
                  <a:pt x="138333" y="104978"/>
                  <a:pt x="138205" y="104531"/>
                  <a:pt x="138205" y="104020"/>
                </a:cubicBezTo>
                <a:lnTo>
                  <a:pt x="138205" y="96131"/>
                </a:lnTo>
                <a:cubicBezTo>
                  <a:pt x="134426" y="100241"/>
                  <a:pt x="130582" y="103324"/>
                  <a:pt x="126675" y="105380"/>
                </a:cubicBezTo>
                <a:cubicBezTo>
                  <a:pt x="122768" y="107435"/>
                  <a:pt x="118721" y="108463"/>
                  <a:pt x="114533" y="108463"/>
                </a:cubicBezTo>
                <a:cubicBezTo>
                  <a:pt x="109834" y="108463"/>
                  <a:pt x="105889" y="107696"/>
                  <a:pt x="102697" y="106162"/>
                </a:cubicBezTo>
                <a:cubicBezTo>
                  <a:pt x="99505" y="104629"/>
                  <a:pt x="96926" y="102534"/>
                  <a:pt x="94960" y="99877"/>
                </a:cubicBezTo>
                <a:cubicBezTo>
                  <a:pt x="92993" y="97218"/>
                  <a:pt x="91589" y="94138"/>
                  <a:pt x="90746" y="90637"/>
                </a:cubicBezTo>
                <a:cubicBezTo>
                  <a:pt x="89903" y="87134"/>
                  <a:pt x="89482" y="82776"/>
                  <a:pt x="89482" y="77563"/>
                </a:cubicBezTo>
                <a:lnTo>
                  <a:pt x="89482" y="35697"/>
                </a:lnTo>
                <a:cubicBezTo>
                  <a:pt x="89482" y="35186"/>
                  <a:pt x="89623" y="34740"/>
                  <a:pt x="89903" y="34357"/>
                </a:cubicBezTo>
                <a:cubicBezTo>
                  <a:pt x="90184" y="33972"/>
                  <a:pt x="90695" y="33652"/>
                  <a:pt x="91436" y="33397"/>
                </a:cubicBezTo>
                <a:cubicBezTo>
                  <a:pt x="92176" y="33141"/>
                  <a:pt x="93172" y="32950"/>
                  <a:pt x="94423" y="32822"/>
                </a:cubicBezTo>
                <a:cubicBezTo>
                  <a:pt x="95675" y="32695"/>
                  <a:pt x="97220" y="32631"/>
                  <a:pt x="99058" y="32631"/>
                </a:cubicBezTo>
                <a:cubicBezTo>
                  <a:pt x="100948" y="32631"/>
                  <a:pt x="102505" y="32695"/>
                  <a:pt x="103731" y="32822"/>
                </a:cubicBezTo>
                <a:cubicBezTo>
                  <a:pt x="104957" y="32950"/>
                  <a:pt x="105940" y="33141"/>
                  <a:pt x="106681" y="33397"/>
                </a:cubicBezTo>
                <a:cubicBezTo>
                  <a:pt x="107421" y="33652"/>
                  <a:pt x="107945" y="33971"/>
                  <a:pt x="108251" y="34354"/>
                </a:cubicBezTo>
                <a:cubicBezTo>
                  <a:pt x="108558" y="34737"/>
                  <a:pt x="108711" y="35184"/>
                  <a:pt x="108711" y="35695"/>
                </a:cubicBezTo>
                <a:lnTo>
                  <a:pt x="108711" y="74300"/>
                </a:lnTo>
                <a:cubicBezTo>
                  <a:pt x="108711" y="77875"/>
                  <a:pt x="108941" y="80607"/>
                  <a:pt x="109400" y="82496"/>
                </a:cubicBezTo>
                <a:cubicBezTo>
                  <a:pt x="109860" y="84386"/>
                  <a:pt x="110562" y="86007"/>
                  <a:pt x="111507" y="87360"/>
                </a:cubicBezTo>
                <a:cubicBezTo>
                  <a:pt x="112452" y="88713"/>
                  <a:pt x="113652" y="89760"/>
                  <a:pt x="115108" y="90501"/>
                </a:cubicBezTo>
                <a:cubicBezTo>
                  <a:pt x="116563" y="91241"/>
                  <a:pt x="118261" y="91611"/>
                  <a:pt x="120202" y="91611"/>
                </a:cubicBezTo>
                <a:cubicBezTo>
                  <a:pt x="122653" y="91611"/>
                  <a:pt x="125118" y="90718"/>
                  <a:pt x="127595" y="88930"/>
                </a:cubicBezTo>
                <a:cubicBezTo>
                  <a:pt x="130072" y="87143"/>
                  <a:pt x="132715" y="84539"/>
                  <a:pt x="135524" y="81117"/>
                </a:cubicBezTo>
                <a:lnTo>
                  <a:pt x="135524" y="35695"/>
                </a:lnTo>
                <a:cubicBezTo>
                  <a:pt x="135524" y="35184"/>
                  <a:pt x="135664" y="34737"/>
                  <a:pt x="135945" y="34354"/>
                </a:cubicBezTo>
                <a:cubicBezTo>
                  <a:pt x="136226" y="33971"/>
                  <a:pt x="136737" y="33652"/>
                  <a:pt x="137477" y="33397"/>
                </a:cubicBezTo>
                <a:cubicBezTo>
                  <a:pt x="138218" y="33141"/>
                  <a:pt x="139201" y="32950"/>
                  <a:pt x="140427" y="32822"/>
                </a:cubicBezTo>
                <a:cubicBezTo>
                  <a:pt x="141652" y="32695"/>
                  <a:pt x="143210" y="32631"/>
                  <a:pt x="145100" y="32631"/>
                </a:cubicBezTo>
                <a:cubicBezTo>
                  <a:pt x="146989" y="32631"/>
                  <a:pt x="148547" y="32695"/>
                  <a:pt x="149773" y="32822"/>
                </a:cubicBezTo>
                <a:cubicBezTo>
                  <a:pt x="150999" y="32950"/>
                  <a:pt x="151969" y="33141"/>
                  <a:pt x="152684" y="33397"/>
                </a:cubicBezTo>
                <a:cubicBezTo>
                  <a:pt x="153399" y="33652"/>
                  <a:pt x="153910" y="33971"/>
                  <a:pt x="154216" y="34354"/>
                </a:cubicBezTo>
                <a:cubicBezTo>
                  <a:pt x="154523" y="34737"/>
                  <a:pt x="154676" y="35184"/>
                  <a:pt x="154676" y="35695"/>
                </a:cubicBezTo>
                <a:lnTo>
                  <a:pt x="154676" y="104020"/>
                </a:lnTo>
                <a:close/>
                <a:moveTo>
                  <a:pt x="195635" y="104020"/>
                </a:moveTo>
                <a:cubicBezTo>
                  <a:pt x="195635" y="104531"/>
                  <a:pt x="195481" y="104978"/>
                  <a:pt x="195175" y="105361"/>
                </a:cubicBezTo>
                <a:cubicBezTo>
                  <a:pt x="194869" y="105744"/>
                  <a:pt x="194345" y="106063"/>
                  <a:pt x="193605" y="106318"/>
                </a:cubicBezTo>
                <a:cubicBezTo>
                  <a:pt x="192864" y="106573"/>
                  <a:pt x="191881" y="106765"/>
                  <a:pt x="190655" y="106893"/>
                </a:cubicBezTo>
                <a:cubicBezTo>
                  <a:pt x="189429" y="107020"/>
                  <a:pt x="187872" y="107084"/>
                  <a:pt x="185982" y="107084"/>
                </a:cubicBezTo>
                <a:cubicBezTo>
                  <a:pt x="184092" y="107084"/>
                  <a:pt x="182535" y="107020"/>
                  <a:pt x="181309" y="106893"/>
                </a:cubicBezTo>
                <a:cubicBezTo>
                  <a:pt x="180083" y="106765"/>
                  <a:pt x="179100" y="106573"/>
                  <a:pt x="178359" y="106318"/>
                </a:cubicBezTo>
                <a:cubicBezTo>
                  <a:pt x="177619" y="106063"/>
                  <a:pt x="177095" y="105744"/>
                  <a:pt x="176789" y="105361"/>
                </a:cubicBezTo>
                <a:cubicBezTo>
                  <a:pt x="176483" y="104978"/>
                  <a:pt x="176329" y="104531"/>
                  <a:pt x="176329" y="104020"/>
                </a:cubicBezTo>
                <a:lnTo>
                  <a:pt x="176329" y="35848"/>
                </a:lnTo>
                <a:cubicBezTo>
                  <a:pt x="176329" y="35337"/>
                  <a:pt x="176483" y="34890"/>
                  <a:pt x="176789" y="34507"/>
                </a:cubicBezTo>
                <a:cubicBezTo>
                  <a:pt x="177095" y="34124"/>
                  <a:pt x="177619" y="33793"/>
                  <a:pt x="178359" y="33512"/>
                </a:cubicBezTo>
                <a:cubicBezTo>
                  <a:pt x="179100" y="33231"/>
                  <a:pt x="180083" y="33014"/>
                  <a:pt x="181309" y="32861"/>
                </a:cubicBezTo>
                <a:cubicBezTo>
                  <a:pt x="182535" y="32707"/>
                  <a:pt x="184092" y="32631"/>
                  <a:pt x="185982" y="32631"/>
                </a:cubicBezTo>
                <a:cubicBezTo>
                  <a:pt x="187872" y="32631"/>
                  <a:pt x="189429" y="32707"/>
                  <a:pt x="190655" y="32861"/>
                </a:cubicBezTo>
                <a:cubicBezTo>
                  <a:pt x="191881" y="33014"/>
                  <a:pt x="192864" y="33231"/>
                  <a:pt x="193605" y="33512"/>
                </a:cubicBezTo>
                <a:cubicBezTo>
                  <a:pt x="194345" y="33793"/>
                  <a:pt x="194869" y="34124"/>
                  <a:pt x="195175" y="34507"/>
                </a:cubicBezTo>
                <a:cubicBezTo>
                  <a:pt x="195481" y="34890"/>
                  <a:pt x="195635" y="35337"/>
                  <a:pt x="195635" y="35848"/>
                </a:cubicBezTo>
                <a:lnTo>
                  <a:pt x="195635" y="104020"/>
                </a:lnTo>
                <a:moveTo>
                  <a:pt x="197090" y="12562"/>
                </a:moveTo>
                <a:cubicBezTo>
                  <a:pt x="197090" y="16443"/>
                  <a:pt x="196299" y="19124"/>
                  <a:pt x="194715" y="20605"/>
                </a:cubicBezTo>
                <a:cubicBezTo>
                  <a:pt x="193132" y="22086"/>
                  <a:pt x="190195" y="22826"/>
                  <a:pt x="185905" y="22826"/>
                </a:cubicBezTo>
                <a:cubicBezTo>
                  <a:pt x="181564" y="22826"/>
                  <a:pt x="178640" y="22111"/>
                  <a:pt x="177134" y="20681"/>
                </a:cubicBezTo>
                <a:cubicBezTo>
                  <a:pt x="175627" y="19252"/>
                  <a:pt x="174874" y="16673"/>
                  <a:pt x="174874" y="12945"/>
                </a:cubicBezTo>
                <a:cubicBezTo>
                  <a:pt x="174874" y="9064"/>
                  <a:pt x="175653" y="6370"/>
                  <a:pt x="177210" y="4864"/>
                </a:cubicBezTo>
                <a:cubicBezTo>
                  <a:pt x="178768" y="3358"/>
                  <a:pt x="181717" y="2604"/>
                  <a:pt x="186059" y="2604"/>
                </a:cubicBezTo>
                <a:cubicBezTo>
                  <a:pt x="190349" y="2604"/>
                  <a:pt x="193260" y="3332"/>
                  <a:pt x="194792" y="4787"/>
                </a:cubicBezTo>
                <a:cubicBezTo>
                  <a:pt x="196324" y="6243"/>
                  <a:pt x="197090" y="8834"/>
                  <a:pt x="197090" y="12562"/>
                </a:cubicBezTo>
                <a:close/>
                <a:moveTo>
                  <a:pt x="235031" y="104020"/>
                </a:moveTo>
                <a:cubicBezTo>
                  <a:pt x="235031" y="104531"/>
                  <a:pt x="234877" y="104978"/>
                  <a:pt x="234571" y="105361"/>
                </a:cubicBezTo>
                <a:cubicBezTo>
                  <a:pt x="234265" y="105744"/>
                  <a:pt x="233741" y="106063"/>
                  <a:pt x="233001" y="106318"/>
                </a:cubicBezTo>
                <a:cubicBezTo>
                  <a:pt x="232260" y="106573"/>
                  <a:pt x="231277" y="106765"/>
                  <a:pt x="230051" y="106893"/>
                </a:cubicBezTo>
                <a:cubicBezTo>
                  <a:pt x="228825" y="107020"/>
                  <a:pt x="227268" y="107084"/>
                  <a:pt x="225378" y="107084"/>
                </a:cubicBezTo>
                <a:cubicBezTo>
                  <a:pt x="223488" y="107084"/>
                  <a:pt x="221931" y="107020"/>
                  <a:pt x="220705" y="106893"/>
                </a:cubicBezTo>
                <a:cubicBezTo>
                  <a:pt x="219479" y="106765"/>
                  <a:pt x="218496" y="106573"/>
                  <a:pt x="217755" y="106318"/>
                </a:cubicBezTo>
                <a:cubicBezTo>
                  <a:pt x="217015" y="106063"/>
                  <a:pt x="216491" y="105744"/>
                  <a:pt x="216185" y="105361"/>
                </a:cubicBezTo>
                <a:cubicBezTo>
                  <a:pt x="215879" y="104978"/>
                  <a:pt x="215725" y="104531"/>
                  <a:pt x="215725" y="104020"/>
                </a:cubicBezTo>
                <a:lnTo>
                  <a:pt x="215725" y="3294"/>
                </a:lnTo>
                <a:cubicBezTo>
                  <a:pt x="215725" y="2783"/>
                  <a:pt x="215879" y="2323"/>
                  <a:pt x="216185" y="1915"/>
                </a:cubicBezTo>
                <a:cubicBezTo>
                  <a:pt x="216491" y="1506"/>
                  <a:pt x="217015" y="1162"/>
                  <a:pt x="217755" y="881"/>
                </a:cubicBezTo>
                <a:cubicBezTo>
                  <a:pt x="218496" y="600"/>
                  <a:pt x="219479" y="383"/>
                  <a:pt x="220705" y="230"/>
                </a:cubicBezTo>
                <a:cubicBezTo>
                  <a:pt x="221931" y="77"/>
                  <a:pt x="223488" y="0"/>
                  <a:pt x="225378" y="0"/>
                </a:cubicBezTo>
                <a:cubicBezTo>
                  <a:pt x="227268" y="0"/>
                  <a:pt x="228825" y="77"/>
                  <a:pt x="230051" y="230"/>
                </a:cubicBezTo>
                <a:cubicBezTo>
                  <a:pt x="231277" y="383"/>
                  <a:pt x="232260" y="600"/>
                  <a:pt x="233001" y="881"/>
                </a:cubicBezTo>
                <a:cubicBezTo>
                  <a:pt x="233741" y="1162"/>
                  <a:pt x="234265" y="1506"/>
                  <a:pt x="234571" y="1915"/>
                </a:cubicBezTo>
                <a:cubicBezTo>
                  <a:pt x="234877" y="2323"/>
                  <a:pt x="235031" y="2783"/>
                  <a:pt x="235031" y="3294"/>
                </a:cubicBezTo>
                <a:lnTo>
                  <a:pt x="235031" y="104020"/>
                </a:lnTo>
                <a:close/>
                <a:moveTo>
                  <a:pt x="319932" y="104018"/>
                </a:moveTo>
                <a:cubicBezTo>
                  <a:pt x="319932" y="104579"/>
                  <a:pt x="319804" y="105053"/>
                  <a:pt x="319549" y="105437"/>
                </a:cubicBezTo>
                <a:cubicBezTo>
                  <a:pt x="319294" y="105820"/>
                  <a:pt x="318860" y="106139"/>
                  <a:pt x="318247" y="106395"/>
                </a:cubicBezTo>
                <a:cubicBezTo>
                  <a:pt x="317634" y="106650"/>
                  <a:pt x="316804" y="106829"/>
                  <a:pt x="315757" y="106931"/>
                </a:cubicBezTo>
                <a:cubicBezTo>
                  <a:pt x="314710" y="107033"/>
                  <a:pt x="313420" y="107084"/>
                  <a:pt x="311888" y="107084"/>
                </a:cubicBezTo>
                <a:cubicBezTo>
                  <a:pt x="310254" y="107084"/>
                  <a:pt x="308926" y="107033"/>
                  <a:pt x="307905" y="106931"/>
                </a:cubicBezTo>
                <a:cubicBezTo>
                  <a:pt x="306883" y="106830"/>
                  <a:pt x="306053" y="106653"/>
                  <a:pt x="305415" y="106399"/>
                </a:cubicBezTo>
                <a:cubicBezTo>
                  <a:pt x="304776" y="106144"/>
                  <a:pt x="304317" y="105827"/>
                  <a:pt x="304036" y="105447"/>
                </a:cubicBezTo>
                <a:cubicBezTo>
                  <a:pt x="303755" y="105065"/>
                  <a:pt x="303615" y="104595"/>
                  <a:pt x="303615" y="104034"/>
                </a:cubicBezTo>
                <a:lnTo>
                  <a:pt x="303615" y="96490"/>
                </a:lnTo>
                <a:cubicBezTo>
                  <a:pt x="300091" y="100276"/>
                  <a:pt x="296401" y="103219"/>
                  <a:pt x="292545" y="105318"/>
                </a:cubicBezTo>
                <a:cubicBezTo>
                  <a:pt x="288689" y="107414"/>
                  <a:pt x="284411" y="108463"/>
                  <a:pt x="279713" y="108463"/>
                </a:cubicBezTo>
                <a:cubicBezTo>
                  <a:pt x="274503" y="108463"/>
                  <a:pt x="270098" y="107453"/>
                  <a:pt x="266498" y="105432"/>
                </a:cubicBezTo>
                <a:cubicBezTo>
                  <a:pt x="262897" y="103411"/>
                  <a:pt x="259961" y="100686"/>
                  <a:pt x="257688" y="97258"/>
                </a:cubicBezTo>
                <a:cubicBezTo>
                  <a:pt x="255415" y="93829"/>
                  <a:pt x="253768" y="89825"/>
                  <a:pt x="252747" y="85246"/>
                </a:cubicBezTo>
                <a:cubicBezTo>
                  <a:pt x="251725" y="80667"/>
                  <a:pt x="251214" y="75844"/>
                  <a:pt x="251214" y="70779"/>
                </a:cubicBezTo>
                <a:cubicBezTo>
                  <a:pt x="251214" y="64689"/>
                  <a:pt x="251866" y="59214"/>
                  <a:pt x="253168" y="54353"/>
                </a:cubicBezTo>
                <a:cubicBezTo>
                  <a:pt x="254470" y="49493"/>
                  <a:pt x="256373" y="45348"/>
                  <a:pt x="258875" y="41921"/>
                </a:cubicBezTo>
                <a:cubicBezTo>
                  <a:pt x="261378" y="38493"/>
                  <a:pt x="264493" y="35858"/>
                  <a:pt x="268222" y="34017"/>
                </a:cubicBezTo>
                <a:cubicBezTo>
                  <a:pt x="271950" y="32174"/>
                  <a:pt x="276240" y="31252"/>
                  <a:pt x="281092" y="31252"/>
                </a:cubicBezTo>
                <a:cubicBezTo>
                  <a:pt x="284922" y="31252"/>
                  <a:pt x="288395" y="32032"/>
                  <a:pt x="291510" y="33593"/>
                </a:cubicBezTo>
                <a:cubicBezTo>
                  <a:pt x="294626" y="35154"/>
                  <a:pt x="297716" y="37444"/>
                  <a:pt x="300780" y="40463"/>
                </a:cubicBezTo>
                <a:lnTo>
                  <a:pt x="300780" y="3449"/>
                </a:lnTo>
                <a:cubicBezTo>
                  <a:pt x="300780" y="2937"/>
                  <a:pt x="300920" y="2477"/>
                  <a:pt x="301201" y="2068"/>
                </a:cubicBezTo>
                <a:cubicBezTo>
                  <a:pt x="301482" y="1660"/>
                  <a:pt x="301993" y="1315"/>
                  <a:pt x="302734" y="1034"/>
                </a:cubicBezTo>
                <a:cubicBezTo>
                  <a:pt x="303474" y="753"/>
                  <a:pt x="304457" y="536"/>
                  <a:pt x="305683" y="383"/>
                </a:cubicBezTo>
                <a:cubicBezTo>
                  <a:pt x="306909" y="230"/>
                  <a:pt x="308466" y="153"/>
                  <a:pt x="310356" y="153"/>
                </a:cubicBezTo>
                <a:cubicBezTo>
                  <a:pt x="312246" y="153"/>
                  <a:pt x="313803" y="230"/>
                  <a:pt x="315029" y="383"/>
                </a:cubicBezTo>
                <a:cubicBezTo>
                  <a:pt x="316255" y="536"/>
                  <a:pt x="317225" y="753"/>
                  <a:pt x="317940" y="1034"/>
                </a:cubicBezTo>
                <a:cubicBezTo>
                  <a:pt x="318655" y="1315"/>
                  <a:pt x="319166" y="1660"/>
                  <a:pt x="319472" y="2071"/>
                </a:cubicBezTo>
                <a:cubicBezTo>
                  <a:pt x="319779" y="2479"/>
                  <a:pt x="319932" y="2939"/>
                  <a:pt x="319932" y="3449"/>
                </a:cubicBezTo>
                <a:lnTo>
                  <a:pt x="319932" y="104018"/>
                </a:lnTo>
                <a:moveTo>
                  <a:pt x="300780" y="58344"/>
                </a:moveTo>
                <a:cubicBezTo>
                  <a:pt x="298022" y="54879"/>
                  <a:pt x="295379" y="52230"/>
                  <a:pt x="292851" y="50397"/>
                </a:cubicBezTo>
                <a:cubicBezTo>
                  <a:pt x="290323" y="48562"/>
                  <a:pt x="287680" y="47644"/>
                  <a:pt x="284922" y="47644"/>
                </a:cubicBezTo>
                <a:cubicBezTo>
                  <a:pt x="282420" y="47644"/>
                  <a:pt x="280262" y="48270"/>
                  <a:pt x="278449" y="49521"/>
                </a:cubicBezTo>
                <a:cubicBezTo>
                  <a:pt x="276636" y="50772"/>
                  <a:pt x="275180" y="52444"/>
                  <a:pt x="274082" y="54538"/>
                </a:cubicBezTo>
                <a:cubicBezTo>
                  <a:pt x="272984" y="56631"/>
                  <a:pt x="272167" y="58968"/>
                  <a:pt x="271631" y="61547"/>
                </a:cubicBezTo>
                <a:cubicBezTo>
                  <a:pt x="271094" y="64125"/>
                  <a:pt x="270826" y="66768"/>
                  <a:pt x="270826" y="69474"/>
                </a:cubicBezTo>
                <a:cubicBezTo>
                  <a:pt x="270826" y="72334"/>
                  <a:pt x="271056" y="75117"/>
                  <a:pt x="271516" y="77824"/>
                </a:cubicBezTo>
                <a:cubicBezTo>
                  <a:pt x="271975" y="80530"/>
                  <a:pt x="272729" y="82943"/>
                  <a:pt x="273776" y="85062"/>
                </a:cubicBezTo>
                <a:cubicBezTo>
                  <a:pt x="274823" y="87181"/>
                  <a:pt x="276214" y="88879"/>
                  <a:pt x="277951" y="90156"/>
                </a:cubicBezTo>
                <a:cubicBezTo>
                  <a:pt x="279687" y="91433"/>
                  <a:pt x="281883" y="92071"/>
                  <a:pt x="284539" y="92071"/>
                </a:cubicBezTo>
                <a:cubicBezTo>
                  <a:pt x="285867" y="92071"/>
                  <a:pt x="287157" y="91880"/>
                  <a:pt x="288408" y="91499"/>
                </a:cubicBezTo>
                <a:cubicBezTo>
                  <a:pt x="289659" y="91116"/>
                  <a:pt x="290936" y="90491"/>
                  <a:pt x="292238" y="89624"/>
                </a:cubicBezTo>
                <a:cubicBezTo>
                  <a:pt x="293541" y="88758"/>
                  <a:pt x="294881" y="87624"/>
                  <a:pt x="296260" y="86223"/>
                </a:cubicBezTo>
                <a:cubicBezTo>
                  <a:pt x="297639" y="84820"/>
                  <a:pt x="299146" y="83100"/>
                  <a:pt x="300780" y="81062"/>
                </a:cubicBezTo>
                <a:lnTo>
                  <a:pt x="300780" y="58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4a01a7bfc4a51"/>
          <a:stretch xmlns:a="http://schemas.openxmlformats.org/drawingml/2006/main"/>
        </p:blipFill>
        <p:spPr>
          <a:xfrm xmlns:a="http://schemas.openxmlformats.org/drawingml/2006/main">
            <a:off x="2600707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a5cd234c94f3f"/>
          <a:stretch xmlns:a="http://schemas.openxmlformats.org/drawingml/2006/main"/>
        </p:blipFill>
        <p:spPr>
          <a:xfrm xmlns:a="http://schemas.openxmlformats.org/drawingml/2006/main">
            <a:off x="2758856" y="151875"/>
            <a:ext cx="537205" cy="421731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111ed8a124d6d"/>
          <a:stretch xmlns:a="http://schemas.openxmlformats.org/drawingml/2006/main"/>
        </p:blipFill>
        <p:spPr>
          <a:xfrm xmlns:a="http://schemas.openxmlformats.org/drawingml/2006/main">
            <a:off x="2618487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19" name="Text Test">
            <a:extLst xmlns:a="http://schemas.openxmlformats.org/drawingml/2006/main">
              <a:ext uri="{FF2B5EF4-FFF2-40B4-BE49-F238E27FC236}">
                <a16:creationId xmlns:a16="http://schemas.microsoft.com/office/drawing/2014/main" id="{6923E85C-591C-4E13-A304-46BB24CE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986" y="276173"/>
            <a:ext cx="258040" cy="100956"/>
          </a:xfrm>
          <a:custGeom xmlns:a="http://schemas.openxmlformats.org/drawingml/2006/main">
            <a:pathLst>
              <a:path w="258040" h="100956">
                <a:moveTo>
                  <a:pt x="75842" y="8311"/>
                </a:moveTo>
                <a:cubicBezTo>
                  <a:pt x="75842" y="9798"/>
                  <a:pt x="75778" y="11068"/>
                  <a:pt x="75651" y="12119"/>
                </a:cubicBezTo>
                <a:cubicBezTo>
                  <a:pt x="75523" y="13171"/>
                  <a:pt x="75332" y="14017"/>
                  <a:pt x="75076" y="14659"/>
                </a:cubicBezTo>
                <a:cubicBezTo>
                  <a:pt x="74821" y="15300"/>
                  <a:pt x="74502" y="15775"/>
                  <a:pt x="74119" y="16083"/>
                </a:cubicBezTo>
                <a:cubicBezTo>
                  <a:pt x="73736" y="16391"/>
                  <a:pt x="73314" y="16545"/>
                  <a:pt x="72855" y="16545"/>
                </a:cubicBezTo>
                <a:lnTo>
                  <a:pt x="48033" y="16545"/>
                </a:lnTo>
                <a:lnTo>
                  <a:pt x="48033" y="96363"/>
                </a:lnTo>
                <a:cubicBezTo>
                  <a:pt x="48033" y="96873"/>
                  <a:pt x="47867" y="97333"/>
                  <a:pt x="47535" y="97741"/>
                </a:cubicBezTo>
                <a:cubicBezTo>
                  <a:pt x="47204" y="98148"/>
                  <a:pt x="46654" y="98480"/>
                  <a:pt x="45888" y="98735"/>
                </a:cubicBezTo>
                <a:cubicBezTo>
                  <a:pt x="45122" y="98990"/>
                  <a:pt x="44088" y="99194"/>
                  <a:pt x="42786" y="99348"/>
                </a:cubicBezTo>
                <a:cubicBezTo>
                  <a:pt x="41483" y="99501"/>
                  <a:pt x="39862" y="99577"/>
                  <a:pt x="37921" y="99577"/>
                </a:cubicBezTo>
                <a:cubicBezTo>
                  <a:pt x="35980" y="99577"/>
                  <a:pt x="34359" y="99501"/>
                  <a:pt x="33057" y="99348"/>
                </a:cubicBezTo>
                <a:cubicBezTo>
                  <a:pt x="31754" y="99194"/>
                  <a:pt x="30720" y="98990"/>
                  <a:pt x="29954" y="98735"/>
                </a:cubicBezTo>
                <a:cubicBezTo>
                  <a:pt x="29188" y="98480"/>
                  <a:pt x="28639" y="98148"/>
                  <a:pt x="28307" y="97741"/>
                </a:cubicBezTo>
                <a:cubicBezTo>
                  <a:pt x="27975" y="97333"/>
                  <a:pt x="27809" y="96873"/>
                  <a:pt x="27809" y="96363"/>
                </a:cubicBezTo>
                <a:lnTo>
                  <a:pt x="27809" y="16545"/>
                </a:lnTo>
                <a:lnTo>
                  <a:pt x="2988" y="16545"/>
                </a:lnTo>
                <a:cubicBezTo>
                  <a:pt x="2477" y="16545"/>
                  <a:pt x="2043" y="16391"/>
                  <a:pt x="1685" y="16083"/>
                </a:cubicBezTo>
                <a:cubicBezTo>
                  <a:pt x="1328" y="15775"/>
                  <a:pt x="1021" y="15300"/>
                  <a:pt x="766" y="14659"/>
                </a:cubicBezTo>
                <a:cubicBezTo>
                  <a:pt x="511" y="14017"/>
                  <a:pt x="319" y="13171"/>
                  <a:pt x="192" y="12119"/>
                </a:cubicBezTo>
                <a:cubicBezTo>
                  <a:pt x="64" y="11068"/>
                  <a:pt x="0" y="9798"/>
                  <a:pt x="0" y="8311"/>
                </a:cubicBezTo>
                <a:cubicBezTo>
                  <a:pt x="0" y="6773"/>
                  <a:pt x="64" y="5465"/>
                  <a:pt x="192" y="4388"/>
                </a:cubicBezTo>
                <a:cubicBezTo>
                  <a:pt x="319" y="3309"/>
                  <a:pt x="511" y="2450"/>
                  <a:pt x="766" y="1810"/>
                </a:cubicBezTo>
                <a:cubicBezTo>
                  <a:pt x="1021" y="1168"/>
                  <a:pt x="1328" y="706"/>
                  <a:pt x="1685" y="424"/>
                </a:cubicBezTo>
                <a:cubicBezTo>
                  <a:pt x="2043" y="141"/>
                  <a:pt x="2477" y="0"/>
                  <a:pt x="2988" y="0"/>
                </a:cubicBezTo>
                <a:lnTo>
                  <a:pt x="72855" y="0"/>
                </a:lnTo>
                <a:cubicBezTo>
                  <a:pt x="73314" y="0"/>
                  <a:pt x="73736" y="141"/>
                  <a:pt x="74119" y="424"/>
                </a:cubicBezTo>
                <a:cubicBezTo>
                  <a:pt x="74502" y="706"/>
                  <a:pt x="74821" y="1168"/>
                  <a:pt x="75076" y="1810"/>
                </a:cubicBezTo>
                <a:cubicBezTo>
                  <a:pt x="75332" y="2450"/>
                  <a:pt x="75523" y="3309"/>
                  <a:pt x="75651" y="4388"/>
                </a:cubicBezTo>
                <a:cubicBezTo>
                  <a:pt x="75778" y="5465"/>
                  <a:pt x="75842" y="6773"/>
                  <a:pt x="75842" y="8311"/>
                </a:cubicBezTo>
                <a:close/>
                <a:moveTo>
                  <a:pt x="137660" y="60347"/>
                </a:moveTo>
                <a:cubicBezTo>
                  <a:pt x="137660" y="62701"/>
                  <a:pt x="137136" y="64440"/>
                  <a:pt x="136089" y="65566"/>
                </a:cubicBezTo>
                <a:cubicBezTo>
                  <a:pt x="135042" y="66691"/>
                  <a:pt x="133600" y="67253"/>
                  <a:pt x="131761" y="67253"/>
                </a:cubicBezTo>
                <a:lnTo>
                  <a:pt x="90163" y="67253"/>
                </a:lnTo>
                <a:cubicBezTo>
                  <a:pt x="90163" y="70175"/>
                  <a:pt x="90507" y="72828"/>
                  <a:pt x="91197" y="75212"/>
                </a:cubicBezTo>
                <a:cubicBezTo>
                  <a:pt x="91886" y="77596"/>
                  <a:pt x="92984" y="79622"/>
                  <a:pt x="94491" y="81290"/>
                </a:cubicBezTo>
                <a:cubicBezTo>
                  <a:pt x="95998" y="82956"/>
                  <a:pt x="97938" y="84224"/>
                  <a:pt x="100313" y="85096"/>
                </a:cubicBezTo>
                <a:cubicBezTo>
                  <a:pt x="102688" y="85967"/>
                  <a:pt x="105535" y="86403"/>
                  <a:pt x="108855" y="86403"/>
                </a:cubicBezTo>
                <a:cubicBezTo>
                  <a:pt x="112226" y="86403"/>
                  <a:pt x="115188" y="86156"/>
                  <a:pt x="117742" y="85663"/>
                </a:cubicBezTo>
                <a:cubicBezTo>
                  <a:pt x="120295" y="85170"/>
                  <a:pt x="122504" y="84625"/>
                  <a:pt x="124368" y="84028"/>
                </a:cubicBezTo>
                <a:cubicBezTo>
                  <a:pt x="126232" y="83431"/>
                  <a:pt x="127777" y="82886"/>
                  <a:pt x="129003" y="82393"/>
                </a:cubicBezTo>
                <a:cubicBezTo>
                  <a:pt x="130229" y="81900"/>
                  <a:pt x="131225" y="81654"/>
                  <a:pt x="131991" y="81654"/>
                </a:cubicBezTo>
                <a:cubicBezTo>
                  <a:pt x="132450" y="81654"/>
                  <a:pt x="132833" y="81744"/>
                  <a:pt x="133140" y="81924"/>
                </a:cubicBezTo>
                <a:cubicBezTo>
                  <a:pt x="133446" y="82103"/>
                  <a:pt x="133702" y="82423"/>
                  <a:pt x="133906" y="82886"/>
                </a:cubicBezTo>
                <a:cubicBezTo>
                  <a:pt x="134110" y="83347"/>
                  <a:pt x="134251" y="84002"/>
                  <a:pt x="134327" y="84849"/>
                </a:cubicBezTo>
                <a:cubicBezTo>
                  <a:pt x="134404" y="85696"/>
                  <a:pt x="134442" y="86762"/>
                  <a:pt x="134442" y="88045"/>
                </a:cubicBezTo>
                <a:cubicBezTo>
                  <a:pt x="134442" y="89174"/>
                  <a:pt x="134417" y="90138"/>
                  <a:pt x="134366" y="90934"/>
                </a:cubicBezTo>
                <a:cubicBezTo>
                  <a:pt x="134315" y="91729"/>
                  <a:pt x="134238" y="92408"/>
                  <a:pt x="134136" y="92973"/>
                </a:cubicBezTo>
                <a:cubicBezTo>
                  <a:pt x="134034" y="93538"/>
                  <a:pt x="133880" y="94014"/>
                  <a:pt x="133676" y="94400"/>
                </a:cubicBezTo>
                <a:cubicBezTo>
                  <a:pt x="133472" y="94784"/>
                  <a:pt x="133204" y="95156"/>
                  <a:pt x="132872" y="95515"/>
                </a:cubicBezTo>
                <a:cubicBezTo>
                  <a:pt x="132540" y="95874"/>
                  <a:pt x="131633" y="96360"/>
                  <a:pt x="130152" y="96973"/>
                </a:cubicBezTo>
                <a:cubicBezTo>
                  <a:pt x="128671" y="97586"/>
                  <a:pt x="126781" y="98186"/>
                  <a:pt x="124483" y="98773"/>
                </a:cubicBezTo>
                <a:cubicBezTo>
                  <a:pt x="122185" y="99360"/>
                  <a:pt x="119555" y="99871"/>
                  <a:pt x="116592" y="100305"/>
                </a:cubicBezTo>
                <a:cubicBezTo>
                  <a:pt x="113630" y="100739"/>
                  <a:pt x="110464" y="100956"/>
                  <a:pt x="107093" y="100956"/>
                </a:cubicBezTo>
                <a:cubicBezTo>
                  <a:pt x="101015" y="100956"/>
                  <a:pt x="95691" y="100189"/>
                  <a:pt x="91120" y="98653"/>
                </a:cubicBezTo>
                <a:cubicBezTo>
                  <a:pt x="86549" y="97118"/>
                  <a:pt x="82732" y="94790"/>
                  <a:pt x="79667" y="91669"/>
                </a:cubicBezTo>
                <a:cubicBezTo>
                  <a:pt x="76603" y="88547"/>
                  <a:pt x="74317" y="84608"/>
                  <a:pt x="72811" y="79851"/>
                </a:cubicBezTo>
                <a:cubicBezTo>
                  <a:pt x="71304" y="75092"/>
                  <a:pt x="70551" y="69515"/>
                  <a:pt x="70551" y="63119"/>
                </a:cubicBezTo>
                <a:cubicBezTo>
                  <a:pt x="70551" y="57030"/>
                  <a:pt x="71342" y="51542"/>
                  <a:pt x="72926" y="46655"/>
                </a:cubicBezTo>
                <a:cubicBezTo>
                  <a:pt x="74509" y="41769"/>
                  <a:pt x="76807" y="37625"/>
                  <a:pt x="79820" y="34223"/>
                </a:cubicBezTo>
                <a:cubicBezTo>
                  <a:pt x="82834" y="30819"/>
                  <a:pt x="86498" y="28222"/>
                  <a:pt x="90814" y="26431"/>
                </a:cubicBezTo>
                <a:cubicBezTo>
                  <a:pt x="95129" y="24641"/>
                  <a:pt x="99994" y="23745"/>
                  <a:pt x="105408" y="23745"/>
                </a:cubicBezTo>
                <a:cubicBezTo>
                  <a:pt x="111128" y="23745"/>
                  <a:pt x="116018" y="24590"/>
                  <a:pt x="120078" y="26278"/>
                </a:cubicBezTo>
                <a:cubicBezTo>
                  <a:pt x="124138" y="27966"/>
                  <a:pt x="127471" y="30306"/>
                  <a:pt x="130076" y="33299"/>
                </a:cubicBezTo>
                <a:cubicBezTo>
                  <a:pt x="132680" y="36291"/>
                  <a:pt x="134595" y="39833"/>
                  <a:pt x="135821" y="43927"/>
                </a:cubicBezTo>
                <a:cubicBezTo>
                  <a:pt x="137047" y="48018"/>
                  <a:pt x="137660" y="52469"/>
                  <a:pt x="137660" y="57279"/>
                </a:cubicBezTo>
                <a:lnTo>
                  <a:pt x="137660" y="60347"/>
                </a:lnTo>
                <a:moveTo>
                  <a:pt x="118967" y="54844"/>
                </a:moveTo>
                <a:cubicBezTo>
                  <a:pt x="119121" y="49407"/>
                  <a:pt x="118035" y="45138"/>
                  <a:pt x="115711" y="42036"/>
                </a:cubicBezTo>
                <a:cubicBezTo>
                  <a:pt x="113388" y="38932"/>
                  <a:pt x="109800" y="37380"/>
                  <a:pt x="104948" y="37380"/>
                </a:cubicBezTo>
                <a:cubicBezTo>
                  <a:pt x="102497" y="37380"/>
                  <a:pt x="100364" y="37842"/>
                  <a:pt x="98551" y="38766"/>
                </a:cubicBezTo>
                <a:cubicBezTo>
                  <a:pt x="96738" y="39688"/>
                  <a:pt x="95232" y="40932"/>
                  <a:pt x="94031" y="42498"/>
                </a:cubicBezTo>
                <a:cubicBezTo>
                  <a:pt x="92831" y="44061"/>
                  <a:pt x="91912" y="45908"/>
                  <a:pt x="91273" y="48037"/>
                </a:cubicBezTo>
                <a:cubicBezTo>
                  <a:pt x="90635" y="50164"/>
                  <a:pt x="90265" y="52433"/>
                  <a:pt x="90163" y="54844"/>
                </a:cubicBezTo>
                <a:lnTo>
                  <a:pt x="118967" y="54844"/>
                </a:lnTo>
                <a:close/>
                <a:moveTo>
                  <a:pt x="203508" y="77240"/>
                </a:moveTo>
                <a:cubicBezTo>
                  <a:pt x="203508" y="81128"/>
                  <a:pt x="202780" y="84557"/>
                  <a:pt x="201324" y="87525"/>
                </a:cubicBezTo>
                <a:cubicBezTo>
                  <a:pt x="199869" y="90492"/>
                  <a:pt x="197813" y="92973"/>
                  <a:pt x="195157" y="94970"/>
                </a:cubicBezTo>
                <a:cubicBezTo>
                  <a:pt x="192502" y="96964"/>
                  <a:pt x="189361" y="98460"/>
                  <a:pt x="185735" y="99458"/>
                </a:cubicBezTo>
                <a:cubicBezTo>
                  <a:pt x="182109" y="100457"/>
                  <a:pt x="178176" y="100956"/>
                  <a:pt x="173937" y="100956"/>
                </a:cubicBezTo>
                <a:cubicBezTo>
                  <a:pt x="171383" y="100956"/>
                  <a:pt x="168945" y="100762"/>
                  <a:pt x="166621" y="100375"/>
                </a:cubicBezTo>
                <a:cubicBezTo>
                  <a:pt x="164297" y="99987"/>
                  <a:pt x="162216" y="99496"/>
                  <a:pt x="160377" y="98902"/>
                </a:cubicBezTo>
                <a:cubicBezTo>
                  <a:pt x="158539" y="98307"/>
                  <a:pt x="157007" y="97700"/>
                  <a:pt x="155781" y="97081"/>
                </a:cubicBezTo>
                <a:cubicBezTo>
                  <a:pt x="154555" y="96460"/>
                  <a:pt x="153661" y="95878"/>
                  <a:pt x="153099" y="95336"/>
                </a:cubicBezTo>
                <a:cubicBezTo>
                  <a:pt x="152538" y="94793"/>
                  <a:pt x="152104" y="93944"/>
                  <a:pt x="151797" y="92789"/>
                </a:cubicBezTo>
                <a:cubicBezTo>
                  <a:pt x="151491" y="91634"/>
                  <a:pt x="151337" y="89926"/>
                  <a:pt x="151337" y="87666"/>
                </a:cubicBezTo>
                <a:cubicBezTo>
                  <a:pt x="151337" y="86178"/>
                  <a:pt x="151389" y="84984"/>
                  <a:pt x="151491" y="84085"/>
                </a:cubicBezTo>
                <a:cubicBezTo>
                  <a:pt x="151593" y="83187"/>
                  <a:pt x="151746" y="82468"/>
                  <a:pt x="151950" y="81929"/>
                </a:cubicBezTo>
                <a:cubicBezTo>
                  <a:pt x="152155" y="81389"/>
                  <a:pt x="152410" y="81030"/>
                  <a:pt x="152716" y="80852"/>
                </a:cubicBezTo>
                <a:cubicBezTo>
                  <a:pt x="153023" y="80671"/>
                  <a:pt x="153406" y="80581"/>
                  <a:pt x="153866" y="80581"/>
                </a:cubicBezTo>
                <a:cubicBezTo>
                  <a:pt x="154427" y="80581"/>
                  <a:pt x="155257" y="80904"/>
                  <a:pt x="156355" y="81551"/>
                </a:cubicBezTo>
                <a:cubicBezTo>
                  <a:pt x="157453" y="82197"/>
                  <a:pt x="158820" y="82908"/>
                  <a:pt x="160454" y="83683"/>
                </a:cubicBezTo>
                <a:cubicBezTo>
                  <a:pt x="162088" y="84459"/>
                  <a:pt x="163991" y="85183"/>
                  <a:pt x="166161" y="85854"/>
                </a:cubicBezTo>
                <a:cubicBezTo>
                  <a:pt x="168332" y="86526"/>
                  <a:pt x="170796" y="86862"/>
                  <a:pt x="173554" y="86862"/>
                </a:cubicBezTo>
                <a:cubicBezTo>
                  <a:pt x="175290" y="86862"/>
                  <a:pt x="176835" y="86684"/>
                  <a:pt x="178189" y="86328"/>
                </a:cubicBezTo>
                <a:cubicBezTo>
                  <a:pt x="179542" y="85973"/>
                  <a:pt x="180717" y="85464"/>
                  <a:pt x="181713" y="84804"/>
                </a:cubicBezTo>
                <a:cubicBezTo>
                  <a:pt x="182709" y="84141"/>
                  <a:pt x="183462" y="83302"/>
                  <a:pt x="183973" y="82285"/>
                </a:cubicBezTo>
                <a:cubicBezTo>
                  <a:pt x="184483" y="81269"/>
                  <a:pt x="184739" y="80099"/>
                  <a:pt x="184739" y="78776"/>
                </a:cubicBezTo>
                <a:cubicBezTo>
                  <a:pt x="184739" y="77241"/>
                  <a:pt x="184266" y="75924"/>
                  <a:pt x="183321" y="74824"/>
                </a:cubicBezTo>
                <a:cubicBezTo>
                  <a:pt x="182377" y="73723"/>
                  <a:pt x="181125" y="72763"/>
                  <a:pt x="179568" y="71945"/>
                </a:cubicBezTo>
                <a:cubicBezTo>
                  <a:pt x="178010" y="71126"/>
                  <a:pt x="176248" y="70358"/>
                  <a:pt x="174282" y="69642"/>
                </a:cubicBezTo>
                <a:cubicBezTo>
                  <a:pt x="172315" y="68925"/>
                  <a:pt x="170298" y="68132"/>
                  <a:pt x="168230" y="67263"/>
                </a:cubicBezTo>
                <a:cubicBezTo>
                  <a:pt x="166161" y="66393"/>
                  <a:pt x="164144" y="65396"/>
                  <a:pt x="162178" y="64271"/>
                </a:cubicBezTo>
                <a:cubicBezTo>
                  <a:pt x="160211" y="63144"/>
                  <a:pt x="158449" y="61762"/>
                  <a:pt x="156892" y="60125"/>
                </a:cubicBezTo>
                <a:cubicBezTo>
                  <a:pt x="155334" y="58487"/>
                  <a:pt x="154083" y="56518"/>
                  <a:pt x="153138" y="54217"/>
                </a:cubicBezTo>
                <a:cubicBezTo>
                  <a:pt x="152193" y="51914"/>
                  <a:pt x="151721" y="49151"/>
                  <a:pt x="151721" y="45928"/>
                </a:cubicBezTo>
                <a:cubicBezTo>
                  <a:pt x="151721" y="42652"/>
                  <a:pt x="152359" y="39645"/>
                  <a:pt x="153636" y="36908"/>
                </a:cubicBezTo>
                <a:cubicBezTo>
                  <a:pt x="154913" y="34172"/>
                  <a:pt x="156751" y="31831"/>
                  <a:pt x="159152" y="29888"/>
                </a:cubicBezTo>
                <a:cubicBezTo>
                  <a:pt x="161552" y="27942"/>
                  <a:pt x="164476" y="26433"/>
                  <a:pt x="167923" y="25359"/>
                </a:cubicBezTo>
                <a:cubicBezTo>
                  <a:pt x="171371" y="24283"/>
                  <a:pt x="175239" y="23745"/>
                  <a:pt x="179529" y="23745"/>
                </a:cubicBezTo>
                <a:cubicBezTo>
                  <a:pt x="181674" y="23745"/>
                  <a:pt x="183756" y="23899"/>
                  <a:pt x="185773" y="24205"/>
                </a:cubicBezTo>
                <a:cubicBezTo>
                  <a:pt x="187790" y="24511"/>
                  <a:pt x="189616" y="24894"/>
                  <a:pt x="191250" y="25354"/>
                </a:cubicBezTo>
                <a:cubicBezTo>
                  <a:pt x="192885" y="25814"/>
                  <a:pt x="194264" y="26311"/>
                  <a:pt x="195387" y="26848"/>
                </a:cubicBezTo>
                <a:cubicBezTo>
                  <a:pt x="196511" y="27384"/>
                  <a:pt x="197315" y="27843"/>
                  <a:pt x="197800" y="28226"/>
                </a:cubicBezTo>
                <a:cubicBezTo>
                  <a:pt x="198286" y="28609"/>
                  <a:pt x="198630" y="28992"/>
                  <a:pt x="198835" y="29375"/>
                </a:cubicBezTo>
                <a:cubicBezTo>
                  <a:pt x="199039" y="29758"/>
                  <a:pt x="199192" y="30218"/>
                  <a:pt x="199294" y="30754"/>
                </a:cubicBezTo>
                <a:cubicBezTo>
                  <a:pt x="199396" y="31290"/>
                  <a:pt x="199486" y="31954"/>
                  <a:pt x="199562" y="32746"/>
                </a:cubicBezTo>
                <a:cubicBezTo>
                  <a:pt x="199639" y="33537"/>
                  <a:pt x="199677" y="34520"/>
                  <a:pt x="199677" y="35695"/>
                </a:cubicBezTo>
                <a:cubicBezTo>
                  <a:pt x="199677" y="37073"/>
                  <a:pt x="199639" y="38197"/>
                  <a:pt x="199562" y="39065"/>
                </a:cubicBezTo>
                <a:cubicBezTo>
                  <a:pt x="199486" y="39933"/>
                  <a:pt x="199358" y="40622"/>
                  <a:pt x="199179" y="41133"/>
                </a:cubicBezTo>
                <a:cubicBezTo>
                  <a:pt x="199001" y="41644"/>
                  <a:pt x="198758" y="41988"/>
                  <a:pt x="198452" y="42167"/>
                </a:cubicBezTo>
                <a:cubicBezTo>
                  <a:pt x="198145" y="42346"/>
                  <a:pt x="197788" y="42435"/>
                  <a:pt x="197379" y="42435"/>
                </a:cubicBezTo>
                <a:cubicBezTo>
                  <a:pt x="196919" y="42435"/>
                  <a:pt x="196204" y="42167"/>
                  <a:pt x="195234" y="41631"/>
                </a:cubicBezTo>
                <a:cubicBezTo>
                  <a:pt x="194264" y="41095"/>
                  <a:pt x="193051" y="40520"/>
                  <a:pt x="191595" y="39908"/>
                </a:cubicBezTo>
                <a:cubicBezTo>
                  <a:pt x="190140" y="39295"/>
                  <a:pt x="188454" y="38720"/>
                  <a:pt x="186539" y="38184"/>
                </a:cubicBezTo>
                <a:cubicBezTo>
                  <a:pt x="184624" y="37648"/>
                  <a:pt x="182440" y="37380"/>
                  <a:pt x="179989" y="37380"/>
                </a:cubicBezTo>
                <a:cubicBezTo>
                  <a:pt x="178253" y="37380"/>
                  <a:pt x="176746" y="37560"/>
                  <a:pt x="175469" y="37921"/>
                </a:cubicBezTo>
                <a:cubicBezTo>
                  <a:pt x="174192" y="38280"/>
                  <a:pt x="173145" y="38793"/>
                  <a:pt x="172328" y="39460"/>
                </a:cubicBezTo>
                <a:cubicBezTo>
                  <a:pt x="171511" y="40127"/>
                  <a:pt x="170898" y="40910"/>
                  <a:pt x="170490" y="41808"/>
                </a:cubicBezTo>
                <a:cubicBezTo>
                  <a:pt x="170081" y="42707"/>
                  <a:pt x="169877" y="43670"/>
                  <a:pt x="169877" y="44697"/>
                </a:cubicBezTo>
                <a:cubicBezTo>
                  <a:pt x="169877" y="46284"/>
                  <a:pt x="170362" y="47614"/>
                  <a:pt x="171332" y="48690"/>
                </a:cubicBezTo>
                <a:cubicBezTo>
                  <a:pt x="172303" y="49764"/>
                  <a:pt x="173579" y="50710"/>
                  <a:pt x="175163" y="51529"/>
                </a:cubicBezTo>
                <a:cubicBezTo>
                  <a:pt x="176746" y="52348"/>
                  <a:pt x="178546" y="53115"/>
                  <a:pt x="180564" y="53832"/>
                </a:cubicBezTo>
                <a:cubicBezTo>
                  <a:pt x="182581" y="54548"/>
                  <a:pt x="184624" y="55329"/>
                  <a:pt x="186692" y="56173"/>
                </a:cubicBezTo>
                <a:cubicBezTo>
                  <a:pt x="188761" y="57017"/>
                  <a:pt x="190804" y="58001"/>
                  <a:pt x="192821" y="59127"/>
                </a:cubicBezTo>
                <a:cubicBezTo>
                  <a:pt x="194838" y="60252"/>
                  <a:pt x="196639" y="61633"/>
                  <a:pt x="198222" y="63272"/>
                </a:cubicBezTo>
                <a:cubicBezTo>
                  <a:pt x="199805" y="64910"/>
                  <a:pt x="201082" y="66867"/>
                  <a:pt x="202052" y="69144"/>
                </a:cubicBezTo>
                <a:cubicBezTo>
                  <a:pt x="203023" y="71420"/>
                  <a:pt x="203508" y="74118"/>
                  <a:pt x="203508" y="77240"/>
                </a:cubicBezTo>
                <a:close/>
                <a:moveTo>
                  <a:pt x="258040" y="89720"/>
                </a:moveTo>
                <a:cubicBezTo>
                  <a:pt x="258040" y="91978"/>
                  <a:pt x="257899" y="93711"/>
                  <a:pt x="257618" y="94917"/>
                </a:cubicBezTo>
                <a:cubicBezTo>
                  <a:pt x="257338" y="96122"/>
                  <a:pt x="256967" y="96968"/>
                  <a:pt x="256508" y="97457"/>
                </a:cubicBezTo>
                <a:cubicBezTo>
                  <a:pt x="256048" y="97943"/>
                  <a:pt x="255371" y="98379"/>
                  <a:pt x="254477" y="98764"/>
                </a:cubicBezTo>
                <a:cubicBezTo>
                  <a:pt x="253584" y="99148"/>
                  <a:pt x="252537" y="99482"/>
                  <a:pt x="251337" y="99764"/>
                </a:cubicBezTo>
                <a:cubicBezTo>
                  <a:pt x="250136" y="100047"/>
                  <a:pt x="248834" y="100264"/>
                  <a:pt x="247430" y="100418"/>
                </a:cubicBezTo>
                <a:cubicBezTo>
                  <a:pt x="246025" y="100572"/>
                  <a:pt x="244608" y="100650"/>
                  <a:pt x="243178" y="100650"/>
                </a:cubicBezTo>
                <a:cubicBezTo>
                  <a:pt x="239347" y="100650"/>
                  <a:pt x="236028" y="100165"/>
                  <a:pt x="233219" y="99194"/>
                </a:cubicBezTo>
                <a:cubicBezTo>
                  <a:pt x="230410" y="98224"/>
                  <a:pt x="228086" y="96731"/>
                  <a:pt x="226247" y="94713"/>
                </a:cubicBezTo>
                <a:cubicBezTo>
                  <a:pt x="224409" y="92696"/>
                  <a:pt x="223055" y="90156"/>
                  <a:pt x="222187" y="87092"/>
                </a:cubicBezTo>
                <a:cubicBezTo>
                  <a:pt x="221319" y="84028"/>
                  <a:pt x="220885" y="80402"/>
                  <a:pt x="220885" y="76215"/>
                </a:cubicBezTo>
                <a:lnTo>
                  <a:pt x="220885" y="41210"/>
                </a:lnTo>
                <a:lnTo>
                  <a:pt x="212688" y="41210"/>
                </a:lnTo>
                <a:cubicBezTo>
                  <a:pt x="211717" y="41210"/>
                  <a:pt x="210977" y="40610"/>
                  <a:pt x="210466" y="39410"/>
                </a:cubicBezTo>
                <a:cubicBezTo>
                  <a:pt x="209955" y="38210"/>
                  <a:pt x="209700" y="36205"/>
                  <a:pt x="209700" y="33397"/>
                </a:cubicBezTo>
                <a:cubicBezTo>
                  <a:pt x="209700" y="31916"/>
                  <a:pt x="209764" y="30665"/>
                  <a:pt x="209891" y="29643"/>
                </a:cubicBezTo>
                <a:cubicBezTo>
                  <a:pt x="210019" y="28622"/>
                  <a:pt x="210211" y="27818"/>
                  <a:pt x="210466" y="27231"/>
                </a:cubicBezTo>
                <a:cubicBezTo>
                  <a:pt x="210721" y="26643"/>
                  <a:pt x="211041" y="26222"/>
                  <a:pt x="211424" y="25967"/>
                </a:cubicBezTo>
                <a:cubicBezTo>
                  <a:pt x="211807" y="25711"/>
                  <a:pt x="212254" y="25584"/>
                  <a:pt x="212764" y="25584"/>
                </a:cubicBezTo>
                <a:lnTo>
                  <a:pt x="220885" y="25584"/>
                </a:lnTo>
                <a:lnTo>
                  <a:pt x="220885" y="10279"/>
                </a:lnTo>
                <a:cubicBezTo>
                  <a:pt x="220885" y="9765"/>
                  <a:pt x="221025" y="9303"/>
                  <a:pt x="221306" y="8893"/>
                </a:cubicBezTo>
                <a:cubicBezTo>
                  <a:pt x="221587" y="8482"/>
                  <a:pt x="222098" y="8137"/>
                  <a:pt x="222838" y="7856"/>
                </a:cubicBezTo>
                <a:cubicBezTo>
                  <a:pt x="223579" y="7574"/>
                  <a:pt x="224575" y="7369"/>
                  <a:pt x="225826" y="7241"/>
                </a:cubicBezTo>
                <a:cubicBezTo>
                  <a:pt x="227077" y="7112"/>
                  <a:pt x="228622" y="7047"/>
                  <a:pt x="230461" y="7047"/>
                </a:cubicBezTo>
                <a:cubicBezTo>
                  <a:pt x="232350" y="7047"/>
                  <a:pt x="233921" y="7112"/>
                  <a:pt x="235172" y="7241"/>
                </a:cubicBezTo>
                <a:cubicBezTo>
                  <a:pt x="236423" y="7369"/>
                  <a:pt x="237407" y="7574"/>
                  <a:pt x="238122" y="7856"/>
                </a:cubicBezTo>
                <a:cubicBezTo>
                  <a:pt x="238837" y="8137"/>
                  <a:pt x="239347" y="8482"/>
                  <a:pt x="239654" y="8893"/>
                </a:cubicBezTo>
                <a:cubicBezTo>
                  <a:pt x="239960" y="9303"/>
                  <a:pt x="240113" y="9765"/>
                  <a:pt x="240113" y="10279"/>
                </a:cubicBezTo>
                <a:lnTo>
                  <a:pt x="240113" y="25584"/>
                </a:lnTo>
                <a:lnTo>
                  <a:pt x="254975" y="25584"/>
                </a:lnTo>
                <a:cubicBezTo>
                  <a:pt x="255486" y="25584"/>
                  <a:pt x="255933" y="25711"/>
                  <a:pt x="256316" y="25967"/>
                </a:cubicBezTo>
                <a:cubicBezTo>
                  <a:pt x="256699" y="26222"/>
                  <a:pt x="257018" y="26643"/>
                  <a:pt x="257274" y="27231"/>
                </a:cubicBezTo>
                <a:cubicBezTo>
                  <a:pt x="257529" y="27818"/>
                  <a:pt x="257721" y="28622"/>
                  <a:pt x="257848" y="29643"/>
                </a:cubicBezTo>
                <a:cubicBezTo>
                  <a:pt x="257976" y="30665"/>
                  <a:pt x="258040" y="31916"/>
                  <a:pt x="258040" y="33397"/>
                </a:cubicBezTo>
                <a:cubicBezTo>
                  <a:pt x="258040" y="36205"/>
                  <a:pt x="257784" y="38210"/>
                  <a:pt x="257274" y="39410"/>
                </a:cubicBezTo>
                <a:cubicBezTo>
                  <a:pt x="256763" y="40610"/>
                  <a:pt x="256022" y="41210"/>
                  <a:pt x="255052" y="41210"/>
                </a:cubicBezTo>
                <a:lnTo>
                  <a:pt x="240113" y="41210"/>
                </a:lnTo>
                <a:lnTo>
                  <a:pt x="240113" y="73247"/>
                </a:lnTo>
                <a:cubicBezTo>
                  <a:pt x="240113" y="76968"/>
                  <a:pt x="240701" y="79759"/>
                  <a:pt x="241875" y="81620"/>
                </a:cubicBezTo>
                <a:cubicBezTo>
                  <a:pt x="243050" y="83481"/>
                  <a:pt x="245144" y="84411"/>
                  <a:pt x="248157" y="84411"/>
                </a:cubicBezTo>
                <a:cubicBezTo>
                  <a:pt x="249179" y="84411"/>
                  <a:pt x="250098" y="84322"/>
                  <a:pt x="250915" y="84143"/>
                </a:cubicBezTo>
                <a:cubicBezTo>
                  <a:pt x="251732" y="83964"/>
                  <a:pt x="252460" y="83760"/>
                  <a:pt x="253099" y="83530"/>
                </a:cubicBezTo>
                <a:cubicBezTo>
                  <a:pt x="253737" y="83300"/>
                  <a:pt x="254273" y="83096"/>
                  <a:pt x="254707" y="82917"/>
                </a:cubicBezTo>
                <a:cubicBezTo>
                  <a:pt x="255141" y="82739"/>
                  <a:pt x="255537" y="82649"/>
                  <a:pt x="255895" y="82649"/>
                </a:cubicBezTo>
                <a:cubicBezTo>
                  <a:pt x="256201" y="82649"/>
                  <a:pt x="256495" y="82739"/>
                  <a:pt x="256776" y="82917"/>
                </a:cubicBezTo>
                <a:cubicBezTo>
                  <a:pt x="257057" y="83096"/>
                  <a:pt x="257274" y="83454"/>
                  <a:pt x="257427" y="83992"/>
                </a:cubicBezTo>
                <a:cubicBezTo>
                  <a:pt x="257580" y="84528"/>
                  <a:pt x="257721" y="85258"/>
                  <a:pt x="257848" y="86182"/>
                </a:cubicBezTo>
                <a:cubicBezTo>
                  <a:pt x="257976" y="87105"/>
                  <a:pt x="258040" y="88284"/>
                  <a:pt x="258040" y="897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34a58e0094a2c"/>
          <a:stretch xmlns:a="http://schemas.openxmlformats.org/drawingml/2006/main"/>
        </p:blipFill>
        <p:spPr>
          <a:xfrm xmlns:a="http://schemas.openxmlformats.org/drawingml/2006/main">
            <a:off x="3356308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1617f329c44c4"/>
          <a:stretch xmlns:a="http://schemas.openxmlformats.org/drawingml/2006/main"/>
        </p:blipFill>
        <p:spPr>
          <a:xfrm xmlns:a="http://schemas.openxmlformats.org/drawingml/2006/main">
            <a:off x="3411534" y="151875"/>
            <a:ext cx="745560" cy="421731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f98614f9b4b32"/>
          <a:stretch xmlns:a="http://schemas.openxmlformats.org/drawingml/2006/main"/>
        </p:blipFill>
        <p:spPr>
          <a:xfrm xmlns:a="http://schemas.openxmlformats.org/drawingml/2006/main">
            <a:off x="3375569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23" name="Text Deploy">
            <a:extLst xmlns:a="http://schemas.openxmlformats.org/drawingml/2006/main">
              <a:ext uri="{FF2B5EF4-FFF2-40B4-BE49-F238E27FC236}">
                <a16:creationId xmlns:a16="http://schemas.microsoft.com/office/drawing/2014/main" id="{8D7A0DEE-59E8-4579-BE1F-A6DB3B3D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029" y="268667"/>
            <a:ext cx="456489" cy="134506"/>
          </a:xfrm>
          <a:custGeom xmlns:a="http://schemas.openxmlformats.org/drawingml/2006/main">
            <a:pathLst>
              <a:path w="456489" h="134506">
                <a:moveTo>
                  <a:pt x="82354" y="55610"/>
                </a:moveTo>
                <a:cubicBezTo>
                  <a:pt x="82354" y="64700"/>
                  <a:pt x="81167" y="72475"/>
                  <a:pt x="78792" y="78934"/>
                </a:cubicBezTo>
                <a:cubicBezTo>
                  <a:pt x="76417" y="85394"/>
                  <a:pt x="73008" y="90667"/>
                  <a:pt x="68564" y="94752"/>
                </a:cubicBezTo>
                <a:cubicBezTo>
                  <a:pt x="64121" y="98837"/>
                  <a:pt x="58720" y="101837"/>
                  <a:pt x="52362" y="103752"/>
                </a:cubicBezTo>
                <a:cubicBezTo>
                  <a:pt x="46003" y="105667"/>
                  <a:pt x="38432" y="106624"/>
                  <a:pt x="29647" y="106624"/>
                </a:cubicBezTo>
                <a:lnTo>
                  <a:pt x="5975" y="106624"/>
                </a:lnTo>
                <a:cubicBezTo>
                  <a:pt x="4290" y="106624"/>
                  <a:pt x="2873" y="106127"/>
                  <a:pt x="1724" y="105131"/>
                </a:cubicBezTo>
                <a:cubicBezTo>
                  <a:pt x="575" y="104135"/>
                  <a:pt x="0" y="102514"/>
                  <a:pt x="0" y="100267"/>
                </a:cubicBezTo>
                <a:lnTo>
                  <a:pt x="0" y="13864"/>
                </a:lnTo>
                <a:cubicBezTo>
                  <a:pt x="0" y="11617"/>
                  <a:pt x="575" y="9996"/>
                  <a:pt x="1724" y="9000"/>
                </a:cubicBezTo>
                <a:cubicBezTo>
                  <a:pt x="2873" y="8004"/>
                  <a:pt x="4290" y="7507"/>
                  <a:pt x="5975" y="7507"/>
                </a:cubicBezTo>
                <a:lnTo>
                  <a:pt x="31409" y="7507"/>
                </a:lnTo>
                <a:cubicBezTo>
                  <a:pt x="40245" y="7507"/>
                  <a:pt x="47740" y="8541"/>
                  <a:pt x="53894" y="10609"/>
                </a:cubicBezTo>
                <a:cubicBezTo>
                  <a:pt x="60048" y="12677"/>
                  <a:pt x="65232" y="15741"/>
                  <a:pt x="69445" y="19801"/>
                </a:cubicBezTo>
                <a:cubicBezTo>
                  <a:pt x="73659" y="23860"/>
                  <a:pt x="76864" y="28877"/>
                  <a:pt x="79060" y="34852"/>
                </a:cubicBezTo>
                <a:cubicBezTo>
                  <a:pt x="81256" y="40827"/>
                  <a:pt x="82354" y="47746"/>
                  <a:pt x="82354" y="55610"/>
                </a:cubicBezTo>
                <a:moveTo>
                  <a:pt x="61517" y="56300"/>
                </a:moveTo>
                <a:cubicBezTo>
                  <a:pt x="61517" y="51602"/>
                  <a:pt x="60967" y="47235"/>
                  <a:pt x="59869" y="43201"/>
                </a:cubicBezTo>
                <a:cubicBezTo>
                  <a:pt x="58771" y="39167"/>
                  <a:pt x="57009" y="35669"/>
                  <a:pt x="54583" y="32707"/>
                </a:cubicBezTo>
                <a:cubicBezTo>
                  <a:pt x="52158" y="29746"/>
                  <a:pt x="49042" y="27435"/>
                  <a:pt x="45237" y="25775"/>
                </a:cubicBezTo>
                <a:cubicBezTo>
                  <a:pt x="41432" y="24116"/>
                  <a:pt x="36440" y="23286"/>
                  <a:pt x="30260" y="23286"/>
                </a:cubicBezTo>
                <a:lnTo>
                  <a:pt x="20071" y="23286"/>
                </a:lnTo>
                <a:lnTo>
                  <a:pt x="20071" y="90692"/>
                </a:lnTo>
                <a:lnTo>
                  <a:pt x="30567" y="90692"/>
                </a:lnTo>
                <a:cubicBezTo>
                  <a:pt x="36083" y="90692"/>
                  <a:pt x="40730" y="89977"/>
                  <a:pt x="44509" y="88547"/>
                </a:cubicBezTo>
                <a:cubicBezTo>
                  <a:pt x="48289" y="87117"/>
                  <a:pt x="51443" y="84960"/>
                  <a:pt x="53971" y="82075"/>
                </a:cubicBezTo>
                <a:cubicBezTo>
                  <a:pt x="56499" y="79190"/>
                  <a:pt x="58388" y="75602"/>
                  <a:pt x="59640" y="71313"/>
                </a:cubicBezTo>
                <a:cubicBezTo>
                  <a:pt x="60891" y="67023"/>
                  <a:pt x="61517" y="62019"/>
                  <a:pt x="61517" y="56300"/>
                </a:cubicBezTo>
                <a:close/>
                <a:moveTo>
                  <a:pt x="164224" y="67854"/>
                </a:moveTo>
                <a:cubicBezTo>
                  <a:pt x="164224" y="70208"/>
                  <a:pt x="163700" y="71947"/>
                  <a:pt x="162653" y="73072"/>
                </a:cubicBezTo>
                <a:cubicBezTo>
                  <a:pt x="161606" y="74197"/>
                  <a:pt x="160164" y="74760"/>
                  <a:pt x="158325" y="74760"/>
                </a:cubicBezTo>
                <a:lnTo>
                  <a:pt x="116727" y="74760"/>
                </a:lnTo>
                <a:cubicBezTo>
                  <a:pt x="116727" y="77682"/>
                  <a:pt x="117071" y="80335"/>
                  <a:pt x="117761" y="82719"/>
                </a:cubicBezTo>
                <a:cubicBezTo>
                  <a:pt x="118450" y="85103"/>
                  <a:pt x="119548" y="87129"/>
                  <a:pt x="121055" y="88796"/>
                </a:cubicBezTo>
                <a:cubicBezTo>
                  <a:pt x="122562" y="90462"/>
                  <a:pt x="124502" y="91731"/>
                  <a:pt x="126877" y="92602"/>
                </a:cubicBezTo>
                <a:cubicBezTo>
                  <a:pt x="129252" y="93474"/>
                  <a:pt x="132099" y="93909"/>
                  <a:pt x="135419" y="93909"/>
                </a:cubicBezTo>
                <a:cubicBezTo>
                  <a:pt x="138790" y="93909"/>
                  <a:pt x="141752" y="93663"/>
                  <a:pt x="144306" y="93170"/>
                </a:cubicBezTo>
                <a:cubicBezTo>
                  <a:pt x="146859" y="92676"/>
                  <a:pt x="149068" y="92131"/>
                  <a:pt x="150932" y="91535"/>
                </a:cubicBezTo>
                <a:cubicBezTo>
                  <a:pt x="152796" y="90938"/>
                  <a:pt x="154341" y="90393"/>
                  <a:pt x="155567" y="89900"/>
                </a:cubicBezTo>
                <a:cubicBezTo>
                  <a:pt x="156793" y="89407"/>
                  <a:pt x="157789" y="89160"/>
                  <a:pt x="158555" y="89160"/>
                </a:cubicBezTo>
                <a:cubicBezTo>
                  <a:pt x="159014" y="89160"/>
                  <a:pt x="159397" y="89250"/>
                  <a:pt x="159704" y="89431"/>
                </a:cubicBezTo>
                <a:cubicBezTo>
                  <a:pt x="160010" y="89609"/>
                  <a:pt x="160266" y="89930"/>
                  <a:pt x="160470" y="90393"/>
                </a:cubicBezTo>
                <a:cubicBezTo>
                  <a:pt x="160674" y="90854"/>
                  <a:pt x="160815" y="91508"/>
                  <a:pt x="160891" y="92356"/>
                </a:cubicBezTo>
                <a:cubicBezTo>
                  <a:pt x="160968" y="93203"/>
                  <a:pt x="161006" y="94268"/>
                  <a:pt x="161006" y="95551"/>
                </a:cubicBezTo>
                <a:cubicBezTo>
                  <a:pt x="161006" y="96681"/>
                  <a:pt x="160981" y="97644"/>
                  <a:pt x="160930" y="98440"/>
                </a:cubicBezTo>
                <a:cubicBezTo>
                  <a:pt x="160879" y="99235"/>
                  <a:pt x="160802" y="99915"/>
                  <a:pt x="160700" y="100480"/>
                </a:cubicBezTo>
                <a:cubicBezTo>
                  <a:pt x="160598" y="101045"/>
                  <a:pt x="160444" y="101520"/>
                  <a:pt x="160240" y="101907"/>
                </a:cubicBezTo>
                <a:cubicBezTo>
                  <a:pt x="160036" y="102291"/>
                  <a:pt x="159768" y="102663"/>
                  <a:pt x="159436" y="103022"/>
                </a:cubicBezTo>
                <a:cubicBezTo>
                  <a:pt x="159104" y="103381"/>
                  <a:pt x="158197" y="103867"/>
                  <a:pt x="156716" y="104480"/>
                </a:cubicBezTo>
                <a:cubicBezTo>
                  <a:pt x="155235" y="105093"/>
                  <a:pt x="153345" y="105693"/>
                  <a:pt x="151047" y="106280"/>
                </a:cubicBezTo>
                <a:cubicBezTo>
                  <a:pt x="148749" y="106867"/>
                  <a:pt x="146119" y="107378"/>
                  <a:pt x="143157" y="107812"/>
                </a:cubicBezTo>
                <a:cubicBezTo>
                  <a:pt x="140194" y="108246"/>
                  <a:pt x="137028" y="108463"/>
                  <a:pt x="133657" y="108463"/>
                </a:cubicBezTo>
                <a:cubicBezTo>
                  <a:pt x="127579" y="108463"/>
                  <a:pt x="122255" y="107695"/>
                  <a:pt x="117684" y="106160"/>
                </a:cubicBezTo>
                <a:cubicBezTo>
                  <a:pt x="113113" y="104625"/>
                  <a:pt x="109296" y="102297"/>
                  <a:pt x="106231" y="99175"/>
                </a:cubicBezTo>
                <a:cubicBezTo>
                  <a:pt x="103167" y="96054"/>
                  <a:pt x="100881" y="92115"/>
                  <a:pt x="99375" y="87358"/>
                </a:cubicBezTo>
                <a:cubicBezTo>
                  <a:pt x="97868" y="82599"/>
                  <a:pt x="97115" y="77022"/>
                  <a:pt x="97115" y="70626"/>
                </a:cubicBezTo>
                <a:cubicBezTo>
                  <a:pt x="97115" y="64536"/>
                  <a:pt x="97907" y="59048"/>
                  <a:pt x="99490" y="54162"/>
                </a:cubicBezTo>
                <a:cubicBezTo>
                  <a:pt x="101073" y="49276"/>
                  <a:pt x="103371" y="45131"/>
                  <a:pt x="106385" y="41729"/>
                </a:cubicBezTo>
                <a:cubicBezTo>
                  <a:pt x="109398" y="38325"/>
                  <a:pt x="113062" y="35728"/>
                  <a:pt x="117378" y="33938"/>
                </a:cubicBezTo>
                <a:cubicBezTo>
                  <a:pt x="121693" y="32147"/>
                  <a:pt x="126558" y="31252"/>
                  <a:pt x="131972" y="31252"/>
                </a:cubicBezTo>
                <a:cubicBezTo>
                  <a:pt x="137692" y="31252"/>
                  <a:pt x="142582" y="32096"/>
                  <a:pt x="146642" y="33785"/>
                </a:cubicBezTo>
                <a:cubicBezTo>
                  <a:pt x="150702" y="35473"/>
                  <a:pt x="154035" y="37813"/>
                  <a:pt x="156640" y="40805"/>
                </a:cubicBezTo>
                <a:cubicBezTo>
                  <a:pt x="159244" y="43797"/>
                  <a:pt x="161159" y="47340"/>
                  <a:pt x="162385" y="51433"/>
                </a:cubicBezTo>
                <a:cubicBezTo>
                  <a:pt x="163611" y="55525"/>
                  <a:pt x="164224" y="59975"/>
                  <a:pt x="164224" y="64785"/>
                </a:cubicBezTo>
                <a:lnTo>
                  <a:pt x="164224" y="67854"/>
                </a:lnTo>
                <a:moveTo>
                  <a:pt x="145531" y="62351"/>
                </a:moveTo>
                <a:cubicBezTo>
                  <a:pt x="145685" y="56914"/>
                  <a:pt x="144599" y="52644"/>
                  <a:pt x="142276" y="49542"/>
                </a:cubicBezTo>
                <a:cubicBezTo>
                  <a:pt x="139952" y="46438"/>
                  <a:pt x="136364" y="44886"/>
                  <a:pt x="131512" y="44886"/>
                </a:cubicBezTo>
                <a:cubicBezTo>
                  <a:pt x="129061" y="44886"/>
                  <a:pt x="126928" y="45348"/>
                  <a:pt x="125115" y="46272"/>
                </a:cubicBezTo>
                <a:cubicBezTo>
                  <a:pt x="123302" y="47195"/>
                  <a:pt x="121796" y="48439"/>
                  <a:pt x="120595" y="50004"/>
                </a:cubicBezTo>
                <a:cubicBezTo>
                  <a:pt x="119395" y="51568"/>
                  <a:pt x="118476" y="53414"/>
                  <a:pt x="117837" y="55543"/>
                </a:cubicBezTo>
                <a:cubicBezTo>
                  <a:pt x="117199" y="57670"/>
                  <a:pt x="116829" y="59940"/>
                  <a:pt x="116727" y="62351"/>
                </a:cubicBezTo>
                <a:lnTo>
                  <a:pt x="145531" y="62351"/>
                </a:lnTo>
                <a:close/>
                <a:moveTo>
                  <a:pt x="250803" y="68859"/>
                </a:moveTo>
                <a:cubicBezTo>
                  <a:pt x="250803" y="74949"/>
                  <a:pt x="250152" y="80437"/>
                  <a:pt x="248850" y="85323"/>
                </a:cubicBezTo>
                <a:cubicBezTo>
                  <a:pt x="247547" y="90209"/>
                  <a:pt x="245645" y="94366"/>
                  <a:pt x="243142" y="97794"/>
                </a:cubicBezTo>
                <a:cubicBezTo>
                  <a:pt x="240640" y="101222"/>
                  <a:pt x="237524" y="103857"/>
                  <a:pt x="233796" y="105701"/>
                </a:cubicBezTo>
                <a:cubicBezTo>
                  <a:pt x="230068" y="107542"/>
                  <a:pt x="225803" y="108463"/>
                  <a:pt x="221003" y="108463"/>
                </a:cubicBezTo>
                <a:cubicBezTo>
                  <a:pt x="219011" y="108463"/>
                  <a:pt x="217185" y="108271"/>
                  <a:pt x="215525" y="107886"/>
                </a:cubicBezTo>
                <a:cubicBezTo>
                  <a:pt x="213865" y="107503"/>
                  <a:pt x="212256" y="106915"/>
                  <a:pt x="210699" y="106122"/>
                </a:cubicBezTo>
                <a:cubicBezTo>
                  <a:pt x="209141" y="105329"/>
                  <a:pt x="207596" y="104344"/>
                  <a:pt x="206064" y="103168"/>
                </a:cubicBezTo>
                <a:cubicBezTo>
                  <a:pt x="204532" y="101990"/>
                  <a:pt x="202949" y="100608"/>
                  <a:pt x="201314" y="99022"/>
                </a:cubicBezTo>
                <a:lnTo>
                  <a:pt x="201314" y="131210"/>
                </a:lnTo>
                <a:cubicBezTo>
                  <a:pt x="201314" y="131721"/>
                  <a:pt x="201161" y="132180"/>
                  <a:pt x="200855" y="132589"/>
                </a:cubicBezTo>
                <a:cubicBezTo>
                  <a:pt x="200548" y="132999"/>
                  <a:pt x="200025" y="133344"/>
                  <a:pt x="199284" y="133625"/>
                </a:cubicBezTo>
                <a:cubicBezTo>
                  <a:pt x="198544" y="133906"/>
                  <a:pt x="197560" y="134123"/>
                  <a:pt x="196335" y="134276"/>
                </a:cubicBezTo>
                <a:cubicBezTo>
                  <a:pt x="195109" y="134430"/>
                  <a:pt x="193551" y="134506"/>
                  <a:pt x="191662" y="134506"/>
                </a:cubicBezTo>
                <a:cubicBezTo>
                  <a:pt x="189772" y="134506"/>
                  <a:pt x="188214" y="134430"/>
                  <a:pt x="186988" y="134276"/>
                </a:cubicBezTo>
                <a:cubicBezTo>
                  <a:pt x="185763" y="134123"/>
                  <a:pt x="184780" y="133906"/>
                  <a:pt x="184039" y="133625"/>
                </a:cubicBezTo>
                <a:cubicBezTo>
                  <a:pt x="183299" y="133344"/>
                  <a:pt x="182775" y="132999"/>
                  <a:pt x="182469" y="132589"/>
                </a:cubicBezTo>
                <a:cubicBezTo>
                  <a:pt x="182162" y="132180"/>
                  <a:pt x="182009" y="131721"/>
                  <a:pt x="182009" y="131210"/>
                </a:cubicBezTo>
                <a:lnTo>
                  <a:pt x="182009" y="35697"/>
                </a:lnTo>
                <a:cubicBezTo>
                  <a:pt x="182009" y="35186"/>
                  <a:pt x="182137" y="34740"/>
                  <a:pt x="182392" y="34357"/>
                </a:cubicBezTo>
                <a:cubicBezTo>
                  <a:pt x="182647" y="33972"/>
                  <a:pt x="183094" y="33652"/>
                  <a:pt x="183733" y="33397"/>
                </a:cubicBezTo>
                <a:cubicBezTo>
                  <a:pt x="184371" y="33141"/>
                  <a:pt x="185214" y="32950"/>
                  <a:pt x="186261" y="32822"/>
                </a:cubicBezTo>
                <a:cubicBezTo>
                  <a:pt x="187308" y="32695"/>
                  <a:pt x="188623" y="32631"/>
                  <a:pt x="190206" y="32631"/>
                </a:cubicBezTo>
                <a:cubicBezTo>
                  <a:pt x="191738" y="32631"/>
                  <a:pt x="193028" y="32695"/>
                  <a:pt x="194075" y="32822"/>
                </a:cubicBezTo>
                <a:cubicBezTo>
                  <a:pt x="195122" y="32948"/>
                  <a:pt x="195964" y="33139"/>
                  <a:pt x="196603" y="33394"/>
                </a:cubicBezTo>
                <a:cubicBezTo>
                  <a:pt x="197241" y="33648"/>
                  <a:pt x="197688" y="33966"/>
                  <a:pt x="197943" y="34347"/>
                </a:cubicBezTo>
                <a:cubicBezTo>
                  <a:pt x="198199" y="34727"/>
                  <a:pt x="198327" y="35171"/>
                  <a:pt x="198327" y="35680"/>
                </a:cubicBezTo>
                <a:lnTo>
                  <a:pt x="198327" y="43685"/>
                </a:lnTo>
                <a:cubicBezTo>
                  <a:pt x="200318" y="41639"/>
                  <a:pt x="202272" y="39836"/>
                  <a:pt x="204187" y="38275"/>
                </a:cubicBezTo>
                <a:cubicBezTo>
                  <a:pt x="206102" y="36714"/>
                  <a:pt x="208056" y="35410"/>
                  <a:pt x="210048" y="34361"/>
                </a:cubicBezTo>
                <a:cubicBezTo>
                  <a:pt x="212039" y="33311"/>
                  <a:pt x="214095" y="32531"/>
                  <a:pt x="216215" y="32020"/>
                </a:cubicBezTo>
                <a:cubicBezTo>
                  <a:pt x="218334" y="31508"/>
                  <a:pt x="220594" y="31252"/>
                  <a:pt x="222994" y="31252"/>
                </a:cubicBezTo>
                <a:cubicBezTo>
                  <a:pt x="227999" y="31252"/>
                  <a:pt x="232264" y="32237"/>
                  <a:pt x="235788" y="34208"/>
                </a:cubicBezTo>
                <a:cubicBezTo>
                  <a:pt x="239312" y="36177"/>
                  <a:pt x="242185" y="38876"/>
                  <a:pt x="244406" y="42304"/>
                </a:cubicBezTo>
                <a:cubicBezTo>
                  <a:pt x="246628" y="45731"/>
                  <a:pt x="248250" y="49722"/>
                  <a:pt x="249271" y="54277"/>
                </a:cubicBezTo>
                <a:cubicBezTo>
                  <a:pt x="250293" y="58831"/>
                  <a:pt x="250803" y="63692"/>
                  <a:pt x="250803" y="68859"/>
                </a:cubicBezTo>
                <a:moveTo>
                  <a:pt x="230732" y="70279"/>
                </a:moveTo>
                <a:cubicBezTo>
                  <a:pt x="230732" y="67363"/>
                  <a:pt x="230515" y="64563"/>
                  <a:pt x="230081" y="61877"/>
                </a:cubicBezTo>
                <a:cubicBezTo>
                  <a:pt x="229647" y="59191"/>
                  <a:pt x="228906" y="56800"/>
                  <a:pt x="227859" y="54703"/>
                </a:cubicBezTo>
                <a:cubicBezTo>
                  <a:pt x="226812" y="52606"/>
                  <a:pt x="225433" y="50931"/>
                  <a:pt x="223722" y="49679"/>
                </a:cubicBezTo>
                <a:cubicBezTo>
                  <a:pt x="222011" y="48424"/>
                  <a:pt x="219879" y="47797"/>
                  <a:pt x="217325" y="47797"/>
                </a:cubicBezTo>
                <a:cubicBezTo>
                  <a:pt x="216049" y="47797"/>
                  <a:pt x="214785" y="47989"/>
                  <a:pt x="213533" y="48372"/>
                </a:cubicBezTo>
                <a:cubicBezTo>
                  <a:pt x="212282" y="48753"/>
                  <a:pt x="211005" y="49377"/>
                  <a:pt x="209703" y="50244"/>
                </a:cubicBezTo>
                <a:cubicBezTo>
                  <a:pt x="208401" y="51110"/>
                  <a:pt x="207060" y="52232"/>
                  <a:pt x="205681" y="53609"/>
                </a:cubicBezTo>
                <a:cubicBezTo>
                  <a:pt x="204302" y="54985"/>
                  <a:pt x="202846" y="56691"/>
                  <a:pt x="201314" y="58729"/>
                </a:cubicBezTo>
                <a:lnTo>
                  <a:pt x="201314" y="81292"/>
                </a:lnTo>
                <a:cubicBezTo>
                  <a:pt x="204021" y="84731"/>
                  <a:pt x="206600" y="87387"/>
                  <a:pt x="209052" y="89261"/>
                </a:cubicBezTo>
                <a:cubicBezTo>
                  <a:pt x="211503" y="91134"/>
                  <a:pt x="214057" y="92071"/>
                  <a:pt x="216713" y="92071"/>
                </a:cubicBezTo>
                <a:cubicBezTo>
                  <a:pt x="219215" y="92071"/>
                  <a:pt x="221347" y="91432"/>
                  <a:pt x="223109" y="90153"/>
                </a:cubicBezTo>
                <a:cubicBezTo>
                  <a:pt x="224871" y="88874"/>
                  <a:pt x="226314" y="87198"/>
                  <a:pt x="227438" y="85127"/>
                </a:cubicBezTo>
                <a:cubicBezTo>
                  <a:pt x="228561" y="83055"/>
                  <a:pt x="229391" y="80715"/>
                  <a:pt x="229927" y="78106"/>
                </a:cubicBezTo>
                <a:cubicBezTo>
                  <a:pt x="230464" y="75497"/>
                  <a:pt x="230732" y="72888"/>
                  <a:pt x="230732" y="70279"/>
                </a:cubicBezTo>
                <a:close/>
                <a:moveTo>
                  <a:pt x="287872" y="104020"/>
                </a:moveTo>
                <a:cubicBezTo>
                  <a:pt x="287872" y="104531"/>
                  <a:pt x="287719" y="104978"/>
                  <a:pt x="287413" y="105361"/>
                </a:cubicBezTo>
                <a:cubicBezTo>
                  <a:pt x="287106" y="105744"/>
                  <a:pt x="286583" y="106063"/>
                  <a:pt x="285842" y="106318"/>
                </a:cubicBezTo>
                <a:cubicBezTo>
                  <a:pt x="285102" y="106573"/>
                  <a:pt x="284119" y="106765"/>
                  <a:pt x="282893" y="106893"/>
                </a:cubicBezTo>
                <a:cubicBezTo>
                  <a:pt x="281667" y="107020"/>
                  <a:pt x="280110" y="107084"/>
                  <a:pt x="278220" y="107084"/>
                </a:cubicBezTo>
                <a:cubicBezTo>
                  <a:pt x="276330" y="107084"/>
                  <a:pt x="274772" y="107020"/>
                  <a:pt x="273547" y="106893"/>
                </a:cubicBezTo>
                <a:cubicBezTo>
                  <a:pt x="272321" y="106765"/>
                  <a:pt x="271338" y="106573"/>
                  <a:pt x="270597" y="106318"/>
                </a:cubicBezTo>
                <a:cubicBezTo>
                  <a:pt x="269857" y="106063"/>
                  <a:pt x="269333" y="105744"/>
                  <a:pt x="269027" y="105361"/>
                </a:cubicBezTo>
                <a:cubicBezTo>
                  <a:pt x="268720" y="104978"/>
                  <a:pt x="268567" y="104531"/>
                  <a:pt x="268567" y="104020"/>
                </a:cubicBezTo>
                <a:lnTo>
                  <a:pt x="268567" y="3294"/>
                </a:lnTo>
                <a:cubicBezTo>
                  <a:pt x="268567" y="2783"/>
                  <a:pt x="268720" y="2323"/>
                  <a:pt x="269027" y="1915"/>
                </a:cubicBezTo>
                <a:cubicBezTo>
                  <a:pt x="269333" y="1506"/>
                  <a:pt x="269857" y="1162"/>
                  <a:pt x="270597" y="881"/>
                </a:cubicBezTo>
                <a:cubicBezTo>
                  <a:pt x="271338" y="600"/>
                  <a:pt x="272321" y="383"/>
                  <a:pt x="273547" y="230"/>
                </a:cubicBezTo>
                <a:cubicBezTo>
                  <a:pt x="274772" y="77"/>
                  <a:pt x="276330" y="0"/>
                  <a:pt x="278220" y="0"/>
                </a:cubicBezTo>
                <a:cubicBezTo>
                  <a:pt x="280110" y="0"/>
                  <a:pt x="281667" y="77"/>
                  <a:pt x="282893" y="230"/>
                </a:cubicBezTo>
                <a:cubicBezTo>
                  <a:pt x="284119" y="383"/>
                  <a:pt x="285102" y="600"/>
                  <a:pt x="285842" y="881"/>
                </a:cubicBezTo>
                <a:cubicBezTo>
                  <a:pt x="286583" y="1162"/>
                  <a:pt x="287106" y="1506"/>
                  <a:pt x="287413" y="1915"/>
                </a:cubicBezTo>
                <a:cubicBezTo>
                  <a:pt x="287719" y="2323"/>
                  <a:pt x="287872" y="2783"/>
                  <a:pt x="287872" y="3294"/>
                </a:cubicBezTo>
                <a:lnTo>
                  <a:pt x="287872" y="104020"/>
                </a:lnTo>
                <a:close/>
                <a:moveTo>
                  <a:pt x="377001" y="69166"/>
                </a:moveTo>
                <a:cubicBezTo>
                  <a:pt x="377001" y="75000"/>
                  <a:pt x="376235" y="80322"/>
                  <a:pt x="374703" y="85132"/>
                </a:cubicBezTo>
                <a:cubicBezTo>
                  <a:pt x="373171" y="89941"/>
                  <a:pt x="370847" y="94086"/>
                  <a:pt x="367732" y="97564"/>
                </a:cubicBezTo>
                <a:cubicBezTo>
                  <a:pt x="364616" y="101043"/>
                  <a:pt x="360709" y="103730"/>
                  <a:pt x="356010" y="105624"/>
                </a:cubicBezTo>
                <a:cubicBezTo>
                  <a:pt x="351312" y="107517"/>
                  <a:pt x="345822" y="108463"/>
                  <a:pt x="339540" y="108463"/>
                </a:cubicBezTo>
                <a:cubicBezTo>
                  <a:pt x="333462" y="108463"/>
                  <a:pt x="328176" y="107619"/>
                  <a:pt x="323682" y="105930"/>
                </a:cubicBezTo>
                <a:cubicBezTo>
                  <a:pt x="319187" y="104242"/>
                  <a:pt x="315459" y="101786"/>
                  <a:pt x="312497" y="98563"/>
                </a:cubicBezTo>
                <a:cubicBezTo>
                  <a:pt x="309535" y="95339"/>
                  <a:pt x="307339" y="91373"/>
                  <a:pt x="305909" y="86666"/>
                </a:cubicBezTo>
                <a:cubicBezTo>
                  <a:pt x="304479" y="81958"/>
                  <a:pt x="303764" y="76586"/>
                  <a:pt x="303764" y="70549"/>
                </a:cubicBezTo>
                <a:cubicBezTo>
                  <a:pt x="303764" y="64715"/>
                  <a:pt x="304542" y="59380"/>
                  <a:pt x="306100" y="54545"/>
                </a:cubicBezTo>
                <a:cubicBezTo>
                  <a:pt x="307658" y="49710"/>
                  <a:pt x="309994" y="45565"/>
                  <a:pt x="313110" y="42112"/>
                </a:cubicBezTo>
                <a:cubicBezTo>
                  <a:pt x="316225" y="38659"/>
                  <a:pt x="320119" y="35986"/>
                  <a:pt x="324793" y="34093"/>
                </a:cubicBezTo>
                <a:cubicBezTo>
                  <a:pt x="329466" y="32199"/>
                  <a:pt x="334943" y="31252"/>
                  <a:pt x="341225" y="31252"/>
                </a:cubicBezTo>
                <a:cubicBezTo>
                  <a:pt x="347354" y="31252"/>
                  <a:pt x="352665" y="32083"/>
                  <a:pt x="357160" y="33746"/>
                </a:cubicBezTo>
                <a:cubicBezTo>
                  <a:pt x="361654" y="35409"/>
                  <a:pt x="365369" y="37852"/>
                  <a:pt x="368306" y="41076"/>
                </a:cubicBezTo>
                <a:cubicBezTo>
                  <a:pt x="371243" y="44299"/>
                  <a:pt x="373426" y="48265"/>
                  <a:pt x="374856" y="52972"/>
                </a:cubicBezTo>
                <a:cubicBezTo>
                  <a:pt x="376286" y="57680"/>
                  <a:pt x="377001" y="63078"/>
                  <a:pt x="377001" y="69166"/>
                </a:cubicBezTo>
                <a:moveTo>
                  <a:pt x="357160" y="69934"/>
                </a:moveTo>
                <a:cubicBezTo>
                  <a:pt x="357160" y="66564"/>
                  <a:pt x="356891" y="63461"/>
                  <a:pt x="356355" y="60627"/>
                </a:cubicBezTo>
                <a:cubicBezTo>
                  <a:pt x="355819" y="57793"/>
                  <a:pt x="354912" y="55329"/>
                  <a:pt x="353636" y="53236"/>
                </a:cubicBezTo>
                <a:cubicBezTo>
                  <a:pt x="352359" y="51142"/>
                  <a:pt x="350661" y="49508"/>
                  <a:pt x="348541" y="48333"/>
                </a:cubicBezTo>
                <a:cubicBezTo>
                  <a:pt x="346422" y="47159"/>
                  <a:pt x="343753" y="46572"/>
                  <a:pt x="340536" y="46572"/>
                </a:cubicBezTo>
                <a:cubicBezTo>
                  <a:pt x="337675" y="46572"/>
                  <a:pt x="335173" y="47095"/>
                  <a:pt x="333028" y="48142"/>
                </a:cubicBezTo>
                <a:cubicBezTo>
                  <a:pt x="330883" y="49189"/>
                  <a:pt x="329121" y="50721"/>
                  <a:pt x="327742" y="52738"/>
                </a:cubicBezTo>
                <a:cubicBezTo>
                  <a:pt x="326363" y="54755"/>
                  <a:pt x="325329" y="57180"/>
                  <a:pt x="324639" y="60015"/>
                </a:cubicBezTo>
                <a:cubicBezTo>
                  <a:pt x="323950" y="62849"/>
                  <a:pt x="323605" y="66079"/>
                  <a:pt x="323605" y="69704"/>
                </a:cubicBezTo>
                <a:cubicBezTo>
                  <a:pt x="323605" y="73075"/>
                  <a:pt x="323886" y="76177"/>
                  <a:pt x="324448" y="79011"/>
                </a:cubicBezTo>
                <a:cubicBezTo>
                  <a:pt x="325010" y="81845"/>
                  <a:pt x="325916" y="84309"/>
                  <a:pt x="327167" y="86403"/>
                </a:cubicBezTo>
                <a:cubicBezTo>
                  <a:pt x="328419" y="88496"/>
                  <a:pt x="330117" y="90118"/>
                  <a:pt x="332262" y="91267"/>
                </a:cubicBezTo>
                <a:cubicBezTo>
                  <a:pt x="334407" y="92416"/>
                  <a:pt x="337063" y="92990"/>
                  <a:pt x="340229" y="92990"/>
                </a:cubicBezTo>
                <a:cubicBezTo>
                  <a:pt x="343140" y="92990"/>
                  <a:pt x="345668" y="92467"/>
                  <a:pt x="347813" y="91420"/>
                </a:cubicBezTo>
                <a:cubicBezTo>
                  <a:pt x="349958" y="90373"/>
                  <a:pt x="351720" y="88854"/>
                  <a:pt x="353099" y="86862"/>
                </a:cubicBezTo>
                <a:cubicBezTo>
                  <a:pt x="354478" y="84871"/>
                  <a:pt x="355500" y="82458"/>
                  <a:pt x="356164" y="79624"/>
                </a:cubicBezTo>
                <a:cubicBezTo>
                  <a:pt x="356828" y="76790"/>
                  <a:pt x="357160" y="73560"/>
                  <a:pt x="357160" y="69934"/>
                </a:cubicBezTo>
                <a:close/>
                <a:moveTo>
                  <a:pt x="433124" y="106624"/>
                </a:moveTo>
                <a:lnTo>
                  <a:pt x="424850" y="130896"/>
                </a:lnTo>
                <a:cubicBezTo>
                  <a:pt x="424391" y="132176"/>
                  <a:pt x="423139" y="133098"/>
                  <a:pt x="421096" y="133661"/>
                </a:cubicBezTo>
                <a:cubicBezTo>
                  <a:pt x="419053" y="134224"/>
                  <a:pt x="416066" y="134506"/>
                  <a:pt x="412133" y="134506"/>
                </a:cubicBezTo>
                <a:cubicBezTo>
                  <a:pt x="410090" y="134506"/>
                  <a:pt x="408456" y="134416"/>
                  <a:pt x="407230" y="134236"/>
                </a:cubicBezTo>
                <a:cubicBezTo>
                  <a:pt x="406005" y="134057"/>
                  <a:pt x="405085" y="133763"/>
                  <a:pt x="404472" y="133352"/>
                </a:cubicBezTo>
                <a:cubicBezTo>
                  <a:pt x="403859" y="132944"/>
                  <a:pt x="403528" y="132432"/>
                  <a:pt x="403476" y="131818"/>
                </a:cubicBezTo>
                <a:cubicBezTo>
                  <a:pt x="403425" y="131204"/>
                  <a:pt x="403579" y="130461"/>
                  <a:pt x="403936" y="129590"/>
                </a:cubicBezTo>
                <a:lnTo>
                  <a:pt x="413053" y="106624"/>
                </a:lnTo>
                <a:cubicBezTo>
                  <a:pt x="412389" y="106318"/>
                  <a:pt x="411788" y="105846"/>
                  <a:pt x="411252" y="105207"/>
                </a:cubicBezTo>
                <a:cubicBezTo>
                  <a:pt x="410716" y="104569"/>
                  <a:pt x="410320" y="103892"/>
                  <a:pt x="410065" y="103178"/>
                </a:cubicBezTo>
                <a:lnTo>
                  <a:pt x="386546" y="40367"/>
                </a:lnTo>
                <a:cubicBezTo>
                  <a:pt x="385882" y="38580"/>
                  <a:pt x="385550" y="37214"/>
                  <a:pt x="385550" y="36269"/>
                </a:cubicBezTo>
                <a:cubicBezTo>
                  <a:pt x="385550" y="35324"/>
                  <a:pt x="385857" y="34584"/>
                  <a:pt x="386469" y="34048"/>
                </a:cubicBezTo>
                <a:cubicBezTo>
                  <a:pt x="387082" y="33512"/>
                  <a:pt x="388116" y="33141"/>
                  <a:pt x="389572" y="32937"/>
                </a:cubicBezTo>
                <a:cubicBezTo>
                  <a:pt x="391028" y="32733"/>
                  <a:pt x="392956" y="32631"/>
                  <a:pt x="395356" y="32631"/>
                </a:cubicBezTo>
                <a:cubicBezTo>
                  <a:pt x="397552" y="32631"/>
                  <a:pt x="399289" y="32669"/>
                  <a:pt x="400565" y="32746"/>
                </a:cubicBezTo>
                <a:cubicBezTo>
                  <a:pt x="401842" y="32822"/>
                  <a:pt x="402838" y="33014"/>
                  <a:pt x="403553" y="33320"/>
                </a:cubicBezTo>
                <a:cubicBezTo>
                  <a:pt x="404268" y="33627"/>
                  <a:pt x="404804" y="34099"/>
                  <a:pt x="405162" y="34737"/>
                </a:cubicBezTo>
                <a:cubicBezTo>
                  <a:pt x="405519" y="35376"/>
                  <a:pt x="405877" y="36282"/>
                  <a:pt x="406234" y="37456"/>
                </a:cubicBezTo>
                <a:lnTo>
                  <a:pt x="422322" y="83185"/>
                </a:lnTo>
                <a:lnTo>
                  <a:pt x="422552" y="83185"/>
                </a:lnTo>
                <a:lnTo>
                  <a:pt x="437261" y="36537"/>
                </a:lnTo>
                <a:cubicBezTo>
                  <a:pt x="437567" y="35210"/>
                  <a:pt x="437963" y="34329"/>
                  <a:pt x="438448" y="33895"/>
                </a:cubicBezTo>
                <a:cubicBezTo>
                  <a:pt x="438933" y="33461"/>
                  <a:pt x="439738" y="33141"/>
                  <a:pt x="440861" y="32937"/>
                </a:cubicBezTo>
                <a:cubicBezTo>
                  <a:pt x="441985" y="32733"/>
                  <a:pt x="443951" y="32631"/>
                  <a:pt x="446760" y="32631"/>
                </a:cubicBezTo>
                <a:cubicBezTo>
                  <a:pt x="448956" y="32631"/>
                  <a:pt x="450782" y="32733"/>
                  <a:pt x="452238" y="32937"/>
                </a:cubicBezTo>
                <a:cubicBezTo>
                  <a:pt x="453693" y="33141"/>
                  <a:pt x="454766" y="33524"/>
                  <a:pt x="455455" y="34086"/>
                </a:cubicBezTo>
                <a:cubicBezTo>
                  <a:pt x="456145" y="34648"/>
                  <a:pt x="456489" y="35401"/>
                  <a:pt x="456489" y="36346"/>
                </a:cubicBezTo>
                <a:cubicBezTo>
                  <a:pt x="456489" y="37290"/>
                  <a:pt x="456285" y="38401"/>
                  <a:pt x="455877" y="39678"/>
                </a:cubicBezTo>
                <a:lnTo>
                  <a:pt x="433124" y="1066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fd939233b46dc"/>
          <a:stretch xmlns:a="http://schemas.openxmlformats.org/drawingml/2006/main"/>
        </p:blipFill>
        <p:spPr>
          <a:xfrm xmlns:a="http://schemas.openxmlformats.org/drawingml/2006/main">
            <a:off x="4114419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5eb2c8c534843"/>
          <a:stretch xmlns:a="http://schemas.openxmlformats.org/drawingml/2006/main"/>
        </p:blipFill>
        <p:spPr>
          <a:xfrm xmlns:a="http://schemas.openxmlformats.org/drawingml/2006/main">
            <a:off x="4147053" y="151875"/>
            <a:ext cx="788235" cy="421731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11c234d47498b"/>
          <a:stretch xmlns:a="http://schemas.openxmlformats.org/drawingml/2006/main"/>
        </p:blipFill>
        <p:spPr>
          <a:xfrm xmlns:a="http://schemas.openxmlformats.org/drawingml/2006/main">
            <a:off x="4132650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27" name="Text Release">
            <a:extLst xmlns:a="http://schemas.openxmlformats.org/drawingml/2006/main">
              <a:ext uri="{FF2B5EF4-FFF2-40B4-BE49-F238E27FC236}">
                <a16:creationId xmlns:a16="http://schemas.microsoft.com/office/drawing/2014/main" id="{19A3C78B-FAA7-427E-B4C1-244486DA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357" y="268667"/>
            <a:ext cx="495694" cy="108463"/>
          </a:xfrm>
          <a:custGeom xmlns:a="http://schemas.openxmlformats.org/drawingml/2006/main">
            <a:pathLst>
              <a:path w="495694" h="108463">
                <a:moveTo>
                  <a:pt x="73544" y="104023"/>
                </a:moveTo>
                <a:cubicBezTo>
                  <a:pt x="73544" y="104584"/>
                  <a:pt x="73442" y="105057"/>
                  <a:pt x="73238" y="105440"/>
                </a:cubicBezTo>
                <a:cubicBezTo>
                  <a:pt x="73033" y="105821"/>
                  <a:pt x="72548" y="106139"/>
                  <a:pt x="71782" y="106395"/>
                </a:cubicBezTo>
                <a:cubicBezTo>
                  <a:pt x="71016" y="106650"/>
                  <a:pt x="69892" y="106829"/>
                  <a:pt x="68411" y="106931"/>
                </a:cubicBezTo>
                <a:cubicBezTo>
                  <a:pt x="66930" y="107033"/>
                  <a:pt x="64913" y="107084"/>
                  <a:pt x="62359" y="107084"/>
                </a:cubicBezTo>
                <a:cubicBezTo>
                  <a:pt x="60214" y="107084"/>
                  <a:pt x="58503" y="107033"/>
                  <a:pt x="57226" y="106931"/>
                </a:cubicBezTo>
                <a:cubicBezTo>
                  <a:pt x="55950" y="106829"/>
                  <a:pt x="54941" y="106638"/>
                  <a:pt x="54200" y="106359"/>
                </a:cubicBezTo>
                <a:cubicBezTo>
                  <a:pt x="53460" y="106078"/>
                  <a:pt x="52936" y="105721"/>
                  <a:pt x="52630" y="105289"/>
                </a:cubicBezTo>
                <a:cubicBezTo>
                  <a:pt x="52324" y="104855"/>
                  <a:pt x="52068" y="104332"/>
                  <a:pt x="51864" y="103721"/>
                </a:cubicBezTo>
                <a:lnTo>
                  <a:pt x="42977" y="81625"/>
                </a:lnTo>
                <a:cubicBezTo>
                  <a:pt x="41905" y="79127"/>
                  <a:pt x="40858" y="76910"/>
                  <a:pt x="39836" y="74973"/>
                </a:cubicBezTo>
                <a:cubicBezTo>
                  <a:pt x="38815" y="73035"/>
                  <a:pt x="37679" y="71417"/>
                  <a:pt x="36427" y="70118"/>
                </a:cubicBezTo>
                <a:cubicBezTo>
                  <a:pt x="35176" y="68818"/>
                  <a:pt x="33733" y="67836"/>
                  <a:pt x="32099" y="67174"/>
                </a:cubicBezTo>
                <a:cubicBezTo>
                  <a:pt x="30465" y="66512"/>
                  <a:pt x="28575" y="66181"/>
                  <a:pt x="26430" y="66181"/>
                </a:cubicBezTo>
                <a:lnTo>
                  <a:pt x="20148" y="66181"/>
                </a:lnTo>
                <a:lnTo>
                  <a:pt x="20148" y="103874"/>
                </a:lnTo>
                <a:cubicBezTo>
                  <a:pt x="20148" y="104383"/>
                  <a:pt x="19982" y="104842"/>
                  <a:pt x="19650" y="105250"/>
                </a:cubicBezTo>
                <a:cubicBezTo>
                  <a:pt x="19318" y="105657"/>
                  <a:pt x="18769" y="105989"/>
                  <a:pt x="18003" y="106244"/>
                </a:cubicBezTo>
                <a:cubicBezTo>
                  <a:pt x="17237" y="106498"/>
                  <a:pt x="16215" y="106701"/>
                  <a:pt x="14939" y="106854"/>
                </a:cubicBezTo>
                <a:cubicBezTo>
                  <a:pt x="13662" y="107007"/>
                  <a:pt x="12028" y="107084"/>
                  <a:pt x="10036" y="107084"/>
                </a:cubicBezTo>
                <a:cubicBezTo>
                  <a:pt x="8095" y="107084"/>
                  <a:pt x="6473" y="107007"/>
                  <a:pt x="5171" y="106854"/>
                </a:cubicBezTo>
                <a:cubicBezTo>
                  <a:pt x="3869" y="106701"/>
                  <a:pt x="2835" y="106497"/>
                  <a:pt x="2068" y="106241"/>
                </a:cubicBezTo>
                <a:cubicBezTo>
                  <a:pt x="1302" y="105986"/>
                  <a:pt x="766" y="105654"/>
                  <a:pt x="460" y="105246"/>
                </a:cubicBezTo>
                <a:cubicBezTo>
                  <a:pt x="153" y="104837"/>
                  <a:pt x="0" y="104378"/>
                  <a:pt x="0" y="103867"/>
                </a:cubicBezTo>
                <a:lnTo>
                  <a:pt x="0" y="13864"/>
                </a:lnTo>
                <a:cubicBezTo>
                  <a:pt x="0" y="11617"/>
                  <a:pt x="575" y="9996"/>
                  <a:pt x="1724" y="9000"/>
                </a:cubicBezTo>
                <a:cubicBezTo>
                  <a:pt x="2873" y="8004"/>
                  <a:pt x="4290" y="7507"/>
                  <a:pt x="5975" y="7507"/>
                </a:cubicBezTo>
                <a:lnTo>
                  <a:pt x="31639" y="7507"/>
                </a:lnTo>
                <a:cubicBezTo>
                  <a:pt x="34244" y="7507"/>
                  <a:pt x="36389" y="7558"/>
                  <a:pt x="38074" y="7660"/>
                </a:cubicBezTo>
                <a:cubicBezTo>
                  <a:pt x="39760" y="7762"/>
                  <a:pt x="41292" y="7890"/>
                  <a:pt x="42671" y="8043"/>
                </a:cubicBezTo>
                <a:cubicBezTo>
                  <a:pt x="46654" y="8606"/>
                  <a:pt x="50242" y="9578"/>
                  <a:pt x="53434" y="10958"/>
                </a:cubicBezTo>
                <a:cubicBezTo>
                  <a:pt x="56626" y="12337"/>
                  <a:pt x="59333" y="14139"/>
                  <a:pt x="61555" y="16363"/>
                </a:cubicBezTo>
                <a:cubicBezTo>
                  <a:pt x="63776" y="18586"/>
                  <a:pt x="65475" y="21218"/>
                  <a:pt x="66649" y="24260"/>
                </a:cubicBezTo>
                <a:cubicBezTo>
                  <a:pt x="67824" y="27300"/>
                  <a:pt x="68411" y="30788"/>
                  <a:pt x="68411" y="34723"/>
                </a:cubicBezTo>
                <a:cubicBezTo>
                  <a:pt x="68411" y="38045"/>
                  <a:pt x="67990" y="41074"/>
                  <a:pt x="67147" y="43809"/>
                </a:cubicBezTo>
                <a:cubicBezTo>
                  <a:pt x="66305" y="46543"/>
                  <a:pt x="65066" y="48984"/>
                  <a:pt x="63432" y="51132"/>
                </a:cubicBezTo>
                <a:cubicBezTo>
                  <a:pt x="61797" y="53278"/>
                  <a:pt x="59780" y="55143"/>
                  <a:pt x="57380" y="56728"/>
                </a:cubicBezTo>
                <a:cubicBezTo>
                  <a:pt x="54979" y="58311"/>
                  <a:pt x="52247" y="59588"/>
                  <a:pt x="49183" y="60560"/>
                </a:cubicBezTo>
                <a:cubicBezTo>
                  <a:pt x="50664" y="61275"/>
                  <a:pt x="52055" y="62143"/>
                  <a:pt x="53358" y="63162"/>
                </a:cubicBezTo>
                <a:cubicBezTo>
                  <a:pt x="54660" y="64182"/>
                  <a:pt x="55886" y="65419"/>
                  <a:pt x="57035" y="66872"/>
                </a:cubicBezTo>
                <a:cubicBezTo>
                  <a:pt x="58184" y="68326"/>
                  <a:pt x="59269" y="69984"/>
                  <a:pt x="60291" y="71847"/>
                </a:cubicBezTo>
                <a:cubicBezTo>
                  <a:pt x="61312" y="73709"/>
                  <a:pt x="62308" y="75813"/>
                  <a:pt x="63278" y="78159"/>
                </a:cubicBezTo>
                <a:lnTo>
                  <a:pt x="71629" y="97672"/>
                </a:lnTo>
                <a:cubicBezTo>
                  <a:pt x="72395" y="99611"/>
                  <a:pt x="72906" y="101027"/>
                  <a:pt x="73161" y="101921"/>
                </a:cubicBezTo>
                <a:cubicBezTo>
                  <a:pt x="73416" y="102813"/>
                  <a:pt x="73544" y="103513"/>
                  <a:pt x="73544" y="104023"/>
                </a:cubicBezTo>
                <a:moveTo>
                  <a:pt x="47574" y="36805"/>
                </a:moveTo>
                <a:cubicBezTo>
                  <a:pt x="47574" y="33547"/>
                  <a:pt x="46833" y="30797"/>
                  <a:pt x="45352" y="28557"/>
                </a:cubicBezTo>
                <a:cubicBezTo>
                  <a:pt x="43871" y="26315"/>
                  <a:pt x="41445" y="24736"/>
                  <a:pt x="38074" y="23820"/>
                </a:cubicBezTo>
                <a:cubicBezTo>
                  <a:pt x="37053" y="23564"/>
                  <a:pt x="35891" y="23361"/>
                  <a:pt x="34589" y="23209"/>
                </a:cubicBezTo>
                <a:cubicBezTo>
                  <a:pt x="33286" y="23056"/>
                  <a:pt x="31486" y="22979"/>
                  <a:pt x="29188" y="22979"/>
                </a:cubicBezTo>
                <a:lnTo>
                  <a:pt x="20148" y="22979"/>
                </a:lnTo>
                <a:lnTo>
                  <a:pt x="20148" y="51014"/>
                </a:lnTo>
                <a:lnTo>
                  <a:pt x="30414" y="51014"/>
                </a:lnTo>
                <a:cubicBezTo>
                  <a:pt x="33274" y="51014"/>
                  <a:pt x="35776" y="50670"/>
                  <a:pt x="37921" y="49983"/>
                </a:cubicBezTo>
                <a:cubicBezTo>
                  <a:pt x="40066" y="49295"/>
                  <a:pt x="41854" y="48328"/>
                  <a:pt x="43284" y="47081"/>
                </a:cubicBezTo>
                <a:cubicBezTo>
                  <a:pt x="44714" y="45834"/>
                  <a:pt x="45786" y="44344"/>
                  <a:pt x="46501" y="42612"/>
                </a:cubicBezTo>
                <a:cubicBezTo>
                  <a:pt x="47216" y="40881"/>
                  <a:pt x="47574" y="38945"/>
                  <a:pt x="47574" y="36805"/>
                </a:cubicBezTo>
                <a:close/>
                <a:moveTo>
                  <a:pt x="150606" y="67854"/>
                </a:moveTo>
                <a:cubicBezTo>
                  <a:pt x="150606" y="70208"/>
                  <a:pt x="150082" y="71947"/>
                  <a:pt x="149035" y="73072"/>
                </a:cubicBezTo>
                <a:cubicBezTo>
                  <a:pt x="147988" y="74197"/>
                  <a:pt x="146545" y="74760"/>
                  <a:pt x="144707" y="74760"/>
                </a:cubicBezTo>
                <a:lnTo>
                  <a:pt x="103108" y="74760"/>
                </a:lnTo>
                <a:cubicBezTo>
                  <a:pt x="103108" y="77682"/>
                  <a:pt x="103453" y="80335"/>
                  <a:pt x="104143" y="82719"/>
                </a:cubicBezTo>
                <a:cubicBezTo>
                  <a:pt x="104832" y="85103"/>
                  <a:pt x="105930" y="87129"/>
                  <a:pt x="107437" y="88796"/>
                </a:cubicBezTo>
                <a:cubicBezTo>
                  <a:pt x="108943" y="90462"/>
                  <a:pt x="110884" y="91731"/>
                  <a:pt x="113259" y="92602"/>
                </a:cubicBezTo>
                <a:cubicBezTo>
                  <a:pt x="115634" y="93474"/>
                  <a:pt x="118481" y="93909"/>
                  <a:pt x="121801" y="93909"/>
                </a:cubicBezTo>
                <a:cubicBezTo>
                  <a:pt x="125172" y="93909"/>
                  <a:pt x="128134" y="93663"/>
                  <a:pt x="130687" y="93170"/>
                </a:cubicBezTo>
                <a:cubicBezTo>
                  <a:pt x="133241" y="92676"/>
                  <a:pt x="135450" y="92131"/>
                  <a:pt x="137314" y="91535"/>
                </a:cubicBezTo>
                <a:cubicBezTo>
                  <a:pt x="139178" y="90938"/>
                  <a:pt x="140723" y="90393"/>
                  <a:pt x="141949" y="89900"/>
                </a:cubicBezTo>
                <a:cubicBezTo>
                  <a:pt x="143175" y="89407"/>
                  <a:pt x="144170" y="89160"/>
                  <a:pt x="144936" y="89160"/>
                </a:cubicBezTo>
                <a:cubicBezTo>
                  <a:pt x="145396" y="89160"/>
                  <a:pt x="145779" y="89250"/>
                  <a:pt x="146086" y="89431"/>
                </a:cubicBezTo>
                <a:cubicBezTo>
                  <a:pt x="146392" y="89609"/>
                  <a:pt x="146647" y="89930"/>
                  <a:pt x="146852" y="90393"/>
                </a:cubicBezTo>
                <a:cubicBezTo>
                  <a:pt x="147056" y="90854"/>
                  <a:pt x="147196" y="91508"/>
                  <a:pt x="147273" y="92356"/>
                </a:cubicBezTo>
                <a:cubicBezTo>
                  <a:pt x="147350" y="93203"/>
                  <a:pt x="147388" y="94268"/>
                  <a:pt x="147388" y="95551"/>
                </a:cubicBezTo>
                <a:cubicBezTo>
                  <a:pt x="147388" y="96681"/>
                  <a:pt x="147362" y="97644"/>
                  <a:pt x="147311" y="98440"/>
                </a:cubicBezTo>
                <a:cubicBezTo>
                  <a:pt x="147260" y="99235"/>
                  <a:pt x="147184" y="99915"/>
                  <a:pt x="147082" y="100480"/>
                </a:cubicBezTo>
                <a:cubicBezTo>
                  <a:pt x="146979" y="101045"/>
                  <a:pt x="146826" y="101520"/>
                  <a:pt x="146622" y="101907"/>
                </a:cubicBezTo>
                <a:cubicBezTo>
                  <a:pt x="146418" y="102291"/>
                  <a:pt x="146149" y="102663"/>
                  <a:pt x="145817" y="103022"/>
                </a:cubicBezTo>
                <a:cubicBezTo>
                  <a:pt x="145486" y="103381"/>
                  <a:pt x="144579" y="103867"/>
                  <a:pt x="143098" y="104480"/>
                </a:cubicBezTo>
                <a:cubicBezTo>
                  <a:pt x="141617" y="105093"/>
                  <a:pt x="139727" y="105693"/>
                  <a:pt x="137429" y="106280"/>
                </a:cubicBezTo>
                <a:cubicBezTo>
                  <a:pt x="135131" y="106867"/>
                  <a:pt x="132500" y="107378"/>
                  <a:pt x="129538" y="107812"/>
                </a:cubicBezTo>
                <a:cubicBezTo>
                  <a:pt x="126576" y="108246"/>
                  <a:pt x="123410" y="108463"/>
                  <a:pt x="120039" y="108463"/>
                </a:cubicBezTo>
                <a:cubicBezTo>
                  <a:pt x="113961" y="108463"/>
                  <a:pt x="108637" y="107695"/>
                  <a:pt x="104066" y="106160"/>
                </a:cubicBezTo>
                <a:cubicBezTo>
                  <a:pt x="99495" y="104625"/>
                  <a:pt x="95677" y="102297"/>
                  <a:pt x="92613" y="99175"/>
                </a:cubicBezTo>
                <a:cubicBezTo>
                  <a:pt x="89549" y="96054"/>
                  <a:pt x="87263" y="92115"/>
                  <a:pt x="85757" y="87358"/>
                </a:cubicBezTo>
                <a:cubicBezTo>
                  <a:pt x="84250" y="82599"/>
                  <a:pt x="83497" y="77022"/>
                  <a:pt x="83497" y="70626"/>
                </a:cubicBezTo>
                <a:cubicBezTo>
                  <a:pt x="83497" y="64536"/>
                  <a:pt x="84288" y="59048"/>
                  <a:pt x="85871" y="54162"/>
                </a:cubicBezTo>
                <a:cubicBezTo>
                  <a:pt x="87455" y="49276"/>
                  <a:pt x="89753" y="45131"/>
                  <a:pt x="92766" y="41729"/>
                </a:cubicBezTo>
                <a:cubicBezTo>
                  <a:pt x="95779" y="38325"/>
                  <a:pt x="99444" y="35728"/>
                  <a:pt x="103760" y="33938"/>
                </a:cubicBezTo>
                <a:cubicBezTo>
                  <a:pt x="108075" y="32147"/>
                  <a:pt x="112940" y="31252"/>
                  <a:pt x="118353" y="31252"/>
                </a:cubicBezTo>
                <a:cubicBezTo>
                  <a:pt x="124073" y="31252"/>
                  <a:pt x="128964" y="32096"/>
                  <a:pt x="133024" y="33785"/>
                </a:cubicBezTo>
                <a:cubicBezTo>
                  <a:pt x="137084" y="35473"/>
                  <a:pt x="140417" y="37813"/>
                  <a:pt x="143021" y="40805"/>
                </a:cubicBezTo>
                <a:cubicBezTo>
                  <a:pt x="145626" y="43797"/>
                  <a:pt x="147541" y="47340"/>
                  <a:pt x="148767" y="51433"/>
                </a:cubicBezTo>
                <a:cubicBezTo>
                  <a:pt x="149993" y="55525"/>
                  <a:pt x="150606" y="59975"/>
                  <a:pt x="150606" y="64785"/>
                </a:cubicBezTo>
                <a:lnTo>
                  <a:pt x="150606" y="67854"/>
                </a:lnTo>
                <a:moveTo>
                  <a:pt x="131913" y="62351"/>
                </a:moveTo>
                <a:cubicBezTo>
                  <a:pt x="132066" y="56914"/>
                  <a:pt x="130981" y="52644"/>
                  <a:pt x="128657" y="49542"/>
                </a:cubicBezTo>
                <a:cubicBezTo>
                  <a:pt x="126333" y="46438"/>
                  <a:pt x="122746" y="44886"/>
                  <a:pt x="117894" y="44886"/>
                </a:cubicBezTo>
                <a:cubicBezTo>
                  <a:pt x="115442" y="44886"/>
                  <a:pt x="113310" y="45348"/>
                  <a:pt x="111497" y="46272"/>
                </a:cubicBezTo>
                <a:cubicBezTo>
                  <a:pt x="109684" y="47195"/>
                  <a:pt x="108177" y="48439"/>
                  <a:pt x="106977" y="50004"/>
                </a:cubicBezTo>
                <a:cubicBezTo>
                  <a:pt x="105777" y="51568"/>
                  <a:pt x="104858" y="53414"/>
                  <a:pt x="104219" y="55543"/>
                </a:cubicBezTo>
                <a:cubicBezTo>
                  <a:pt x="103581" y="57670"/>
                  <a:pt x="103210" y="59940"/>
                  <a:pt x="103108" y="62351"/>
                </a:cubicBezTo>
                <a:lnTo>
                  <a:pt x="131913" y="62351"/>
                </a:lnTo>
                <a:close/>
                <a:moveTo>
                  <a:pt x="187727" y="104020"/>
                </a:moveTo>
                <a:cubicBezTo>
                  <a:pt x="187727" y="104531"/>
                  <a:pt x="187574" y="104978"/>
                  <a:pt x="187267" y="105361"/>
                </a:cubicBezTo>
                <a:cubicBezTo>
                  <a:pt x="186961" y="105744"/>
                  <a:pt x="186437" y="106063"/>
                  <a:pt x="185697" y="106318"/>
                </a:cubicBezTo>
                <a:cubicBezTo>
                  <a:pt x="184956" y="106573"/>
                  <a:pt x="183973" y="106765"/>
                  <a:pt x="182747" y="106893"/>
                </a:cubicBezTo>
                <a:cubicBezTo>
                  <a:pt x="181522" y="107020"/>
                  <a:pt x="179964" y="107084"/>
                  <a:pt x="178074" y="107084"/>
                </a:cubicBezTo>
                <a:cubicBezTo>
                  <a:pt x="176184" y="107084"/>
                  <a:pt x="174627" y="107020"/>
                  <a:pt x="173401" y="106893"/>
                </a:cubicBezTo>
                <a:cubicBezTo>
                  <a:pt x="172175" y="106765"/>
                  <a:pt x="171192" y="106573"/>
                  <a:pt x="170452" y="106318"/>
                </a:cubicBezTo>
                <a:cubicBezTo>
                  <a:pt x="169711" y="106063"/>
                  <a:pt x="169188" y="105744"/>
                  <a:pt x="168881" y="105361"/>
                </a:cubicBezTo>
                <a:cubicBezTo>
                  <a:pt x="168575" y="104978"/>
                  <a:pt x="168421" y="104531"/>
                  <a:pt x="168421" y="104020"/>
                </a:cubicBezTo>
                <a:lnTo>
                  <a:pt x="168421" y="3294"/>
                </a:lnTo>
                <a:cubicBezTo>
                  <a:pt x="168421" y="2783"/>
                  <a:pt x="168575" y="2323"/>
                  <a:pt x="168881" y="1915"/>
                </a:cubicBezTo>
                <a:cubicBezTo>
                  <a:pt x="169188" y="1506"/>
                  <a:pt x="169711" y="1162"/>
                  <a:pt x="170452" y="881"/>
                </a:cubicBezTo>
                <a:cubicBezTo>
                  <a:pt x="171192" y="600"/>
                  <a:pt x="172175" y="383"/>
                  <a:pt x="173401" y="230"/>
                </a:cubicBezTo>
                <a:cubicBezTo>
                  <a:pt x="174627" y="77"/>
                  <a:pt x="176184" y="0"/>
                  <a:pt x="178074" y="0"/>
                </a:cubicBezTo>
                <a:cubicBezTo>
                  <a:pt x="179964" y="0"/>
                  <a:pt x="181522" y="77"/>
                  <a:pt x="182747" y="230"/>
                </a:cubicBezTo>
                <a:cubicBezTo>
                  <a:pt x="183973" y="383"/>
                  <a:pt x="184956" y="600"/>
                  <a:pt x="185697" y="881"/>
                </a:cubicBezTo>
                <a:cubicBezTo>
                  <a:pt x="186437" y="1162"/>
                  <a:pt x="186961" y="1506"/>
                  <a:pt x="187267" y="1915"/>
                </a:cubicBezTo>
                <a:cubicBezTo>
                  <a:pt x="187574" y="2323"/>
                  <a:pt x="187727" y="2783"/>
                  <a:pt x="187727" y="3294"/>
                </a:cubicBezTo>
                <a:lnTo>
                  <a:pt x="187727" y="104020"/>
                </a:lnTo>
                <a:close/>
                <a:moveTo>
                  <a:pt x="270912" y="67854"/>
                </a:moveTo>
                <a:cubicBezTo>
                  <a:pt x="270912" y="70208"/>
                  <a:pt x="270388" y="71947"/>
                  <a:pt x="269341" y="73072"/>
                </a:cubicBezTo>
                <a:cubicBezTo>
                  <a:pt x="268294" y="74197"/>
                  <a:pt x="266851" y="74760"/>
                  <a:pt x="265013" y="74760"/>
                </a:cubicBezTo>
                <a:lnTo>
                  <a:pt x="223415" y="74760"/>
                </a:lnTo>
                <a:cubicBezTo>
                  <a:pt x="223415" y="77682"/>
                  <a:pt x="223759" y="80335"/>
                  <a:pt x="224449" y="82719"/>
                </a:cubicBezTo>
                <a:cubicBezTo>
                  <a:pt x="225138" y="85103"/>
                  <a:pt x="226236" y="87129"/>
                  <a:pt x="227743" y="88796"/>
                </a:cubicBezTo>
                <a:cubicBezTo>
                  <a:pt x="229250" y="90462"/>
                  <a:pt x="231190" y="91731"/>
                  <a:pt x="233565" y="92602"/>
                </a:cubicBezTo>
                <a:cubicBezTo>
                  <a:pt x="235940" y="93474"/>
                  <a:pt x="238787" y="93909"/>
                  <a:pt x="242107" y="93909"/>
                </a:cubicBezTo>
                <a:cubicBezTo>
                  <a:pt x="245478" y="93909"/>
                  <a:pt x="248440" y="93663"/>
                  <a:pt x="250994" y="93170"/>
                </a:cubicBezTo>
                <a:cubicBezTo>
                  <a:pt x="253547" y="92676"/>
                  <a:pt x="255756" y="92131"/>
                  <a:pt x="257620" y="91535"/>
                </a:cubicBezTo>
                <a:cubicBezTo>
                  <a:pt x="259484" y="90938"/>
                  <a:pt x="261029" y="90393"/>
                  <a:pt x="262255" y="89900"/>
                </a:cubicBezTo>
                <a:cubicBezTo>
                  <a:pt x="263481" y="89407"/>
                  <a:pt x="264477" y="89160"/>
                  <a:pt x="265243" y="89160"/>
                </a:cubicBezTo>
                <a:cubicBezTo>
                  <a:pt x="265702" y="89160"/>
                  <a:pt x="266085" y="89250"/>
                  <a:pt x="266392" y="89431"/>
                </a:cubicBezTo>
                <a:cubicBezTo>
                  <a:pt x="266698" y="89609"/>
                  <a:pt x="266954" y="89930"/>
                  <a:pt x="267158" y="90393"/>
                </a:cubicBezTo>
                <a:cubicBezTo>
                  <a:pt x="267362" y="90854"/>
                  <a:pt x="267503" y="91508"/>
                  <a:pt x="267579" y="92356"/>
                </a:cubicBezTo>
                <a:cubicBezTo>
                  <a:pt x="267656" y="93203"/>
                  <a:pt x="267694" y="94268"/>
                  <a:pt x="267694" y="95551"/>
                </a:cubicBezTo>
                <a:cubicBezTo>
                  <a:pt x="267694" y="96681"/>
                  <a:pt x="267669" y="97644"/>
                  <a:pt x="267618" y="98440"/>
                </a:cubicBezTo>
                <a:cubicBezTo>
                  <a:pt x="267566" y="99235"/>
                  <a:pt x="267490" y="99915"/>
                  <a:pt x="267388" y="100480"/>
                </a:cubicBezTo>
                <a:cubicBezTo>
                  <a:pt x="267286" y="101045"/>
                  <a:pt x="267132" y="101520"/>
                  <a:pt x="266928" y="101907"/>
                </a:cubicBezTo>
                <a:cubicBezTo>
                  <a:pt x="266724" y="102291"/>
                  <a:pt x="266456" y="102663"/>
                  <a:pt x="266124" y="103022"/>
                </a:cubicBezTo>
                <a:cubicBezTo>
                  <a:pt x="265792" y="103381"/>
                  <a:pt x="264885" y="103867"/>
                  <a:pt x="263404" y="104480"/>
                </a:cubicBezTo>
                <a:cubicBezTo>
                  <a:pt x="261923" y="105093"/>
                  <a:pt x="260033" y="105693"/>
                  <a:pt x="257735" y="106280"/>
                </a:cubicBezTo>
                <a:cubicBezTo>
                  <a:pt x="255437" y="106867"/>
                  <a:pt x="252807" y="107378"/>
                  <a:pt x="249844" y="107812"/>
                </a:cubicBezTo>
                <a:cubicBezTo>
                  <a:pt x="246882" y="108246"/>
                  <a:pt x="243716" y="108463"/>
                  <a:pt x="240345" y="108463"/>
                </a:cubicBezTo>
                <a:cubicBezTo>
                  <a:pt x="234267" y="108463"/>
                  <a:pt x="228943" y="107695"/>
                  <a:pt x="224372" y="106160"/>
                </a:cubicBezTo>
                <a:cubicBezTo>
                  <a:pt x="219801" y="104625"/>
                  <a:pt x="215984" y="102297"/>
                  <a:pt x="212919" y="99175"/>
                </a:cubicBezTo>
                <a:cubicBezTo>
                  <a:pt x="209855" y="96054"/>
                  <a:pt x="207569" y="92115"/>
                  <a:pt x="206063" y="87358"/>
                </a:cubicBezTo>
                <a:cubicBezTo>
                  <a:pt x="204556" y="82599"/>
                  <a:pt x="203803" y="77022"/>
                  <a:pt x="203803" y="70626"/>
                </a:cubicBezTo>
                <a:cubicBezTo>
                  <a:pt x="203803" y="64536"/>
                  <a:pt x="204594" y="59048"/>
                  <a:pt x="206178" y="54162"/>
                </a:cubicBezTo>
                <a:cubicBezTo>
                  <a:pt x="207761" y="49276"/>
                  <a:pt x="210059" y="45131"/>
                  <a:pt x="213072" y="41729"/>
                </a:cubicBezTo>
                <a:cubicBezTo>
                  <a:pt x="216086" y="38325"/>
                  <a:pt x="219750" y="35728"/>
                  <a:pt x="224066" y="33938"/>
                </a:cubicBezTo>
                <a:cubicBezTo>
                  <a:pt x="228381" y="32147"/>
                  <a:pt x="233246" y="31252"/>
                  <a:pt x="238660" y="31252"/>
                </a:cubicBezTo>
                <a:cubicBezTo>
                  <a:pt x="244380" y="31252"/>
                  <a:pt x="249270" y="32096"/>
                  <a:pt x="253330" y="33785"/>
                </a:cubicBezTo>
                <a:cubicBezTo>
                  <a:pt x="257390" y="35473"/>
                  <a:pt x="260723" y="37813"/>
                  <a:pt x="263327" y="40805"/>
                </a:cubicBezTo>
                <a:cubicBezTo>
                  <a:pt x="265932" y="43797"/>
                  <a:pt x="267847" y="47340"/>
                  <a:pt x="269073" y="51433"/>
                </a:cubicBezTo>
                <a:cubicBezTo>
                  <a:pt x="270299" y="55525"/>
                  <a:pt x="270912" y="59975"/>
                  <a:pt x="270912" y="64785"/>
                </a:cubicBezTo>
                <a:lnTo>
                  <a:pt x="270912" y="67854"/>
                </a:lnTo>
                <a:moveTo>
                  <a:pt x="252219" y="62351"/>
                </a:moveTo>
                <a:cubicBezTo>
                  <a:pt x="252372" y="56914"/>
                  <a:pt x="251287" y="52644"/>
                  <a:pt x="248963" y="49542"/>
                </a:cubicBezTo>
                <a:cubicBezTo>
                  <a:pt x="246640" y="46438"/>
                  <a:pt x="243052" y="44886"/>
                  <a:pt x="238200" y="44886"/>
                </a:cubicBezTo>
                <a:cubicBezTo>
                  <a:pt x="235748" y="44886"/>
                  <a:pt x="233616" y="45348"/>
                  <a:pt x="231803" y="46272"/>
                </a:cubicBezTo>
                <a:cubicBezTo>
                  <a:pt x="229990" y="47195"/>
                  <a:pt x="228483" y="48439"/>
                  <a:pt x="227283" y="50004"/>
                </a:cubicBezTo>
                <a:cubicBezTo>
                  <a:pt x="226083" y="51568"/>
                  <a:pt x="225164" y="53414"/>
                  <a:pt x="224525" y="55543"/>
                </a:cubicBezTo>
                <a:cubicBezTo>
                  <a:pt x="223887" y="57670"/>
                  <a:pt x="223517" y="59940"/>
                  <a:pt x="223415" y="62351"/>
                </a:cubicBezTo>
                <a:lnTo>
                  <a:pt x="252219" y="62351"/>
                </a:lnTo>
                <a:close/>
                <a:moveTo>
                  <a:pt x="346950" y="104248"/>
                </a:moveTo>
                <a:cubicBezTo>
                  <a:pt x="346950" y="104962"/>
                  <a:pt x="346695" y="105525"/>
                  <a:pt x="346184" y="105935"/>
                </a:cubicBezTo>
                <a:cubicBezTo>
                  <a:pt x="345673" y="106344"/>
                  <a:pt x="344869" y="106637"/>
                  <a:pt x="343771" y="106816"/>
                </a:cubicBezTo>
                <a:cubicBezTo>
                  <a:pt x="342673" y="106995"/>
                  <a:pt x="341051" y="107084"/>
                  <a:pt x="338906" y="107084"/>
                </a:cubicBezTo>
                <a:cubicBezTo>
                  <a:pt x="336608" y="107084"/>
                  <a:pt x="334936" y="106995"/>
                  <a:pt x="333889" y="106816"/>
                </a:cubicBezTo>
                <a:cubicBezTo>
                  <a:pt x="332842" y="106637"/>
                  <a:pt x="332101" y="106344"/>
                  <a:pt x="331667" y="105935"/>
                </a:cubicBezTo>
                <a:cubicBezTo>
                  <a:pt x="331233" y="105527"/>
                  <a:pt x="331016" y="104965"/>
                  <a:pt x="331016" y="104250"/>
                </a:cubicBezTo>
                <a:lnTo>
                  <a:pt x="331016" y="98811"/>
                </a:lnTo>
                <a:cubicBezTo>
                  <a:pt x="328207" y="101824"/>
                  <a:pt x="325002" y="104186"/>
                  <a:pt x="321401" y="105897"/>
                </a:cubicBezTo>
                <a:cubicBezTo>
                  <a:pt x="317801" y="107607"/>
                  <a:pt x="313804" y="108463"/>
                  <a:pt x="309412" y="108463"/>
                </a:cubicBezTo>
                <a:cubicBezTo>
                  <a:pt x="305786" y="108463"/>
                  <a:pt x="302454" y="107989"/>
                  <a:pt x="299415" y="107041"/>
                </a:cubicBezTo>
                <a:cubicBezTo>
                  <a:pt x="296376" y="106093"/>
                  <a:pt x="293746" y="104684"/>
                  <a:pt x="291524" y="102814"/>
                </a:cubicBezTo>
                <a:cubicBezTo>
                  <a:pt x="289303" y="100943"/>
                  <a:pt x="287579" y="98626"/>
                  <a:pt x="286353" y="95860"/>
                </a:cubicBezTo>
                <a:cubicBezTo>
                  <a:pt x="285127" y="93093"/>
                  <a:pt x="284515" y="89865"/>
                  <a:pt x="284515" y="86175"/>
                </a:cubicBezTo>
                <a:cubicBezTo>
                  <a:pt x="284515" y="82178"/>
                  <a:pt x="285293" y="78706"/>
                  <a:pt x="286851" y="75760"/>
                </a:cubicBezTo>
                <a:cubicBezTo>
                  <a:pt x="288409" y="72814"/>
                  <a:pt x="290733" y="70381"/>
                  <a:pt x="293822" y="68459"/>
                </a:cubicBezTo>
                <a:cubicBezTo>
                  <a:pt x="296912" y="66538"/>
                  <a:pt x="300755" y="65116"/>
                  <a:pt x="305352" y="64194"/>
                </a:cubicBezTo>
                <a:cubicBezTo>
                  <a:pt x="309948" y="63272"/>
                  <a:pt x="315286" y="62810"/>
                  <a:pt x="321363" y="62810"/>
                </a:cubicBezTo>
                <a:lnTo>
                  <a:pt x="328028" y="62810"/>
                </a:lnTo>
                <a:lnTo>
                  <a:pt x="328028" y="58693"/>
                </a:lnTo>
                <a:cubicBezTo>
                  <a:pt x="328028" y="56558"/>
                  <a:pt x="327811" y="54690"/>
                  <a:pt x="327377" y="53090"/>
                </a:cubicBezTo>
                <a:cubicBezTo>
                  <a:pt x="326943" y="51487"/>
                  <a:pt x="326228" y="50153"/>
                  <a:pt x="325232" y="49085"/>
                </a:cubicBezTo>
                <a:cubicBezTo>
                  <a:pt x="324236" y="48017"/>
                  <a:pt x="322908" y="47230"/>
                  <a:pt x="321248" y="46722"/>
                </a:cubicBezTo>
                <a:cubicBezTo>
                  <a:pt x="319588" y="46213"/>
                  <a:pt x="317533" y="45959"/>
                  <a:pt x="315081" y="45959"/>
                </a:cubicBezTo>
                <a:cubicBezTo>
                  <a:pt x="311864" y="45959"/>
                  <a:pt x="308991" y="46316"/>
                  <a:pt x="306463" y="47031"/>
                </a:cubicBezTo>
                <a:cubicBezTo>
                  <a:pt x="303935" y="47746"/>
                  <a:pt x="301700" y="48538"/>
                  <a:pt x="299760" y="49406"/>
                </a:cubicBezTo>
                <a:cubicBezTo>
                  <a:pt x="297819" y="50274"/>
                  <a:pt x="296197" y="51065"/>
                  <a:pt x="294895" y="51780"/>
                </a:cubicBezTo>
                <a:cubicBezTo>
                  <a:pt x="293593" y="52495"/>
                  <a:pt x="292533" y="52853"/>
                  <a:pt x="291716" y="52853"/>
                </a:cubicBezTo>
                <a:cubicBezTo>
                  <a:pt x="291154" y="52853"/>
                  <a:pt x="290656" y="52673"/>
                  <a:pt x="290222" y="52314"/>
                </a:cubicBezTo>
                <a:cubicBezTo>
                  <a:pt x="289788" y="51955"/>
                  <a:pt x="289430" y="51442"/>
                  <a:pt x="289149" y="50775"/>
                </a:cubicBezTo>
                <a:cubicBezTo>
                  <a:pt x="288868" y="50108"/>
                  <a:pt x="288651" y="49287"/>
                  <a:pt x="288498" y="48312"/>
                </a:cubicBezTo>
                <a:cubicBezTo>
                  <a:pt x="288345" y="47335"/>
                  <a:pt x="288268" y="46257"/>
                  <a:pt x="288268" y="45078"/>
                </a:cubicBezTo>
                <a:cubicBezTo>
                  <a:pt x="288268" y="43487"/>
                  <a:pt x="288396" y="42229"/>
                  <a:pt x="288651" y="41305"/>
                </a:cubicBezTo>
                <a:cubicBezTo>
                  <a:pt x="288907" y="40382"/>
                  <a:pt x="289392" y="39548"/>
                  <a:pt x="290107" y="38804"/>
                </a:cubicBezTo>
                <a:cubicBezTo>
                  <a:pt x="290822" y="38059"/>
                  <a:pt x="292073" y="37239"/>
                  <a:pt x="293861" y="36346"/>
                </a:cubicBezTo>
                <a:cubicBezTo>
                  <a:pt x="295648" y="35452"/>
                  <a:pt x="297742" y="34622"/>
                  <a:pt x="300143" y="33856"/>
                </a:cubicBezTo>
                <a:cubicBezTo>
                  <a:pt x="302543" y="33090"/>
                  <a:pt x="305160" y="32465"/>
                  <a:pt x="307995" y="31980"/>
                </a:cubicBezTo>
                <a:cubicBezTo>
                  <a:pt x="310829" y="31495"/>
                  <a:pt x="313753" y="31252"/>
                  <a:pt x="316767" y="31252"/>
                </a:cubicBezTo>
                <a:cubicBezTo>
                  <a:pt x="322129" y="31252"/>
                  <a:pt x="326713" y="31776"/>
                  <a:pt x="330518" y="32825"/>
                </a:cubicBezTo>
                <a:cubicBezTo>
                  <a:pt x="334323" y="33871"/>
                  <a:pt x="337451" y="35482"/>
                  <a:pt x="339902" y="37655"/>
                </a:cubicBezTo>
                <a:cubicBezTo>
                  <a:pt x="342354" y="39827"/>
                  <a:pt x="344141" y="42625"/>
                  <a:pt x="345265" y="46050"/>
                </a:cubicBezTo>
                <a:cubicBezTo>
                  <a:pt x="346389" y="49474"/>
                  <a:pt x="346950" y="53538"/>
                  <a:pt x="346950" y="58241"/>
                </a:cubicBezTo>
                <a:lnTo>
                  <a:pt x="346950" y="104248"/>
                </a:lnTo>
                <a:moveTo>
                  <a:pt x="328028" y="74913"/>
                </a:moveTo>
                <a:lnTo>
                  <a:pt x="320674" y="74913"/>
                </a:lnTo>
                <a:cubicBezTo>
                  <a:pt x="317558" y="74913"/>
                  <a:pt x="314902" y="75144"/>
                  <a:pt x="312706" y="75607"/>
                </a:cubicBezTo>
                <a:cubicBezTo>
                  <a:pt x="310510" y="76070"/>
                  <a:pt x="308723" y="76765"/>
                  <a:pt x="307344" y="77692"/>
                </a:cubicBezTo>
                <a:cubicBezTo>
                  <a:pt x="305965" y="78618"/>
                  <a:pt x="304956" y="79737"/>
                  <a:pt x="304318" y="81050"/>
                </a:cubicBezTo>
                <a:cubicBezTo>
                  <a:pt x="303679" y="82362"/>
                  <a:pt x="303360" y="83867"/>
                  <a:pt x="303360" y="85565"/>
                </a:cubicBezTo>
                <a:cubicBezTo>
                  <a:pt x="303360" y="88447"/>
                  <a:pt x="304267" y="90711"/>
                  <a:pt x="306080" y="92358"/>
                </a:cubicBezTo>
                <a:cubicBezTo>
                  <a:pt x="307893" y="94005"/>
                  <a:pt x="310408" y="94828"/>
                  <a:pt x="313626" y="94828"/>
                </a:cubicBezTo>
                <a:cubicBezTo>
                  <a:pt x="316333" y="94828"/>
                  <a:pt x="318822" y="94134"/>
                  <a:pt x="321095" y="92746"/>
                </a:cubicBezTo>
                <a:cubicBezTo>
                  <a:pt x="323368" y="91356"/>
                  <a:pt x="325679" y="89323"/>
                  <a:pt x="328028" y="86647"/>
                </a:cubicBezTo>
                <a:lnTo>
                  <a:pt x="328028" y="74913"/>
                </a:lnTo>
                <a:close/>
                <a:moveTo>
                  <a:pt x="416681" y="84746"/>
                </a:moveTo>
                <a:cubicBezTo>
                  <a:pt x="416681" y="88635"/>
                  <a:pt x="415954" y="92064"/>
                  <a:pt x="414498" y="95032"/>
                </a:cubicBezTo>
                <a:cubicBezTo>
                  <a:pt x="413043" y="97998"/>
                  <a:pt x="410987" y="100480"/>
                  <a:pt x="408331" y="102476"/>
                </a:cubicBezTo>
                <a:cubicBezTo>
                  <a:pt x="405675" y="104471"/>
                  <a:pt x="402534" y="105967"/>
                  <a:pt x="398908" y="106964"/>
                </a:cubicBezTo>
                <a:cubicBezTo>
                  <a:pt x="395282" y="107963"/>
                  <a:pt x="391350" y="108463"/>
                  <a:pt x="387111" y="108463"/>
                </a:cubicBezTo>
                <a:cubicBezTo>
                  <a:pt x="384557" y="108463"/>
                  <a:pt x="382118" y="108269"/>
                  <a:pt x="379794" y="107881"/>
                </a:cubicBezTo>
                <a:cubicBezTo>
                  <a:pt x="377471" y="107493"/>
                  <a:pt x="375390" y="107003"/>
                  <a:pt x="373551" y="106409"/>
                </a:cubicBezTo>
                <a:cubicBezTo>
                  <a:pt x="371712" y="105814"/>
                  <a:pt x="370180" y="105207"/>
                  <a:pt x="368954" y="104587"/>
                </a:cubicBezTo>
                <a:cubicBezTo>
                  <a:pt x="367729" y="103967"/>
                  <a:pt x="366835" y="103385"/>
                  <a:pt x="366273" y="102842"/>
                </a:cubicBezTo>
                <a:cubicBezTo>
                  <a:pt x="365711" y="102300"/>
                  <a:pt x="365277" y="101451"/>
                  <a:pt x="364971" y="100296"/>
                </a:cubicBezTo>
                <a:cubicBezTo>
                  <a:pt x="364664" y="99140"/>
                  <a:pt x="364511" y="97433"/>
                  <a:pt x="364511" y="95173"/>
                </a:cubicBezTo>
                <a:cubicBezTo>
                  <a:pt x="364511" y="93684"/>
                  <a:pt x="364562" y="92491"/>
                  <a:pt x="364664" y="91592"/>
                </a:cubicBezTo>
                <a:cubicBezTo>
                  <a:pt x="364766" y="90694"/>
                  <a:pt x="364920" y="89975"/>
                  <a:pt x="365124" y="89435"/>
                </a:cubicBezTo>
                <a:cubicBezTo>
                  <a:pt x="365328" y="88896"/>
                  <a:pt x="365584" y="88537"/>
                  <a:pt x="365890" y="88358"/>
                </a:cubicBezTo>
                <a:cubicBezTo>
                  <a:pt x="366197" y="88178"/>
                  <a:pt x="366580" y="88088"/>
                  <a:pt x="367039" y="88088"/>
                </a:cubicBezTo>
                <a:cubicBezTo>
                  <a:pt x="367601" y="88088"/>
                  <a:pt x="368431" y="88411"/>
                  <a:pt x="369529" y="89057"/>
                </a:cubicBezTo>
                <a:cubicBezTo>
                  <a:pt x="370627" y="89703"/>
                  <a:pt x="371993" y="90414"/>
                  <a:pt x="373628" y="91190"/>
                </a:cubicBezTo>
                <a:cubicBezTo>
                  <a:pt x="375262" y="91966"/>
                  <a:pt x="377164" y="92689"/>
                  <a:pt x="379335" y="93361"/>
                </a:cubicBezTo>
                <a:cubicBezTo>
                  <a:pt x="381505" y="94033"/>
                  <a:pt x="383970" y="94369"/>
                  <a:pt x="386728" y="94369"/>
                </a:cubicBezTo>
                <a:cubicBezTo>
                  <a:pt x="388464" y="94369"/>
                  <a:pt x="390009" y="94191"/>
                  <a:pt x="391362" y="93835"/>
                </a:cubicBezTo>
                <a:cubicBezTo>
                  <a:pt x="392716" y="93479"/>
                  <a:pt x="393890" y="92971"/>
                  <a:pt x="394886" y="92310"/>
                </a:cubicBezTo>
                <a:cubicBezTo>
                  <a:pt x="395882" y="91648"/>
                  <a:pt x="396636" y="90809"/>
                  <a:pt x="397146" y="89792"/>
                </a:cubicBezTo>
                <a:cubicBezTo>
                  <a:pt x="397657" y="88776"/>
                  <a:pt x="397912" y="87606"/>
                  <a:pt x="397912" y="86283"/>
                </a:cubicBezTo>
                <a:cubicBezTo>
                  <a:pt x="397912" y="84748"/>
                  <a:pt x="397440" y="83430"/>
                  <a:pt x="396495" y="82331"/>
                </a:cubicBezTo>
                <a:cubicBezTo>
                  <a:pt x="395550" y="81230"/>
                  <a:pt x="394299" y="80270"/>
                  <a:pt x="392741" y="79451"/>
                </a:cubicBezTo>
                <a:cubicBezTo>
                  <a:pt x="391184" y="78633"/>
                  <a:pt x="389422" y="77865"/>
                  <a:pt x="387455" y="77149"/>
                </a:cubicBezTo>
                <a:cubicBezTo>
                  <a:pt x="385489" y="76432"/>
                  <a:pt x="383472" y="75639"/>
                  <a:pt x="381403" y="74769"/>
                </a:cubicBezTo>
                <a:cubicBezTo>
                  <a:pt x="379335" y="73900"/>
                  <a:pt x="377317" y="72902"/>
                  <a:pt x="375351" y="71777"/>
                </a:cubicBezTo>
                <a:cubicBezTo>
                  <a:pt x="373385" y="70651"/>
                  <a:pt x="371623" y="69269"/>
                  <a:pt x="370065" y="67631"/>
                </a:cubicBezTo>
                <a:cubicBezTo>
                  <a:pt x="368508" y="65994"/>
                  <a:pt x="367256" y="64025"/>
                  <a:pt x="366311" y="61724"/>
                </a:cubicBezTo>
                <a:cubicBezTo>
                  <a:pt x="365367" y="59421"/>
                  <a:pt x="364894" y="56658"/>
                  <a:pt x="364894" y="53434"/>
                </a:cubicBezTo>
                <a:cubicBezTo>
                  <a:pt x="364894" y="50158"/>
                  <a:pt x="365533" y="47152"/>
                  <a:pt x="366809" y="44415"/>
                </a:cubicBezTo>
                <a:cubicBezTo>
                  <a:pt x="368086" y="41678"/>
                  <a:pt x="369925" y="39338"/>
                  <a:pt x="372325" y="37394"/>
                </a:cubicBezTo>
                <a:cubicBezTo>
                  <a:pt x="374726" y="35449"/>
                  <a:pt x="377649" y="33939"/>
                  <a:pt x="381097" y="32865"/>
                </a:cubicBezTo>
                <a:cubicBezTo>
                  <a:pt x="384544" y="31790"/>
                  <a:pt x="388413" y="31252"/>
                  <a:pt x="392703" y="31252"/>
                </a:cubicBezTo>
                <a:cubicBezTo>
                  <a:pt x="394848" y="31252"/>
                  <a:pt x="396929" y="31405"/>
                  <a:pt x="398947" y="31712"/>
                </a:cubicBezTo>
                <a:cubicBezTo>
                  <a:pt x="400964" y="32018"/>
                  <a:pt x="402790" y="32401"/>
                  <a:pt x="404424" y="32861"/>
                </a:cubicBezTo>
                <a:cubicBezTo>
                  <a:pt x="406058" y="33320"/>
                  <a:pt x="407437" y="33818"/>
                  <a:pt x="408561" y="34354"/>
                </a:cubicBezTo>
                <a:cubicBezTo>
                  <a:pt x="409685" y="34890"/>
                  <a:pt x="410489" y="35350"/>
                  <a:pt x="410974" y="35733"/>
                </a:cubicBezTo>
                <a:cubicBezTo>
                  <a:pt x="411459" y="36116"/>
                  <a:pt x="411804" y="36499"/>
                  <a:pt x="412008" y="36882"/>
                </a:cubicBezTo>
                <a:cubicBezTo>
                  <a:pt x="412213" y="37265"/>
                  <a:pt x="412366" y="37725"/>
                  <a:pt x="412468" y="38261"/>
                </a:cubicBezTo>
                <a:cubicBezTo>
                  <a:pt x="412570" y="38797"/>
                  <a:pt x="412659" y="39461"/>
                  <a:pt x="412736" y="40252"/>
                </a:cubicBezTo>
                <a:cubicBezTo>
                  <a:pt x="412813" y="41044"/>
                  <a:pt x="412851" y="42027"/>
                  <a:pt x="412851" y="43201"/>
                </a:cubicBezTo>
                <a:cubicBezTo>
                  <a:pt x="412851" y="44580"/>
                  <a:pt x="412813" y="45703"/>
                  <a:pt x="412736" y="46572"/>
                </a:cubicBezTo>
                <a:cubicBezTo>
                  <a:pt x="412659" y="47440"/>
                  <a:pt x="412532" y="48129"/>
                  <a:pt x="412353" y="48640"/>
                </a:cubicBezTo>
                <a:cubicBezTo>
                  <a:pt x="412174" y="49150"/>
                  <a:pt x="411932" y="49495"/>
                  <a:pt x="411625" y="49674"/>
                </a:cubicBezTo>
                <a:cubicBezTo>
                  <a:pt x="411319" y="49853"/>
                  <a:pt x="410961" y="49942"/>
                  <a:pt x="410553" y="49942"/>
                </a:cubicBezTo>
                <a:cubicBezTo>
                  <a:pt x="410093" y="49942"/>
                  <a:pt x="409378" y="49674"/>
                  <a:pt x="408408" y="49138"/>
                </a:cubicBezTo>
                <a:cubicBezTo>
                  <a:pt x="407437" y="48601"/>
                  <a:pt x="406224" y="48027"/>
                  <a:pt x="404769" y="47414"/>
                </a:cubicBezTo>
                <a:cubicBezTo>
                  <a:pt x="403313" y="46801"/>
                  <a:pt x="401628" y="46227"/>
                  <a:pt x="399713" y="45691"/>
                </a:cubicBezTo>
                <a:cubicBezTo>
                  <a:pt x="397797" y="45155"/>
                  <a:pt x="395614" y="44886"/>
                  <a:pt x="393163" y="44886"/>
                </a:cubicBezTo>
                <a:cubicBezTo>
                  <a:pt x="391426" y="44886"/>
                  <a:pt x="389920" y="45067"/>
                  <a:pt x="388643" y="45427"/>
                </a:cubicBezTo>
                <a:cubicBezTo>
                  <a:pt x="387366" y="45786"/>
                  <a:pt x="386319" y="46300"/>
                  <a:pt x="385502" y="46967"/>
                </a:cubicBezTo>
                <a:cubicBezTo>
                  <a:pt x="384685" y="47634"/>
                  <a:pt x="384072" y="48416"/>
                  <a:pt x="383663" y="49315"/>
                </a:cubicBezTo>
                <a:cubicBezTo>
                  <a:pt x="383255" y="50213"/>
                  <a:pt x="383050" y="51176"/>
                  <a:pt x="383050" y="52204"/>
                </a:cubicBezTo>
                <a:cubicBezTo>
                  <a:pt x="383050" y="53790"/>
                  <a:pt x="383536" y="55121"/>
                  <a:pt x="384506" y="56197"/>
                </a:cubicBezTo>
                <a:cubicBezTo>
                  <a:pt x="385476" y="57271"/>
                  <a:pt x="386753" y="58217"/>
                  <a:pt x="388336" y="59036"/>
                </a:cubicBezTo>
                <a:cubicBezTo>
                  <a:pt x="389920" y="59854"/>
                  <a:pt x="391720" y="60622"/>
                  <a:pt x="393737" y="61338"/>
                </a:cubicBezTo>
                <a:cubicBezTo>
                  <a:pt x="395755" y="62055"/>
                  <a:pt x="397797" y="62835"/>
                  <a:pt x="399866" y="63679"/>
                </a:cubicBezTo>
                <a:cubicBezTo>
                  <a:pt x="401934" y="64523"/>
                  <a:pt x="403977" y="65508"/>
                  <a:pt x="405995" y="66633"/>
                </a:cubicBezTo>
                <a:cubicBezTo>
                  <a:pt x="408012" y="67758"/>
                  <a:pt x="409812" y="69140"/>
                  <a:pt x="411395" y="70779"/>
                </a:cubicBezTo>
                <a:cubicBezTo>
                  <a:pt x="412979" y="72416"/>
                  <a:pt x="414255" y="74374"/>
                  <a:pt x="415226" y="76651"/>
                </a:cubicBezTo>
                <a:cubicBezTo>
                  <a:pt x="416196" y="78926"/>
                  <a:pt x="416681" y="81625"/>
                  <a:pt x="416681" y="84746"/>
                </a:cubicBezTo>
                <a:close/>
                <a:moveTo>
                  <a:pt x="495694" y="67854"/>
                </a:moveTo>
                <a:cubicBezTo>
                  <a:pt x="495694" y="70208"/>
                  <a:pt x="495170" y="71947"/>
                  <a:pt x="494123" y="73072"/>
                </a:cubicBezTo>
                <a:cubicBezTo>
                  <a:pt x="493076" y="74197"/>
                  <a:pt x="491633" y="74760"/>
                  <a:pt x="489795" y="74760"/>
                </a:cubicBezTo>
                <a:lnTo>
                  <a:pt x="448196" y="74760"/>
                </a:lnTo>
                <a:cubicBezTo>
                  <a:pt x="448196" y="77682"/>
                  <a:pt x="448541" y="80335"/>
                  <a:pt x="449231" y="82719"/>
                </a:cubicBezTo>
                <a:cubicBezTo>
                  <a:pt x="449920" y="85103"/>
                  <a:pt x="451018" y="87129"/>
                  <a:pt x="452525" y="88796"/>
                </a:cubicBezTo>
                <a:cubicBezTo>
                  <a:pt x="454031" y="90462"/>
                  <a:pt x="455972" y="91731"/>
                  <a:pt x="458347" y="92602"/>
                </a:cubicBezTo>
                <a:cubicBezTo>
                  <a:pt x="460722" y="93474"/>
                  <a:pt x="463569" y="93909"/>
                  <a:pt x="466889" y="93909"/>
                </a:cubicBezTo>
                <a:cubicBezTo>
                  <a:pt x="470260" y="93909"/>
                  <a:pt x="473222" y="93663"/>
                  <a:pt x="475775" y="93170"/>
                </a:cubicBezTo>
                <a:cubicBezTo>
                  <a:pt x="478329" y="92676"/>
                  <a:pt x="480538" y="92131"/>
                  <a:pt x="482402" y="91535"/>
                </a:cubicBezTo>
                <a:cubicBezTo>
                  <a:pt x="484266" y="90938"/>
                  <a:pt x="485811" y="90393"/>
                  <a:pt x="487037" y="89900"/>
                </a:cubicBezTo>
                <a:cubicBezTo>
                  <a:pt x="488262" y="89407"/>
                  <a:pt x="489258" y="89160"/>
                  <a:pt x="490024" y="89160"/>
                </a:cubicBezTo>
                <a:cubicBezTo>
                  <a:pt x="490484" y="89160"/>
                  <a:pt x="490867" y="89250"/>
                  <a:pt x="491174" y="89431"/>
                </a:cubicBezTo>
                <a:cubicBezTo>
                  <a:pt x="491480" y="89609"/>
                  <a:pt x="491735" y="89930"/>
                  <a:pt x="491940" y="90393"/>
                </a:cubicBezTo>
                <a:cubicBezTo>
                  <a:pt x="492144" y="90854"/>
                  <a:pt x="492284" y="91508"/>
                  <a:pt x="492361" y="92356"/>
                </a:cubicBezTo>
                <a:cubicBezTo>
                  <a:pt x="492438" y="93203"/>
                  <a:pt x="492476" y="94268"/>
                  <a:pt x="492476" y="95551"/>
                </a:cubicBezTo>
                <a:cubicBezTo>
                  <a:pt x="492476" y="96681"/>
                  <a:pt x="492450" y="97644"/>
                  <a:pt x="492399" y="98440"/>
                </a:cubicBezTo>
                <a:cubicBezTo>
                  <a:pt x="492348" y="99235"/>
                  <a:pt x="492272" y="99915"/>
                  <a:pt x="492170" y="100480"/>
                </a:cubicBezTo>
                <a:cubicBezTo>
                  <a:pt x="492067" y="101045"/>
                  <a:pt x="491914" y="101520"/>
                  <a:pt x="491710" y="101907"/>
                </a:cubicBezTo>
                <a:cubicBezTo>
                  <a:pt x="491506" y="102291"/>
                  <a:pt x="491237" y="102663"/>
                  <a:pt x="490905" y="103022"/>
                </a:cubicBezTo>
                <a:cubicBezTo>
                  <a:pt x="490574" y="103381"/>
                  <a:pt x="489667" y="103867"/>
                  <a:pt x="488186" y="104480"/>
                </a:cubicBezTo>
                <a:cubicBezTo>
                  <a:pt x="486705" y="105093"/>
                  <a:pt x="484815" y="105693"/>
                  <a:pt x="482517" y="106280"/>
                </a:cubicBezTo>
                <a:cubicBezTo>
                  <a:pt x="480219" y="106867"/>
                  <a:pt x="477588" y="107378"/>
                  <a:pt x="474626" y="107812"/>
                </a:cubicBezTo>
                <a:cubicBezTo>
                  <a:pt x="471664" y="108246"/>
                  <a:pt x="468498" y="108463"/>
                  <a:pt x="465127" y="108463"/>
                </a:cubicBezTo>
                <a:cubicBezTo>
                  <a:pt x="459049" y="108463"/>
                  <a:pt x="453725" y="107695"/>
                  <a:pt x="449154" y="106160"/>
                </a:cubicBezTo>
                <a:cubicBezTo>
                  <a:pt x="444583" y="104625"/>
                  <a:pt x="440765" y="102297"/>
                  <a:pt x="437701" y="99175"/>
                </a:cubicBezTo>
                <a:cubicBezTo>
                  <a:pt x="434637" y="96054"/>
                  <a:pt x="432351" y="92115"/>
                  <a:pt x="430845" y="87358"/>
                </a:cubicBezTo>
                <a:cubicBezTo>
                  <a:pt x="429338" y="82599"/>
                  <a:pt x="428585" y="77022"/>
                  <a:pt x="428585" y="70626"/>
                </a:cubicBezTo>
                <a:cubicBezTo>
                  <a:pt x="428585" y="64536"/>
                  <a:pt x="429376" y="59048"/>
                  <a:pt x="430959" y="54162"/>
                </a:cubicBezTo>
                <a:cubicBezTo>
                  <a:pt x="432543" y="49276"/>
                  <a:pt x="434841" y="45131"/>
                  <a:pt x="437854" y="41729"/>
                </a:cubicBezTo>
                <a:cubicBezTo>
                  <a:pt x="440867" y="38325"/>
                  <a:pt x="444532" y="35728"/>
                  <a:pt x="448847" y="33938"/>
                </a:cubicBezTo>
                <a:cubicBezTo>
                  <a:pt x="453163" y="32147"/>
                  <a:pt x="458028" y="31252"/>
                  <a:pt x="463441" y="31252"/>
                </a:cubicBezTo>
                <a:cubicBezTo>
                  <a:pt x="469161" y="31252"/>
                  <a:pt x="474052" y="32096"/>
                  <a:pt x="478112" y="33785"/>
                </a:cubicBezTo>
                <a:cubicBezTo>
                  <a:pt x="482172" y="35473"/>
                  <a:pt x="485505" y="37813"/>
                  <a:pt x="488109" y="40805"/>
                </a:cubicBezTo>
                <a:cubicBezTo>
                  <a:pt x="490714" y="43797"/>
                  <a:pt x="492629" y="47340"/>
                  <a:pt x="493855" y="51433"/>
                </a:cubicBezTo>
                <a:cubicBezTo>
                  <a:pt x="495081" y="55525"/>
                  <a:pt x="495694" y="59975"/>
                  <a:pt x="495694" y="64785"/>
                </a:cubicBezTo>
                <a:lnTo>
                  <a:pt x="495694" y="67854"/>
                </a:lnTo>
                <a:moveTo>
                  <a:pt x="477001" y="62351"/>
                </a:moveTo>
                <a:cubicBezTo>
                  <a:pt x="477154" y="56914"/>
                  <a:pt x="476069" y="52644"/>
                  <a:pt x="473745" y="49542"/>
                </a:cubicBezTo>
                <a:cubicBezTo>
                  <a:pt x="471421" y="46438"/>
                  <a:pt x="467834" y="44886"/>
                  <a:pt x="462982" y="44886"/>
                </a:cubicBezTo>
                <a:cubicBezTo>
                  <a:pt x="460530" y="44886"/>
                  <a:pt x="458398" y="45348"/>
                  <a:pt x="456585" y="46272"/>
                </a:cubicBezTo>
                <a:cubicBezTo>
                  <a:pt x="454772" y="47195"/>
                  <a:pt x="453265" y="48439"/>
                  <a:pt x="452065" y="50004"/>
                </a:cubicBezTo>
                <a:cubicBezTo>
                  <a:pt x="450865" y="51568"/>
                  <a:pt x="449946" y="53414"/>
                  <a:pt x="449307" y="55543"/>
                </a:cubicBezTo>
                <a:cubicBezTo>
                  <a:pt x="448669" y="57670"/>
                  <a:pt x="448298" y="59940"/>
                  <a:pt x="448196" y="62351"/>
                </a:cubicBezTo>
                <a:lnTo>
                  <a:pt x="477001" y="623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3992c62a34168"/>
          <a:stretch xmlns:a="http://schemas.openxmlformats.org/drawingml/2006/main"/>
        </p:blipFill>
        <p:spPr>
          <a:xfrm xmlns:a="http://schemas.openxmlformats.org/drawingml/2006/main">
            <a:off x="4862489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92dae38c642a7"/>
          <a:stretch xmlns:a="http://schemas.openxmlformats.org/drawingml/2006/main"/>
        </p:blipFill>
        <p:spPr>
          <a:xfrm xmlns:a="http://schemas.openxmlformats.org/drawingml/2006/main">
            <a:off x="4882571" y="151875"/>
            <a:ext cx="815848" cy="421731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74c64f9f94a88"/>
          <a:stretch xmlns:a="http://schemas.openxmlformats.org/drawingml/2006/main"/>
        </p:blipFill>
        <p:spPr>
          <a:xfrm xmlns:a="http://schemas.openxmlformats.org/drawingml/2006/main">
            <a:off x="4881868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31" name="Text Operate">
            <a:extLst xmlns:a="http://schemas.openxmlformats.org/drawingml/2006/main">
              <a:ext uri="{FF2B5EF4-FFF2-40B4-BE49-F238E27FC236}">
                <a16:creationId xmlns:a16="http://schemas.microsoft.com/office/drawing/2014/main" id="{C6FF5C57-2938-49E7-901A-DED07274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64" y="274335"/>
            <a:ext cx="529361" cy="128838"/>
          </a:xfrm>
          <a:custGeom xmlns:a="http://schemas.openxmlformats.org/drawingml/2006/main">
            <a:pathLst>
              <a:path w="529361" h="128838">
                <a:moveTo>
                  <a:pt x="93845" y="50246"/>
                </a:moveTo>
                <a:cubicBezTo>
                  <a:pt x="93845" y="58480"/>
                  <a:pt x="92824" y="65845"/>
                  <a:pt x="90781" y="72340"/>
                </a:cubicBezTo>
                <a:cubicBezTo>
                  <a:pt x="88738" y="78835"/>
                  <a:pt x="85699" y="84346"/>
                  <a:pt x="81664" y="88873"/>
                </a:cubicBezTo>
                <a:cubicBezTo>
                  <a:pt x="77630" y="93399"/>
                  <a:pt x="72637" y="96850"/>
                  <a:pt x="66688" y="99228"/>
                </a:cubicBezTo>
                <a:cubicBezTo>
                  <a:pt x="60738" y="101606"/>
                  <a:pt x="53856" y="102795"/>
                  <a:pt x="46042" y="102795"/>
                </a:cubicBezTo>
                <a:cubicBezTo>
                  <a:pt x="38330" y="102795"/>
                  <a:pt x="31601" y="101784"/>
                  <a:pt x="25855" y="99764"/>
                </a:cubicBezTo>
                <a:cubicBezTo>
                  <a:pt x="20110" y="97744"/>
                  <a:pt x="15322" y="94662"/>
                  <a:pt x="11491" y="90520"/>
                </a:cubicBezTo>
                <a:cubicBezTo>
                  <a:pt x="7661" y="86377"/>
                  <a:pt x="4788" y="81110"/>
                  <a:pt x="2873" y="74719"/>
                </a:cubicBezTo>
                <a:cubicBezTo>
                  <a:pt x="958" y="68326"/>
                  <a:pt x="0" y="60757"/>
                  <a:pt x="0" y="52010"/>
                </a:cubicBezTo>
                <a:cubicBezTo>
                  <a:pt x="0" y="43982"/>
                  <a:pt x="1021" y="36758"/>
                  <a:pt x="3064" y="30340"/>
                </a:cubicBezTo>
                <a:cubicBezTo>
                  <a:pt x="5107" y="23922"/>
                  <a:pt x="8146" y="18463"/>
                  <a:pt x="12181" y="13962"/>
                </a:cubicBezTo>
                <a:cubicBezTo>
                  <a:pt x="16215" y="9461"/>
                  <a:pt x="21208" y="6008"/>
                  <a:pt x="27158" y="3605"/>
                </a:cubicBezTo>
                <a:cubicBezTo>
                  <a:pt x="33108" y="1202"/>
                  <a:pt x="40015" y="0"/>
                  <a:pt x="47880" y="0"/>
                </a:cubicBezTo>
                <a:cubicBezTo>
                  <a:pt x="55388" y="0"/>
                  <a:pt x="62014" y="997"/>
                  <a:pt x="67760" y="2992"/>
                </a:cubicBezTo>
                <a:cubicBezTo>
                  <a:pt x="73506" y="4987"/>
                  <a:pt x="78306" y="8056"/>
                  <a:pt x="82162" y="12198"/>
                </a:cubicBezTo>
                <a:cubicBezTo>
                  <a:pt x="86018" y="16339"/>
                  <a:pt x="88930" y="21568"/>
                  <a:pt x="90896" y="27884"/>
                </a:cubicBezTo>
                <a:cubicBezTo>
                  <a:pt x="92862" y="34200"/>
                  <a:pt x="93845" y="41654"/>
                  <a:pt x="93845" y="50246"/>
                </a:cubicBezTo>
                <a:moveTo>
                  <a:pt x="72701" y="51282"/>
                </a:moveTo>
                <a:cubicBezTo>
                  <a:pt x="72701" y="46067"/>
                  <a:pt x="72293" y="41325"/>
                  <a:pt x="71476" y="37057"/>
                </a:cubicBezTo>
                <a:cubicBezTo>
                  <a:pt x="70658" y="32788"/>
                  <a:pt x="69267" y="29133"/>
                  <a:pt x="67300" y="26091"/>
                </a:cubicBezTo>
                <a:cubicBezTo>
                  <a:pt x="65334" y="23050"/>
                  <a:pt x="62717" y="20698"/>
                  <a:pt x="59448" y="19037"/>
                </a:cubicBezTo>
                <a:cubicBezTo>
                  <a:pt x="56179" y="17376"/>
                  <a:pt x="52094" y="16545"/>
                  <a:pt x="47191" y="16545"/>
                </a:cubicBezTo>
                <a:cubicBezTo>
                  <a:pt x="42237" y="16545"/>
                  <a:pt x="38100" y="17479"/>
                  <a:pt x="34780" y="19346"/>
                </a:cubicBezTo>
                <a:cubicBezTo>
                  <a:pt x="31460" y="21211"/>
                  <a:pt x="28779" y="23703"/>
                  <a:pt x="26736" y="26821"/>
                </a:cubicBezTo>
                <a:cubicBezTo>
                  <a:pt x="24693" y="29939"/>
                  <a:pt x="23251" y="33582"/>
                  <a:pt x="22408" y="37748"/>
                </a:cubicBezTo>
                <a:cubicBezTo>
                  <a:pt x="21565" y="41915"/>
                  <a:pt x="21144" y="46324"/>
                  <a:pt x="21144" y="50976"/>
                </a:cubicBezTo>
                <a:cubicBezTo>
                  <a:pt x="21144" y="56395"/>
                  <a:pt x="21552" y="61265"/>
                  <a:pt x="22370" y="65585"/>
                </a:cubicBezTo>
                <a:cubicBezTo>
                  <a:pt x="23187" y="69904"/>
                  <a:pt x="24566" y="73598"/>
                  <a:pt x="26506" y="76665"/>
                </a:cubicBezTo>
                <a:cubicBezTo>
                  <a:pt x="28447" y="79732"/>
                  <a:pt x="31052" y="82071"/>
                  <a:pt x="34321" y="83681"/>
                </a:cubicBezTo>
                <a:cubicBezTo>
                  <a:pt x="37589" y="85291"/>
                  <a:pt x="41700" y="86096"/>
                  <a:pt x="46654" y="86096"/>
                </a:cubicBezTo>
                <a:cubicBezTo>
                  <a:pt x="51608" y="86096"/>
                  <a:pt x="55745" y="85176"/>
                  <a:pt x="59065" y="83336"/>
                </a:cubicBezTo>
                <a:cubicBezTo>
                  <a:pt x="62385" y="81495"/>
                  <a:pt x="65066" y="78989"/>
                  <a:pt x="67109" y="75820"/>
                </a:cubicBezTo>
                <a:cubicBezTo>
                  <a:pt x="69152" y="72651"/>
                  <a:pt x="70595" y="68957"/>
                  <a:pt x="71437" y="64740"/>
                </a:cubicBezTo>
                <a:cubicBezTo>
                  <a:pt x="72280" y="60522"/>
                  <a:pt x="72701" y="56036"/>
                  <a:pt x="72701" y="51282"/>
                </a:cubicBezTo>
                <a:close/>
                <a:moveTo>
                  <a:pt x="181312" y="63191"/>
                </a:moveTo>
                <a:cubicBezTo>
                  <a:pt x="181312" y="69281"/>
                  <a:pt x="180661" y="74768"/>
                  <a:pt x="179359" y="79655"/>
                </a:cubicBezTo>
                <a:cubicBezTo>
                  <a:pt x="178056" y="84541"/>
                  <a:pt x="176154" y="88698"/>
                  <a:pt x="173651" y="92126"/>
                </a:cubicBezTo>
                <a:cubicBezTo>
                  <a:pt x="171149" y="95554"/>
                  <a:pt x="168033" y="98189"/>
                  <a:pt x="164305" y="100032"/>
                </a:cubicBezTo>
                <a:cubicBezTo>
                  <a:pt x="160577" y="101874"/>
                  <a:pt x="156312" y="102795"/>
                  <a:pt x="151512" y="102795"/>
                </a:cubicBezTo>
                <a:cubicBezTo>
                  <a:pt x="149520" y="102795"/>
                  <a:pt x="147694" y="102602"/>
                  <a:pt x="146034" y="102218"/>
                </a:cubicBezTo>
                <a:cubicBezTo>
                  <a:pt x="144374" y="101835"/>
                  <a:pt x="142765" y="101247"/>
                  <a:pt x="141208" y="100454"/>
                </a:cubicBezTo>
                <a:cubicBezTo>
                  <a:pt x="139650" y="99660"/>
                  <a:pt x="138105" y="98676"/>
                  <a:pt x="136573" y="97500"/>
                </a:cubicBezTo>
                <a:cubicBezTo>
                  <a:pt x="135041" y="96322"/>
                  <a:pt x="133458" y="94940"/>
                  <a:pt x="131823" y="93354"/>
                </a:cubicBezTo>
                <a:lnTo>
                  <a:pt x="131823" y="125542"/>
                </a:lnTo>
                <a:cubicBezTo>
                  <a:pt x="131823" y="126052"/>
                  <a:pt x="131670" y="126512"/>
                  <a:pt x="131364" y="126921"/>
                </a:cubicBezTo>
                <a:cubicBezTo>
                  <a:pt x="131057" y="127331"/>
                  <a:pt x="130534" y="127676"/>
                  <a:pt x="129793" y="127957"/>
                </a:cubicBezTo>
                <a:cubicBezTo>
                  <a:pt x="129053" y="128238"/>
                  <a:pt x="128069" y="128455"/>
                  <a:pt x="126844" y="128608"/>
                </a:cubicBezTo>
                <a:cubicBezTo>
                  <a:pt x="125618" y="128761"/>
                  <a:pt x="124060" y="128838"/>
                  <a:pt x="122171" y="128838"/>
                </a:cubicBezTo>
                <a:cubicBezTo>
                  <a:pt x="120281" y="128838"/>
                  <a:pt x="118723" y="128761"/>
                  <a:pt x="117497" y="128608"/>
                </a:cubicBezTo>
                <a:cubicBezTo>
                  <a:pt x="116272" y="128455"/>
                  <a:pt x="115289" y="128238"/>
                  <a:pt x="114548" y="127957"/>
                </a:cubicBezTo>
                <a:cubicBezTo>
                  <a:pt x="113807" y="127676"/>
                  <a:pt x="113284" y="127331"/>
                  <a:pt x="112978" y="126921"/>
                </a:cubicBezTo>
                <a:cubicBezTo>
                  <a:pt x="112671" y="126512"/>
                  <a:pt x="112518" y="126052"/>
                  <a:pt x="112518" y="125542"/>
                </a:cubicBezTo>
                <a:lnTo>
                  <a:pt x="112518" y="30029"/>
                </a:lnTo>
                <a:cubicBezTo>
                  <a:pt x="112518" y="29518"/>
                  <a:pt x="112646" y="29071"/>
                  <a:pt x="112901" y="28688"/>
                </a:cubicBezTo>
                <a:cubicBezTo>
                  <a:pt x="113156" y="28304"/>
                  <a:pt x="113603" y="27984"/>
                  <a:pt x="114242" y="27728"/>
                </a:cubicBezTo>
                <a:cubicBezTo>
                  <a:pt x="114880" y="27473"/>
                  <a:pt x="115723" y="27282"/>
                  <a:pt x="116770" y="27154"/>
                </a:cubicBezTo>
                <a:cubicBezTo>
                  <a:pt x="117817" y="27026"/>
                  <a:pt x="119132" y="26963"/>
                  <a:pt x="120715" y="26963"/>
                </a:cubicBezTo>
                <a:cubicBezTo>
                  <a:pt x="122247" y="26963"/>
                  <a:pt x="123537" y="27026"/>
                  <a:pt x="124584" y="27154"/>
                </a:cubicBezTo>
                <a:cubicBezTo>
                  <a:pt x="125631" y="27280"/>
                  <a:pt x="126473" y="27471"/>
                  <a:pt x="127112" y="27726"/>
                </a:cubicBezTo>
                <a:cubicBezTo>
                  <a:pt x="127750" y="27980"/>
                  <a:pt x="128197" y="28297"/>
                  <a:pt x="128452" y="28679"/>
                </a:cubicBezTo>
                <a:cubicBezTo>
                  <a:pt x="128708" y="29059"/>
                  <a:pt x="128835" y="29503"/>
                  <a:pt x="128835" y="30012"/>
                </a:cubicBezTo>
                <a:lnTo>
                  <a:pt x="128835" y="38017"/>
                </a:lnTo>
                <a:cubicBezTo>
                  <a:pt x="130827" y="35971"/>
                  <a:pt x="132781" y="34168"/>
                  <a:pt x="134696" y="32607"/>
                </a:cubicBezTo>
                <a:cubicBezTo>
                  <a:pt x="136611" y="31046"/>
                  <a:pt x="138565" y="29742"/>
                  <a:pt x="140557" y="28693"/>
                </a:cubicBezTo>
                <a:cubicBezTo>
                  <a:pt x="142548" y="27643"/>
                  <a:pt x="144604" y="26863"/>
                  <a:pt x="146724" y="26352"/>
                </a:cubicBezTo>
                <a:cubicBezTo>
                  <a:pt x="148843" y="25840"/>
                  <a:pt x="151103" y="25584"/>
                  <a:pt x="153503" y="25584"/>
                </a:cubicBezTo>
                <a:cubicBezTo>
                  <a:pt x="158508" y="25584"/>
                  <a:pt x="162773" y="26569"/>
                  <a:pt x="166297" y="28540"/>
                </a:cubicBezTo>
                <a:cubicBezTo>
                  <a:pt x="169821" y="30509"/>
                  <a:pt x="172694" y="33208"/>
                  <a:pt x="174915" y="36635"/>
                </a:cubicBezTo>
                <a:cubicBezTo>
                  <a:pt x="177137" y="40063"/>
                  <a:pt x="178759" y="44054"/>
                  <a:pt x="179780" y="48609"/>
                </a:cubicBezTo>
                <a:cubicBezTo>
                  <a:pt x="180801" y="53163"/>
                  <a:pt x="181312" y="58024"/>
                  <a:pt x="181312" y="63191"/>
                </a:cubicBezTo>
                <a:moveTo>
                  <a:pt x="161241" y="64610"/>
                </a:moveTo>
                <a:cubicBezTo>
                  <a:pt x="161241" y="61695"/>
                  <a:pt x="161024" y="58894"/>
                  <a:pt x="160590" y="56209"/>
                </a:cubicBezTo>
                <a:cubicBezTo>
                  <a:pt x="160156" y="53523"/>
                  <a:pt x="159415" y="51132"/>
                  <a:pt x="158368" y="49035"/>
                </a:cubicBezTo>
                <a:cubicBezTo>
                  <a:pt x="157321" y="46938"/>
                  <a:pt x="155942" y="45263"/>
                  <a:pt x="154231" y="44010"/>
                </a:cubicBezTo>
                <a:cubicBezTo>
                  <a:pt x="152520" y="42756"/>
                  <a:pt x="150388" y="42129"/>
                  <a:pt x="147834" y="42129"/>
                </a:cubicBezTo>
                <a:cubicBezTo>
                  <a:pt x="146558" y="42129"/>
                  <a:pt x="145293" y="42320"/>
                  <a:pt x="144042" y="42703"/>
                </a:cubicBezTo>
                <a:cubicBezTo>
                  <a:pt x="142791" y="43085"/>
                  <a:pt x="141514" y="43709"/>
                  <a:pt x="140212" y="44575"/>
                </a:cubicBezTo>
                <a:cubicBezTo>
                  <a:pt x="138909" y="45442"/>
                  <a:pt x="137569" y="46564"/>
                  <a:pt x="136190" y="47941"/>
                </a:cubicBezTo>
                <a:cubicBezTo>
                  <a:pt x="134811" y="49316"/>
                  <a:pt x="133355" y="51023"/>
                  <a:pt x="131823" y="53061"/>
                </a:cubicBezTo>
                <a:lnTo>
                  <a:pt x="131823" y="75624"/>
                </a:lnTo>
                <a:cubicBezTo>
                  <a:pt x="134530" y="79063"/>
                  <a:pt x="137109" y="81719"/>
                  <a:pt x="139561" y="83592"/>
                </a:cubicBezTo>
                <a:cubicBezTo>
                  <a:pt x="142012" y="85466"/>
                  <a:pt x="144566" y="86403"/>
                  <a:pt x="147221" y="86403"/>
                </a:cubicBezTo>
                <a:cubicBezTo>
                  <a:pt x="149724" y="86403"/>
                  <a:pt x="151856" y="85763"/>
                  <a:pt x="153618" y="84485"/>
                </a:cubicBezTo>
                <a:cubicBezTo>
                  <a:pt x="155380" y="83205"/>
                  <a:pt x="156823" y="81530"/>
                  <a:pt x="157947" y="79458"/>
                </a:cubicBezTo>
                <a:cubicBezTo>
                  <a:pt x="159070" y="77387"/>
                  <a:pt x="159900" y="75047"/>
                  <a:pt x="160436" y="72438"/>
                </a:cubicBezTo>
                <a:cubicBezTo>
                  <a:pt x="160973" y="69829"/>
                  <a:pt x="161241" y="67220"/>
                  <a:pt x="161241" y="64610"/>
                </a:cubicBezTo>
                <a:close/>
                <a:moveTo>
                  <a:pt x="262202" y="62186"/>
                </a:moveTo>
                <a:cubicBezTo>
                  <a:pt x="262202" y="64539"/>
                  <a:pt x="261678" y="66279"/>
                  <a:pt x="260632" y="67404"/>
                </a:cubicBezTo>
                <a:cubicBezTo>
                  <a:pt x="259585" y="68529"/>
                  <a:pt x="258142" y="69091"/>
                  <a:pt x="256303" y="69091"/>
                </a:cubicBezTo>
                <a:lnTo>
                  <a:pt x="214705" y="69091"/>
                </a:lnTo>
                <a:cubicBezTo>
                  <a:pt x="214705" y="72013"/>
                  <a:pt x="215050" y="74666"/>
                  <a:pt x="215739" y="77050"/>
                </a:cubicBezTo>
                <a:cubicBezTo>
                  <a:pt x="216429" y="79435"/>
                  <a:pt x="217527" y="81460"/>
                  <a:pt x="219033" y="83128"/>
                </a:cubicBezTo>
                <a:cubicBezTo>
                  <a:pt x="220540" y="84794"/>
                  <a:pt x="222481" y="86063"/>
                  <a:pt x="224855" y="86934"/>
                </a:cubicBezTo>
                <a:cubicBezTo>
                  <a:pt x="227230" y="87805"/>
                  <a:pt x="230078" y="88241"/>
                  <a:pt x="233397" y="88241"/>
                </a:cubicBezTo>
                <a:cubicBezTo>
                  <a:pt x="236768" y="88241"/>
                  <a:pt x="239730" y="87994"/>
                  <a:pt x="242284" y="87501"/>
                </a:cubicBezTo>
                <a:cubicBezTo>
                  <a:pt x="244837" y="87008"/>
                  <a:pt x="247046" y="86463"/>
                  <a:pt x="248910" y="85866"/>
                </a:cubicBezTo>
                <a:cubicBezTo>
                  <a:pt x="250775" y="85270"/>
                  <a:pt x="252320" y="84725"/>
                  <a:pt x="253545" y="84232"/>
                </a:cubicBezTo>
                <a:cubicBezTo>
                  <a:pt x="254771" y="83738"/>
                  <a:pt x="255767" y="83492"/>
                  <a:pt x="256533" y="83492"/>
                </a:cubicBezTo>
                <a:cubicBezTo>
                  <a:pt x="256993" y="83492"/>
                  <a:pt x="257376" y="83582"/>
                  <a:pt x="257682" y="83762"/>
                </a:cubicBezTo>
                <a:cubicBezTo>
                  <a:pt x="257989" y="83941"/>
                  <a:pt x="258244" y="84262"/>
                  <a:pt x="258448" y="84725"/>
                </a:cubicBezTo>
                <a:cubicBezTo>
                  <a:pt x="258652" y="85186"/>
                  <a:pt x="258793" y="85840"/>
                  <a:pt x="258870" y="86687"/>
                </a:cubicBezTo>
                <a:cubicBezTo>
                  <a:pt x="258946" y="87535"/>
                  <a:pt x="258984" y="88600"/>
                  <a:pt x="258984" y="89883"/>
                </a:cubicBezTo>
                <a:cubicBezTo>
                  <a:pt x="258984" y="91013"/>
                  <a:pt x="258959" y="91976"/>
                  <a:pt x="258908" y="92772"/>
                </a:cubicBezTo>
                <a:cubicBezTo>
                  <a:pt x="258857" y="93567"/>
                  <a:pt x="258780" y="94247"/>
                  <a:pt x="258678" y="94812"/>
                </a:cubicBezTo>
                <a:cubicBezTo>
                  <a:pt x="258576" y="95377"/>
                  <a:pt x="258423" y="95852"/>
                  <a:pt x="258218" y="96238"/>
                </a:cubicBezTo>
                <a:cubicBezTo>
                  <a:pt x="258014" y="96623"/>
                  <a:pt x="257746" y="96995"/>
                  <a:pt x="257414" y="97354"/>
                </a:cubicBezTo>
                <a:cubicBezTo>
                  <a:pt x="257082" y="97713"/>
                  <a:pt x="256175" y="98199"/>
                  <a:pt x="254694" y="98811"/>
                </a:cubicBezTo>
                <a:cubicBezTo>
                  <a:pt x="253213" y="99424"/>
                  <a:pt x="251324" y="100024"/>
                  <a:pt x="249025" y="100612"/>
                </a:cubicBezTo>
                <a:cubicBezTo>
                  <a:pt x="246727" y="101199"/>
                  <a:pt x="244097" y="101709"/>
                  <a:pt x="241135" y="102143"/>
                </a:cubicBezTo>
                <a:cubicBezTo>
                  <a:pt x="238173" y="102578"/>
                  <a:pt x="235006" y="102795"/>
                  <a:pt x="231635" y="102795"/>
                </a:cubicBezTo>
                <a:cubicBezTo>
                  <a:pt x="225558" y="102795"/>
                  <a:pt x="220233" y="102027"/>
                  <a:pt x="215662" y="100492"/>
                </a:cubicBezTo>
                <a:cubicBezTo>
                  <a:pt x="211091" y="98957"/>
                  <a:pt x="207274" y="96628"/>
                  <a:pt x="204209" y="93507"/>
                </a:cubicBezTo>
                <a:cubicBezTo>
                  <a:pt x="201145" y="90386"/>
                  <a:pt x="198860" y="86446"/>
                  <a:pt x="197353" y="81689"/>
                </a:cubicBezTo>
                <a:cubicBezTo>
                  <a:pt x="195846" y="76931"/>
                  <a:pt x="195093" y="71353"/>
                  <a:pt x="195093" y="64958"/>
                </a:cubicBezTo>
                <a:cubicBezTo>
                  <a:pt x="195093" y="58868"/>
                  <a:pt x="195885" y="53380"/>
                  <a:pt x="197468" y="48494"/>
                </a:cubicBezTo>
                <a:cubicBezTo>
                  <a:pt x="199051" y="43607"/>
                  <a:pt x="201349" y="39463"/>
                  <a:pt x="204363" y="36061"/>
                </a:cubicBezTo>
                <a:cubicBezTo>
                  <a:pt x="207376" y="32657"/>
                  <a:pt x="211040" y="30060"/>
                  <a:pt x="215356" y="28269"/>
                </a:cubicBezTo>
                <a:cubicBezTo>
                  <a:pt x="219672" y="26479"/>
                  <a:pt x="224536" y="25584"/>
                  <a:pt x="229950" y="25584"/>
                </a:cubicBezTo>
                <a:cubicBezTo>
                  <a:pt x="235670" y="25584"/>
                  <a:pt x="240560" y="26428"/>
                  <a:pt x="244620" y="28116"/>
                </a:cubicBezTo>
                <a:cubicBezTo>
                  <a:pt x="248681" y="29805"/>
                  <a:pt x="252013" y="32145"/>
                  <a:pt x="254618" y="35137"/>
                </a:cubicBezTo>
                <a:cubicBezTo>
                  <a:pt x="257222" y="38129"/>
                  <a:pt x="259138" y="41672"/>
                  <a:pt x="260363" y="45765"/>
                </a:cubicBezTo>
                <a:cubicBezTo>
                  <a:pt x="261589" y="49857"/>
                  <a:pt x="262202" y="54307"/>
                  <a:pt x="262202" y="59117"/>
                </a:cubicBezTo>
                <a:lnTo>
                  <a:pt x="262202" y="62186"/>
                </a:lnTo>
                <a:moveTo>
                  <a:pt x="243510" y="56683"/>
                </a:moveTo>
                <a:cubicBezTo>
                  <a:pt x="243663" y="51246"/>
                  <a:pt x="242577" y="46976"/>
                  <a:pt x="240254" y="43874"/>
                </a:cubicBezTo>
                <a:cubicBezTo>
                  <a:pt x="237930" y="40770"/>
                  <a:pt x="234342" y="39218"/>
                  <a:pt x="229490" y="39218"/>
                </a:cubicBezTo>
                <a:cubicBezTo>
                  <a:pt x="227039" y="39218"/>
                  <a:pt x="224906" y="39680"/>
                  <a:pt x="223093" y="40604"/>
                </a:cubicBezTo>
                <a:cubicBezTo>
                  <a:pt x="221280" y="41527"/>
                  <a:pt x="219774" y="42770"/>
                  <a:pt x="218574" y="44336"/>
                </a:cubicBezTo>
                <a:cubicBezTo>
                  <a:pt x="217373" y="45900"/>
                  <a:pt x="216454" y="47746"/>
                  <a:pt x="215816" y="49875"/>
                </a:cubicBezTo>
                <a:cubicBezTo>
                  <a:pt x="215177" y="52002"/>
                  <a:pt x="214807" y="54271"/>
                  <a:pt x="214705" y="56683"/>
                </a:cubicBezTo>
                <a:lnTo>
                  <a:pt x="243510" y="56683"/>
                </a:lnTo>
                <a:close/>
                <a:moveTo>
                  <a:pt x="323883" y="36307"/>
                </a:moveTo>
                <a:cubicBezTo>
                  <a:pt x="323883" y="38146"/>
                  <a:pt x="323832" y="39652"/>
                  <a:pt x="323730" y="40827"/>
                </a:cubicBezTo>
                <a:cubicBezTo>
                  <a:pt x="323628" y="42001"/>
                  <a:pt x="323475" y="42920"/>
                  <a:pt x="323270" y="43584"/>
                </a:cubicBezTo>
                <a:cubicBezTo>
                  <a:pt x="323066" y="44248"/>
                  <a:pt x="322798" y="44708"/>
                  <a:pt x="322466" y="44963"/>
                </a:cubicBezTo>
                <a:cubicBezTo>
                  <a:pt x="322134" y="45218"/>
                  <a:pt x="321713" y="45346"/>
                  <a:pt x="321202" y="45346"/>
                </a:cubicBezTo>
                <a:cubicBezTo>
                  <a:pt x="320793" y="45346"/>
                  <a:pt x="320334" y="45257"/>
                  <a:pt x="319823" y="45078"/>
                </a:cubicBezTo>
                <a:cubicBezTo>
                  <a:pt x="319312" y="44899"/>
                  <a:pt x="318738" y="44708"/>
                  <a:pt x="318099" y="44503"/>
                </a:cubicBezTo>
                <a:cubicBezTo>
                  <a:pt x="317461" y="44299"/>
                  <a:pt x="316759" y="44108"/>
                  <a:pt x="315992" y="43929"/>
                </a:cubicBezTo>
                <a:cubicBezTo>
                  <a:pt x="315226" y="43750"/>
                  <a:pt x="314384" y="43661"/>
                  <a:pt x="313464" y="43661"/>
                </a:cubicBezTo>
                <a:cubicBezTo>
                  <a:pt x="312392" y="43661"/>
                  <a:pt x="311319" y="43880"/>
                  <a:pt x="310247" y="44317"/>
                </a:cubicBezTo>
                <a:cubicBezTo>
                  <a:pt x="309174" y="44752"/>
                  <a:pt x="308063" y="45433"/>
                  <a:pt x="306914" y="46359"/>
                </a:cubicBezTo>
                <a:cubicBezTo>
                  <a:pt x="305765" y="47284"/>
                  <a:pt x="304565" y="48518"/>
                  <a:pt x="303314" y="50059"/>
                </a:cubicBezTo>
                <a:cubicBezTo>
                  <a:pt x="302063" y="51601"/>
                  <a:pt x="300722" y="53502"/>
                  <a:pt x="299292" y="55763"/>
                </a:cubicBezTo>
                <a:lnTo>
                  <a:pt x="299292" y="98352"/>
                </a:lnTo>
                <a:cubicBezTo>
                  <a:pt x="299292" y="98863"/>
                  <a:pt x="299139" y="99309"/>
                  <a:pt x="298832" y="99692"/>
                </a:cubicBezTo>
                <a:cubicBezTo>
                  <a:pt x="298526" y="100075"/>
                  <a:pt x="298002" y="100394"/>
                  <a:pt x="297262" y="100650"/>
                </a:cubicBezTo>
                <a:cubicBezTo>
                  <a:pt x="296521" y="100905"/>
                  <a:pt x="295538" y="101097"/>
                  <a:pt x="294312" y="101224"/>
                </a:cubicBezTo>
                <a:cubicBezTo>
                  <a:pt x="293087" y="101352"/>
                  <a:pt x="291529" y="101416"/>
                  <a:pt x="289639" y="101416"/>
                </a:cubicBezTo>
                <a:cubicBezTo>
                  <a:pt x="287750" y="101416"/>
                  <a:pt x="286192" y="101352"/>
                  <a:pt x="284966" y="101224"/>
                </a:cubicBezTo>
                <a:cubicBezTo>
                  <a:pt x="283740" y="101097"/>
                  <a:pt x="282757" y="100905"/>
                  <a:pt x="282017" y="100650"/>
                </a:cubicBezTo>
                <a:cubicBezTo>
                  <a:pt x="281276" y="100394"/>
                  <a:pt x="280753" y="100075"/>
                  <a:pt x="280446" y="99692"/>
                </a:cubicBezTo>
                <a:cubicBezTo>
                  <a:pt x="280140" y="99309"/>
                  <a:pt x="279987" y="98863"/>
                  <a:pt x="279987" y="98352"/>
                </a:cubicBezTo>
                <a:lnTo>
                  <a:pt x="279987" y="30026"/>
                </a:lnTo>
                <a:cubicBezTo>
                  <a:pt x="279987" y="29516"/>
                  <a:pt x="280114" y="29069"/>
                  <a:pt x="280370" y="28686"/>
                </a:cubicBezTo>
                <a:cubicBezTo>
                  <a:pt x="280625" y="28303"/>
                  <a:pt x="281085" y="27984"/>
                  <a:pt x="281749" y="27728"/>
                </a:cubicBezTo>
                <a:cubicBezTo>
                  <a:pt x="282412" y="27473"/>
                  <a:pt x="283268" y="27282"/>
                  <a:pt x="284315" y="27154"/>
                </a:cubicBezTo>
                <a:cubicBezTo>
                  <a:pt x="285362" y="27026"/>
                  <a:pt x="286677" y="26963"/>
                  <a:pt x="288260" y="26963"/>
                </a:cubicBezTo>
                <a:cubicBezTo>
                  <a:pt x="289895" y="26963"/>
                  <a:pt x="291248" y="27026"/>
                  <a:pt x="292320" y="27154"/>
                </a:cubicBezTo>
                <a:cubicBezTo>
                  <a:pt x="293393" y="27282"/>
                  <a:pt x="294223" y="27473"/>
                  <a:pt x="294810" y="27728"/>
                </a:cubicBezTo>
                <a:cubicBezTo>
                  <a:pt x="295398" y="27984"/>
                  <a:pt x="295819" y="28303"/>
                  <a:pt x="296074" y="28686"/>
                </a:cubicBezTo>
                <a:cubicBezTo>
                  <a:pt x="296330" y="29069"/>
                  <a:pt x="296457" y="29516"/>
                  <a:pt x="296457" y="30026"/>
                </a:cubicBezTo>
                <a:lnTo>
                  <a:pt x="296457" y="38529"/>
                </a:lnTo>
                <a:cubicBezTo>
                  <a:pt x="298245" y="35960"/>
                  <a:pt x="299930" y="33840"/>
                  <a:pt x="301513" y="32171"/>
                </a:cubicBezTo>
                <a:cubicBezTo>
                  <a:pt x="303097" y="30502"/>
                  <a:pt x="304603" y="29180"/>
                  <a:pt x="306033" y="28205"/>
                </a:cubicBezTo>
                <a:cubicBezTo>
                  <a:pt x="307463" y="27228"/>
                  <a:pt x="308893" y="26548"/>
                  <a:pt x="310323" y="26163"/>
                </a:cubicBezTo>
                <a:cubicBezTo>
                  <a:pt x="311753" y="25777"/>
                  <a:pt x="313183" y="25584"/>
                  <a:pt x="314614" y="25584"/>
                </a:cubicBezTo>
                <a:cubicBezTo>
                  <a:pt x="315277" y="25584"/>
                  <a:pt x="315992" y="25622"/>
                  <a:pt x="316759" y="25699"/>
                </a:cubicBezTo>
                <a:cubicBezTo>
                  <a:pt x="317525" y="25775"/>
                  <a:pt x="318316" y="25903"/>
                  <a:pt x="319133" y="26082"/>
                </a:cubicBezTo>
                <a:cubicBezTo>
                  <a:pt x="319951" y="26260"/>
                  <a:pt x="320666" y="26465"/>
                  <a:pt x="321278" y="26694"/>
                </a:cubicBezTo>
                <a:cubicBezTo>
                  <a:pt x="321891" y="26924"/>
                  <a:pt x="322338" y="27167"/>
                  <a:pt x="322619" y="27422"/>
                </a:cubicBezTo>
                <a:cubicBezTo>
                  <a:pt x="322900" y="27677"/>
                  <a:pt x="323104" y="27958"/>
                  <a:pt x="323232" y="28265"/>
                </a:cubicBezTo>
                <a:cubicBezTo>
                  <a:pt x="323360" y="28571"/>
                  <a:pt x="323475" y="28992"/>
                  <a:pt x="323577" y="29529"/>
                </a:cubicBezTo>
                <a:cubicBezTo>
                  <a:pt x="323679" y="30065"/>
                  <a:pt x="323755" y="30869"/>
                  <a:pt x="323807" y="31941"/>
                </a:cubicBezTo>
                <a:cubicBezTo>
                  <a:pt x="323858" y="33014"/>
                  <a:pt x="323883" y="34469"/>
                  <a:pt x="323883" y="36307"/>
                </a:cubicBezTo>
                <a:close/>
                <a:moveTo>
                  <a:pt x="391976" y="98579"/>
                </a:moveTo>
                <a:cubicBezTo>
                  <a:pt x="391976" y="99294"/>
                  <a:pt x="391721" y="99857"/>
                  <a:pt x="391210" y="100267"/>
                </a:cubicBezTo>
                <a:cubicBezTo>
                  <a:pt x="390700" y="100675"/>
                  <a:pt x="389895" y="100969"/>
                  <a:pt x="388797" y="101148"/>
                </a:cubicBezTo>
                <a:cubicBezTo>
                  <a:pt x="387699" y="101326"/>
                  <a:pt x="386078" y="101416"/>
                  <a:pt x="383933" y="101416"/>
                </a:cubicBezTo>
                <a:cubicBezTo>
                  <a:pt x="381634" y="101416"/>
                  <a:pt x="379962" y="101326"/>
                  <a:pt x="378915" y="101148"/>
                </a:cubicBezTo>
                <a:cubicBezTo>
                  <a:pt x="377868" y="100969"/>
                  <a:pt x="377127" y="100675"/>
                  <a:pt x="376693" y="100267"/>
                </a:cubicBezTo>
                <a:cubicBezTo>
                  <a:pt x="376259" y="99858"/>
                  <a:pt x="376042" y="99297"/>
                  <a:pt x="376042" y="98582"/>
                </a:cubicBezTo>
                <a:lnTo>
                  <a:pt x="376042" y="93143"/>
                </a:lnTo>
                <a:cubicBezTo>
                  <a:pt x="373233" y="96156"/>
                  <a:pt x="370028" y="98518"/>
                  <a:pt x="366428" y="100229"/>
                </a:cubicBezTo>
                <a:cubicBezTo>
                  <a:pt x="362827" y="101939"/>
                  <a:pt x="358831" y="102795"/>
                  <a:pt x="354438" y="102795"/>
                </a:cubicBezTo>
                <a:cubicBezTo>
                  <a:pt x="350812" y="102795"/>
                  <a:pt x="347480" y="102321"/>
                  <a:pt x="344441" y="101373"/>
                </a:cubicBezTo>
                <a:cubicBezTo>
                  <a:pt x="341402" y="100425"/>
                  <a:pt x="338772" y="99016"/>
                  <a:pt x="336550" y="97145"/>
                </a:cubicBezTo>
                <a:cubicBezTo>
                  <a:pt x="334329" y="95275"/>
                  <a:pt x="332605" y="92957"/>
                  <a:pt x="331379" y="90192"/>
                </a:cubicBezTo>
                <a:cubicBezTo>
                  <a:pt x="330154" y="87425"/>
                  <a:pt x="329541" y="84196"/>
                  <a:pt x="329541" y="80507"/>
                </a:cubicBezTo>
                <a:cubicBezTo>
                  <a:pt x="329541" y="76509"/>
                  <a:pt x="330320" y="73038"/>
                  <a:pt x="331877" y="70092"/>
                </a:cubicBezTo>
                <a:cubicBezTo>
                  <a:pt x="333435" y="67146"/>
                  <a:pt x="335759" y="64713"/>
                  <a:pt x="338849" y="62791"/>
                </a:cubicBezTo>
                <a:cubicBezTo>
                  <a:pt x="341938" y="60870"/>
                  <a:pt x="345782" y="59448"/>
                  <a:pt x="350378" y="58526"/>
                </a:cubicBezTo>
                <a:cubicBezTo>
                  <a:pt x="354975" y="57603"/>
                  <a:pt x="360312" y="57142"/>
                  <a:pt x="366389" y="57142"/>
                </a:cubicBezTo>
                <a:lnTo>
                  <a:pt x="373054" y="57142"/>
                </a:lnTo>
                <a:lnTo>
                  <a:pt x="373054" y="53025"/>
                </a:lnTo>
                <a:cubicBezTo>
                  <a:pt x="373054" y="50890"/>
                  <a:pt x="372837" y="49022"/>
                  <a:pt x="372403" y="47421"/>
                </a:cubicBezTo>
                <a:cubicBezTo>
                  <a:pt x="371969" y="45819"/>
                  <a:pt x="371254" y="44484"/>
                  <a:pt x="370258" y="43417"/>
                </a:cubicBezTo>
                <a:cubicBezTo>
                  <a:pt x="369262" y="42349"/>
                  <a:pt x="367934" y="41562"/>
                  <a:pt x="366274" y="41054"/>
                </a:cubicBezTo>
                <a:cubicBezTo>
                  <a:pt x="364615" y="40545"/>
                  <a:pt x="362559" y="40291"/>
                  <a:pt x="360107" y="40291"/>
                </a:cubicBezTo>
                <a:cubicBezTo>
                  <a:pt x="356890" y="40291"/>
                  <a:pt x="354017" y="40648"/>
                  <a:pt x="351489" y="41363"/>
                </a:cubicBezTo>
                <a:cubicBezTo>
                  <a:pt x="348961" y="42078"/>
                  <a:pt x="346726" y="42869"/>
                  <a:pt x="344786" y="43737"/>
                </a:cubicBezTo>
                <a:cubicBezTo>
                  <a:pt x="342845" y="44606"/>
                  <a:pt x="341223" y="45397"/>
                  <a:pt x="339921" y="46112"/>
                </a:cubicBezTo>
                <a:cubicBezTo>
                  <a:pt x="338619" y="46827"/>
                  <a:pt x="337559" y="47184"/>
                  <a:pt x="336742" y="47184"/>
                </a:cubicBezTo>
                <a:cubicBezTo>
                  <a:pt x="336180" y="47184"/>
                  <a:pt x="335682" y="47005"/>
                  <a:pt x="335248" y="46646"/>
                </a:cubicBezTo>
                <a:cubicBezTo>
                  <a:pt x="334814" y="46287"/>
                  <a:pt x="334456" y="45774"/>
                  <a:pt x="334175" y="45107"/>
                </a:cubicBezTo>
                <a:cubicBezTo>
                  <a:pt x="333895" y="44440"/>
                  <a:pt x="333678" y="43619"/>
                  <a:pt x="333524" y="42644"/>
                </a:cubicBezTo>
                <a:cubicBezTo>
                  <a:pt x="333371" y="41667"/>
                  <a:pt x="333294" y="40589"/>
                  <a:pt x="333294" y="39410"/>
                </a:cubicBezTo>
                <a:cubicBezTo>
                  <a:pt x="333294" y="37819"/>
                  <a:pt x="333422" y="36561"/>
                  <a:pt x="333678" y="35637"/>
                </a:cubicBezTo>
                <a:cubicBezTo>
                  <a:pt x="333933" y="34713"/>
                  <a:pt x="334418" y="33879"/>
                  <a:pt x="335133" y="33136"/>
                </a:cubicBezTo>
                <a:cubicBezTo>
                  <a:pt x="335848" y="32391"/>
                  <a:pt x="337099" y="31571"/>
                  <a:pt x="338887" y="30678"/>
                </a:cubicBezTo>
                <a:cubicBezTo>
                  <a:pt x="340674" y="29784"/>
                  <a:pt x="342768" y="28954"/>
                  <a:pt x="345169" y="28188"/>
                </a:cubicBezTo>
                <a:cubicBezTo>
                  <a:pt x="347569" y="27422"/>
                  <a:pt x="350187" y="26797"/>
                  <a:pt x="353021" y="26311"/>
                </a:cubicBezTo>
                <a:cubicBezTo>
                  <a:pt x="355856" y="25826"/>
                  <a:pt x="358780" y="25584"/>
                  <a:pt x="361793" y="25584"/>
                </a:cubicBezTo>
                <a:cubicBezTo>
                  <a:pt x="367155" y="25584"/>
                  <a:pt x="371739" y="26108"/>
                  <a:pt x="375544" y="27156"/>
                </a:cubicBezTo>
                <a:cubicBezTo>
                  <a:pt x="379349" y="28203"/>
                  <a:pt x="382477" y="29813"/>
                  <a:pt x="384928" y="31987"/>
                </a:cubicBezTo>
                <a:cubicBezTo>
                  <a:pt x="387380" y="34159"/>
                  <a:pt x="389167" y="36957"/>
                  <a:pt x="390291" y="40382"/>
                </a:cubicBezTo>
                <a:cubicBezTo>
                  <a:pt x="391415" y="43806"/>
                  <a:pt x="391976" y="47870"/>
                  <a:pt x="391976" y="52573"/>
                </a:cubicBezTo>
                <a:lnTo>
                  <a:pt x="391976" y="98579"/>
                </a:lnTo>
                <a:moveTo>
                  <a:pt x="373054" y="69245"/>
                </a:moveTo>
                <a:lnTo>
                  <a:pt x="365700" y="69245"/>
                </a:lnTo>
                <a:cubicBezTo>
                  <a:pt x="362584" y="69245"/>
                  <a:pt x="359929" y="69476"/>
                  <a:pt x="357733" y="69939"/>
                </a:cubicBezTo>
                <a:cubicBezTo>
                  <a:pt x="355536" y="70402"/>
                  <a:pt x="353749" y="71097"/>
                  <a:pt x="352370" y="72024"/>
                </a:cubicBezTo>
                <a:cubicBezTo>
                  <a:pt x="350991" y="72949"/>
                  <a:pt x="349982" y="74069"/>
                  <a:pt x="349344" y="75382"/>
                </a:cubicBezTo>
                <a:cubicBezTo>
                  <a:pt x="348706" y="76694"/>
                  <a:pt x="348386" y="78199"/>
                  <a:pt x="348386" y="79897"/>
                </a:cubicBezTo>
                <a:cubicBezTo>
                  <a:pt x="348386" y="82779"/>
                  <a:pt x="349293" y="85043"/>
                  <a:pt x="351106" y="86690"/>
                </a:cubicBezTo>
                <a:cubicBezTo>
                  <a:pt x="352919" y="88337"/>
                  <a:pt x="355434" y="89160"/>
                  <a:pt x="358652" y="89160"/>
                </a:cubicBezTo>
                <a:cubicBezTo>
                  <a:pt x="361359" y="89160"/>
                  <a:pt x="363848" y="88466"/>
                  <a:pt x="366121" y="87078"/>
                </a:cubicBezTo>
                <a:cubicBezTo>
                  <a:pt x="368394" y="85688"/>
                  <a:pt x="370705" y="83655"/>
                  <a:pt x="373054" y="80978"/>
                </a:cubicBezTo>
                <a:lnTo>
                  <a:pt x="373054" y="69245"/>
                </a:lnTo>
                <a:close/>
                <a:moveTo>
                  <a:pt x="452446" y="91559"/>
                </a:moveTo>
                <a:cubicBezTo>
                  <a:pt x="452446" y="93817"/>
                  <a:pt x="452306" y="95549"/>
                  <a:pt x="452025" y="96755"/>
                </a:cubicBezTo>
                <a:cubicBezTo>
                  <a:pt x="451744" y="97960"/>
                  <a:pt x="451374" y="98807"/>
                  <a:pt x="450914" y="99295"/>
                </a:cubicBezTo>
                <a:cubicBezTo>
                  <a:pt x="450454" y="99782"/>
                  <a:pt x="449778" y="100217"/>
                  <a:pt x="448884" y="100602"/>
                </a:cubicBezTo>
                <a:cubicBezTo>
                  <a:pt x="447990" y="100987"/>
                  <a:pt x="446943" y="101320"/>
                  <a:pt x="445743" y="101603"/>
                </a:cubicBezTo>
                <a:cubicBezTo>
                  <a:pt x="444543" y="101885"/>
                  <a:pt x="443240" y="102103"/>
                  <a:pt x="441836" y="102256"/>
                </a:cubicBezTo>
                <a:cubicBezTo>
                  <a:pt x="440432" y="102411"/>
                  <a:pt x="439014" y="102488"/>
                  <a:pt x="437584" y="102488"/>
                </a:cubicBezTo>
                <a:cubicBezTo>
                  <a:pt x="433754" y="102488"/>
                  <a:pt x="430434" y="102003"/>
                  <a:pt x="427625" y="101033"/>
                </a:cubicBezTo>
                <a:cubicBezTo>
                  <a:pt x="424816" y="100063"/>
                  <a:pt x="422492" y="98569"/>
                  <a:pt x="420654" y="96552"/>
                </a:cubicBezTo>
                <a:cubicBezTo>
                  <a:pt x="418815" y="94535"/>
                  <a:pt x="417462" y="91994"/>
                  <a:pt x="416594" y="88930"/>
                </a:cubicBezTo>
                <a:cubicBezTo>
                  <a:pt x="415725" y="85866"/>
                  <a:pt x="415291" y="82241"/>
                  <a:pt x="415291" y="78053"/>
                </a:cubicBezTo>
                <a:lnTo>
                  <a:pt x="415291" y="43048"/>
                </a:lnTo>
                <a:lnTo>
                  <a:pt x="407094" y="43048"/>
                </a:lnTo>
                <a:cubicBezTo>
                  <a:pt x="406124" y="43048"/>
                  <a:pt x="405383" y="42448"/>
                  <a:pt x="404872" y="41248"/>
                </a:cubicBezTo>
                <a:cubicBezTo>
                  <a:pt x="404362" y="40048"/>
                  <a:pt x="404106" y="38044"/>
                  <a:pt x="404106" y="35235"/>
                </a:cubicBezTo>
                <a:cubicBezTo>
                  <a:pt x="404106" y="33754"/>
                  <a:pt x="404170" y="32503"/>
                  <a:pt x="404298" y="31482"/>
                </a:cubicBezTo>
                <a:cubicBezTo>
                  <a:pt x="404426" y="30460"/>
                  <a:pt x="404617" y="29656"/>
                  <a:pt x="404872" y="29069"/>
                </a:cubicBezTo>
                <a:cubicBezTo>
                  <a:pt x="405128" y="28482"/>
                  <a:pt x="405447" y="28060"/>
                  <a:pt x="405830" y="27805"/>
                </a:cubicBezTo>
                <a:cubicBezTo>
                  <a:pt x="406213" y="27550"/>
                  <a:pt x="406660" y="27422"/>
                  <a:pt x="407171" y="27422"/>
                </a:cubicBezTo>
                <a:lnTo>
                  <a:pt x="415291" y="27422"/>
                </a:lnTo>
                <a:lnTo>
                  <a:pt x="415291" y="12117"/>
                </a:lnTo>
                <a:cubicBezTo>
                  <a:pt x="415291" y="11603"/>
                  <a:pt x="415432" y="11141"/>
                  <a:pt x="415713" y="10731"/>
                </a:cubicBezTo>
                <a:cubicBezTo>
                  <a:pt x="415993" y="10321"/>
                  <a:pt x="416504" y="9975"/>
                  <a:pt x="417245" y="9694"/>
                </a:cubicBezTo>
                <a:cubicBezTo>
                  <a:pt x="417985" y="9412"/>
                  <a:pt x="418981" y="9207"/>
                  <a:pt x="420232" y="9079"/>
                </a:cubicBezTo>
                <a:cubicBezTo>
                  <a:pt x="421484" y="8950"/>
                  <a:pt x="423029" y="8885"/>
                  <a:pt x="424867" y="8885"/>
                </a:cubicBezTo>
                <a:cubicBezTo>
                  <a:pt x="426757" y="8885"/>
                  <a:pt x="428327" y="8950"/>
                  <a:pt x="429579" y="9079"/>
                </a:cubicBezTo>
                <a:cubicBezTo>
                  <a:pt x="430830" y="9207"/>
                  <a:pt x="431813" y="9412"/>
                  <a:pt x="432528" y="9694"/>
                </a:cubicBezTo>
                <a:cubicBezTo>
                  <a:pt x="433243" y="9975"/>
                  <a:pt x="433754" y="10321"/>
                  <a:pt x="434060" y="10731"/>
                </a:cubicBezTo>
                <a:cubicBezTo>
                  <a:pt x="434367" y="11141"/>
                  <a:pt x="434520" y="11603"/>
                  <a:pt x="434520" y="12117"/>
                </a:cubicBezTo>
                <a:lnTo>
                  <a:pt x="434520" y="27422"/>
                </a:lnTo>
                <a:lnTo>
                  <a:pt x="449382" y="27422"/>
                </a:lnTo>
                <a:cubicBezTo>
                  <a:pt x="449893" y="27422"/>
                  <a:pt x="450340" y="27550"/>
                  <a:pt x="450723" y="27805"/>
                </a:cubicBezTo>
                <a:cubicBezTo>
                  <a:pt x="451106" y="28060"/>
                  <a:pt x="451425" y="28482"/>
                  <a:pt x="451680" y="29069"/>
                </a:cubicBezTo>
                <a:cubicBezTo>
                  <a:pt x="451936" y="29656"/>
                  <a:pt x="452127" y="30460"/>
                  <a:pt x="452255" y="31482"/>
                </a:cubicBezTo>
                <a:cubicBezTo>
                  <a:pt x="452382" y="32503"/>
                  <a:pt x="452446" y="33754"/>
                  <a:pt x="452446" y="35235"/>
                </a:cubicBezTo>
                <a:cubicBezTo>
                  <a:pt x="452446" y="38044"/>
                  <a:pt x="452191" y="40048"/>
                  <a:pt x="451680" y="41248"/>
                </a:cubicBezTo>
                <a:cubicBezTo>
                  <a:pt x="451169" y="42448"/>
                  <a:pt x="450429" y="43048"/>
                  <a:pt x="449459" y="43048"/>
                </a:cubicBezTo>
                <a:lnTo>
                  <a:pt x="434520" y="43048"/>
                </a:lnTo>
                <a:lnTo>
                  <a:pt x="434520" y="75085"/>
                </a:lnTo>
                <a:cubicBezTo>
                  <a:pt x="434520" y="78807"/>
                  <a:pt x="435107" y="81598"/>
                  <a:pt x="436282" y="83458"/>
                </a:cubicBezTo>
                <a:cubicBezTo>
                  <a:pt x="437457" y="85319"/>
                  <a:pt x="439551" y="86249"/>
                  <a:pt x="442564" y="86249"/>
                </a:cubicBezTo>
                <a:cubicBezTo>
                  <a:pt x="443585" y="86249"/>
                  <a:pt x="444505" y="86160"/>
                  <a:pt x="445322" y="85981"/>
                </a:cubicBezTo>
                <a:cubicBezTo>
                  <a:pt x="446139" y="85803"/>
                  <a:pt x="446867" y="85598"/>
                  <a:pt x="447505" y="85369"/>
                </a:cubicBezTo>
                <a:cubicBezTo>
                  <a:pt x="448143" y="85139"/>
                  <a:pt x="448680" y="84934"/>
                  <a:pt x="449114" y="84756"/>
                </a:cubicBezTo>
                <a:cubicBezTo>
                  <a:pt x="449548" y="84577"/>
                  <a:pt x="449944" y="84488"/>
                  <a:pt x="450301" y="84488"/>
                </a:cubicBezTo>
                <a:cubicBezTo>
                  <a:pt x="450608" y="84488"/>
                  <a:pt x="450901" y="84577"/>
                  <a:pt x="451182" y="84756"/>
                </a:cubicBezTo>
                <a:cubicBezTo>
                  <a:pt x="451463" y="84934"/>
                  <a:pt x="451680" y="85293"/>
                  <a:pt x="451833" y="85830"/>
                </a:cubicBezTo>
                <a:cubicBezTo>
                  <a:pt x="451987" y="86367"/>
                  <a:pt x="452127" y="87097"/>
                  <a:pt x="452255" y="88021"/>
                </a:cubicBezTo>
                <a:cubicBezTo>
                  <a:pt x="452382" y="88943"/>
                  <a:pt x="452446" y="90122"/>
                  <a:pt x="452446" y="91559"/>
                </a:cubicBezTo>
                <a:close/>
                <a:moveTo>
                  <a:pt x="529361" y="62186"/>
                </a:moveTo>
                <a:cubicBezTo>
                  <a:pt x="529361" y="64539"/>
                  <a:pt x="528837" y="66279"/>
                  <a:pt x="527790" y="67404"/>
                </a:cubicBezTo>
                <a:cubicBezTo>
                  <a:pt x="526743" y="68529"/>
                  <a:pt x="525300" y="69091"/>
                  <a:pt x="523462" y="69091"/>
                </a:cubicBezTo>
                <a:lnTo>
                  <a:pt x="481863" y="69091"/>
                </a:lnTo>
                <a:cubicBezTo>
                  <a:pt x="481863" y="72013"/>
                  <a:pt x="482208" y="74666"/>
                  <a:pt x="482898" y="77050"/>
                </a:cubicBezTo>
                <a:cubicBezTo>
                  <a:pt x="483587" y="79435"/>
                  <a:pt x="484685" y="81460"/>
                  <a:pt x="486192" y="83128"/>
                </a:cubicBezTo>
                <a:cubicBezTo>
                  <a:pt x="487698" y="84794"/>
                  <a:pt x="489639" y="86063"/>
                  <a:pt x="492014" y="86934"/>
                </a:cubicBezTo>
                <a:cubicBezTo>
                  <a:pt x="494389" y="87805"/>
                  <a:pt x="497236" y="88241"/>
                  <a:pt x="500556" y="88241"/>
                </a:cubicBezTo>
                <a:cubicBezTo>
                  <a:pt x="503927" y="88241"/>
                  <a:pt x="506889" y="87994"/>
                  <a:pt x="509442" y="87501"/>
                </a:cubicBezTo>
                <a:cubicBezTo>
                  <a:pt x="511996" y="87008"/>
                  <a:pt x="514205" y="86463"/>
                  <a:pt x="516069" y="85866"/>
                </a:cubicBezTo>
                <a:cubicBezTo>
                  <a:pt x="517933" y="85270"/>
                  <a:pt x="519478" y="84725"/>
                  <a:pt x="520704" y="84232"/>
                </a:cubicBezTo>
                <a:cubicBezTo>
                  <a:pt x="521930" y="83738"/>
                  <a:pt x="522925" y="83492"/>
                  <a:pt x="523692" y="83492"/>
                </a:cubicBezTo>
                <a:cubicBezTo>
                  <a:pt x="524151" y="83492"/>
                  <a:pt x="524534" y="83582"/>
                  <a:pt x="524841" y="83762"/>
                </a:cubicBezTo>
                <a:cubicBezTo>
                  <a:pt x="525147" y="83941"/>
                  <a:pt x="525402" y="84262"/>
                  <a:pt x="525607" y="84725"/>
                </a:cubicBezTo>
                <a:cubicBezTo>
                  <a:pt x="525811" y="85186"/>
                  <a:pt x="525951" y="85840"/>
                  <a:pt x="526028" y="86687"/>
                </a:cubicBezTo>
                <a:cubicBezTo>
                  <a:pt x="526105" y="87535"/>
                  <a:pt x="526143" y="88600"/>
                  <a:pt x="526143" y="89883"/>
                </a:cubicBezTo>
                <a:cubicBezTo>
                  <a:pt x="526143" y="91013"/>
                  <a:pt x="526117" y="91976"/>
                  <a:pt x="526066" y="92772"/>
                </a:cubicBezTo>
                <a:cubicBezTo>
                  <a:pt x="526015" y="93567"/>
                  <a:pt x="525939" y="94247"/>
                  <a:pt x="525837" y="94812"/>
                </a:cubicBezTo>
                <a:cubicBezTo>
                  <a:pt x="525734" y="95377"/>
                  <a:pt x="525581" y="95852"/>
                  <a:pt x="525377" y="96238"/>
                </a:cubicBezTo>
                <a:cubicBezTo>
                  <a:pt x="525173" y="96623"/>
                  <a:pt x="524904" y="96995"/>
                  <a:pt x="524572" y="97354"/>
                </a:cubicBezTo>
                <a:cubicBezTo>
                  <a:pt x="524241" y="97713"/>
                  <a:pt x="523334" y="98199"/>
                  <a:pt x="521853" y="98811"/>
                </a:cubicBezTo>
                <a:cubicBezTo>
                  <a:pt x="520372" y="99424"/>
                  <a:pt x="518482" y="100024"/>
                  <a:pt x="516184" y="100612"/>
                </a:cubicBezTo>
                <a:cubicBezTo>
                  <a:pt x="513886" y="101199"/>
                  <a:pt x="511255" y="101709"/>
                  <a:pt x="508293" y="102143"/>
                </a:cubicBezTo>
                <a:cubicBezTo>
                  <a:pt x="505331" y="102578"/>
                  <a:pt x="502165" y="102795"/>
                  <a:pt x="498794" y="102795"/>
                </a:cubicBezTo>
                <a:cubicBezTo>
                  <a:pt x="492716" y="102795"/>
                  <a:pt x="487392" y="102027"/>
                  <a:pt x="482821" y="100492"/>
                </a:cubicBezTo>
                <a:cubicBezTo>
                  <a:pt x="478250" y="98957"/>
                  <a:pt x="474432" y="96628"/>
                  <a:pt x="471368" y="93507"/>
                </a:cubicBezTo>
                <a:cubicBezTo>
                  <a:pt x="468304" y="90386"/>
                  <a:pt x="466018" y="86446"/>
                  <a:pt x="464512" y="81689"/>
                </a:cubicBezTo>
                <a:cubicBezTo>
                  <a:pt x="463005" y="76931"/>
                  <a:pt x="462252" y="71353"/>
                  <a:pt x="462252" y="64958"/>
                </a:cubicBezTo>
                <a:cubicBezTo>
                  <a:pt x="462252" y="58868"/>
                  <a:pt x="463043" y="53380"/>
                  <a:pt x="464626" y="48494"/>
                </a:cubicBezTo>
                <a:cubicBezTo>
                  <a:pt x="466210" y="43607"/>
                  <a:pt x="468508" y="39463"/>
                  <a:pt x="471521" y="36061"/>
                </a:cubicBezTo>
                <a:cubicBezTo>
                  <a:pt x="474534" y="32657"/>
                  <a:pt x="478199" y="30060"/>
                  <a:pt x="482515" y="28269"/>
                </a:cubicBezTo>
                <a:cubicBezTo>
                  <a:pt x="486830" y="26479"/>
                  <a:pt x="491695" y="25584"/>
                  <a:pt x="497108" y="25584"/>
                </a:cubicBezTo>
                <a:cubicBezTo>
                  <a:pt x="502828" y="25584"/>
                  <a:pt x="507719" y="26428"/>
                  <a:pt x="511779" y="28116"/>
                </a:cubicBezTo>
                <a:cubicBezTo>
                  <a:pt x="515839" y="29805"/>
                  <a:pt x="519172" y="32145"/>
                  <a:pt x="521776" y="35137"/>
                </a:cubicBezTo>
                <a:cubicBezTo>
                  <a:pt x="524381" y="38129"/>
                  <a:pt x="526296" y="41672"/>
                  <a:pt x="527522" y="45765"/>
                </a:cubicBezTo>
                <a:cubicBezTo>
                  <a:pt x="528748" y="49857"/>
                  <a:pt x="529361" y="54307"/>
                  <a:pt x="529361" y="59117"/>
                </a:cubicBezTo>
                <a:lnTo>
                  <a:pt x="529361" y="62186"/>
                </a:lnTo>
                <a:moveTo>
                  <a:pt x="510668" y="56683"/>
                </a:moveTo>
                <a:cubicBezTo>
                  <a:pt x="510821" y="51246"/>
                  <a:pt x="509736" y="46976"/>
                  <a:pt x="507412" y="43874"/>
                </a:cubicBezTo>
                <a:cubicBezTo>
                  <a:pt x="505088" y="40770"/>
                  <a:pt x="501501" y="39218"/>
                  <a:pt x="496649" y="39218"/>
                </a:cubicBezTo>
                <a:cubicBezTo>
                  <a:pt x="494197" y="39218"/>
                  <a:pt x="492065" y="39680"/>
                  <a:pt x="490252" y="40604"/>
                </a:cubicBezTo>
                <a:cubicBezTo>
                  <a:pt x="488439" y="41527"/>
                  <a:pt x="486932" y="42770"/>
                  <a:pt x="485732" y="44336"/>
                </a:cubicBezTo>
                <a:cubicBezTo>
                  <a:pt x="484532" y="45900"/>
                  <a:pt x="483613" y="47746"/>
                  <a:pt x="482974" y="49875"/>
                </a:cubicBezTo>
                <a:cubicBezTo>
                  <a:pt x="482336" y="52002"/>
                  <a:pt x="481965" y="54271"/>
                  <a:pt x="481863" y="56683"/>
                </a:cubicBezTo>
                <a:lnTo>
                  <a:pt x="510668" y="56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0942e0cf0447c"/>
          <a:stretch xmlns:a="http://schemas.openxmlformats.org/drawingml/2006/main"/>
        </p:blipFill>
        <p:spPr>
          <a:xfrm xmlns:a="http://schemas.openxmlformats.org/drawingml/2006/main">
            <a:off x="5628131" y="109200"/>
            <a:ext cx="856013" cy="454365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e2553f8e64b64"/>
          <a:stretch xmlns:a="http://schemas.openxmlformats.org/drawingml/2006/main"/>
        </p:blipFill>
        <p:spPr>
          <a:xfrm xmlns:a="http://schemas.openxmlformats.org/drawingml/2006/main">
            <a:off x="5643193" y="151875"/>
            <a:ext cx="825889" cy="421731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ed921c7dc4b0c"/>
          <a:stretch xmlns:a="http://schemas.openxmlformats.org/drawingml/2006/main"/>
        </p:blipFill>
        <p:spPr>
          <a:xfrm xmlns:a="http://schemas.openxmlformats.org/drawingml/2006/main">
            <a:off x="5646813" y="126659"/>
            <a:ext cx="780279" cy="379402"/>
          </a:xfrm>
          <a:prstGeom xmlns:a="http://schemas.openxmlformats.org/drawingml/2006/main" prst="rect">
            <a:avLst/>
          </a:prstGeom>
        </p:spPr>
      </p:pic>
      <p:sp>
        <p:nvSpPr>
          <p:cNvPr id="35" name="Text Monitor">
            <a:extLst xmlns:a="http://schemas.openxmlformats.org/drawingml/2006/main">
              <a:ext uri="{FF2B5EF4-FFF2-40B4-BE49-F238E27FC236}">
                <a16:creationId xmlns:a16="http://schemas.microsoft.com/office/drawing/2014/main" id="{222BB958-C68A-4154-A0E6-351BFDC3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576" y="271271"/>
            <a:ext cx="537716" cy="105858"/>
          </a:xfrm>
          <a:custGeom xmlns:a="http://schemas.openxmlformats.org/drawingml/2006/main">
            <a:pathLst>
              <a:path w="537716" h="105858">
                <a:moveTo>
                  <a:pt x="115525" y="101263"/>
                </a:moveTo>
                <a:cubicBezTo>
                  <a:pt x="115525" y="101773"/>
                  <a:pt x="115385" y="102233"/>
                  <a:pt x="115104" y="102641"/>
                </a:cubicBezTo>
                <a:cubicBezTo>
                  <a:pt x="114823" y="103050"/>
                  <a:pt x="114312" y="103382"/>
                  <a:pt x="113572" y="103637"/>
                </a:cubicBezTo>
                <a:cubicBezTo>
                  <a:pt x="112831" y="103892"/>
                  <a:pt x="111848" y="104097"/>
                  <a:pt x="110622" y="104250"/>
                </a:cubicBezTo>
                <a:cubicBezTo>
                  <a:pt x="109397" y="104403"/>
                  <a:pt x="107839" y="104480"/>
                  <a:pt x="105949" y="104480"/>
                </a:cubicBezTo>
                <a:cubicBezTo>
                  <a:pt x="104111" y="104480"/>
                  <a:pt x="102579" y="104403"/>
                  <a:pt x="101353" y="104250"/>
                </a:cubicBezTo>
                <a:cubicBezTo>
                  <a:pt x="100127" y="104097"/>
                  <a:pt x="99157" y="103892"/>
                  <a:pt x="98442" y="103637"/>
                </a:cubicBezTo>
                <a:cubicBezTo>
                  <a:pt x="97727" y="103382"/>
                  <a:pt x="97216" y="103051"/>
                  <a:pt x="96910" y="102644"/>
                </a:cubicBezTo>
                <a:cubicBezTo>
                  <a:pt x="96603" y="102235"/>
                  <a:pt x="96450" y="101776"/>
                  <a:pt x="96450" y="101265"/>
                </a:cubicBezTo>
                <a:lnTo>
                  <a:pt x="96450" y="20681"/>
                </a:lnTo>
                <a:lnTo>
                  <a:pt x="96297" y="20681"/>
                </a:lnTo>
                <a:lnTo>
                  <a:pt x="67569" y="101186"/>
                </a:lnTo>
                <a:cubicBezTo>
                  <a:pt x="67364" y="101850"/>
                  <a:pt x="67032" y="102399"/>
                  <a:pt x="66573" y="102833"/>
                </a:cubicBezTo>
                <a:cubicBezTo>
                  <a:pt x="66113" y="103267"/>
                  <a:pt x="65487" y="103612"/>
                  <a:pt x="64696" y="103867"/>
                </a:cubicBezTo>
                <a:cubicBezTo>
                  <a:pt x="63904" y="104122"/>
                  <a:pt x="62895" y="104288"/>
                  <a:pt x="61670" y="104365"/>
                </a:cubicBezTo>
                <a:cubicBezTo>
                  <a:pt x="60444" y="104441"/>
                  <a:pt x="58963" y="104480"/>
                  <a:pt x="57226" y="104480"/>
                </a:cubicBezTo>
                <a:cubicBezTo>
                  <a:pt x="55490" y="104480"/>
                  <a:pt x="54009" y="104416"/>
                  <a:pt x="52783" y="104288"/>
                </a:cubicBezTo>
                <a:cubicBezTo>
                  <a:pt x="51557" y="104161"/>
                  <a:pt x="50549" y="103956"/>
                  <a:pt x="49757" y="103675"/>
                </a:cubicBezTo>
                <a:cubicBezTo>
                  <a:pt x="48966" y="103395"/>
                  <a:pt x="48340" y="103050"/>
                  <a:pt x="47880" y="102641"/>
                </a:cubicBezTo>
                <a:cubicBezTo>
                  <a:pt x="47421" y="102233"/>
                  <a:pt x="47114" y="101748"/>
                  <a:pt x="46961" y="101186"/>
                </a:cubicBezTo>
                <a:lnTo>
                  <a:pt x="19229" y="20681"/>
                </a:lnTo>
                <a:lnTo>
                  <a:pt x="19075" y="20681"/>
                </a:lnTo>
                <a:lnTo>
                  <a:pt x="19075" y="101265"/>
                </a:lnTo>
                <a:cubicBezTo>
                  <a:pt x="19075" y="101776"/>
                  <a:pt x="18935" y="102235"/>
                  <a:pt x="18654" y="102644"/>
                </a:cubicBezTo>
                <a:cubicBezTo>
                  <a:pt x="18373" y="103051"/>
                  <a:pt x="17850" y="103382"/>
                  <a:pt x="17084" y="103637"/>
                </a:cubicBezTo>
                <a:cubicBezTo>
                  <a:pt x="16318" y="103892"/>
                  <a:pt x="15334" y="104097"/>
                  <a:pt x="14134" y="104250"/>
                </a:cubicBezTo>
                <a:cubicBezTo>
                  <a:pt x="12934" y="104403"/>
                  <a:pt x="11389" y="104480"/>
                  <a:pt x="9499" y="104480"/>
                </a:cubicBezTo>
                <a:cubicBezTo>
                  <a:pt x="7661" y="104480"/>
                  <a:pt x="6129" y="104403"/>
                  <a:pt x="4903" y="104250"/>
                </a:cubicBezTo>
                <a:cubicBezTo>
                  <a:pt x="3677" y="104097"/>
                  <a:pt x="2694" y="103892"/>
                  <a:pt x="1954" y="103637"/>
                </a:cubicBezTo>
                <a:cubicBezTo>
                  <a:pt x="1213" y="103382"/>
                  <a:pt x="702" y="103050"/>
                  <a:pt x="421" y="102641"/>
                </a:cubicBezTo>
                <a:cubicBezTo>
                  <a:pt x="140" y="102233"/>
                  <a:pt x="0" y="101773"/>
                  <a:pt x="0" y="101263"/>
                </a:cubicBezTo>
                <a:lnTo>
                  <a:pt x="0" y="12945"/>
                </a:lnTo>
                <a:cubicBezTo>
                  <a:pt x="0" y="10341"/>
                  <a:pt x="689" y="8349"/>
                  <a:pt x="2068" y="6970"/>
                </a:cubicBezTo>
                <a:cubicBezTo>
                  <a:pt x="3447" y="5592"/>
                  <a:pt x="5286" y="4902"/>
                  <a:pt x="7584" y="4902"/>
                </a:cubicBezTo>
                <a:lnTo>
                  <a:pt x="20761" y="4902"/>
                </a:lnTo>
                <a:cubicBezTo>
                  <a:pt x="23110" y="4902"/>
                  <a:pt x="25128" y="5094"/>
                  <a:pt x="26813" y="5477"/>
                </a:cubicBezTo>
                <a:cubicBezTo>
                  <a:pt x="28498" y="5860"/>
                  <a:pt x="29954" y="6498"/>
                  <a:pt x="31180" y="7392"/>
                </a:cubicBezTo>
                <a:cubicBezTo>
                  <a:pt x="32405" y="8285"/>
                  <a:pt x="33427" y="9460"/>
                  <a:pt x="34244" y="10915"/>
                </a:cubicBezTo>
                <a:cubicBezTo>
                  <a:pt x="35061" y="12371"/>
                  <a:pt x="35776" y="14171"/>
                  <a:pt x="36389" y="16315"/>
                </a:cubicBezTo>
                <a:lnTo>
                  <a:pt x="57839" y="75372"/>
                </a:lnTo>
                <a:lnTo>
                  <a:pt x="58146" y="75372"/>
                </a:lnTo>
                <a:lnTo>
                  <a:pt x="80362" y="16469"/>
                </a:lnTo>
                <a:cubicBezTo>
                  <a:pt x="81026" y="14324"/>
                  <a:pt x="81754" y="12511"/>
                  <a:pt x="82545" y="11030"/>
                </a:cubicBezTo>
                <a:cubicBezTo>
                  <a:pt x="83337" y="9549"/>
                  <a:pt x="84256" y="8349"/>
                  <a:pt x="85303" y="7430"/>
                </a:cubicBezTo>
                <a:cubicBezTo>
                  <a:pt x="86350" y="6511"/>
                  <a:pt x="87589" y="5860"/>
                  <a:pt x="89019" y="5477"/>
                </a:cubicBezTo>
                <a:cubicBezTo>
                  <a:pt x="90449" y="5094"/>
                  <a:pt x="92109" y="4902"/>
                  <a:pt x="93998" y="4902"/>
                </a:cubicBezTo>
                <a:lnTo>
                  <a:pt x="107558" y="4902"/>
                </a:lnTo>
                <a:cubicBezTo>
                  <a:pt x="108937" y="4902"/>
                  <a:pt x="110124" y="5081"/>
                  <a:pt x="111120" y="5438"/>
                </a:cubicBezTo>
                <a:cubicBezTo>
                  <a:pt x="112116" y="5796"/>
                  <a:pt x="112933" y="6319"/>
                  <a:pt x="113572" y="7009"/>
                </a:cubicBezTo>
                <a:cubicBezTo>
                  <a:pt x="114210" y="7698"/>
                  <a:pt x="114695" y="8541"/>
                  <a:pt x="115027" y="9536"/>
                </a:cubicBezTo>
                <a:cubicBezTo>
                  <a:pt x="115359" y="10532"/>
                  <a:pt x="115525" y="11668"/>
                  <a:pt x="115525" y="12945"/>
                </a:cubicBezTo>
                <a:lnTo>
                  <a:pt x="115525" y="101263"/>
                </a:lnTo>
                <a:close/>
                <a:moveTo>
                  <a:pt x="209517" y="66561"/>
                </a:moveTo>
                <a:cubicBezTo>
                  <a:pt x="209517" y="72396"/>
                  <a:pt x="208751" y="77717"/>
                  <a:pt x="207218" y="82527"/>
                </a:cubicBezTo>
                <a:cubicBezTo>
                  <a:pt x="205686" y="87337"/>
                  <a:pt x="203363" y="91481"/>
                  <a:pt x="200247" y="94960"/>
                </a:cubicBezTo>
                <a:cubicBezTo>
                  <a:pt x="197132" y="98439"/>
                  <a:pt x="193225" y="101125"/>
                  <a:pt x="188526" y="103020"/>
                </a:cubicBezTo>
                <a:cubicBezTo>
                  <a:pt x="183827" y="104912"/>
                  <a:pt x="178337" y="105858"/>
                  <a:pt x="172055" y="105858"/>
                </a:cubicBezTo>
                <a:cubicBezTo>
                  <a:pt x="165978" y="105858"/>
                  <a:pt x="160692" y="105014"/>
                  <a:pt x="156197" y="103326"/>
                </a:cubicBezTo>
                <a:cubicBezTo>
                  <a:pt x="151703" y="101638"/>
                  <a:pt x="147975" y="99182"/>
                  <a:pt x="145012" y="95958"/>
                </a:cubicBezTo>
                <a:cubicBezTo>
                  <a:pt x="142050" y="92735"/>
                  <a:pt x="139854" y="88769"/>
                  <a:pt x="138424" y="84062"/>
                </a:cubicBezTo>
                <a:cubicBezTo>
                  <a:pt x="136994" y="79354"/>
                  <a:pt x="136279" y="73982"/>
                  <a:pt x="136279" y="67945"/>
                </a:cubicBezTo>
                <a:cubicBezTo>
                  <a:pt x="136279" y="62111"/>
                  <a:pt x="137058" y="56776"/>
                  <a:pt x="138616" y="51941"/>
                </a:cubicBezTo>
                <a:cubicBezTo>
                  <a:pt x="140173" y="47105"/>
                  <a:pt x="142510" y="42961"/>
                  <a:pt x="145625" y="39508"/>
                </a:cubicBezTo>
                <a:cubicBezTo>
                  <a:pt x="148741" y="36055"/>
                  <a:pt x="152635" y="33382"/>
                  <a:pt x="157308" y="31489"/>
                </a:cubicBezTo>
                <a:cubicBezTo>
                  <a:pt x="161981" y="29595"/>
                  <a:pt x="167459" y="28648"/>
                  <a:pt x="173741" y="28648"/>
                </a:cubicBezTo>
                <a:cubicBezTo>
                  <a:pt x="179869" y="28648"/>
                  <a:pt x="185181" y="29479"/>
                  <a:pt x="189675" y="31142"/>
                </a:cubicBezTo>
                <a:cubicBezTo>
                  <a:pt x="194170" y="32805"/>
                  <a:pt x="197885" y="35248"/>
                  <a:pt x="200822" y="38471"/>
                </a:cubicBezTo>
                <a:cubicBezTo>
                  <a:pt x="203758" y="41695"/>
                  <a:pt x="205942" y="45660"/>
                  <a:pt x="207372" y="50368"/>
                </a:cubicBezTo>
                <a:cubicBezTo>
                  <a:pt x="208802" y="55076"/>
                  <a:pt x="209517" y="60473"/>
                  <a:pt x="209517" y="66561"/>
                </a:cubicBezTo>
                <a:moveTo>
                  <a:pt x="189675" y="67330"/>
                </a:moveTo>
                <a:cubicBezTo>
                  <a:pt x="189675" y="63959"/>
                  <a:pt x="189407" y="60857"/>
                  <a:pt x="188871" y="58023"/>
                </a:cubicBezTo>
                <a:cubicBezTo>
                  <a:pt x="188335" y="55189"/>
                  <a:pt x="187428" y="52725"/>
                  <a:pt x="186151" y="50631"/>
                </a:cubicBezTo>
                <a:cubicBezTo>
                  <a:pt x="184874" y="48538"/>
                  <a:pt x="183176" y="46904"/>
                  <a:pt x="181057" y="45729"/>
                </a:cubicBezTo>
                <a:cubicBezTo>
                  <a:pt x="178937" y="44555"/>
                  <a:pt x="176269" y="43967"/>
                  <a:pt x="173051" y="43967"/>
                </a:cubicBezTo>
                <a:cubicBezTo>
                  <a:pt x="170191" y="43967"/>
                  <a:pt x="167689" y="44491"/>
                  <a:pt x="165544" y="45538"/>
                </a:cubicBezTo>
                <a:cubicBezTo>
                  <a:pt x="163398" y="46584"/>
                  <a:pt x="161637" y="48116"/>
                  <a:pt x="160258" y="50133"/>
                </a:cubicBezTo>
                <a:cubicBezTo>
                  <a:pt x="158879" y="52150"/>
                  <a:pt x="157844" y="54576"/>
                  <a:pt x="157155" y="57410"/>
                </a:cubicBezTo>
                <a:cubicBezTo>
                  <a:pt x="156465" y="60244"/>
                  <a:pt x="156121" y="63474"/>
                  <a:pt x="156121" y="67100"/>
                </a:cubicBezTo>
                <a:cubicBezTo>
                  <a:pt x="156121" y="70470"/>
                  <a:pt x="156402" y="73572"/>
                  <a:pt x="156963" y="76407"/>
                </a:cubicBezTo>
                <a:cubicBezTo>
                  <a:pt x="157525" y="79241"/>
                  <a:pt x="158432" y="81705"/>
                  <a:pt x="159683" y="83798"/>
                </a:cubicBezTo>
                <a:cubicBezTo>
                  <a:pt x="160934" y="85892"/>
                  <a:pt x="162632" y="87513"/>
                  <a:pt x="164777" y="88662"/>
                </a:cubicBezTo>
                <a:cubicBezTo>
                  <a:pt x="166922" y="89811"/>
                  <a:pt x="169578" y="90386"/>
                  <a:pt x="172745" y="90386"/>
                </a:cubicBezTo>
                <a:cubicBezTo>
                  <a:pt x="175656" y="90386"/>
                  <a:pt x="178184" y="89862"/>
                  <a:pt x="180329" y="88815"/>
                </a:cubicBezTo>
                <a:cubicBezTo>
                  <a:pt x="182474" y="87769"/>
                  <a:pt x="184236" y="86249"/>
                  <a:pt x="185615" y="84258"/>
                </a:cubicBezTo>
                <a:cubicBezTo>
                  <a:pt x="186994" y="82266"/>
                  <a:pt x="188015" y="79853"/>
                  <a:pt x="188679" y="77019"/>
                </a:cubicBezTo>
                <a:cubicBezTo>
                  <a:pt x="189343" y="74185"/>
                  <a:pt x="189675" y="70955"/>
                  <a:pt x="189675" y="67330"/>
                </a:cubicBezTo>
                <a:close/>
                <a:moveTo>
                  <a:pt x="292182" y="101413"/>
                </a:moveTo>
                <a:cubicBezTo>
                  <a:pt x="292182" y="101924"/>
                  <a:pt x="292029" y="102372"/>
                  <a:pt x="291723" y="102756"/>
                </a:cubicBezTo>
                <a:cubicBezTo>
                  <a:pt x="291416" y="103139"/>
                  <a:pt x="290905" y="103458"/>
                  <a:pt x="290190" y="103714"/>
                </a:cubicBezTo>
                <a:cubicBezTo>
                  <a:pt x="289475" y="103969"/>
                  <a:pt x="288492" y="104161"/>
                  <a:pt x="287241" y="104288"/>
                </a:cubicBezTo>
                <a:cubicBezTo>
                  <a:pt x="285990" y="104416"/>
                  <a:pt x="284445" y="104480"/>
                  <a:pt x="282606" y="104480"/>
                </a:cubicBezTo>
                <a:cubicBezTo>
                  <a:pt x="280717" y="104480"/>
                  <a:pt x="279146" y="104416"/>
                  <a:pt x="277895" y="104288"/>
                </a:cubicBezTo>
                <a:cubicBezTo>
                  <a:pt x="276644" y="104161"/>
                  <a:pt x="275660" y="103969"/>
                  <a:pt x="274945" y="103714"/>
                </a:cubicBezTo>
                <a:cubicBezTo>
                  <a:pt x="274230" y="103458"/>
                  <a:pt x="273720" y="103139"/>
                  <a:pt x="273413" y="102756"/>
                </a:cubicBezTo>
                <a:cubicBezTo>
                  <a:pt x="273107" y="102373"/>
                  <a:pt x="272954" y="101926"/>
                  <a:pt x="272954" y="101416"/>
                </a:cubicBezTo>
                <a:lnTo>
                  <a:pt x="272954" y="62427"/>
                </a:lnTo>
                <a:cubicBezTo>
                  <a:pt x="272954" y="59108"/>
                  <a:pt x="272711" y="56504"/>
                  <a:pt x="272226" y="54614"/>
                </a:cubicBezTo>
                <a:cubicBezTo>
                  <a:pt x="271741" y="52725"/>
                  <a:pt x="271038" y="51104"/>
                  <a:pt x="270119" y="49750"/>
                </a:cubicBezTo>
                <a:cubicBezTo>
                  <a:pt x="269200" y="48397"/>
                  <a:pt x="268012" y="47350"/>
                  <a:pt x="266557" y="46610"/>
                </a:cubicBezTo>
                <a:cubicBezTo>
                  <a:pt x="265101" y="45869"/>
                  <a:pt x="263403" y="45499"/>
                  <a:pt x="261462" y="45499"/>
                </a:cubicBezTo>
                <a:cubicBezTo>
                  <a:pt x="259011" y="45499"/>
                  <a:pt x="256534" y="46393"/>
                  <a:pt x="254031" y="48180"/>
                </a:cubicBezTo>
                <a:cubicBezTo>
                  <a:pt x="251529" y="49967"/>
                  <a:pt x="248924" y="52572"/>
                  <a:pt x="246217" y="55993"/>
                </a:cubicBezTo>
                <a:lnTo>
                  <a:pt x="246217" y="101416"/>
                </a:lnTo>
                <a:cubicBezTo>
                  <a:pt x="246217" y="101926"/>
                  <a:pt x="246064" y="102373"/>
                  <a:pt x="245758" y="102756"/>
                </a:cubicBezTo>
                <a:cubicBezTo>
                  <a:pt x="245451" y="103139"/>
                  <a:pt x="244928" y="103458"/>
                  <a:pt x="244187" y="103714"/>
                </a:cubicBezTo>
                <a:cubicBezTo>
                  <a:pt x="243447" y="103969"/>
                  <a:pt x="242463" y="104161"/>
                  <a:pt x="241238" y="104288"/>
                </a:cubicBezTo>
                <a:cubicBezTo>
                  <a:pt x="240012" y="104416"/>
                  <a:pt x="238454" y="104480"/>
                  <a:pt x="236565" y="104480"/>
                </a:cubicBezTo>
                <a:cubicBezTo>
                  <a:pt x="234675" y="104480"/>
                  <a:pt x="233117" y="104416"/>
                  <a:pt x="231891" y="104288"/>
                </a:cubicBezTo>
                <a:cubicBezTo>
                  <a:pt x="230666" y="104161"/>
                  <a:pt x="229683" y="103969"/>
                  <a:pt x="228942" y="103714"/>
                </a:cubicBezTo>
                <a:cubicBezTo>
                  <a:pt x="228202" y="103458"/>
                  <a:pt x="227678" y="103139"/>
                  <a:pt x="227372" y="102756"/>
                </a:cubicBezTo>
                <a:cubicBezTo>
                  <a:pt x="227065" y="102373"/>
                  <a:pt x="226912" y="101926"/>
                  <a:pt x="226912" y="101416"/>
                </a:cubicBezTo>
                <a:lnTo>
                  <a:pt x="226912" y="33090"/>
                </a:lnTo>
                <a:cubicBezTo>
                  <a:pt x="226912" y="32580"/>
                  <a:pt x="227040" y="32133"/>
                  <a:pt x="227295" y="31750"/>
                </a:cubicBezTo>
                <a:cubicBezTo>
                  <a:pt x="227550" y="31367"/>
                  <a:pt x="228010" y="31048"/>
                  <a:pt x="228674" y="30792"/>
                </a:cubicBezTo>
                <a:cubicBezTo>
                  <a:pt x="229338" y="30537"/>
                  <a:pt x="230193" y="30346"/>
                  <a:pt x="231240" y="30218"/>
                </a:cubicBezTo>
                <a:cubicBezTo>
                  <a:pt x="232287" y="30090"/>
                  <a:pt x="233602" y="30026"/>
                  <a:pt x="235186" y="30026"/>
                </a:cubicBezTo>
                <a:cubicBezTo>
                  <a:pt x="236820" y="30026"/>
                  <a:pt x="238173" y="30090"/>
                  <a:pt x="239246" y="30218"/>
                </a:cubicBezTo>
                <a:cubicBezTo>
                  <a:pt x="240318" y="30346"/>
                  <a:pt x="241148" y="30537"/>
                  <a:pt x="241736" y="30792"/>
                </a:cubicBezTo>
                <a:cubicBezTo>
                  <a:pt x="242323" y="31048"/>
                  <a:pt x="242744" y="31367"/>
                  <a:pt x="243000" y="31750"/>
                </a:cubicBezTo>
                <a:cubicBezTo>
                  <a:pt x="243255" y="32133"/>
                  <a:pt x="243383" y="32580"/>
                  <a:pt x="243383" y="33090"/>
                </a:cubicBezTo>
                <a:lnTo>
                  <a:pt x="243383" y="40980"/>
                </a:lnTo>
                <a:cubicBezTo>
                  <a:pt x="247162" y="36869"/>
                  <a:pt x="251005" y="33786"/>
                  <a:pt x="254912" y="31731"/>
                </a:cubicBezTo>
                <a:cubicBezTo>
                  <a:pt x="258819" y="29675"/>
                  <a:pt x="262892" y="28648"/>
                  <a:pt x="267131" y="28648"/>
                </a:cubicBezTo>
                <a:cubicBezTo>
                  <a:pt x="271779" y="28648"/>
                  <a:pt x="275699" y="29414"/>
                  <a:pt x="278891" y="30948"/>
                </a:cubicBezTo>
                <a:cubicBezTo>
                  <a:pt x="282083" y="32482"/>
                  <a:pt x="284662" y="34565"/>
                  <a:pt x="286628" y="37198"/>
                </a:cubicBezTo>
                <a:cubicBezTo>
                  <a:pt x="288594" y="39829"/>
                  <a:pt x="290012" y="42909"/>
                  <a:pt x="290880" y="46438"/>
                </a:cubicBezTo>
                <a:cubicBezTo>
                  <a:pt x="291748" y="49964"/>
                  <a:pt x="292182" y="54207"/>
                  <a:pt x="292182" y="59165"/>
                </a:cubicBezTo>
                <a:lnTo>
                  <a:pt x="292182" y="101413"/>
                </a:lnTo>
                <a:close/>
                <a:moveTo>
                  <a:pt x="332713" y="101416"/>
                </a:moveTo>
                <a:cubicBezTo>
                  <a:pt x="332713" y="101926"/>
                  <a:pt x="332559" y="102373"/>
                  <a:pt x="332253" y="102756"/>
                </a:cubicBezTo>
                <a:cubicBezTo>
                  <a:pt x="331947" y="103139"/>
                  <a:pt x="331423" y="103458"/>
                  <a:pt x="330683" y="103714"/>
                </a:cubicBezTo>
                <a:cubicBezTo>
                  <a:pt x="329942" y="103969"/>
                  <a:pt x="328959" y="104161"/>
                  <a:pt x="327733" y="104288"/>
                </a:cubicBezTo>
                <a:cubicBezTo>
                  <a:pt x="326507" y="104416"/>
                  <a:pt x="324950" y="104480"/>
                  <a:pt x="323060" y="104480"/>
                </a:cubicBezTo>
                <a:cubicBezTo>
                  <a:pt x="321170" y="104480"/>
                  <a:pt x="319613" y="104416"/>
                  <a:pt x="318387" y="104288"/>
                </a:cubicBezTo>
                <a:cubicBezTo>
                  <a:pt x="317161" y="104161"/>
                  <a:pt x="316178" y="103969"/>
                  <a:pt x="315437" y="103714"/>
                </a:cubicBezTo>
                <a:cubicBezTo>
                  <a:pt x="314697" y="103458"/>
                  <a:pt x="314173" y="103139"/>
                  <a:pt x="313867" y="102756"/>
                </a:cubicBezTo>
                <a:cubicBezTo>
                  <a:pt x="313561" y="102373"/>
                  <a:pt x="313407" y="101926"/>
                  <a:pt x="313407" y="101416"/>
                </a:cubicBezTo>
                <a:lnTo>
                  <a:pt x="313407" y="33244"/>
                </a:lnTo>
                <a:cubicBezTo>
                  <a:pt x="313407" y="32733"/>
                  <a:pt x="313561" y="32286"/>
                  <a:pt x="313867" y="31903"/>
                </a:cubicBezTo>
                <a:cubicBezTo>
                  <a:pt x="314173" y="31520"/>
                  <a:pt x="314697" y="31188"/>
                  <a:pt x="315437" y="30907"/>
                </a:cubicBezTo>
                <a:cubicBezTo>
                  <a:pt x="316178" y="30626"/>
                  <a:pt x="317161" y="30409"/>
                  <a:pt x="318387" y="30256"/>
                </a:cubicBezTo>
                <a:cubicBezTo>
                  <a:pt x="319613" y="30103"/>
                  <a:pt x="321170" y="30026"/>
                  <a:pt x="323060" y="30026"/>
                </a:cubicBezTo>
                <a:cubicBezTo>
                  <a:pt x="324950" y="30026"/>
                  <a:pt x="326507" y="30103"/>
                  <a:pt x="327733" y="30256"/>
                </a:cubicBezTo>
                <a:cubicBezTo>
                  <a:pt x="328959" y="30409"/>
                  <a:pt x="329942" y="30626"/>
                  <a:pt x="330683" y="30907"/>
                </a:cubicBezTo>
                <a:cubicBezTo>
                  <a:pt x="331423" y="31188"/>
                  <a:pt x="331947" y="31520"/>
                  <a:pt x="332253" y="31903"/>
                </a:cubicBezTo>
                <a:cubicBezTo>
                  <a:pt x="332559" y="32286"/>
                  <a:pt x="332713" y="32733"/>
                  <a:pt x="332713" y="33244"/>
                </a:cubicBezTo>
                <a:lnTo>
                  <a:pt x="332713" y="101416"/>
                </a:lnTo>
                <a:moveTo>
                  <a:pt x="334168" y="9958"/>
                </a:moveTo>
                <a:cubicBezTo>
                  <a:pt x="334168" y="13839"/>
                  <a:pt x="333377" y="16520"/>
                  <a:pt x="331793" y="18001"/>
                </a:cubicBezTo>
                <a:cubicBezTo>
                  <a:pt x="330210" y="19481"/>
                  <a:pt x="327273" y="20222"/>
                  <a:pt x="322983" y="20222"/>
                </a:cubicBezTo>
                <a:cubicBezTo>
                  <a:pt x="318642" y="20222"/>
                  <a:pt x="315718" y="19507"/>
                  <a:pt x="314212" y="18077"/>
                </a:cubicBezTo>
                <a:cubicBezTo>
                  <a:pt x="312705" y="16647"/>
                  <a:pt x="311952" y="14069"/>
                  <a:pt x="311952" y="10341"/>
                </a:cubicBezTo>
                <a:cubicBezTo>
                  <a:pt x="311952" y="6460"/>
                  <a:pt x="312731" y="3766"/>
                  <a:pt x="314288" y="2260"/>
                </a:cubicBezTo>
                <a:cubicBezTo>
                  <a:pt x="315846" y="753"/>
                  <a:pt x="318795" y="0"/>
                  <a:pt x="323137" y="0"/>
                </a:cubicBezTo>
                <a:cubicBezTo>
                  <a:pt x="327427" y="0"/>
                  <a:pt x="330338" y="728"/>
                  <a:pt x="331870" y="2183"/>
                </a:cubicBezTo>
                <a:cubicBezTo>
                  <a:pt x="333402" y="3638"/>
                  <a:pt x="334168" y="6230"/>
                  <a:pt x="334168" y="9958"/>
                </a:cubicBezTo>
                <a:close/>
                <a:moveTo>
                  <a:pt x="393127" y="94623"/>
                </a:moveTo>
                <a:cubicBezTo>
                  <a:pt x="393127" y="96881"/>
                  <a:pt x="392987" y="98613"/>
                  <a:pt x="392706" y="99819"/>
                </a:cubicBezTo>
                <a:cubicBezTo>
                  <a:pt x="392425" y="101024"/>
                  <a:pt x="392055" y="101871"/>
                  <a:pt x="391595" y="102359"/>
                </a:cubicBezTo>
                <a:cubicBezTo>
                  <a:pt x="391135" y="102846"/>
                  <a:pt x="390459" y="103281"/>
                  <a:pt x="389565" y="103666"/>
                </a:cubicBezTo>
                <a:cubicBezTo>
                  <a:pt x="388671" y="104050"/>
                  <a:pt x="387624" y="104384"/>
                  <a:pt x="386424" y="104666"/>
                </a:cubicBezTo>
                <a:cubicBezTo>
                  <a:pt x="385224" y="104949"/>
                  <a:pt x="383921" y="105167"/>
                  <a:pt x="382517" y="105320"/>
                </a:cubicBezTo>
                <a:cubicBezTo>
                  <a:pt x="381112" y="105475"/>
                  <a:pt x="379695" y="105552"/>
                  <a:pt x="378265" y="105552"/>
                </a:cubicBezTo>
                <a:cubicBezTo>
                  <a:pt x="374435" y="105552"/>
                  <a:pt x="371115" y="105067"/>
                  <a:pt x="368306" y="104097"/>
                </a:cubicBezTo>
                <a:cubicBezTo>
                  <a:pt x="365497" y="103126"/>
                  <a:pt x="363173" y="101633"/>
                  <a:pt x="361335" y="99616"/>
                </a:cubicBezTo>
                <a:cubicBezTo>
                  <a:pt x="359496" y="97599"/>
                  <a:pt x="358143" y="95058"/>
                  <a:pt x="357274" y="91994"/>
                </a:cubicBezTo>
                <a:cubicBezTo>
                  <a:pt x="356406" y="88930"/>
                  <a:pt x="355972" y="85305"/>
                  <a:pt x="355972" y="81117"/>
                </a:cubicBezTo>
                <a:lnTo>
                  <a:pt x="355972" y="46112"/>
                </a:lnTo>
                <a:lnTo>
                  <a:pt x="347775" y="46112"/>
                </a:lnTo>
                <a:cubicBezTo>
                  <a:pt x="346805" y="46112"/>
                  <a:pt x="346064" y="45512"/>
                  <a:pt x="345553" y="44312"/>
                </a:cubicBezTo>
                <a:cubicBezTo>
                  <a:pt x="345043" y="43112"/>
                  <a:pt x="344787" y="41108"/>
                  <a:pt x="344787" y="38299"/>
                </a:cubicBezTo>
                <a:cubicBezTo>
                  <a:pt x="344787" y="36818"/>
                  <a:pt x="344851" y="35567"/>
                  <a:pt x="344979" y="34546"/>
                </a:cubicBezTo>
                <a:cubicBezTo>
                  <a:pt x="345106" y="33524"/>
                  <a:pt x="345298" y="32720"/>
                  <a:pt x="345553" y="32133"/>
                </a:cubicBezTo>
                <a:cubicBezTo>
                  <a:pt x="345809" y="31546"/>
                  <a:pt x="346128" y="31124"/>
                  <a:pt x="346511" y="30869"/>
                </a:cubicBezTo>
                <a:cubicBezTo>
                  <a:pt x="346894" y="30614"/>
                  <a:pt x="347341" y="30486"/>
                  <a:pt x="347852" y="30486"/>
                </a:cubicBezTo>
                <a:lnTo>
                  <a:pt x="355972" y="30486"/>
                </a:lnTo>
                <a:lnTo>
                  <a:pt x="355972" y="15181"/>
                </a:lnTo>
                <a:cubicBezTo>
                  <a:pt x="355972" y="14667"/>
                  <a:pt x="356113" y="14205"/>
                  <a:pt x="356393" y="13795"/>
                </a:cubicBezTo>
                <a:cubicBezTo>
                  <a:pt x="356674" y="13385"/>
                  <a:pt x="357185" y="13039"/>
                  <a:pt x="357926" y="12758"/>
                </a:cubicBezTo>
                <a:cubicBezTo>
                  <a:pt x="358666" y="12476"/>
                  <a:pt x="359662" y="12271"/>
                  <a:pt x="360913" y="12143"/>
                </a:cubicBezTo>
                <a:cubicBezTo>
                  <a:pt x="362165" y="12014"/>
                  <a:pt x="363710" y="11949"/>
                  <a:pt x="365548" y="11949"/>
                </a:cubicBezTo>
                <a:cubicBezTo>
                  <a:pt x="367438" y="11949"/>
                  <a:pt x="369008" y="12014"/>
                  <a:pt x="370260" y="12143"/>
                </a:cubicBezTo>
                <a:cubicBezTo>
                  <a:pt x="371511" y="12271"/>
                  <a:pt x="372494" y="12476"/>
                  <a:pt x="373209" y="12758"/>
                </a:cubicBezTo>
                <a:cubicBezTo>
                  <a:pt x="373924" y="13039"/>
                  <a:pt x="374435" y="13385"/>
                  <a:pt x="374741" y="13795"/>
                </a:cubicBezTo>
                <a:cubicBezTo>
                  <a:pt x="375048" y="14205"/>
                  <a:pt x="375201" y="14667"/>
                  <a:pt x="375201" y="15181"/>
                </a:cubicBezTo>
                <a:lnTo>
                  <a:pt x="375201" y="30486"/>
                </a:lnTo>
                <a:lnTo>
                  <a:pt x="390063" y="30486"/>
                </a:lnTo>
                <a:cubicBezTo>
                  <a:pt x="390574" y="30486"/>
                  <a:pt x="391020" y="30614"/>
                  <a:pt x="391403" y="30869"/>
                </a:cubicBezTo>
                <a:cubicBezTo>
                  <a:pt x="391787" y="31124"/>
                  <a:pt x="392106" y="31546"/>
                  <a:pt x="392361" y="32133"/>
                </a:cubicBezTo>
                <a:cubicBezTo>
                  <a:pt x="392616" y="32720"/>
                  <a:pt x="392808" y="33524"/>
                  <a:pt x="392936" y="34546"/>
                </a:cubicBezTo>
                <a:cubicBezTo>
                  <a:pt x="393063" y="35567"/>
                  <a:pt x="393127" y="36818"/>
                  <a:pt x="393127" y="38299"/>
                </a:cubicBezTo>
                <a:cubicBezTo>
                  <a:pt x="393127" y="41108"/>
                  <a:pt x="392872" y="43112"/>
                  <a:pt x="392361" y="44312"/>
                </a:cubicBezTo>
                <a:cubicBezTo>
                  <a:pt x="391850" y="45512"/>
                  <a:pt x="391110" y="46112"/>
                  <a:pt x="390139" y="46112"/>
                </a:cubicBezTo>
                <a:lnTo>
                  <a:pt x="375201" y="46112"/>
                </a:lnTo>
                <a:lnTo>
                  <a:pt x="375201" y="78149"/>
                </a:lnTo>
                <a:cubicBezTo>
                  <a:pt x="375201" y="81871"/>
                  <a:pt x="375788" y="84662"/>
                  <a:pt x="376963" y="86522"/>
                </a:cubicBezTo>
                <a:cubicBezTo>
                  <a:pt x="378137" y="88383"/>
                  <a:pt x="380231" y="89313"/>
                  <a:pt x="383245" y="89313"/>
                </a:cubicBezTo>
                <a:cubicBezTo>
                  <a:pt x="384266" y="89313"/>
                  <a:pt x="385185" y="89224"/>
                  <a:pt x="386003" y="89045"/>
                </a:cubicBezTo>
                <a:cubicBezTo>
                  <a:pt x="386820" y="88866"/>
                  <a:pt x="387548" y="88662"/>
                  <a:pt x="388186" y="88432"/>
                </a:cubicBezTo>
                <a:cubicBezTo>
                  <a:pt x="388824" y="88203"/>
                  <a:pt x="389361" y="87998"/>
                  <a:pt x="389795" y="87820"/>
                </a:cubicBezTo>
                <a:cubicBezTo>
                  <a:pt x="390229" y="87641"/>
                  <a:pt x="390625" y="87552"/>
                  <a:pt x="390982" y="87552"/>
                </a:cubicBezTo>
                <a:cubicBezTo>
                  <a:pt x="391289" y="87552"/>
                  <a:pt x="391582" y="87641"/>
                  <a:pt x="391863" y="87820"/>
                </a:cubicBezTo>
                <a:cubicBezTo>
                  <a:pt x="392144" y="87998"/>
                  <a:pt x="392361" y="88357"/>
                  <a:pt x="392514" y="88894"/>
                </a:cubicBezTo>
                <a:cubicBezTo>
                  <a:pt x="392668" y="89431"/>
                  <a:pt x="392808" y="90161"/>
                  <a:pt x="392936" y="91085"/>
                </a:cubicBezTo>
                <a:cubicBezTo>
                  <a:pt x="393063" y="92007"/>
                  <a:pt x="393127" y="93186"/>
                  <a:pt x="393127" y="94623"/>
                </a:cubicBezTo>
                <a:close/>
                <a:moveTo>
                  <a:pt x="476425" y="66561"/>
                </a:moveTo>
                <a:cubicBezTo>
                  <a:pt x="476425" y="72396"/>
                  <a:pt x="475659" y="77717"/>
                  <a:pt x="474127" y="82527"/>
                </a:cubicBezTo>
                <a:cubicBezTo>
                  <a:pt x="472595" y="87337"/>
                  <a:pt x="470271" y="91481"/>
                  <a:pt x="467156" y="94960"/>
                </a:cubicBezTo>
                <a:cubicBezTo>
                  <a:pt x="464040" y="98439"/>
                  <a:pt x="460133" y="101125"/>
                  <a:pt x="455435" y="103020"/>
                </a:cubicBezTo>
                <a:cubicBezTo>
                  <a:pt x="450736" y="104912"/>
                  <a:pt x="445246" y="105858"/>
                  <a:pt x="438964" y="105858"/>
                </a:cubicBezTo>
                <a:cubicBezTo>
                  <a:pt x="432886" y="105858"/>
                  <a:pt x="427600" y="105014"/>
                  <a:pt x="423106" y="103326"/>
                </a:cubicBezTo>
                <a:cubicBezTo>
                  <a:pt x="418611" y="101638"/>
                  <a:pt x="414883" y="99182"/>
                  <a:pt x="411921" y="95958"/>
                </a:cubicBezTo>
                <a:cubicBezTo>
                  <a:pt x="408959" y="92735"/>
                  <a:pt x="406763" y="88769"/>
                  <a:pt x="405333" y="84062"/>
                </a:cubicBezTo>
                <a:cubicBezTo>
                  <a:pt x="403903" y="79354"/>
                  <a:pt x="403188" y="73982"/>
                  <a:pt x="403188" y="67945"/>
                </a:cubicBezTo>
                <a:cubicBezTo>
                  <a:pt x="403188" y="62111"/>
                  <a:pt x="403966" y="56776"/>
                  <a:pt x="405524" y="51941"/>
                </a:cubicBezTo>
                <a:cubicBezTo>
                  <a:pt x="407082" y="47105"/>
                  <a:pt x="409418" y="42961"/>
                  <a:pt x="412534" y="39508"/>
                </a:cubicBezTo>
                <a:cubicBezTo>
                  <a:pt x="415649" y="36055"/>
                  <a:pt x="419544" y="33382"/>
                  <a:pt x="424217" y="31489"/>
                </a:cubicBezTo>
                <a:cubicBezTo>
                  <a:pt x="428890" y="29595"/>
                  <a:pt x="434367" y="28648"/>
                  <a:pt x="440649" y="28648"/>
                </a:cubicBezTo>
                <a:cubicBezTo>
                  <a:pt x="446778" y="28648"/>
                  <a:pt x="452089" y="29479"/>
                  <a:pt x="456584" y="31142"/>
                </a:cubicBezTo>
                <a:cubicBezTo>
                  <a:pt x="461078" y="32805"/>
                  <a:pt x="464794" y="35248"/>
                  <a:pt x="467730" y="38471"/>
                </a:cubicBezTo>
                <a:cubicBezTo>
                  <a:pt x="470667" y="41695"/>
                  <a:pt x="472850" y="45660"/>
                  <a:pt x="474280" y="50368"/>
                </a:cubicBezTo>
                <a:cubicBezTo>
                  <a:pt x="475710" y="55076"/>
                  <a:pt x="476425" y="60473"/>
                  <a:pt x="476425" y="66561"/>
                </a:cubicBezTo>
                <a:moveTo>
                  <a:pt x="456584" y="67330"/>
                </a:moveTo>
                <a:cubicBezTo>
                  <a:pt x="456584" y="63959"/>
                  <a:pt x="456316" y="60857"/>
                  <a:pt x="455779" y="58023"/>
                </a:cubicBezTo>
                <a:cubicBezTo>
                  <a:pt x="455243" y="55189"/>
                  <a:pt x="454336" y="52725"/>
                  <a:pt x="453060" y="50631"/>
                </a:cubicBezTo>
                <a:cubicBezTo>
                  <a:pt x="451783" y="48538"/>
                  <a:pt x="450085" y="46904"/>
                  <a:pt x="447965" y="45729"/>
                </a:cubicBezTo>
                <a:cubicBezTo>
                  <a:pt x="445846" y="44555"/>
                  <a:pt x="443177" y="43967"/>
                  <a:pt x="439960" y="43967"/>
                </a:cubicBezTo>
                <a:cubicBezTo>
                  <a:pt x="437100" y="43967"/>
                  <a:pt x="434597" y="44491"/>
                  <a:pt x="432452" y="45538"/>
                </a:cubicBezTo>
                <a:cubicBezTo>
                  <a:pt x="430307" y="46584"/>
                  <a:pt x="428545" y="48116"/>
                  <a:pt x="427166" y="50133"/>
                </a:cubicBezTo>
                <a:cubicBezTo>
                  <a:pt x="425787" y="52150"/>
                  <a:pt x="424753" y="54576"/>
                  <a:pt x="424063" y="57410"/>
                </a:cubicBezTo>
                <a:cubicBezTo>
                  <a:pt x="423374" y="60244"/>
                  <a:pt x="423029" y="63474"/>
                  <a:pt x="423029" y="67100"/>
                </a:cubicBezTo>
                <a:cubicBezTo>
                  <a:pt x="423029" y="70470"/>
                  <a:pt x="423310" y="73572"/>
                  <a:pt x="423872" y="76407"/>
                </a:cubicBezTo>
                <a:cubicBezTo>
                  <a:pt x="424434" y="79241"/>
                  <a:pt x="425340" y="81705"/>
                  <a:pt x="426591" y="83798"/>
                </a:cubicBezTo>
                <a:cubicBezTo>
                  <a:pt x="427843" y="85892"/>
                  <a:pt x="429541" y="87513"/>
                  <a:pt x="431686" y="88662"/>
                </a:cubicBezTo>
                <a:cubicBezTo>
                  <a:pt x="433831" y="89811"/>
                  <a:pt x="436487" y="90386"/>
                  <a:pt x="439653" y="90386"/>
                </a:cubicBezTo>
                <a:cubicBezTo>
                  <a:pt x="442564" y="90386"/>
                  <a:pt x="445092" y="89862"/>
                  <a:pt x="447237" y="88815"/>
                </a:cubicBezTo>
                <a:cubicBezTo>
                  <a:pt x="449382" y="87769"/>
                  <a:pt x="451144" y="86249"/>
                  <a:pt x="452523" y="84258"/>
                </a:cubicBezTo>
                <a:cubicBezTo>
                  <a:pt x="453902" y="82266"/>
                  <a:pt x="454924" y="79853"/>
                  <a:pt x="455588" y="77019"/>
                </a:cubicBezTo>
                <a:cubicBezTo>
                  <a:pt x="456252" y="74185"/>
                  <a:pt x="456584" y="70955"/>
                  <a:pt x="456584" y="67330"/>
                </a:cubicBezTo>
                <a:close/>
                <a:moveTo>
                  <a:pt x="537716" y="39371"/>
                </a:moveTo>
                <a:cubicBezTo>
                  <a:pt x="537716" y="41210"/>
                  <a:pt x="537665" y="42716"/>
                  <a:pt x="537563" y="43891"/>
                </a:cubicBezTo>
                <a:cubicBezTo>
                  <a:pt x="537461" y="45065"/>
                  <a:pt x="537308" y="45984"/>
                  <a:pt x="537104" y="46648"/>
                </a:cubicBezTo>
                <a:cubicBezTo>
                  <a:pt x="536899" y="47312"/>
                  <a:pt x="536631" y="47772"/>
                  <a:pt x="536299" y="48027"/>
                </a:cubicBezTo>
                <a:cubicBezTo>
                  <a:pt x="535967" y="48282"/>
                  <a:pt x="535546" y="48410"/>
                  <a:pt x="535035" y="48410"/>
                </a:cubicBezTo>
                <a:cubicBezTo>
                  <a:pt x="534627" y="48410"/>
                  <a:pt x="534167" y="48321"/>
                  <a:pt x="533656" y="48142"/>
                </a:cubicBezTo>
                <a:cubicBezTo>
                  <a:pt x="533145" y="47963"/>
                  <a:pt x="532571" y="47772"/>
                  <a:pt x="531933" y="47567"/>
                </a:cubicBezTo>
                <a:cubicBezTo>
                  <a:pt x="531294" y="47363"/>
                  <a:pt x="530592" y="47172"/>
                  <a:pt x="529826" y="46993"/>
                </a:cubicBezTo>
                <a:cubicBezTo>
                  <a:pt x="529060" y="46814"/>
                  <a:pt x="528217" y="46725"/>
                  <a:pt x="527298" y="46725"/>
                </a:cubicBezTo>
                <a:cubicBezTo>
                  <a:pt x="526225" y="46725"/>
                  <a:pt x="525153" y="46943"/>
                  <a:pt x="524080" y="47381"/>
                </a:cubicBezTo>
                <a:cubicBezTo>
                  <a:pt x="523008" y="47816"/>
                  <a:pt x="521897" y="48497"/>
                  <a:pt x="520748" y="49422"/>
                </a:cubicBezTo>
                <a:cubicBezTo>
                  <a:pt x="519599" y="50348"/>
                  <a:pt x="518398" y="51582"/>
                  <a:pt x="517147" y="53123"/>
                </a:cubicBezTo>
                <a:cubicBezTo>
                  <a:pt x="515896" y="54665"/>
                  <a:pt x="514555" y="56566"/>
                  <a:pt x="513125" y="58827"/>
                </a:cubicBezTo>
                <a:lnTo>
                  <a:pt x="513125" y="101416"/>
                </a:lnTo>
                <a:cubicBezTo>
                  <a:pt x="513125" y="101926"/>
                  <a:pt x="512972" y="102373"/>
                  <a:pt x="512666" y="102756"/>
                </a:cubicBezTo>
                <a:cubicBezTo>
                  <a:pt x="512359" y="103139"/>
                  <a:pt x="511836" y="103458"/>
                  <a:pt x="511095" y="103714"/>
                </a:cubicBezTo>
                <a:cubicBezTo>
                  <a:pt x="510355" y="103969"/>
                  <a:pt x="509371" y="104161"/>
                  <a:pt x="508146" y="104288"/>
                </a:cubicBezTo>
                <a:cubicBezTo>
                  <a:pt x="506920" y="104416"/>
                  <a:pt x="505362" y="104480"/>
                  <a:pt x="503473" y="104480"/>
                </a:cubicBezTo>
                <a:cubicBezTo>
                  <a:pt x="501583" y="104480"/>
                  <a:pt x="500025" y="104416"/>
                  <a:pt x="498799" y="104288"/>
                </a:cubicBezTo>
                <a:cubicBezTo>
                  <a:pt x="497574" y="104161"/>
                  <a:pt x="496591" y="103969"/>
                  <a:pt x="495850" y="103714"/>
                </a:cubicBezTo>
                <a:cubicBezTo>
                  <a:pt x="495109" y="103458"/>
                  <a:pt x="494586" y="103139"/>
                  <a:pt x="494280" y="102756"/>
                </a:cubicBezTo>
                <a:cubicBezTo>
                  <a:pt x="493973" y="102373"/>
                  <a:pt x="493820" y="101926"/>
                  <a:pt x="493820" y="101416"/>
                </a:cubicBezTo>
                <a:lnTo>
                  <a:pt x="493820" y="33090"/>
                </a:lnTo>
                <a:cubicBezTo>
                  <a:pt x="493820" y="32580"/>
                  <a:pt x="493948" y="32133"/>
                  <a:pt x="494203" y="31750"/>
                </a:cubicBezTo>
                <a:cubicBezTo>
                  <a:pt x="494458" y="31367"/>
                  <a:pt x="494918" y="31048"/>
                  <a:pt x="495582" y="30792"/>
                </a:cubicBezTo>
                <a:cubicBezTo>
                  <a:pt x="496246" y="30537"/>
                  <a:pt x="497101" y="30346"/>
                  <a:pt x="498148" y="30218"/>
                </a:cubicBezTo>
                <a:cubicBezTo>
                  <a:pt x="499195" y="30090"/>
                  <a:pt x="500510" y="30026"/>
                  <a:pt x="502094" y="30026"/>
                </a:cubicBezTo>
                <a:cubicBezTo>
                  <a:pt x="503728" y="30026"/>
                  <a:pt x="505081" y="30090"/>
                  <a:pt x="506154" y="30218"/>
                </a:cubicBezTo>
                <a:cubicBezTo>
                  <a:pt x="507226" y="30346"/>
                  <a:pt x="508056" y="30537"/>
                  <a:pt x="508644" y="30792"/>
                </a:cubicBezTo>
                <a:cubicBezTo>
                  <a:pt x="509231" y="31048"/>
                  <a:pt x="509652" y="31367"/>
                  <a:pt x="509908" y="31750"/>
                </a:cubicBezTo>
                <a:cubicBezTo>
                  <a:pt x="510163" y="32133"/>
                  <a:pt x="510291" y="32580"/>
                  <a:pt x="510291" y="33090"/>
                </a:cubicBezTo>
                <a:lnTo>
                  <a:pt x="510291" y="41593"/>
                </a:lnTo>
                <a:cubicBezTo>
                  <a:pt x="512078" y="39024"/>
                  <a:pt x="513764" y="36904"/>
                  <a:pt x="515347" y="35235"/>
                </a:cubicBezTo>
                <a:cubicBezTo>
                  <a:pt x="516930" y="33566"/>
                  <a:pt x="518437" y="32244"/>
                  <a:pt x="519867" y="31269"/>
                </a:cubicBezTo>
                <a:cubicBezTo>
                  <a:pt x="521297" y="30292"/>
                  <a:pt x="522727" y="29612"/>
                  <a:pt x="524157" y="29227"/>
                </a:cubicBezTo>
                <a:cubicBezTo>
                  <a:pt x="525587" y="28841"/>
                  <a:pt x="527017" y="28648"/>
                  <a:pt x="528447" y="28648"/>
                </a:cubicBezTo>
                <a:cubicBezTo>
                  <a:pt x="529111" y="28648"/>
                  <a:pt x="529826" y="28686"/>
                  <a:pt x="530592" y="28763"/>
                </a:cubicBezTo>
                <a:cubicBezTo>
                  <a:pt x="531358" y="28839"/>
                  <a:pt x="532150" y="28967"/>
                  <a:pt x="532967" y="29146"/>
                </a:cubicBezTo>
                <a:cubicBezTo>
                  <a:pt x="533784" y="29324"/>
                  <a:pt x="534499" y="29529"/>
                  <a:pt x="535112" y="29758"/>
                </a:cubicBezTo>
                <a:cubicBezTo>
                  <a:pt x="535725" y="29988"/>
                  <a:pt x="536172" y="30231"/>
                  <a:pt x="536452" y="30486"/>
                </a:cubicBezTo>
                <a:cubicBezTo>
                  <a:pt x="536733" y="30741"/>
                  <a:pt x="536938" y="31022"/>
                  <a:pt x="537065" y="31329"/>
                </a:cubicBezTo>
                <a:cubicBezTo>
                  <a:pt x="537193" y="31635"/>
                  <a:pt x="537308" y="32056"/>
                  <a:pt x="537410" y="32592"/>
                </a:cubicBezTo>
                <a:cubicBezTo>
                  <a:pt x="537512" y="33129"/>
                  <a:pt x="537589" y="33933"/>
                  <a:pt x="537640" y="35005"/>
                </a:cubicBezTo>
                <a:cubicBezTo>
                  <a:pt x="537691" y="36078"/>
                  <a:pt x="537716" y="37533"/>
                  <a:pt x="537716" y="393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11007-CEFD-4F0C-ACD0-035488D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508" y="575404"/>
            <a:ext cx="1963584" cy="772026"/>
          </a:xfrm>
          <a:custGeom xmlns:a="http://schemas.openxmlformats.org/drawingml/2006/main">
            <a:pathLst>
              <a:path w="1963584" h="772026" fill="none">
                <a:moveTo>
                  <a:pt x="0" y="193007"/>
                </a:moveTo>
                <a:lnTo>
                  <a:pt x="1577520" y="193007"/>
                </a:lnTo>
                <a:lnTo>
                  <a:pt x="1577520" y="0"/>
                </a:lnTo>
                <a:lnTo>
                  <a:pt x="1963584" y="386013"/>
                </a:lnTo>
                <a:lnTo>
                  <a:pt x="1577520" y="772026"/>
                </a:lnTo>
                <a:lnTo>
                  <a:pt x="1577520" y="579020"/>
                </a:lnTo>
                <a:lnTo>
                  <a:pt x="0" y="579020"/>
                </a:lnTo>
                <a:lnTo>
                  <a:pt x="0" y="1930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88" cap="flat">
            <a:solidFill>
              <a:srgbClr val="2E54A1"/>
            </a:solidFill>
            <a:miter/>
          </a:ln>
        </p:spPr>
      </p:sp>
      <p:sp>
        <p:nvSpPr>
          <p:cNvPr id="37" name="Text Continuous">
            <a:extLst xmlns:a="http://schemas.openxmlformats.org/drawingml/2006/main">
              <a:ext uri="{FF2B5EF4-FFF2-40B4-BE49-F238E27FC236}">
                <a16:creationId xmlns:a16="http://schemas.microsoft.com/office/drawing/2014/main" id="{5B7C3E2E-8F24-4B2C-BDEC-5B92699F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32" y="820814"/>
            <a:ext cx="735842" cy="103254"/>
          </a:xfrm>
          <a:custGeom xmlns:a="http://schemas.openxmlformats.org/drawingml/2006/main">
            <a:pathLst>
              <a:path w="735842" h="103254">
                <a:moveTo>
                  <a:pt x="71935" y="87628"/>
                </a:moveTo>
                <a:cubicBezTo>
                  <a:pt x="71935" y="88445"/>
                  <a:pt x="71910" y="89160"/>
                  <a:pt x="71859" y="89773"/>
                </a:cubicBezTo>
                <a:cubicBezTo>
                  <a:pt x="71808" y="90386"/>
                  <a:pt x="71718" y="90922"/>
                  <a:pt x="71590" y="91381"/>
                </a:cubicBezTo>
                <a:cubicBezTo>
                  <a:pt x="71463" y="91841"/>
                  <a:pt x="71297" y="92250"/>
                  <a:pt x="71093" y="92607"/>
                </a:cubicBezTo>
                <a:cubicBezTo>
                  <a:pt x="70888" y="92964"/>
                  <a:pt x="70531" y="93401"/>
                  <a:pt x="70020" y="93916"/>
                </a:cubicBezTo>
                <a:cubicBezTo>
                  <a:pt x="69509" y="94430"/>
                  <a:pt x="68437" y="95215"/>
                  <a:pt x="66802" y="96269"/>
                </a:cubicBezTo>
                <a:cubicBezTo>
                  <a:pt x="65168" y="97324"/>
                  <a:pt x="63138" y="98353"/>
                  <a:pt x="60712" y="99357"/>
                </a:cubicBezTo>
                <a:cubicBezTo>
                  <a:pt x="58286" y="100361"/>
                  <a:pt x="55503" y="101210"/>
                  <a:pt x="52362" y="101904"/>
                </a:cubicBezTo>
                <a:cubicBezTo>
                  <a:pt x="49221" y="102600"/>
                  <a:pt x="45786" y="102948"/>
                  <a:pt x="42058" y="102948"/>
                </a:cubicBezTo>
                <a:cubicBezTo>
                  <a:pt x="35623" y="102948"/>
                  <a:pt x="29813" y="101875"/>
                  <a:pt x="24630" y="99731"/>
                </a:cubicBezTo>
                <a:cubicBezTo>
                  <a:pt x="19446" y="97586"/>
                  <a:pt x="15028" y="94420"/>
                  <a:pt x="11376" y="90232"/>
                </a:cubicBezTo>
                <a:cubicBezTo>
                  <a:pt x="7725" y="86045"/>
                  <a:pt x="4916" y="80875"/>
                  <a:pt x="2949" y="74721"/>
                </a:cubicBezTo>
                <a:cubicBezTo>
                  <a:pt x="983" y="68568"/>
                  <a:pt x="0" y="61483"/>
                  <a:pt x="0" y="53465"/>
                </a:cubicBezTo>
                <a:cubicBezTo>
                  <a:pt x="0" y="45244"/>
                  <a:pt x="1060" y="37916"/>
                  <a:pt x="3179" y="31482"/>
                </a:cubicBezTo>
                <a:cubicBezTo>
                  <a:pt x="5299" y="25048"/>
                  <a:pt x="8274" y="19596"/>
                  <a:pt x="12104" y="15128"/>
                </a:cubicBezTo>
                <a:cubicBezTo>
                  <a:pt x="15935" y="10660"/>
                  <a:pt x="20518" y="7251"/>
                  <a:pt x="25855" y="4902"/>
                </a:cubicBezTo>
                <a:cubicBezTo>
                  <a:pt x="31192" y="2553"/>
                  <a:pt x="37104" y="1379"/>
                  <a:pt x="43590" y="1379"/>
                </a:cubicBezTo>
                <a:cubicBezTo>
                  <a:pt x="46450" y="1379"/>
                  <a:pt x="49234" y="1649"/>
                  <a:pt x="51940" y="2190"/>
                </a:cubicBezTo>
                <a:cubicBezTo>
                  <a:pt x="54647" y="2731"/>
                  <a:pt x="57150" y="3413"/>
                  <a:pt x="59448" y="4237"/>
                </a:cubicBezTo>
                <a:cubicBezTo>
                  <a:pt x="61746" y="5060"/>
                  <a:pt x="63789" y="6013"/>
                  <a:pt x="65577" y="7095"/>
                </a:cubicBezTo>
                <a:cubicBezTo>
                  <a:pt x="67364" y="8175"/>
                  <a:pt x="68603" y="9063"/>
                  <a:pt x="69292" y="9759"/>
                </a:cubicBezTo>
                <a:cubicBezTo>
                  <a:pt x="69982" y="10453"/>
                  <a:pt x="70429" y="10979"/>
                  <a:pt x="70633" y="11337"/>
                </a:cubicBezTo>
                <a:cubicBezTo>
                  <a:pt x="70837" y="11694"/>
                  <a:pt x="71003" y="12115"/>
                  <a:pt x="71131" y="12600"/>
                </a:cubicBezTo>
                <a:cubicBezTo>
                  <a:pt x="71259" y="13085"/>
                  <a:pt x="71361" y="13660"/>
                  <a:pt x="71437" y="14324"/>
                </a:cubicBezTo>
                <a:cubicBezTo>
                  <a:pt x="71514" y="14988"/>
                  <a:pt x="71552" y="15779"/>
                  <a:pt x="71552" y="16698"/>
                </a:cubicBezTo>
                <a:cubicBezTo>
                  <a:pt x="71552" y="17720"/>
                  <a:pt x="71501" y="18588"/>
                  <a:pt x="71399" y="19303"/>
                </a:cubicBezTo>
                <a:cubicBezTo>
                  <a:pt x="71297" y="20018"/>
                  <a:pt x="71144" y="20618"/>
                  <a:pt x="70939" y="21103"/>
                </a:cubicBezTo>
                <a:cubicBezTo>
                  <a:pt x="70735" y="21588"/>
                  <a:pt x="70492" y="21945"/>
                  <a:pt x="70212" y="22175"/>
                </a:cubicBezTo>
                <a:cubicBezTo>
                  <a:pt x="69931" y="22405"/>
                  <a:pt x="69586" y="22520"/>
                  <a:pt x="69177" y="22520"/>
                </a:cubicBezTo>
                <a:cubicBezTo>
                  <a:pt x="68462" y="22520"/>
                  <a:pt x="67466" y="22018"/>
                  <a:pt x="66190" y="21014"/>
                </a:cubicBezTo>
                <a:cubicBezTo>
                  <a:pt x="64913" y="20010"/>
                  <a:pt x="63266" y="18904"/>
                  <a:pt x="61248" y="17694"/>
                </a:cubicBezTo>
                <a:cubicBezTo>
                  <a:pt x="59231" y="16485"/>
                  <a:pt x="56780" y="15378"/>
                  <a:pt x="53894" y="14374"/>
                </a:cubicBezTo>
                <a:cubicBezTo>
                  <a:pt x="51008" y="13370"/>
                  <a:pt x="47548" y="12868"/>
                  <a:pt x="43514" y="12868"/>
                </a:cubicBezTo>
                <a:cubicBezTo>
                  <a:pt x="39121" y="12868"/>
                  <a:pt x="35125" y="13749"/>
                  <a:pt x="31524" y="15511"/>
                </a:cubicBezTo>
                <a:cubicBezTo>
                  <a:pt x="27924" y="17273"/>
                  <a:pt x="24847" y="19864"/>
                  <a:pt x="22293" y="23286"/>
                </a:cubicBezTo>
                <a:cubicBezTo>
                  <a:pt x="19739" y="26707"/>
                  <a:pt x="17760" y="30882"/>
                  <a:pt x="16356" y="35810"/>
                </a:cubicBezTo>
                <a:cubicBezTo>
                  <a:pt x="14951" y="40737"/>
                  <a:pt x="14249" y="46367"/>
                  <a:pt x="14249" y="52699"/>
                </a:cubicBezTo>
                <a:cubicBezTo>
                  <a:pt x="14249" y="58980"/>
                  <a:pt x="14926" y="64534"/>
                  <a:pt x="16279" y="69360"/>
                </a:cubicBezTo>
                <a:cubicBezTo>
                  <a:pt x="17633" y="74185"/>
                  <a:pt x="19573" y="78219"/>
                  <a:pt x="22102" y="81462"/>
                </a:cubicBezTo>
                <a:cubicBezTo>
                  <a:pt x="24630" y="84705"/>
                  <a:pt x="27732" y="87156"/>
                  <a:pt x="31409" y="88815"/>
                </a:cubicBezTo>
                <a:cubicBezTo>
                  <a:pt x="35087" y="90475"/>
                  <a:pt x="39249" y="91305"/>
                  <a:pt x="43897" y="91305"/>
                </a:cubicBezTo>
                <a:cubicBezTo>
                  <a:pt x="47829" y="91305"/>
                  <a:pt x="51264" y="90816"/>
                  <a:pt x="54200" y="89838"/>
                </a:cubicBezTo>
                <a:cubicBezTo>
                  <a:pt x="57137" y="88859"/>
                  <a:pt x="59640" y="87765"/>
                  <a:pt x="61708" y="86556"/>
                </a:cubicBezTo>
                <a:cubicBezTo>
                  <a:pt x="63776" y="85346"/>
                  <a:pt x="65475" y="84252"/>
                  <a:pt x="66802" y="83274"/>
                </a:cubicBezTo>
                <a:cubicBezTo>
                  <a:pt x="68130" y="82296"/>
                  <a:pt x="69177" y="81807"/>
                  <a:pt x="69943" y="81807"/>
                </a:cubicBezTo>
                <a:cubicBezTo>
                  <a:pt x="70301" y="81807"/>
                  <a:pt x="70607" y="81883"/>
                  <a:pt x="70863" y="82036"/>
                </a:cubicBezTo>
                <a:cubicBezTo>
                  <a:pt x="71118" y="82190"/>
                  <a:pt x="71322" y="82483"/>
                  <a:pt x="71476" y="82917"/>
                </a:cubicBezTo>
                <a:cubicBezTo>
                  <a:pt x="71629" y="83351"/>
                  <a:pt x="71744" y="83951"/>
                  <a:pt x="71820" y="84717"/>
                </a:cubicBezTo>
                <a:cubicBezTo>
                  <a:pt x="71897" y="85483"/>
                  <a:pt x="71935" y="86454"/>
                  <a:pt x="71935" y="87628"/>
                </a:cubicBezTo>
                <a:close/>
                <a:moveTo>
                  <a:pt x="154928" y="64610"/>
                </a:moveTo>
                <a:cubicBezTo>
                  <a:pt x="154928" y="70232"/>
                  <a:pt x="154188" y="75408"/>
                  <a:pt x="152707" y="80136"/>
                </a:cubicBezTo>
                <a:cubicBezTo>
                  <a:pt x="151226" y="84864"/>
                  <a:pt x="149017" y="88941"/>
                  <a:pt x="146080" y="92368"/>
                </a:cubicBezTo>
                <a:cubicBezTo>
                  <a:pt x="143143" y="95792"/>
                  <a:pt x="139466" y="98463"/>
                  <a:pt x="135048" y="100379"/>
                </a:cubicBezTo>
                <a:cubicBezTo>
                  <a:pt x="130631" y="102296"/>
                  <a:pt x="125511" y="103254"/>
                  <a:pt x="119689" y="103254"/>
                </a:cubicBezTo>
                <a:cubicBezTo>
                  <a:pt x="114019" y="103254"/>
                  <a:pt x="109078" y="102411"/>
                  <a:pt x="104865" y="100724"/>
                </a:cubicBezTo>
                <a:cubicBezTo>
                  <a:pt x="100651" y="99037"/>
                  <a:pt x="97140" y="96584"/>
                  <a:pt x="94331" y="93363"/>
                </a:cubicBezTo>
                <a:cubicBezTo>
                  <a:pt x="91522" y="90143"/>
                  <a:pt x="89428" y="86233"/>
                  <a:pt x="88049" y="81632"/>
                </a:cubicBezTo>
                <a:cubicBezTo>
                  <a:pt x="86670" y="77031"/>
                  <a:pt x="85981" y="71817"/>
                  <a:pt x="85981" y="65989"/>
                </a:cubicBezTo>
                <a:cubicBezTo>
                  <a:pt x="85981" y="60367"/>
                  <a:pt x="86709" y="55192"/>
                  <a:pt x="88164" y="50464"/>
                </a:cubicBezTo>
                <a:cubicBezTo>
                  <a:pt x="89620" y="45735"/>
                  <a:pt x="91816" y="41659"/>
                  <a:pt x="94752" y="38234"/>
                </a:cubicBezTo>
                <a:cubicBezTo>
                  <a:pt x="97689" y="34808"/>
                  <a:pt x="101354" y="32150"/>
                  <a:pt x="105746" y="30259"/>
                </a:cubicBezTo>
                <a:cubicBezTo>
                  <a:pt x="110138" y="28368"/>
                  <a:pt x="115271" y="27422"/>
                  <a:pt x="121144" y="27422"/>
                </a:cubicBezTo>
                <a:cubicBezTo>
                  <a:pt x="126813" y="27422"/>
                  <a:pt x="131754" y="28265"/>
                  <a:pt x="135968" y="29952"/>
                </a:cubicBezTo>
                <a:cubicBezTo>
                  <a:pt x="140181" y="31639"/>
                  <a:pt x="143692" y="34093"/>
                  <a:pt x="146501" y="37313"/>
                </a:cubicBezTo>
                <a:cubicBezTo>
                  <a:pt x="149310" y="40533"/>
                  <a:pt x="151417" y="44444"/>
                  <a:pt x="152822" y="49044"/>
                </a:cubicBezTo>
                <a:cubicBezTo>
                  <a:pt x="154226" y="53645"/>
                  <a:pt x="154928" y="58834"/>
                  <a:pt x="154928" y="64610"/>
                </a:cubicBezTo>
                <a:moveTo>
                  <a:pt x="141598" y="65453"/>
                </a:moveTo>
                <a:cubicBezTo>
                  <a:pt x="141598" y="61720"/>
                  <a:pt x="141254" y="58192"/>
                  <a:pt x="140564" y="54868"/>
                </a:cubicBezTo>
                <a:cubicBezTo>
                  <a:pt x="139875" y="51544"/>
                  <a:pt x="138738" y="48629"/>
                  <a:pt x="137155" y="46124"/>
                </a:cubicBezTo>
                <a:cubicBezTo>
                  <a:pt x="135572" y="43619"/>
                  <a:pt x="133427" y="41637"/>
                  <a:pt x="130720" y="40180"/>
                </a:cubicBezTo>
                <a:cubicBezTo>
                  <a:pt x="128013" y="38722"/>
                  <a:pt x="124643" y="37993"/>
                  <a:pt x="120608" y="37993"/>
                </a:cubicBezTo>
                <a:cubicBezTo>
                  <a:pt x="116880" y="37993"/>
                  <a:pt x="113675" y="38657"/>
                  <a:pt x="110993" y="39987"/>
                </a:cubicBezTo>
                <a:cubicBezTo>
                  <a:pt x="108312" y="41316"/>
                  <a:pt x="106103" y="43196"/>
                  <a:pt x="104367" y="45626"/>
                </a:cubicBezTo>
                <a:cubicBezTo>
                  <a:pt x="102630" y="48055"/>
                  <a:pt x="101341" y="50931"/>
                  <a:pt x="100498" y="54255"/>
                </a:cubicBezTo>
                <a:cubicBezTo>
                  <a:pt x="99655" y="57578"/>
                  <a:pt x="99234" y="61208"/>
                  <a:pt x="99234" y="65147"/>
                </a:cubicBezTo>
                <a:cubicBezTo>
                  <a:pt x="99234" y="68930"/>
                  <a:pt x="99579" y="72484"/>
                  <a:pt x="100268" y="75808"/>
                </a:cubicBezTo>
                <a:cubicBezTo>
                  <a:pt x="100958" y="79132"/>
                  <a:pt x="102107" y="82034"/>
                  <a:pt x="103716" y="84514"/>
                </a:cubicBezTo>
                <a:cubicBezTo>
                  <a:pt x="105324" y="86994"/>
                  <a:pt x="107482" y="88963"/>
                  <a:pt x="110189" y="90422"/>
                </a:cubicBezTo>
                <a:cubicBezTo>
                  <a:pt x="112896" y="91879"/>
                  <a:pt x="116267" y="92607"/>
                  <a:pt x="120301" y="92607"/>
                </a:cubicBezTo>
                <a:cubicBezTo>
                  <a:pt x="123979" y="92607"/>
                  <a:pt x="127171" y="91942"/>
                  <a:pt x="129877" y="90613"/>
                </a:cubicBezTo>
                <a:cubicBezTo>
                  <a:pt x="132584" y="89284"/>
                  <a:pt x="134806" y="87418"/>
                  <a:pt x="136542" y="85014"/>
                </a:cubicBezTo>
                <a:cubicBezTo>
                  <a:pt x="138279" y="82609"/>
                  <a:pt x="139556" y="79746"/>
                  <a:pt x="140373" y="76423"/>
                </a:cubicBezTo>
                <a:cubicBezTo>
                  <a:pt x="141190" y="73099"/>
                  <a:pt x="141598" y="69443"/>
                  <a:pt x="141598" y="65453"/>
                </a:cubicBezTo>
                <a:close/>
                <a:moveTo>
                  <a:pt x="235576" y="99807"/>
                </a:moveTo>
                <a:cubicBezTo>
                  <a:pt x="235576" y="100216"/>
                  <a:pt x="235474" y="100560"/>
                  <a:pt x="235270" y="100841"/>
                </a:cubicBezTo>
                <a:cubicBezTo>
                  <a:pt x="235065" y="101122"/>
                  <a:pt x="234733" y="101365"/>
                  <a:pt x="234274" y="101569"/>
                </a:cubicBezTo>
                <a:cubicBezTo>
                  <a:pt x="233814" y="101773"/>
                  <a:pt x="233176" y="101926"/>
                  <a:pt x="232359" y="102029"/>
                </a:cubicBezTo>
                <a:cubicBezTo>
                  <a:pt x="231541" y="102131"/>
                  <a:pt x="230520" y="102182"/>
                  <a:pt x="229294" y="102182"/>
                </a:cubicBezTo>
                <a:cubicBezTo>
                  <a:pt x="228017" y="102182"/>
                  <a:pt x="226970" y="102131"/>
                  <a:pt x="226153" y="102029"/>
                </a:cubicBezTo>
                <a:cubicBezTo>
                  <a:pt x="225336" y="101926"/>
                  <a:pt x="224698" y="101773"/>
                  <a:pt x="224238" y="101569"/>
                </a:cubicBezTo>
                <a:cubicBezTo>
                  <a:pt x="223778" y="101365"/>
                  <a:pt x="223447" y="101122"/>
                  <a:pt x="223242" y="100841"/>
                </a:cubicBezTo>
                <a:cubicBezTo>
                  <a:pt x="223038" y="100560"/>
                  <a:pt x="222936" y="100216"/>
                  <a:pt x="222936" y="99807"/>
                </a:cubicBezTo>
                <a:lnTo>
                  <a:pt x="222936" y="59440"/>
                </a:lnTo>
                <a:cubicBezTo>
                  <a:pt x="222936" y="55508"/>
                  <a:pt x="222629" y="52342"/>
                  <a:pt x="222016" y="49942"/>
                </a:cubicBezTo>
                <a:cubicBezTo>
                  <a:pt x="221404" y="47542"/>
                  <a:pt x="220510" y="45474"/>
                  <a:pt x="219335" y="43737"/>
                </a:cubicBezTo>
                <a:cubicBezTo>
                  <a:pt x="218161" y="42001"/>
                  <a:pt x="216641" y="40674"/>
                  <a:pt x="214777" y="39754"/>
                </a:cubicBezTo>
                <a:cubicBezTo>
                  <a:pt x="212913" y="38835"/>
                  <a:pt x="210755" y="38376"/>
                  <a:pt x="208304" y="38376"/>
                </a:cubicBezTo>
                <a:cubicBezTo>
                  <a:pt x="205137" y="38376"/>
                  <a:pt x="201971" y="39499"/>
                  <a:pt x="198804" y="41746"/>
                </a:cubicBezTo>
                <a:cubicBezTo>
                  <a:pt x="195638" y="43993"/>
                  <a:pt x="192318" y="47287"/>
                  <a:pt x="188845" y="51627"/>
                </a:cubicBezTo>
                <a:lnTo>
                  <a:pt x="188845" y="99807"/>
                </a:lnTo>
                <a:cubicBezTo>
                  <a:pt x="188845" y="100216"/>
                  <a:pt x="188743" y="100560"/>
                  <a:pt x="188539" y="100841"/>
                </a:cubicBezTo>
                <a:cubicBezTo>
                  <a:pt x="188334" y="101122"/>
                  <a:pt x="188002" y="101365"/>
                  <a:pt x="187543" y="101569"/>
                </a:cubicBezTo>
                <a:cubicBezTo>
                  <a:pt x="187083" y="101773"/>
                  <a:pt x="186445" y="101926"/>
                  <a:pt x="185628" y="102029"/>
                </a:cubicBezTo>
                <a:cubicBezTo>
                  <a:pt x="184810" y="102131"/>
                  <a:pt x="183763" y="102182"/>
                  <a:pt x="182487" y="102182"/>
                </a:cubicBezTo>
                <a:cubicBezTo>
                  <a:pt x="181261" y="102182"/>
                  <a:pt x="180239" y="102131"/>
                  <a:pt x="179422" y="102029"/>
                </a:cubicBezTo>
                <a:cubicBezTo>
                  <a:pt x="178605" y="101926"/>
                  <a:pt x="177954" y="101773"/>
                  <a:pt x="177469" y="101569"/>
                </a:cubicBezTo>
                <a:cubicBezTo>
                  <a:pt x="176984" y="101365"/>
                  <a:pt x="176652" y="101122"/>
                  <a:pt x="176473" y="100841"/>
                </a:cubicBezTo>
                <a:cubicBezTo>
                  <a:pt x="176294" y="100560"/>
                  <a:pt x="176205" y="100216"/>
                  <a:pt x="176205" y="99807"/>
                </a:cubicBezTo>
                <a:lnTo>
                  <a:pt x="176205" y="30869"/>
                </a:lnTo>
                <a:cubicBezTo>
                  <a:pt x="176205" y="30460"/>
                  <a:pt x="176281" y="30116"/>
                  <a:pt x="176435" y="29835"/>
                </a:cubicBezTo>
                <a:cubicBezTo>
                  <a:pt x="176588" y="29554"/>
                  <a:pt x="176894" y="29299"/>
                  <a:pt x="177354" y="29069"/>
                </a:cubicBezTo>
                <a:cubicBezTo>
                  <a:pt x="177813" y="28839"/>
                  <a:pt x="178401" y="28686"/>
                  <a:pt x="179116" y="28609"/>
                </a:cubicBezTo>
                <a:cubicBezTo>
                  <a:pt x="179831" y="28533"/>
                  <a:pt x="180776" y="28494"/>
                  <a:pt x="181950" y="28494"/>
                </a:cubicBezTo>
                <a:cubicBezTo>
                  <a:pt x="183074" y="28494"/>
                  <a:pt x="184006" y="28533"/>
                  <a:pt x="184747" y="28609"/>
                </a:cubicBezTo>
                <a:cubicBezTo>
                  <a:pt x="185487" y="28686"/>
                  <a:pt x="186062" y="28839"/>
                  <a:pt x="186470" y="29069"/>
                </a:cubicBezTo>
                <a:cubicBezTo>
                  <a:pt x="186879" y="29299"/>
                  <a:pt x="187172" y="29554"/>
                  <a:pt x="187351" y="29835"/>
                </a:cubicBezTo>
                <a:cubicBezTo>
                  <a:pt x="187530" y="30116"/>
                  <a:pt x="187619" y="30460"/>
                  <a:pt x="187619" y="30869"/>
                </a:cubicBezTo>
                <a:lnTo>
                  <a:pt x="187619" y="39984"/>
                </a:lnTo>
                <a:cubicBezTo>
                  <a:pt x="191501" y="35644"/>
                  <a:pt x="195370" y="32465"/>
                  <a:pt x="199226" y="30448"/>
                </a:cubicBezTo>
                <a:cubicBezTo>
                  <a:pt x="203081" y="28431"/>
                  <a:pt x="206976" y="27422"/>
                  <a:pt x="210908" y="27422"/>
                </a:cubicBezTo>
                <a:cubicBezTo>
                  <a:pt x="215505" y="27422"/>
                  <a:pt x="219374" y="28201"/>
                  <a:pt x="222514" y="29758"/>
                </a:cubicBezTo>
                <a:cubicBezTo>
                  <a:pt x="225655" y="31316"/>
                  <a:pt x="228196" y="33397"/>
                  <a:pt x="230137" y="36001"/>
                </a:cubicBezTo>
                <a:cubicBezTo>
                  <a:pt x="232078" y="38605"/>
                  <a:pt x="233469" y="41657"/>
                  <a:pt x="234312" y="45155"/>
                </a:cubicBezTo>
                <a:cubicBezTo>
                  <a:pt x="235155" y="48653"/>
                  <a:pt x="235576" y="52853"/>
                  <a:pt x="235576" y="57755"/>
                </a:cubicBezTo>
                <a:lnTo>
                  <a:pt x="235576" y="99807"/>
                </a:lnTo>
                <a:close/>
                <a:moveTo>
                  <a:pt x="295886" y="94828"/>
                </a:moveTo>
                <a:cubicBezTo>
                  <a:pt x="295886" y="96309"/>
                  <a:pt x="295784" y="97484"/>
                  <a:pt x="295579" y="98352"/>
                </a:cubicBezTo>
                <a:cubicBezTo>
                  <a:pt x="295375" y="99220"/>
                  <a:pt x="295069" y="99858"/>
                  <a:pt x="294660" y="100267"/>
                </a:cubicBezTo>
                <a:cubicBezTo>
                  <a:pt x="294252" y="100675"/>
                  <a:pt x="293639" y="101058"/>
                  <a:pt x="292822" y="101416"/>
                </a:cubicBezTo>
                <a:cubicBezTo>
                  <a:pt x="292004" y="101773"/>
                  <a:pt x="291072" y="102067"/>
                  <a:pt x="290025" y="102297"/>
                </a:cubicBezTo>
                <a:cubicBezTo>
                  <a:pt x="288978" y="102526"/>
                  <a:pt x="287868" y="102718"/>
                  <a:pt x="286693" y="102871"/>
                </a:cubicBezTo>
                <a:cubicBezTo>
                  <a:pt x="285518" y="103024"/>
                  <a:pt x="284344" y="103101"/>
                  <a:pt x="283169" y="103101"/>
                </a:cubicBezTo>
                <a:cubicBezTo>
                  <a:pt x="279594" y="103101"/>
                  <a:pt x="276530" y="102628"/>
                  <a:pt x="273976" y="101681"/>
                </a:cubicBezTo>
                <a:cubicBezTo>
                  <a:pt x="271422" y="100734"/>
                  <a:pt x="269328" y="99300"/>
                  <a:pt x="267694" y="97380"/>
                </a:cubicBezTo>
                <a:cubicBezTo>
                  <a:pt x="266060" y="95460"/>
                  <a:pt x="264872" y="93029"/>
                  <a:pt x="264132" y="90086"/>
                </a:cubicBezTo>
                <a:cubicBezTo>
                  <a:pt x="263391" y="87144"/>
                  <a:pt x="263021" y="83676"/>
                  <a:pt x="263021" y="79684"/>
                </a:cubicBezTo>
                <a:lnTo>
                  <a:pt x="263021" y="39295"/>
                </a:lnTo>
                <a:lnTo>
                  <a:pt x="253368" y="39295"/>
                </a:lnTo>
                <a:cubicBezTo>
                  <a:pt x="252602" y="39295"/>
                  <a:pt x="251989" y="38886"/>
                  <a:pt x="251530" y="38069"/>
                </a:cubicBezTo>
                <a:cubicBezTo>
                  <a:pt x="251070" y="37252"/>
                  <a:pt x="250840" y="35924"/>
                  <a:pt x="250840" y="34086"/>
                </a:cubicBezTo>
                <a:cubicBezTo>
                  <a:pt x="250840" y="33116"/>
                  <a:pt x="250904" y="32299"/>
                  <a:pt x="251032" y="31635"/>
                </a:cubicBezTo>
                <a:cubicBezTo>
                  <a:pt x="251159" y="30971"/>
                  <a:pt x="251325" y="30422"/>
                  <a:pt x="251530" y="29988"/>
                </a:cubicBezTo>
                <a:cubicBezTo>
                  <a:pt x="251734" y="29554"/>
                  <a:pt x="252002" y="29248"/>
                  <a:pt x="252334" y="29069"/>
                </a:cubicBezTo>
                <a:cubicBezTo>
                  <a:pt x="252666" y="28890"/>
                  <a:pt x="253036" y="28801"/>
                  <a:pt x="253445" y="28801"/>
                </a:cubicBezTo>
                <a:lnTo>
                  <a:pt x="263021" y="28801"/>
                </a:lnTo>
                <a:lnTo>
                  <a:pt x="263021" y="12409"/>
                </a:lnTo>
                <a:cubicBezTo>
                  <a:pt x="263021" y="12051"/>
                  <a:pt x="263110" y="11719"/>
                  <a:pt x="263289" y="11413"/>
                </a:cubicBezTo>
                <a:cubicBezTo>
                  <a:pt x="263468" y="11107"/>
                  <a:pt x="263800" y="10839"/>
                  <a:pt x="264285" y="10609"/>
                </a:cubicBezTo>
                <a:cubicBezTo>
                  <a:pt x="264770" y="10379"/>
                  <a:pt x="265421" y="10213"/>
                  <a:pt x="266238" y="10111"/>
                </a:cubicBezTo>
                <a:cubicBezTo>
                  <a:pt x="267056" y="10009"/>
                  <a:pt x="268077" y="9958"/>
                  <a:pt x="269303" y="9958"/>
                </a:cubicBezTo>
                <a:cubicBezTo>
                  <a:pt x="270580" y="9958"/>
                  <a:pt x="271627" y="10009"/>
                  <a:pt x="272444" y="10111"/>
                </a:cubicBezTo>
                <a:cubicBezTo>
                  <a:pt x="273261" y="10213"/>
                  <a:pt x="273899" y="10379"/>
                  <a:pt x="274359" y="10609"/>
                </a:cubicBezTo>
                <a:cubicBezTo>
                  <a:pt x="274819" y="10839"/>
                  <a:pt x="275151" y="11107"/>
                  <a:pt x="275355" y="11413"/>
                </a:cubicBezTo>
                <a:cubicBezTo>
                  <a:pt x="275559" y="11719"/>
                  <a:pt x="275661" y="12051"/>
                  <a:pt x="275661" y="12409"/>
                </a:cubicBezTo>
                <a:lnTo>
                  <a:pt x="275661" y="28801"/>
                </a:lnTo>
                <a:lnTo>
                  <a:pt x="293358" y="28801"/>
                </a:lnTo>
                <a:cubicBezTo>
                  <a:pt x="293766" y="28801"/>
                  <a:pt x="294124" y="28890"/>
                  <a:pt x="294430" y="29069"/>
                </a:cubicBezTo>
                <a:cubicBezTo>
                  <a:pt x="294737" y="29248"/>
                  <a:pt x="295005" y="29554"/>
                  <a:pt x="295235" y="29988"/>
                </a:cubicBezTo>
                <a:cubicBezTo>
                  <a:pt x="295465" y="30422"/>
                  <a:pt x="295631" y="30971"/>
                  <a:pt x="295733" y="31635"/>
                </a:cubicBezTo>
                <a:cubicBezTo>
                  <a:pt x="295835" y="32299"/>
                  <a:pt x="295886" y="33116"/>
                  <a:pt x="295886" y="34086"/>
                </a:cubicBezTo>
                <a:cubicBezTo>
                  <a:pt x="295886" y="35924"/>
                  <a:pt x="295656" y="37252"/>
                  <a:pt x="295196" y="38069"/>
                </a:cubicBezTo>
                <a:cubicBezTo>
                  <a:pt x="294737" y="38886"/>
                  <a:pt x="294124" y="39295"/>
                  <a:pt x="293358" y="39295"/>
                </a:cubicBezTo>
                <a:lnTo>
                  <a:pt x="275661" y="39295"/>
                </a:lnTo>
                <a:lnTo>
                  <a:pt x="275661" y="77860"/>
                </a:lnTo>
                <a:cubicBezTo>
                  <a:pt x="275661" y="82621"/>
                  <a:pt x="276364" y="86219"/>
                  <a:pt x="277768" y="88653"/>
                </a:cubicBezTo>
                <a:cubicBezTo>
                  <a:pt x="279172" y="91085"/>
                  <a:pt x="281688" y="92301"/>
                  <a:pt x="285314" y="92301"/>
                </a:cubicBezTo>
                <a:cubicBezTo>
                  <a:pt x="286489" y="92301"/>
                  <a:pt x="287536" y="92186"/>
                  <a:pt x="288455" y="91956"/>
                </a:cubicBezTo>
                <a:cubicBezTo>
                  <a:pt x="289374" y="91726"/>
                  <a:pt x="290191" y="91484"/>
                  <a:pt x="290906" y="91228"/>
                </a:cubicBezTo>
                <a:cubicBezTo>
                  <a:pt x="291621" y="90973"/>
                  <a:pt x="292234" y="90730"/>
                  <a:pt x="292745" y="90501"/>
                </a:cubicBezTo>
                <a:cubicBezTo>
                  <a:pt x="293256" y="90271"/>
                  <a:pt x="293715" y="90156"/>
                  <a:pt x="294124" y="90156"/>
                </a:cubicBezTo>
                <a:cubicBezTo>
                  <a:pt x="294379" y="90156"/>
                  <a:pt x="294622" y="90220"/>
                  <a:pt x="294852" y="90347"/>
                </a:cubicBezTo>
                <a:cubicBezTo>
                  <a:pt x="295081" y="90475"/>
                  <a:pt x="295260" y="90718"/>
                  <a:pt x="295388" y="91075"/>
                </a:cubicBezTo>
                <a:cubicBezTo>
                  <a:pt x="295516" y="91433"/>
                  <a:pt x="295631" y="91918"/>
                  <a:pt x="295733" y="92530"/>
                </a:cubicBezTo>
                <a:cubicBezTo>
                  <a:pt x="295835" y="93143"/>
                  <a:pt x="295886" y="93909"/>
                  <a:pt x="295886" y="94828"/>
                </a:cubicBezTo>
                <a:close/>
                <a:moveTo>
                  <a:pt x="326535" y="99807"/>
                </a:moveTo>
                <a:cubicBezTo>
                  <a:pt x="326535" y="100216"/>
                  <a:pt x="326433" y="100560"/>
                  <a:pt x="326228" y="100841"/>
                </a:cubicBezTo>
                <a:cubicBezTo>
                  <a:pt x="326024" y="101122"/>
                  <a:pt x="325692" y="101365"/>
                  <a:pt x="325233" y="101569"/>
                </a:cubicBezTo>
                <a:cubicBezTo>
                  <a:pt x="324773" y="101773"/>
                  <a:pt x="324134" y="101926"/>
                  <a:pt x="323317" y="102029"/>
                </a:cubicBezTo>
                <a:cubicBezTo>
                  <a:pt x="322500" y="102131"/>
                  <a:pt x="321453" y="102182"/>
                  <a:pt x="320176" y="102182"/>
                </a:cubicBezTo>
                <a:cubicBezTo>
                  <a:pt x="318951" y="102182"/>
                  <a:pt x="317929" y="102131"/>
                  <a:pt x="317112" y="102029"/>
                </a:cubicBezTo>
                <a:cubicBezTo>
                  <a:pt x="316295" y="101926"/>
                  <a:pt x="315644" y="101773"/>
                  <a:pt x="315159" y="101569"/>
                </a:cubicBezTo>
                <a:cubicBezTo>
                  <a:pt x="314673" y="101365"/>
                  <a:pt x="314341" y="101122"/>
                  <a:pt x="314163" y="100841"/>
                </a:cubicBezTo>
                <a:cubicBezTo>
                  <a:pt x="313984" y="100560"/>
                  <a:pt x="313894" y="100216"/>
                  <a:pt x="313894" y="99807"/>
                </a:cubicBezTo>
                <a:lnTo>
                  <a:pt x="313894" y="30869"/>
                </a:lnTo>
                <a:cubicBezTo>
                  <a:pt x="313894" y="30512"/>
                  <a:pt x="313984" y="30180"/>
                  <a:pt x="314163" y="29873"/>
                </a:cubicBezTo>
                <a:cubicBezTo>
                  <a:pt x="314341" y="29567"/>
                  <a:pt x="314673" y="29312"/>
                  <a:pt x="315159" y="29107"/>
                </a:cubicBezTo>
                <a:cubicBezTo>
                  <a:pt x="315644" y="28903"/>
                  <a:pt x="316295" y="28750"/>
                  <a:pt x="317112" y="28648"/>
                </a:cubicBezTo>
                <a:cubicBezTo>
                  <a:pt x="317929" y="28546"/>
                  <a:pt x="318951" y="28494"/>
                  <a:pt x="320176" y="28494"/>
                </a:cubicBezTo>
                <a:cubicBezTo>
                  <a:pt x="321453" y="28494"/>
                  <a:pt x="322500" y="28546"/>
                  <a:pt x="323317" y="28648"/>
                </a:cubicBezTo>
                <a:cubicBezTo>
                  <a:pt x="324134" y="28750"/>
                  <a:pt x="324773" y="28903"/>
                  <a:pt x="325233" y="29107"/>
                </a:cubicBezTo>
                <a:cubicBezTo>
                  <a:pt x="325692" y="29312"/>
                  <a:pt x="326024" y="29567"/>
                  <a:pt x="326228" y="29873"/>
                </a:cubicBezTo>
                <a:cubicBezTo>
                  <a:pt x="326433" y="30180"/>
                  <a:pt x="326535" y="30512"/>
                  <a:pt x="326535" y="30869"/>
                </a:cubicBezTo>
                <a:lnTo>
                  <a:pt x="326535" y="99807"/>
                </a:lnTo>
                <a:moveTo>
                  <a:pt x="327990" y="7507"/>
                </a:moveTo>
                <a:cubicBezTo>
                  <a:pt x="327990" y="10468"/>
                  <a:pt x="327429" y="12485"/>
                  <a:pt x="326305" y="13558"/>
                </a:cubicBezTo>
                <a:cubicBezTo>
                  <a:pt x="325181" y="14630"/>
                  <a:pt x="323113" y="15166"/>
                  <a:pt x="320100" y="15166"/>
                </a:cubicBezTo>
                <a:cubicBezTo>
                  <a:pt x="317138" y="15166"/>
                  <a:pt x="315107" y="14643"/>
                  <a:pt x="314009" y="13596"/>
                </a:cubicBezTo>
                <a:cubicBezTo>
                  <a:pt x="312911" y="12549"/>
                  <a:pt x="312362" y="10571"/>
                  <a:pt x="312362" y="7660"/>
                </a:cubicBezTo>
                <a:cubicBezTo>
                  <a:pt x="312362" y="4698"/>
                  <a:pt x="312924" y="2681"/>
                  <a:pt x="314048" y="1609"/>
                </a:cubicBezTo>
                <a:cubicBezTo>
                  <a:pt x="315171" y="536"/>
                  <a:pt x="317240" y="0"/>
                  <a:pt x="320253" y="0"/>
                </a:cubicBezTo>
                <a:cubicBezTo>
                  <a:pt x="323215" y="0"/>
                  <a:pt x="325245" y="523"/>
                  <a:pt x="326343" y="1570"/>
                </a:cubicBezTo>
                <a:cubicBezTo>
                  <a:pt x="327441" y="2617"/>
                  <a:pt x="327990" y="4596"/>
                  <a:pt x="327990" y="7507"/>
                </a:cubicBezTo>
                <a:close/>
                <a:moveTo>
                  <a:pt x="410340" y="99807"/>
                </a:moveTo>
                <a:cubicBezTo>
                  <a:pt x="410340" y="100216"/>
                  <a:pt x="410238" y="100560"/>
                  <a:pt x="410034" y="100841"/>
                </a:cubicBezTo>
                <a:cubicBezTo>
                  <a:pt x="409829" y="101122"/>
                  <a:pt x="409497" y="101365"/>
                  <a:pt x="409038" y="101569"/>
                </a:cubicBezTo>
                <a:cubicBezTo>
                  <a:pt x="408578" y="101773"/>
                  <a:pt x="407940" y="101926"/>
                  <a:pt x="407122" y="102029"/>
                </a:cubicBezTo>
                <a:cubicBezTo>
                  <a:pt x="406305" y="102131"/>
                  <a:pt x="405284" y="102182"/>
                  <a:pt x="404058" y="102182"/>
                </a:cubicBezTo>
                <a:cubicBezTo>
                  <a:pt x="402781" y="102182"/>
                  <a:pt x="401734" y="102131"/>
                  <a:pt x="400917" y="102029"/>
                </a:cubicBezTo>
                <a:cubicBezTo>
                  <a:pt x="400100" y="101926"/>
                  <a:pt x="399462" y="101773"/>
                  <a:pt x="399002" y="101569"/>
                </a:cubicBezTo>
                <a:cubicBezTo>
                  <a:pt x="398542" y="101365"/>
                  <a:pt x="398210" y="101122"/>
                  <a:pt x="398006" y="100841"/>
                </a:cubicBezTo>
                <a:cubicBezTo>
                  <a:pt x="397802" y="100560"/>
                  <a:pt x="397700" y="100216"/>
                  <a:pt x="397700" y="99807"/>
                </a:cubicBezTo>
                <a:lnTo>
                  <a:pt x="397700" y="59440"/>
                </a:lnTo>
                <a:cubicBezTo>
                  <a:pt x="397700" y="55508"/>
                  <a:pt x="397393" y="52342"/>
                  <a:pt x="396780" y="49942"/>
                </a:cubicBezTo>
                <a:cubicBezTo>
                  <a:pt x="396167" y="47542"/>
                  <a:pt x="395274" y="45474"/>
                  <a:pt x="394099" y="43737"/>
                </a:cubicBezTo>
                <a:cubicBezTo>
                  <a:pt x="392924" y="42001"/>
                  <a:pt x="391405" y="40674"/>
                  <a:pt x="389541" y="39754"/>
                </a:cubicBezTo>
                <a:cubicBezTo>
                  <a:pt x="387677" y="38835"/>
                  <a:pt x="385519" y="38376"/>
                  <a:pt x="383067" y="38376"/>
                </a:cubicBezTo>
                <a:cubicBezTo>
                  <a:pt x="379901" y="38376"/>
                  <a:pt x="376734" y="39499"/>
                  <a:pt x="373568" y="41746"/>
                </a:cubicBezTo>
                <a:cubicBezTo>
                  <a:pt x="370402" y="43993"/>
                  <a:pt x="367082" y="47287"/>
                  <a:pt x="363609" y="51627"/>
                </a:cubicBezTo>
                <a:lnTo>
                  <a:pt x="363609" y="99807"/>
                </a:lnTo>
                <a:cubicBezTo>
                  <a:pt x="363609" y="100216"/>
                  <a:pt x="363507" y="100560"/>
                  <a:pt x="363302" y="100841"/>
                </a:cubicBezTo>
                <a:cubicBezTo>
                  <a:pt x="363098" y="101122"/>
                  <a:pt x="362766" y="101365"/>
                  <a:pt x="362307" y="101569"/>
                </a:cubicBezTo>
                <a:cubicBezTo>
                  <a:pt x="361847" y="101773"/>
                  <a:pt x="361209" y="101926"/>
                  <a:pt x="360391" y="102029"/>
                </a:cubicBezTo>
                <a:cubicBezTo>
                  <a:pt x="359574" y="102131"/>
                  <a:pt x="358527" y="102182"/>
                  <a:pt x="357250" y="102182"/>
                </a:cubicBezTo>
                <a:cubicBezTo>
                  <a:pt x="356025" y="102182"/>
                  <a:pt x="355003" y="102131"/>
                  <a:pt x="354186" y="102029"/>
                </a:cubicBezTo>
                <a:cubicBezTo>
                  <a:pt x="353369" y="101926"/>
                  <a:pt x="352718" y="101773"/>
                  <a:pt x="352233" y="101569"/>
                </a:cubicBezTo>
                <a:cubicBezTo>
                  <a:pt x="351747" y="101365"/>
                  <a:pt x="351415" y="101122"/>
                  <a:pt x="351237" y="100841"/>
                </a:cubicBezTo>
                <a:cubicBezTo>
                  <a:pt x="351058" y="100560"/>
                  <a:pt x="350969" y="100216"/>
                  <a:pt x="350969" y="99807"/>
                </a:cubicBezTo>
                <a:lnTo>
                  <a:pt x="350969" y="30869"/>
                </a:lnTo>
                <a:cubicBezTo>
                  <a:pt x="350969" y="30460"/>
                  <a:pt x="351045" y="30116"/>
                  <a:pt x="351198" y="29835"/>
                </a:cubicBezTo>
                <a:cubicBezTo>
                  <a:pt x="351352" y="29554"/>
                  <a:pt x="351658" y="29299"/>
                  <a:pt x="352118" y="29069"/>
                </a:cubicBezTo>
                <a:cubicBezTo>
                  <a:pt x="352577" y="28839"/>
                  <a:pt x="353165" y="28686"/>
                  <a:pt x="353880" y="28609"/>
                </a:cubicBezTo>
                <a:cubicBezTo>
                  <a:pt x="354595" y="28533"/>
                  <a:pt x="355540" y="28494"/>
                  <a:pt x="356714" y="28494"/>
                </a:cubicBezTo>
                <a:cubicBezTo>
                  <a:pt x="357838" y="28494"/>
                  <a:pt x="358770" y="28533"/>
                  <a:pt x="359510" y="28609"/>
                </a:cubicBezTo>
                <a:cubicBezTo>
                  <a:pt x="360251" y="28686"/>
                  <a:pt x="360825" y="28839"/>
                  <a:pt x="361234" y="29069"/>
                </a:cubicBezTo>
                <a:cubicBezTo>
                  <a:pt x="361643" y="29299"/>
                  <a:pt x="361936" y="29554"/>
                  <a:pt x="362115" y="29835"/>
                </a:cubicBezTo>
                <a:cubicBezTo>
                  <a:pt x="362294" y="30116"/>
                  <a:pt x="362383" y="30460"/>
                  <a:pt x="362383" y="30869"/>
                </a:cubicBezTo>
                <a:lnTo>
                  <a:pt x="362383" y="39984"/>
                </a:lnTo>
                <a:cubicBezTo>
                  <a:pt x="366265" y="35644"/>
                  <a:pt x="370133" y="32465"/>
                  <a:pt x="373989" y="30448"/>
                </a:cubicBezTo>
                <a:cubicBezTo>
                  <a:pt x="377845" y="28431"/>
                  <a:pt x="381740" y="27422"/>
                  <a:pt x="385672" y="27422"/>
                </a:cubicBezTo>
                <a:cubicBezTo>
                  <a:pt x="390269" y="27422"/>
                  <a:pt x="394137" y="28201"/>
                  <a:pt x="397278" y="29758"/>
                </a:cubicBezTo>
                <a:cubicBezTo>
                  <a:pt x="400419" y="31316"/>
                  <a:pt x="402960" y="33397"/>
                  <a:pt x="404901" y="36001"/>
                </a:cubicBezTo>
                <a:cubicBezTo>
                  <a:pt x="406842" y="38605"/>
                  <a:pt x="408233" y="41657"/>
                  <a:pt x="409076" y="45155"/>
                </a:cubicBezTo>
                <a:cubicBezTo>
                  <a:pt x="409919" y="48653"/>
                  <a:pt x="410340" y="52853"/>
                  <a:pt x="410340" y="57755"/>
                </a:cubicBezTo>
                <a:lnTo>
                  <a:pt x="410340" y="99807"/>
                </a:lnTo>
                <a:close/>
                <a:moveTo>
                  <a:pt x="495431" y="99807"/>
                </a:moveTo>
                <a:cubicBezTo>
                  <a:pt x="495431" y="100216"/>
                  <a:pt x="495342" y="100560"/>
                  <a:pt x="495163" y="100841"/>
                </a:cubicBezTo>
                <a:cubicBezTo>
                  <a:pt x="494984" y="101122"/>
                  <a:pt x="494665" y="101365"/>
                  <a:pt x="494205" y="101569"/>
                </a:cubicBezTo>
                <a:cubicBezTo>
                  <a:pt x="493746" y="101773"/>
                  <a:pt x="493146" y="101926"/>
                  <a:pt x="492405" y="102029"/>
                </a:cubicBezTo>
                <a:cubicBezTo>
                  <a:pt x="491665" y="102131"/>
                  <a:pt x="490758" y="102182"/>
                  <a:pt x="489685" y="102182"/>
                </a:cubicBezTo>
                <a:cubicBezTo>
                  <a:pt x="488511" y="102182"/>
                  <a:pt x="487553" y="102131"/>
                  <a:pt x="486813" y="102029"/>
                </a:cubicBezTo>
                <a:cubicBezTo>
                  <a:pt x="486072" y="101926"/>
                  <a:pt x="485485" y="101773"/>
                  <a:pt x="485051" y="101569"/>
                </a:cubicBezTo>
                <a:cubicBezTo>
                  <a:pt x="484617" y="101365"/>
                  <a:pt x="484323" y="101122"/>
                  <a:pt x="484170" y="100841"/>
                </a:cubicBezTo>
                <a:cubicBezTo>
                  <a:pt x="484016" y="100560"/>
                  <a:pt x="483940" y="100216"/>
                  <a:pt x="483940" y="99807"/>
                </a:cubicBezTo>
                <a:lnTo>
                  <a:pt x="483940" y="90692"/>
                </a:lnTo>
                <a:cubicBezTo>
                  <a:pt x="480007" y="95060"/>
                  <a:pt x="476126" y="98246"/>
                  <a:pt x="472295" y="100250"/>
                </a:cubicBezTo>
                <a:cubicBezTo>
                  <a:pt x="468465" y="102253"/>
                  <a:pt x="464583" y="103254"/>
                  <a:pt x="460651" y="103254"/>
                </a:cubicBezTo>
                <a:cubicBezTo>
                  <a:pt x="456054" y="103254"/>
                  <a:pt x="452186" y="102487"/>
                  <a:pt x="449045" y="100954"/>
                </a:cubicBezTo>
                <a:cubicBezTo>
                  <a:pt x="445904" y="99420"/>
                  <a:pt x="443363" y="97338"/>
                  <a:pt x="441422" y="94706"/>
                </a:cubicBezTo>
                <a:cubicBezTo>
                  <a:pt x="439481" y="92073"/>
                  <a:pt x="438090" y="89006"/>
                  <a:pt x="437247" y="85505"/>
                </a:cubicBezTo>
                <a:cubicBezTo>
                  <a:pt x="436404" y="82002"/>
                  <a:pt x="435983" y="77746"/>
                  <a:pt x="435983" y="72737"/>
                </a:cubicBezTo>
                <a:lnTo>
                  <a:pt x="435983" y="30871"/>
                </a:lnTo>
                <a:cubicBezTo>
                  <a:pt x="435983" y="30463"/>
                  <a:pt x="436072" y="30118"/>
                  <a:pt x="436251" y="29837"/>
                </a:cubicBezTo>
                <a:cubicBezTo>
                  <a:pt x="436430" y="29555"/>
                  <a:pt x="436775" y="29299"/>
                  <a:pt x="437285" y="29069"/>
                </a:cubicBezTo>
                <a:cubicBezTo>
                  <a:pt x="437796" y="28839"/>
                  <a:pt x="438460" y="28686"/>
                  <a:pt x="439277" y="28609"/>
                </a:cubicBezTo>
                <a:cubicBezTo>
                  <a:pt x="440094" y="28533"/>
                  <a:pt x="441116" y="28494"/>
                  <a:pt x="442342" y="28494"/>
                </a:cubicBezTo>
                <a:cubicBezTo>
                  <a:pt x="443567" y="28494"/>
                  <a:pt x="444589" y="28533"/>
                  <a:pt x="445406" y="28609"/>
                </a:cubicBezTo>
                <a:cubicBezTo>
                  <a:pt x="446223" y="28686"/>
                  <a:pt x="446874" y="28839"/>
                  <a:pt x="447359" y="29069"/>
                </a:cubicBezTo>
                <a:cubicBezTo>
                  <a:pt x="447845" y="29299"/>
                  <a:pt x="448189" y="29555"/>
                  <a:pt x="448394" y="29837"/>
                </a:cubicBezTo>
                <a:cubicBezTo>
                  <a:pt x="448598" y="30118"/>
                  <a:pt x="448700" y="30463"/>
                  <a:pt x="448700" y="30871"/>
                </a:cubicBezTo>
                <a:lnTo>
                  <a:pt x="448700" y="71057"/>
                </a:lnTo>
                <a:cubicBezTo>
                  <a:pt x="448700" y="75096"/>
                  <a:pt x="448994" y="78329"/>
                  <a:pt x="449581" y="80758"/>
                </a:cubicBezTo>
                <a:cubicBezTo>
                  <a:pt x="450168" y="83187"/>
                  <a:pt x="451062" y="85258"/>
                  <a:pt x="452262" y="86972"/>
                </a:cubicBezTo>
                <a:cubicBezTo>
                  <a:pt x="453462" y="88685"/>
                  <a:pt x="454982" y="90014"/>
                  <a:pt x="456820" y="90960"/>
                </a:cubicBezTo>
                <a:cubicBezTo>
                  <a:pt x="458659" y="91905"/>
                  <a:pt x="460804" y="92377"/>
                  <a:pt x="463256" y="92377"/>
                </a:cubicBezTo>
                <a:cubicBezTo>
                  <a:pt x="466422" y="92377"/>
                  <a:pt x="469576" y="91247"/>
                  <a:pt x="472717" y="88988"/>
                </a:cubicBezTo>
                <a:cubicBezTo>
                  <a:pt x="475858" y="86728"/>
                  <a:pt x="479190" y="83415"/>
                  <a:pt x="482714" y="79049"/>
                </a:cubicBezTo>
                <a:lnTo>
                  <a:pt x="482714" y="30869"/>
                </a:lnTo>
                <a:cubicBezTo>
                  <a:pt x="482714" y="30460"/>
                  <a:pt x="482803" y="30116"/>
                  <a:pt x="482982" y="29835"/>
                </a:cubicBezTo>
                <a:cubicBezTo>
                  <a:pt x="483161" y="29554"/>
                  <a:pt x="483506" y="29299"/>
                  <a:pt x="484016" y="29069"/>
                </a:cubicBezTo>
                <a:cubicBezTo>
                  <a:pt x="484527" y="28839"/>
                  <a:pt x="485178" y="28686"/>
                  <a:pt x="485970" y="28609"/>
                </a:cubicBezTo>
                <a:cubicBezTo>
                  <a:pt x="486762" y="28533"/>
                  <a:pt x="487796" y="28494"/>
                  <a:pt x="489073" y="28494"/>
                </a:cubicBezTo>
                <a:cubicBezTo>
                  <a:pt x="490298" y="28494"/>
                  <a:pt x="491320" y="28533"/>
                  <a:pt x="492137" y="28609"/>
                </a:cubicBezTo>
                <a:cubicBezTo>
                  <a:pt x="492954" y="28686"/>
                  <a:pt x="493593" y="28839"/>
                  <a:pt x="494052" y="29069"/>
                </a:cubicBezTo>
                <a:cubicBezTo>
                  <a:pt x="494512" y="29299"/>
                  <a:pt x="494857" y="29554"/>
                  <a:pt x="495086" y="29835"/>
                </a:cubicBezTo>
                <a:cubicBezTo>
                  <a:pt x="495316" y="30116"/>
                  <a:pt x="495431" y="30460"/>
                  <a:pt x="495431" y="30869"/>
                </a:cubicBezTo>
                <a:lnTo>
                  <a:pt x="495431" y="99807"/>
                </a:lnTo>
                <a:close/>
                <a:moveTo>
                  <a:pt x="585885" y="64610"/>
                </a:moveTo>
                <a:cubicBezTo>
                  <a:pt x="585885" y="70232"/>
                  <a:pt x="585144" y="75408"/>
                  <a:pt x="583663" y="80136"/>
                </a:cubicBezTo>
                <a:cubicBezTo>
                  <a:pt x="582182" y="84864"/>
                  <a:pt x="579973" y="88941"/>
                  <a:pt x="577036" y="92368"/>
                </a:cubicBezTo>
                <a:cubicBezTo>
                  <a:pt x="574100" y="95792"/>
                  <a:pt x="570422" y="98463"/>
                  <a:pt x="566005" y="100379"/>
                </a:cubicBezTo>
                <a:cubicBezTo>
                  <a:pt x="561587" y="102296"/>
                  <a:pt x="556467" y="103254"/>
                  <a:pt x="550645" y="103254"/>
                </a:cubicBezTo>
                <a:cubicBezTo>
                  <a:pt x="544976" y="103254"/>
                  <a:pt x="540034" y="102411"/>
                  <a:pt x="535821" y="100724"/>
                </a:cubicBezTo>
                <a:cubicBezTo>
                  <a:pt x="531607" y="99037"/>
                  <a:pt x="528096" y="96584"/>
                  <a:pt x="525287" y="93363"/>
                </a:cubicBezTo>
                <a:cubicBezTo>
                  <a:pt x="522478" y="90143"/>
                  <a:pt x="520384" y="86233"/>
                  <a:pt x="519005" y="81632"/>
                </a:cubicBezTo>
                <a:cubicBezTo>
                  <a:pt x="517626" y="77031"/>
                  <a:pt x="516937" y="71817"/>
                  <a:pt x="516937" y="65989"/>
                </a:cubicBezTo>
                <a:cubicBezTo>
                  <a:pt x="516937" y="60367"/>
                  <a:pt x="517665" y="55192"/>
                  <a:pt x="519120" y="50464"/>
                </a:cubicBezTo>
                <a:cubicBezTo>
                  <a:pt x="520576" y="45735"/>
                  <a:pt x="522772" y="41659"/>
                  <a:pt x="525709" y="38234"/>
                </a:cubicBezTo>
                <a:cubicBezTo>
                  <a:pt x="528645" y="34808"/>
                  <a:pt x="532310" y="32150"/>
                  <a:pt x="536702" y="30259"/>
                </a:cubicBezTo>
                <a:cubicBezTo>
                  <a:pt x="541094" y="28368"/>
                  <a:pt x="546227" y="27422"/>
                  <a:pt x="552100" y="27422"/>
                </a:cubicBezTo>
                <a:cubicBezTo>
                  <a:pt x="557769" y="27422"/>
                  <a:pt x="562710" y="28265"/>
                  <a:pt x="566924" y="29952"/>
                </a:cubicBezTo>
                <a:cubicBezTo>
                  <a:pt x="571137" y="31639"/>
                  <a:pt x="574649" y="34093"/>
                  <a:pt x="577458" y="37313"/>
                </a:cubicBezTo>
                <a:cubicBezTo>
                  <a:pt x="580267" y="40533"/>
                  <a:pt x="582373" y="44444"/>
                  <a:pt x="583778" y="49044"/>
                </a:cubicBezTo>
                <a:cubicBezTo>
                  <a:pt x="585182" y="53645"/>
                  <a:pt x="585885" y="58834"/>
                  <a:pt x="585885" y="64610"/>
                </a:cubicBezTo>
                <a:moveTo>
                  <a:pt x="572555" y="65453"/>
                </a:moveTo>
                <a:cubicBezTo>
                  <a:pt x="572555" y="61720"/>
                  <a:pt x="572210" y="58192"/>
                  <a:pt x="571520" y="54868"/>
                </a:cubicBezTo>
                <a:cubicBezTo>
                  <a:pt x="570831" y="51544"/>
                  <a:pt x="569695" y="48629"/>
                  <a:pt x="568111" y="46124"/>
                </a:cubicBezTo>
                <a:cubicBezTo>
                  <a:pt x="566528" y="43619"/>
                  <a:pt x="564383" y="41637"/>
                  <a:pt x="561676" y="40180"/>
                </a:cubicBezTo>
                <a:cubicBezTo>
                  <a:pt x="558969" y="38722"/>
                  <a:pt x="555599" y="37993"/>
                  <a:pt x="551564" y="37993"/>
                </a:cubicBezTo>
                <a:cubicBezTo>
                  <a:pt x="547836" y="37993"/>
                  <a:pt x="544631" y="38657"/>
                  <a:pt x="541950" y="39987"/>
                </a:cubicBezTo>
                <a:cubicBezTo>
                  <a:pt x="539268" y="41316"/>
                  <a:pt x="537059" y="43196"/>
                  <a:pt x="535323" y="45626"/>
                </a:cubicBezTo>
                <a:cubicBezTo>
                  <a:pt x="533587" y="48055"/>
                  <a:pt x="532297" y="50931"/>
                  <a:pt x="531454" y="54255"/>
                </a:cubicBezTo>
                <a:cubicBezTo>
                  <a:pt x="530612" y="57578"/>
                  <a:pt x="530190" y="61208"/>
                  <a:pt x="530190" y="65147"/>
                </a:cubicBezTo>
                <a:cubicBezTo>
                  <a:pt x="530190" y="68930"/>
                  <a:pt x="530535" y="72484"/>
                  <a:pt x="531224" y="75808"/>
                </a:cubicBezTo>
                <a:cubicBezTo>
                  <a:pt x="531914" y="79132"/>
                  <a:pt x="533063" y="82034"/>
                  <a:pt x="534672" y="84514"/>
                </a:cubicBezTo>
                <a:cubicBezTo>
                  <a:pt x="536281" y="86994"/>
                  <a:pt x="538438" y="88963"/>
                  <a:pt x="541145" y="90422"/>
                </a:cubicBezTo>
                <a:cubicBezTo>
                  <a:pt x="543852" y="91879"/>
                  <a:pt x="547223" y="92607"/>
                  <a:pt x="551258" y="92607"/>
                </a:cubicBezTo>
                <a:cubicBezTo>
                  <a:pt x="554935" y="92607"/>
                  <a:pt x="558127" y="91942"/>
                  <a:pt x="560834" y="90613"/>
                </a:cubicBezTo>
                <a:cubicBezTo>
                  <a:pt x="563540" y="89284"/>
                  <a:pt x="565762" y="87418"/>
                  <a:pt x="567498" y="85014"/>
                </a:cubicBezTo>
                <a:cubicBezTo>
                  <a:pt x="569235" y="82609"/>
                  <a:pt x="570512" y="79746"/>
                  <a:pt x="571329" y="76423"/>
                </a:cubicBezTo>
                <a:cubicBezTo>
                  <a:pt x="572146" y="73099"/>
                  <a:pt x="572555" y="69443"/>
                  <a:pt x="572555" y="65453"/>
                </a:cubicBezTo>
                <a:close/>
                <a:moveTo>
                  <a:pt x="666226" y="99807"/>
                </a:moveTo>
                <a:cubicBezTo>
                  <a:pt x="666226" y="100216"/>
                  <a:pt x="666137" y="100560"/>
                  <a:pt x="665958" y="100841"/>
                </a:cubicBezTo>
                <a:cubicBezTo>
                  <a:pt x="665779" y="101122"/>
                  <a:pt x="665460" y="101365"/>
                  <a:pt x="665000" y="101569"/>
                </a:cubicBezTo>
                <a:cubicBezTo>
                  <a:pt x="664540" y="101773"/>
                  <a:pt x="663940" y="101926"/>
                  <a:pt x="663200" y="102029"/>
                </a:cubicBezTo>
                <a:cubicBezTo>
                  <a:pt x="662459" y="102131"/>
                  <a:pt x="661553" y="102182"/>
                  <a:pt x="660480" y="102182"/>
                </a:cubicBezTo>
                <a:cubicBezTo>
                  <a:pt x="659306" y="102182"/>
                  <a:pt x="658348" y="102131"/>
                  <a:pt x="657607" y="102029"/>
                </a:cubicBezTo>
                <a:cubicBezTo>
                  <a:pt x="656867" y="101926"/>
                  <a:pt x="656280" y="101773"/>
                  <a:pt x="655845" y="101569"/>
                </a:cubicBezTo>
                <a:cubicBezTo>
                  <a:pt x="655411" y="101365"/>
                  <a:pt x="655118" y="101122"/>
                  <a:pt x="654964" y="100841"/>
                </a:cubicBezTo>
                <a:cubicBezTo>
                  <a:pt x="654811" y="100560"/>
                  <a:pt x="654735" y="100216"/>
                  <a:pt x="654735" y="99807"/>
                </a:cubicBezTo>
                <a:lnTo>
                  <a:pt x="654735" y="90692"/>
                </a:lnTo>
                <a:cubicBezTo>
                  <a:pt x="650802" y="95060"/>
                  <a:pt x="646921" y="98246"/>
                  <a:pt x="643090" y="100250"/>
                </a:cubicBezTo>
                <a:cubicBezTo>
                  <a:pt x="639260" y="102253"/>
                  <a:pt x="635378" y="103254"/>
                  <a:pt x="631446" y="103254"/>
                </a:cubicBezTo>
                <a:cubicBezTo>
                  <a:pt x="626849" y="103254"/>
                  <a:pt x="622980" y="102487"/>
                  <a:pt x="619840" y="100954"/>
                </a:cubicBezTo>
                <a:cubicBezTo>
                  <a:pt x="616699" y="99420"/>
                  <a:pt x="614158" y="97338"/>
                  <a:pt x="612217" y="94706"/>
                </a:cubicBezTo>
                <a:cubicBezTo>
                  <a:pt x="610276" y="92073"/>
                  <a:pt x="608885" y="89006"/>
                  <a:pt x="608042" y="85505"/>
                </a:cubicBezTo>
                <a:cubicBezTo>
                  <a:pt x="607199" y="82002"/>
                  <a:pt x="606778" y="77746"/>
                  <a:pt x="606778" y="72737"/>
                </a:cubicBezTo>
                <a:lnTo>
                  <a:pt x="606778" y="30871"/>
                </a:lnTo>
                <a:cubicBezTo>
                  <a:pt x="606778" y="30463"/>
                  <a:pt x="606867" y="30118"/>
                  <a:pt x="607046" y="29837"/>
                </a:cubicBezTo>
                <a:cubicBezTo>
                  <a:pt x="607225" y="29555"/>
                  <a:pt x="607569" y="29299"/>
                  <a:pt x="608080" y="29069"/>
                </a:cubicBezTo>
                <a:cubicBezTo>
                  <a:pt x="608591" y="28839"/>
                  <a:pt x="609255" y="28686"/>
                  <a:pt x="610072" y="28609"/>
                </a:cubicBezTo>
                <a:cubicBezTo>
                  <a:pt x="610889" y="28533"/>
                  <a:pt x="611911" y="28494"/>
                  <a:pt x="613136" y="28494"/>
                </a:cubicBezTo>
                <a:cubicBezTo>
                  <a:pt x="614362" y="28494"/>
                  <a:pt x="615383" y="28533"/>
                  <a:pt x="616201" y="28609"/>
                </a:cubicBezTo>
                <a:cubicBezTo>
                  <a:pt x="617018" y="28686"/>
                  <a:pt x="617669" y="28839"/>
                  <a:pt x="618154" y="29069"/>
                </a:cubicBezTo>
                <a:cubicBezTo>
                  <a:pt x="618639" y="29299"/>
                  <a:pt x="618984" y="29555"/>
                  <a:pt x="619188" y="29837"/>
                </a:cubicBezTo>
                <a:cubicBezTo>
                  <a:pt x="619393" y="30118"/>
                  <a:pt x="619495" y="30463"/>
                  <a:pt x="619495" y="30871"/>
                </a:cubicBezTo>
                <a:lnTo>
                  <a:pt x="619495" y="71057"/>
                </a:lnTo>
                <a:cubicBezTo>
                  <a:pt x="619495" y="75096"/>
                  <a:pt x="619788" y="78329"/>
                  <a:pt x="620376" y="80758"/>
                </a:cubicBezTo>
                <a:cubicBezTo>
                  <a:pt x="620963" y="83187"/>
                  <a:pt x="621857" y="85258"/>
                  <a:pt x="623057" y="86972"/>
                </a:cubicBezTo>
                <a:cubicBezTo>
                  <a:pt x="624257" y="88685"/>
                  <a:pt x="625777" y="90014"/>
                  <a:pt x="627615" y="90960"/>
                </a:cubicBezTo>
                <a:cubicBezTo>
                  <a:pt x="629454" y="91905"/>
                  <a:pt x="631599" y="92377"/>
                  <a:pt x="634050" y="92377"/>
                </a:cubicBezTo>
                <a:cubicBezTo>
                  <a:pt x="637217" y="92377"/>
                  <a:pt x="640371" y="91247"/>
                  <a:pt x="643512" y="88988"/>
                </a:cubicBezTo>
                <a:cubicBezTo>
                  <a:pt x="646652" y="86728"/>
                  <a:pt x="649985" y="83415"/>
                  <a:pt x="653509" y="79049"/>
                </a:cubicBezTo>
                <a:lnTo>
                  <a:pt x="653509" y="30869"/>
                </a:lnTo>
                <a:cubicBezTo>
                  <a:pt x="653509" y="30460"/>
                  <a:pt x="653598" y="30116"/>
                  <a:pt x="653777" y="29835"/>
                </a:cubicBezTo>
                <a:cubicBezTo>
                  <a:pt x="653956" y="29554"/>
                  <a:pt x="654301" y="29299"/>
                  <a:pt x="654811" y="29069"/>
                </a:cubicBezTo>
                <a:cubicBezTo>
                  <a:pt x="655322" y="28839"/>
                  <a:pt x="655973" y="28686"/>
                  <a:pt x="656765" y="28609"/>
                </a:cubicBezTo>
                <a:cubicBezTo>
                  <a:pt x="657556" y="28533"/>
                  <a:pt x="658591" y="28494"/>
                  <a:pt x="659867" y="28494"/>
                </a:cubicBezTo>
                <a:cubicBezTo>
                  <a:pt x="661093" y="28494"/>
                  <a:pt x="662115" y="28533"/>
                  <a:pt x="662932" y="28609"/>
                </a:cubicBezTo>
                <a:cubicBezTo>
                  <a:pt x="663749" y="28686"/>
                  <a:pt x="664387" y="28839"/>
                  <a:pt x="664847" y="29069"/>
                </a:cubicBezTo>
                <a:cubicBezTo>
                  <a:pt x="665307" y="29299"/>
                  <a:pt x="665651" y="29554"/>
                  <a:pt x="665881" y="29835"/>
                </a:cubicBezTo>
                <a:cubicBezTo>
                  <a:pt x="666111" y="30116"/>
                  <a:pt x="666226" y="30460"/>
                  <a:pt x="666226" y="30869"/>
                </a:cubicBezTo>
                <a:lnTo>
                  <a:pt x="666226" y="99807"/>
                </a:lnTo>
                <a:close/>
                <a:moveTo>
                  <a:pt x="735842" y="81096"/>
                </a:moveTo>
                <a:cubicBezTo>
                  <a:pt x="735842" y="84622"/>
                  <a:pt x="735191" y="87766"/>
                  <a:pt x="733889" y="90527"/>
                </a:cubicBezTo>
                <a:cubicBezTo>
                  <a:pt x="732586" y="93286"/>
                  <a:pt x="730735" y="95612"/>
                  <a:pt x="728334" y="97505"/>
                </a:cubicBezTo>
                <a:cubicBezTo>
                  <a:pt x="725934" y="99396"/>
                  <a:pt x="723074" y="100826"/>
                  <a:pt x="719754" y="101796"/>
                </a:cubicBezTo>
                <a:cubicBezTo>
                  <a:pt x="716435" y="102768"/>
                  <a:pt x="712783" y="103254"/>
                  <a:pt x="708799" y="103254"/>
                </a:cubicBezTo>
                <a:cubicBezTo>
                  <a:pt x="706348" y="103254"/>
                  <a:pt x="704011" y="103063"/>
                  <a:pt x="701790" y="102680"/>
                </a:cubicBezTo>
                <a:cubicBezTo>
                  <a:pt x="699568" y="102297"/>
                  <a:pt x="697576" y="101812"/>
                  <a:pt x="695814" y="101224"/>
                </a:cubicBezTo>
                <a:cubicBezTo>
                  <a:pt x="694052" y="100637"/>
                  <a:pt x="692558" y="100024"/>
                  <a:pt x="691333" y="99386"/>
                </a:cubicBezTo>
                <a:cubicBezTo>
                  <a:pt x="690107" y="98748"/>
                  <a:pt x="689213" y="98173"/>
                  <a:pt x="688651" y="97662"/>
                </a:cubicBezTo>
                <a:cubicBezTo>
                  <a:pt x="688090" y="97152"/>
                  <a:pt x="687681" y="96437"/>
                  <a:pt x="687426" y="95518"/>
                </a:cubicBezTo>
                <a:cubicBezTo>
                  <a:pt x="687170" y="94599"/>
                  <a:pt x="687043" y="93347"/>
                  <a:pt x="687043" y="91764"/>
                </a:cubicBezTo>
                <a:cubicBezTo>
                  <a:pt x="687043" y="90794"/>
                  <a:pt x="687094" y="89977"/>
                  <a:pt x="687196" y="89313"/>
                </a:cubicBezTo>
                <a:cubicBezTo>
                  <a:pt x="687298" y="88649"/>
                  <a:pt x="687426" y="88113"/>
                  <a:pt x="687579" y="87705"/>
                </a:cubicBezTo>
                <a:cubicBezTo>
                  <a:pt x="687732" y="87296"/>
                  <a:pt x="687949" y="87003"/>
                  <a:pt x="688230" y="86824"/>
                </a:cubicBezTo>
                <a:cubicBezTo>
                  <a:pt x="688511" y="86645"/>
                  <a:pt x="688830" y="86556"/>
                  <a:pt x="689188" y="86556"/>
                </a:cubicBezTo>
                <a:cubicBezTo>
                  <a:pt x="689749" y="86556"/>
                  <a:pt x="690579" y="86900"/>
                  <a:pt x="691677" y="87590"/>
                </a:cubicBezTo>
                <a:cubicBezTo>
                  <a:pt x="692775" y="88279"/>
                  <a:pt x="694129" y="89032"/>
                  <a:pt x="695738" y="89849"/>
                </a:cubicBezTo>
                <a:cubicBezTo>
                  <a:pt x="697346" y="90667"/>
                  <a:pt x="699249" y="91420"/>
                  <a:pt x="701445" y="92109"/>
                </a:cubicBezTo>
                <a:cubicBezTo>
                  <a:pt x="703641" y="92799"/>
                  <a:pt x="706169" y="93143"/>
                  <a:pt x="709029" y="93143"/>
                </a:cubicBezTo>
                <a:cubicBezTo>
                  <a:pt x="711174" y="93143"/>
                  <a:pt x="713115" y="92913"/>
                  <a:pt x="714851" y="92454"/>
                </a:cubicBezTo>
                <a:cubicBezTo>
                  <a:pt x="716588" y="91993"/>
                  <a:pt x="718094" y="91314"/>
                  <a:pt x="719371" y="90419"/>
                </a:cubicBezTo>
                <a:cubicBezTo>
                  <a:pt x="720648" y="89524"/>
                  <a:pt x="721631" y="88385"/>
                  <a:pt x="722321" y="87003"/>
                </a:cubicBezTo>
                <a:cubicBezTo>
                  <a:pt x="723010" y="85621"/>
                  <a:pt x="723355" y="83984"/>
                  <a:pt x="723355" y="82092"/>
                </a:cubicBezTo>
                <a:cubicBezTo>
                  <a:pt x="723355" y="80149"/>
                  <a:pt x="722857" y="78514"/>
                  <a:pt x="721861" y="77184"/>
                </a:cubicBezTo>
                <a:cubicBezTo>
                  <a:pt x="720865" y="75855"/>
                  <a:pt x="719550" y="74680"/>
                  <a:pt x="717916" y="73659"/>
                </a:cubicBezTo>
                <a:cubicBezTo>
                  <a:pt x="716281" y="72636"/>
                  <a:pt x="714443" y="71728"/>
                  <a:pt x="712400" y="70937"/>
                </a:cubicBezTo>
                <a:cubicBezTo>
                  <a:pt x="710357" y="70144"/>
                  <a:pt x="708250" y="69313"/>
                  <a:pt x="706080" y="68445"/>
                </a:cubicBezTo>
                <a:cubicBezTo>
                  <a:pt x="703909" y="67575"/>
                  <a:pt x="701790" y="66591"/>
                  <a:pt x="699721" y="65491"/>
                </a:cubicBezTo>
                <a:cubicBezTo>
                  <a:pt x="697653" y="64392"/>
                  <a:pt x="695801" y="63050"/>
                  <a:pt x="694167" y="61465"/>
                </a:cubicBezTo>
                <a:cubicBezTo>
                  <a:pt x="692533" y="59881"/>
                  <a:pt x="691218" y="57989"/>
                  <a:pt x="690222" y="55792"/>
                </a:cubicBezTo>
                <a:cubicBezTo>
                  <a:pt x="689226" y="53595"/>
                  <a:pt x="688728" y="50962"/>
                  <a:pt x="688728" y="47895"/>
                </a:cubicBezTo>
                <a:cubicBezTo>
                  <a:pt x="688728" y="45186"/>
                  <a:pt x="689251" y="42592"/>
                  <a:pt x="690298" y="40113"/>
                </a:cubicBezTo>
                <a:cubicBezTo>
                  <a:pt x="691345" y="37634"/>
                  <a:pt x="692916" y="35461"/>
                  <a:pt x="695010" y="33595"/>
                </a:cubicBezTo>
                <a:cubicBezTo>
                  <a:pt x="697104" y="31728"/>
                  <a:pt x="699721" y="30233"/>
                  <a:pt x="702862" y="29110"/>
                </a:cubicBezTo>
                <a:cubicBezTo>
                  <a:pt x="706003" y="27985"/>
                  <a:pt x="709668" y="27422"/>
                  <a:pt x="713855" y="27422"/>
                </a:cubicBezTo>
                <a:cubicBezTo>
                  <a:pt x="715694" y="27422"/>
                  <a:pt x="717533" y="27578"/>
                  <a:pt x="719371" y="27889"/>
                </a:cubicBezTo>
                <a:cubicBezTo>
                  <a:pt x="721210" y="28200"/>
                  <a:pt x="722870" y="28589"/>
                  <a:pt x="724351" y="29055"/>
                </a:cubicBezTo>
                <a:cubicBezTo>
                  <a:pt x="725832" y="29521"/>
                  <a:pt x="727096" y="30026"/>
                  <a:pt x="728143" y="30570"/>
                </a:cubicBezTo>
                <a:cubicBezTo>
                  <a:pt x="729190" y="31114"/>
                  <a:pt x="729982" y="31593"/>
                  <a:pt x="730518" y="32008"/>
                </a:cubicBezTo>
                <a:cubicBezTo>
                  <a:pt x="731054" y="32423"/>
                  <a:pt x="731412" y="32784"/>
                  <a:pt x="731590" y="33090"/>
                </a:cubicBezTo>
                <a:cubicBezTo>
                  <a:pt x="731769" y="33397"/>
                  <a:pt x="731897" y="33741"/>
                  <a:pt x="731973" y="34124"/>
                </a:cubicBezTo>
                <a:cubicBezTo>
                  <a:pt x="732050" y="34507"/>
                  <a:pt x="732127" y="34980"/>
                  <a:pt x="732203" y="35541"/>
                </a:cubicBezTo>
                <a:cubicBezTo>
                  <a:pt x="732280" y="36103"/>
                  <a:pt x="732318" y="36793"/>
                  <a:pt x="732318" y="37610"/>
                </a:cubicBezTo>
                <a:cubicBezTo>
                  <a:pt x="732318" y="38478"/>
                  <a:pt x="732280" y="39231"/>
                  <a:pt x="732203" y="39869"/>
                </a:cubicBezTo>
                <a:cubicBezTo>
                  <a:pt x="732127" y="40508"/>
                  <a:pt x="731999" y="41031"/>
                  <a:pt x="731820" y="41440"/>
                </a:cubicBezTo>
                <a:cubicBezTo>
                  <a:pt x="731641" y="41848"/>
                  <a:pt x="731424" y="42142"/>
                  <a:pt x="731169" y="42320"/>
                </a:cubicBezTo>
                <a:cubicBezTo>
                  <a:pt x="730914" y="42499"/>
                  <a:pt x="730633" y="42589"/>
                  <a:pt x="730326" y="42589"/>
                </a:cubicBezTo>
                <a:cubicBezTo>
                  <a:pt x="729867" y="42589"/>
                  <a:pt x="729203" y="42304"/>
                  <a:pt x="728334" y="41734"/>
                </a:cubicBezTo>
                <a:cubicBezTo>
                  <a:pt x="727466" y="41164"/>
                  <a:pt x="726343" y="40555"/>
                  <a:pt x="724964" y="39908"/>
                </a:cubicBezTo>
                <a:cubicBezTo>
                  <a:pt x="723585" y="39260"/>
                  <a:pt x="721963" y="38651"/>
                  <a:pt x="720099" y="38081"/>
                </a:cubicBezTo>
                <a:cubicBezTo>
                  <a:pt x="718235" y="37511"/>
                  <a:pt x="716103" y="37227"/>
                  <a:pt x="713702" y="37227"/>
                </a:cubicBezTo>
                <a:cubicBezTo>
                  <a:pt x="711557" y="37227"/>
                  <a:pt x="709668" y="37470"/>
                  <a:pt x="708033" y="37957"/>
                </a:cubicBezTo>
                <a:cubicBezTo>
                  <a:pt x="706399" y="38442"/>
                  <a:pt x="705058" y="39132"/>
                  <a:pt x="704011" y="40027"/>
                </a:cubicBezTo>
                <a:cubicBezTo>
                  <a:pt x="702964" y="40922"/>
                  <a:pt x="702173" y="41984"/>
                  <a:pt x="701636" y="43213"/>
                </a:cubicBezTo>
                <a:cubicBezTo>
                  <a:pt x="701100" y="44440"/>
                  <a:pt x="700832" y="45771"/>
                  <a:pt x="700832" y="47204"/>
                </a:cubicBezTo>
                <a:cubicBezTo>
                  <a:pt x="700832" y="49197"/>
                  <a:pt x="701343" y="50871"/>
                  <a:pt x="702364" y="52225"/>
                </a:cubicBezTo>
                <a:cubicBezTo>
                  <a:pt x="703386" y="53580"/>
                  <a:pt x="704714" y="54769"/>
                  <a:pt x="706348" y="55792"/>
                </a:cubicBezTo>
                <a:cubicBezTo>
                  <a:pt x="707982" y="56813"/>
                  <a:pt x="709846" y="57733"/>
                  <a:pt x="711940" y="58552"/>
                </a:cubicBezTo>
                <a:cubicBezTo>
                  <a:pt x="714034" y="59369"/>
                  <a:pt x="716167" y="60212"/>
                  <a:pt x="718337" y="61082"/>
                </a:cubicBezTo>
                <a:cubicBezTo>
                  <a:pt x="720508" y="61950"/>
                  <a:pt x="722653" y="62921"/>
                  <a:pt x="724772" y="63995"/>
                </a:cubicBezTo>
                <a:cubicBezTo>
                  <a:pt x="726892" y="65069"/>
                  <a:pt x="728769" y="66373"/>
                  <a:pt x="730403" y="67907"/>
                </a:cubicBezTo>
                <a:cubicBezTo>
                  <a:pt x="732037" y="69440"/>
                  <a:pt x="733352" y="71281"/>
                  <a:pt x="734348" y="73429"/>
                </a:cubicBezTo>
                <a:cubicBezTo>
                  <a:pt x="735344" y="75575"/>
                  <a:pt x="735842" y="78131"/>
                  <a:pt x="735842" y="81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identification">
            <a:extLst xmlns:a="http://schemas.openxmlformats.org/drawingml/2006/main">
              <a:ext uri="{FF2B5EF4-FFF2-40B4-BE49-F238E27FC236}">
                <a16:creationId xmlns:a16="http://schemas.microsoft.com/office/drawing/2014/main" id="{16501DBF-12FA-4A0A-B971-5F218EE9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055" y="1003572"/>
            <a:ext cx="845357" cy="108769"/>
          </a:xfrm>
          <a:custGeom xmlns:a="http://schemas.openxmlformats.org/drawingml/2006/main">
            <a:pathLst>
              <a:path w="845357" h="108769">
                <a:moveTo>
                  <a:pt x="14173" y="105322"/>
                </a:moveTo>
                <a:cubicBezTo>
                  <a:pt x="14173" y="105731"/>
                  <a:pt x="14070" y="106076"/>
                  <a:pt x="13866" y="106356"/>
                </a:cubicBezTo>
                <a:cubicBezTo>
                  <a:pt x="13662" y="106637"/>
                  <a:pt x="13330" y="106880"/>
                  <a:pt x="12870" y="107084"/>
                </a:cubicBezTo>
                <a:cubicBezTo>
                  <a:pt x="12411" y="107288"/>
                  <a:pt x="11772" y="107442"/>
                  <a:pt x="10955" y="107544"/>
                </a:cubicBezTo>
                <a:cubicBezTo>
                  <a:pt x="10138" y="107646"/>
                  <a:pt x="9091" y="107697"/>
                  <a:pt x="7814" y="107697"/>
                </a:cubicBezTo>
                <a:cubicBezTo>
                  <a:pt x="6588" y="107697"/>
                  <a:pt x="5567" y="107646"/>
                  <a:pt x="4750" y="107544"/>
                </a:cubicBezTo>
                <a:cubicBezTo>
                  <a:pt x="3933" y="107442"/>
                  <a:pt x="3281" y="107288"/>
                  <a:pt x="2796" y="107084"/>
                </a:cubicBezTo>
                <a:cubicBezTo>
                  <a:pt x="2311" y="106880"/>
                  <a:pt x="1979" y="106637"/>
                  <a:pt x="1800" y="106356"/>
                </a:cubicBezTo>
                <a:cubicBezTo>
                  <a:pt x="1622" y="106076"/>
                  <a:pt x="1532" y="105731"/>
                  <a:pt x="1532" y="105322"/>
                </a:cubicBezTo>
                <a:lnTo>
                  <a:pt x="1532" y="36384"/>
                </a:lnTo>
                <a:cubicBezTo>
                  <a:pt x="1532" y="36027"/>
                  <a:pt x="1622" y="35695"/>
                  <a:pt x="1800" y="35388"/>
                </a:cubicBezTo>
                <a:cubicBezTo>
                  <a:pt x="1979" y="35082"/>
                  <a:pt x="2311" y="34827"/>
                  <a:pt x="2796" y="34622"/>
                </a:cubicBezTo>
                <a:cubicBezTo>
                  <a:pt x="3281" y="34418"/>
                  <a:pt x="3933" y="34265"/>
                  <a:pt x="4750" y="34163"/>
                </a:cubicBezTo>
                <a:cubicBezTo>
                  <a:pt x="5567" y="34061"/>
                  <a:pt x="6588" y="34010"/>
                  <a:pt x="7814" y="34010"/>
                </a:cubicBezTo>
                <a:cubicBezTo>
                  <a:pt x="9091" y="34010"/>
                  <a:pt x="10138" y="34061"/>
                  <a:pt x="10955" y="34163"/>
                </a:cubicBezTo>
                <a:cubicBezTo>
                  <a:pt x="11772" y="34265"/>
                  <a:pt x="12411" y="34418"/>
                  <a:pt x="12870" y="34622"/>
                </a:cubicBezTo>
                <a:cubicBezTo>
                  <a:pt x="13330" y="34827"/>
                  <a:pt x="13662" y="35082"/>
                  <a:pt x="13866" y="35388"/>
                </a:cubicBezTo>
                <a:cubicBezTo>
                  <a:pt x="14070" y="35695"/>
                  <a:pt x="14173" y="36027"/>
                  <a:pt x="14173" y="36384"/>
                </a:cubicBezTo>
                <a:lnTo>
                  <a:pt x="14173" y="105322"/>
                </a:lnTo>
                <a:moveTo>
                  <a:pt x="15628" y="13022"/>
                </a:moveTo>
                <a:cubicBezTo>
                  <a:pt x="15628" y="15983"/>
                  <a:pt x="15066" y="18001"/>
                  <a:pt x="13943" y="19073"/>
                </a:cubicBezTo>
                <a:cubicBezTo>
                  <a:pt x="12819" y="20145"/>
                  <a:pt x="10751" y="20681"/>
                  <a:pt x="7737" y="20681"/>
                </a:cubicBezTo>
                <a:cubicBezTo>
                  <a:pt x="4775" y="20681"/>
                  <a:pt x="2745" y="20158"/>
                  <a:pt x="1647" y="19111"/>
                </a:cubicBezTo>
                <a:cubicBezTo>
                  <a:pt x="549" y="18064"/>
                  <a:pt x="0" y="16086"/>
                  <a:pt x="0" y="13175"/>
                </a:cubicBezTo>
                <a:cubicBezTo>
                  <a:pt x="0" y="10213"/>
                  <a:pt x="562" y="8196"/>
                  <a:pt x="1685" y="7124"/>
                </a:cubicBezTo>
                <a:cubicBezTo>
                  <a:pt x="2809" y="6051"/>
                  <a:pt x="4877" y="5515"/>
                  <a:pt x="7891" y="5515"/>
                </a:cubicBezTo>
                <a:cubicBezTo>
                  <a:pt x="10853" y="5515"/>
                  <a:pt x="12883" y="6038"/>
                  <a:pt x="13981" y="7085"/>
                </a:cubicBezTo>
                <a:cubicBezTo>
                  <a:pt x="15079" y="8132"/>
                  <a:pt x="15628" y="10111"/>
                  <a:pt x="15628" y="13022"/>
                </a:cubicBezTo>
                <a:close/>
                <a:moveTo>
                  <a:pt x="97671" y="105320"/>
                </a:moveTo>
                <a:cubicBezTo>
                  <a:pt x="97671" y="105728"/>
                  <a:pt x="97582" y="106087"/>
                  <a:pt x="97403" y="106395"/>
                </a:cubicBezTo>
                <a:cubicBezTo>
                  <a:pt x="97224" y="106701"/>
                  <a:pt x="96918" y="106944"/>
                  <a:pt x="96484" y="107122"/>
                </a:cubicBezTo>
                <a:cubicBezTo>
                  <a:pt x="96050" y="107301"/>
                  <a:pt x="95475" y="107442"/>
                  <a:pt x="94760" y="107544"/>
                </a:cubicBezTo>
                <a:cubicBezTo>
                  <a:pt x="94045" y="107646"/>
                  <a:pt x="93177" y="107697"/>
                  <a:pt x="92155" y="107697"/>
                </a:cubicBezTo>
                <a:cubicBezTo>
                  <a:pt x="91083" y="107697"/>
                  <a:pt x="90189" y="107646"/>
                  <a:pt x="89474" y="107544"/>
                </a:cubicBezTo>
                <a:cubicBezTo>
                  <a:pt x="88759" y="107443"/>
                  <a:pt x="88172" y="107304"/>
                  <a:pt x="87712" y="107127"/>
                </a:cubicBezTo>
                <a:cubicBezTo>
                  <a:pt x="87253" y="106948"/>
                  <a:pt x="86921" y="106707"/>
                  <a:pt x="86716" y="106402"/>
                </a:cubicBezTo>
                <a:cubicBezTo>
                  <a:pt x="86512" y="106097"/>
                  <a:pt x="86410" y="105742"/>
                  <a:pt x="86410" y="105337"/>
                </a:cubicBezTo>
                <a:lnTo>
                  <a:pt x="86410" y="96272"/>
                </a:lnTo>
                <a:cubicBezTo>
                  <a:pt x="82784" y="100207"/>
                  <a:pt x="79017" y="103274"/>
                  <a:pt x="75110" y="105473"/>
                </a:cubicBezTo>
                <a:cubicBezTo>
                  <a:pt x="71203" y="107671"/>
                  <a:pt x="66926" y="108769"/>
                  <a:pt x="62278" y="108769"/>
                </a:cubicBezTo>
                <a:cubicBezTo>
                  <a:pt x="57222" y="108769"/>
                  <a:pt x="52906" y="107785"/>
                  <a:pt x="49331" y="105818"/>
                </a:cubicBezTo>
                <a:cubicBezTo>
                  <a:pt x="45756" y="103850"/>
                  <a:pt x="42858" y="101192"/>
                  <a:pt x="40636" y="97844"/>
                </a:cubicBezTo>
                <a:cubicBezTo>
                  <a:pt x="38415" y="94495"/>
                  <a:pt x="36793" y="90559"/>
                  <a:pt x="35772" y="86036"/>
                </a:cubicBezTo>
                <a:cubicBezTo>
                  <a:pt x="34750" y="81512"/>
                  <a:pt x="34240" y="76745"/>
                  <a:pt x="34240" y="71734"/>
                </a:cubicBezTo>
                <a:cubicBezTo>
                  <a:pt x="34240" y="65806"/>
                  <a:pt x="34878" y="60452"/>
                  <a:pt x="36155" y="55672"/>
                </a:cubicBezTo>
                <a:cubicBezTo>
                  <a:pt x="37432" y="50893"/>
                  <a:pt x="39321" y="46817"/>
                  <a:pt x="41824" y="43443"/>
                </a:cubicBezTo>
                <a:cubicBezTo>
                  <a:pt x="44326" y="40068"/>
                  <a:pt x="47429" y="37473"/>
                  <a:pt x="51132" y="35659"/>
                </a:cubicBezTo>
                <a:cubicBezTo>
                  <a:pt x="54834" y="33844"/>
                  <a:pt x="59112" y="32937"/>
                  <a:pt x="63964" y="32937"/>
                </a:cubicBezTo>
                <a:cubicBezTo>
                  <a:pt x="67998" y="32937"/>
                  <a:pt x="71688" y="33819"/>
                  <a:pt x="75033" y="35582"/>
                </a:cubicBezTo>
                <a:cubicBezTo>
                  <a:pt x="78379" y="37346"/>
                  <a:pt x="81686" y="39939"/>
                  <a:pt x="84954" y="43364"/>
                </a:cubicBezTo>
                <a:lnTo>
                  <a:pt x="84954" y="3222"/>
                </a:lnTo>
                <a:cubicBezTo>
                  <a:pt x="84954" y="2864"/>
                  <a:pt x="85044" y="2520"/>
                  <a:pt x="85222" y="2188"/>
                </a:cubicBezTo>
                <a:cubicBezTo>
                  <a:pt x="85401" y="1854"/>
                  <a:pt x="85746" y="1598"/>
                  <a:pt x="86257" y="1419"/>
                </a:cubicBezTo>
                <a:cubicBezTo>
                  <a:pt x="86767" y="1239"/>
                  <a:pt x="87419" y="1085"/>
                  <a:pt x="88210" y="957"/>
                </a:cubicBezTo>
                <a:cubicBezTo>
                  <a:pt x="89002" y="830"/>
                  <a:pt x="90010" y="766"/>
                  <a:pt x="91236" y="766"/>
                </a:cubicBezTo>
                <a:cubicBezTo>
                  <a:pt x="92513" y="766"/>
                  <a:pt x="93560" y="830"/>
                  <a:pt x="94377" y="957"/>
                </a:cubicBezTo>
                <a:cubicBezTo>
                  <a:pt x="95194" y="1085"/>
                  <a:pt x="95833" y="1238"/>
                  <a:pt x="96292" y="1417"/>
                </a:cubicBezTo>
                <a:cubicBezTo>
                  <a:pt x="96752" y="1596"/>
                  <a:pt x="97097" y="1852"/>
                  <a:pt x="97327" y="2185"/>
                </a:cubicBezTo>
                <a:cubicBezTo>
                  <a:pt x="97556" y="2517"/>
                  <a:pt x="97671" y="2862"/>
                  <a:pt x="97671" y="3220"/>
                </a:cubicBezTo>
                <a:lnTo>
                  <a:pt x="97671" y="105320"/>
                </a:lnTo>
                <a:moveTo>
                  <a:pt x="84954" y="56860"/>
                </a:moveTo>
                <a:cubicBezTo>
                  <a:pt x="81532" y="52613"/>
                  <a:pt x="78226" y="49378"/>
                  <a:pt x="75033" y="47153"/>
                </a:cubicBezTo>
                <a:cubicBezTo>
                  <a:pt x="71841" y="44927"/>
                  <a:pt x="68509" y="43814"/>
                  <a:pt x="65036" y="43814"/>
                </a:cubicBezTo>
                <a:cubicBezTo>
                  <a:pt x="61819" y="43814"/>
                  <a:pt x="59086" y="44582"/>
                  <a:pt x="56839" y="46117"/>
                </a:cubicBezTo>
                <a:cubicBezTo>
                  <a:pt x="54592" y="47650"/>
                  <a:pt x="52766" y="49670"/>
                  <a:pt x="51362" y="52175"/>
                </a:cubicBezTo>
                <a:cubicBezTo>
                  <a:pt x="49957" y="54681"/>
                  <a:pt x="48936" y="57519"/>
                  <a:pt x="48297" y="60690"/>
                </a:cubicBezTo>
                <a:cubicBezTo>
                  <a:pt x="47659" y="63860"/>
                  <a:pt x="47340" y="67082"/>
                  <a:pt x="47340" y="70355"/>
                </a:cubicBezTo>
                <a:cubicBezTo>
                  <a:pt x="47340" y="73833"/>
                  <a:pt x="47608" y="77233"/>
                  <a:pt x="48144" y="80557"/>
                </a:cubicBezTo>
                <a:cubicBezTo>
                  <a:pt x="48680" y="83881"/>
                  <a:pt x="49612" y="86834"/>
                  <a:pt x="50940" y="89416"/>
                </a:cubicBezTo>
                <a:cubicBezTo>
                  <a:pt x="52268" y="91998"/>
                  <a:pt x="54030" y="94070"/>
                  <a:pt x="56226" y="95630"/>
                </a:cubicBezTo>
                <a:cubicBezTo>
                  <a:pt x="58422" y="97189"/>
                  <a:pt x="61180" y="97969"/>
                  <a:pt x="64500" y="97969"/>
                </a:cubicBezTo>
                <a:cubicBezTo>
                  <a:pt x="66185" y="97969"/>
                  <a:pt x="67807" y="97739"/>
                  <a:pt x="69364" y="97280"/>
                </a:cubicBezTo>
                <a:cubicBezTo>
                  <a:pt x="70922" y="96818"/>
                  <a:pt x="72518" y="96051"/>
                  <a:pt x="74153" y="94977"/>
                </a:cubicBezTo>
                <a:cubicBezTo>
                  <a:pt x="75787" y="93903"/>
                  <a:pt x="77498" y="92509"/>
                  <a:pt x="79285" y="90795"/>
                </a:cubicBezTo>
                <a:cubicBezTo>
                  <a:pt x="81073" y="89081"/>
                  <a:pt x="82962" y="86971"/>
                  <a:pt x="84954" y="84464"/>
                </a:cubicBezTo>
                <a:lnTo>
                  <a:pt x="84954" y="56860"/>
                </a:lnTo>
                <a:close/>
                <a:moveTo>
                  <a:pt x="182839" y="67866"/>
                </a:moveTo>
                <a:cubicBezTo>
                  <a:pt x="182839" y="69857"/>
                  <a:pt x="182341" y="71274"/>
                  <a:pt x="181345" y="72117"/>
                </a:cubicBezTo>
                <a:cubicBezTo>
                  <a:pt x="180349" y="72960"/>
                  <a:pt x="179213" y="73381"/>
                  <a:pt x="177936" y="73381"/>
                </a:cubicBezTo>
                <a:lnTo>
                  <a:pt x="132737" y="73381"/>
                </a:lnTo>
                <a:cubicBezTo>
                  <a:pt x="132737" y="77222"/>
                  <a:pt x="133120" y="80679"/>
                  <a:pt x="133886" y="83753"/>
                </a:cubicBezTo>
                <a:cubicBezTo>
                  <a:pt x="134652" y="86826"/>
                  <a:pt x="135929" y="89464"/>
                  <a:pt x="137717" y="91666"/>
                </a:cubicBezTo>
                <a:cubicBezTo>
                  <a:pt x="139504" y="93869"/>
                  <a:pt x="141828" y="95559"/>
                  <a:pt x="144688" y="96739"/>
                </a:cubicBezTo>
                <a:cubicBezTo>
                  <a:pt x="147548" y="97916"/>
                  <a:pt x="151047" y="98505"/>
                  <a:pt x="155183" y="98505"/>
                </a:cubicBezTo>
                <a:cubicBezTo>
                  <a:pt x="158452" y="98505"/>
                  <a:pt x="161363" y="98237"/>
                  <a:pt x="163917" y="97701"/>
                </a:cubicBezTo>
                <a:cubicBezTo>
                  <a:pt x="166470" y="97165"/>
                  <a:pt x="168679" y="96565"/>
                  <a:pt x="170543" y="95901"/>
                </a:cubicBezTo>
                <a:cubicBezTo>
                  <a:pt x="172407" y="95237"/>
                  <a:pt x="173940" y="94637"/>
                  <a:pt x="175140" y="94101"/>
                </a:cubicBezTo>
                <a:cubicBezTo>
                  <a:pt x="176340" y="93565"/>
                  <a:pt x="177247" y="93296"/>
                  <a:pt x="177859" y="93296"/>
                </a:cubicBezTo>
                <a:cubicBezTo>
                  <a:pt x="178217" y="93296"/>
                  <a:pt x="178536" y="93386"/>
                  <a:pt x="178817" y="93565"/>
                </a:cubicBezTo>
                <a:cubicBezTo>
                  <a:pt x="179098" y="93743"/>
                  <a:pt x="179315" y="94011"/>
                  <a:pt x="179468" y="94369"/>
                </a:cubicBezTo>
                <a:cubicBezTo>
                  <a:pt x="179621" y="94726"/>
                  <a:pt x="179736" y="95224"/>
                  <a:pt x="179813" y="95862"/>
                </a:cubicBezTo>
                <a:cubicBezTo>
                  <a:pt x="179890" y="96501"/>
                  <a:pt x="179928" y="97280"/>
                  <a:pt x="179928" y="98199"/>
                </a:cubicBezTo>
                <a:cubicBezTo>
                  <a:pt x="179928" y="98863"/>
                  <a:pt x="179902" y="99437"/>
                  <a:pt x="179851" y="99922"/>
                </a:cubicBezTo>
                <a:cubicBezTo>
                  <a:pt x="179800" y="100407"/>
                  <a:pt x="179736" y="100841"/>
                  <a:pt x="179660" y="101224"/>
                </a:cubicBezTo>
                <a:cubicBezTo>
                  <a:pt x="179583" y="101607"/>
                  <a:pt x="179455" y="101952"/>
                  <a:pt x="179277" y="102258"/>
                </a:cubicBezTo>
                <a:cubicBezTo>
                  <a:pt x="179098" y="102565"/>
                  <a:pt x="178868" y="102858"/>
                  <a:pt x="178587" y="103139"/>
                </a:cubicBezTo>
                <a:cubicBezTo>
                  <a:pt x="178306" y="103420"/>
                  <a:pt x="177476" y="103880"/>
                  <a:pt x="176097" y="104518"/>
                </a:cubicBezTo>
                <a:cubicBezTo>
                  <a:pt x="174718" y="105156"/>
                  <a:pt x="172931" y="105782"/>
                  <a:pt x="170735" y="106395"/>
                </a:cubicBezTo>
                <a:cubicBezTo>
                  <a:pt x="168539" y="107007"/>
                  <a:pt x="165998" y="107556"/>
                  <a:pt x="163112" y="108042"/>
                </a:cubicBezTo>
                <a:cubicBezTo>
                  <a:pt x="160227" y="108527"/>
                  <a:pt x="157150" y="108769"/>
                  <a:pt x="153881" y="108769"/>
                </a:cubicBezTo>
                <a:cubicBezTo>
                  <a:pt x="148212" y="108769"/>
                  <a:pt x="143245" y="107977"/>
                  <a:pt x="138981" y="106392"/>
                </a:cubicBezTo>
                <a:cubicBezTo>
                  <a:pt x="134716" y="104808"/>
                  <a:pt x="131128" y="102456"/>
                  <a:pt x="128217" y="99338"/>
                </a:cubicBezTo>
                <a:cubicBezTo>
                  <a:pt x="125306" y="96220"/>
                  <a:pt x="123110" y="92309"/>
                  <a:pt x="121629" y="87607"/>
                </a:cubicBezTo>
                <a:cubicBezTo>
                  <a:pt x="120148" y="82904"/>
                  <a:pt x="119407" y="77434"/>
                  <a:pt x="119407" y="71198"/>
                </a:cubicBezTo>
                <a:cubicBezTo>
                  <a:pt x="119407" y="65268"/>
                  <a:pt x="120173" y="59939"/>
                  <a:pt x="121706" y="55210"/>
                </a:cubicBezTo>
                <a:cubicBezTo>
                  <a:pt x="123238" y="50482"/>
                  <a:pt x="125447" y="46469"/>
                  <a:pt x="128332" y="43173"/>
                </a:cubicBezTo>
                <a:cubicBezTo>
                  <a:pt x="131218" y="39876"/>
                  <a:pt x="134703" y="37346"/>
                  <a:pt x="138789" y="35582"/>
                </a:cubicBezTo>
                <a:cubicBezTo>
                  <a:pt x="142875" y="33819"/>
                  <a:pt x="147446" y="32937"/>
                  <a:pt x="152502" y="32937"/>
                </a:cubicBezTo>
                <a:cubicBezTo>
                  <a:pt x="157916" y="32937"/>
                  <a:pt x="162525" y="33805"/>
                  <a:pt x="166330" y="35541"/>
                </a:cubicBezTo>
                <a:cubicBezTo>
                  <a:pt x="170135" y="37278"/>
                  <a:pt x="173263" y="39614"/>
                  <a:pt x="175714" y="42550"/>
                </a:cubicBezTo>
                <a:cubicBezTo>
                  <a:pt x="178166" y="45486"/>
                  <a:pt x="179966" y="48933"/>
                  <a:pt x="181115" y="52891"/>
                </a:cubicBezTo>
                <a:cubicBezTo>
                  <a:pt x="182264" y="56849"/>
                  <a:pt x="182839" y="61074"/>
                  <a:pt x="182839" y="65568"/>
                </a:cubicBezTo>
                <a:lnTo>
                  <a:pt x="182839" y="67866"/>
                </a:lnTo>
                <a:moveTo>
                  <a:pt x="170122" y="64113"/>
                </a:moveTo>
                <a:cubicBezTo>
                  <a:pt x="170275" y="57474"/>
                  <a:pt x="168807" y="52265"/>
                  <a:pt x="165717" y="48487"/>
                </a:cubicBezTo>
                <a:cubicBezTo>
                  <a:pt x="162627" y="44708"/>
                  <a:pt x="158043" y="42818"/>
                  <a:pt x="151966" y="42818"/>
                </a:cubicBezTo>
                <a:cubicBezTo>
                  <a:pt x="148850" y="42818"/>
                  <a:pt x="146118" y="43406"/>
                  <a:pt x="143769" y="44580"/>
                </a:cubicBezTo>
                <a:cubicBezTo>
                  <a:pt x="141419" y="45755"/>
                  <a:pt x="139453" y="47312"/>
                  <a:pt x="137870" y="49253"/>
                </a:cubicBezTo>
                <a:cubicBezTo>
                  <a:pt x="136287" y="51193"/>
                  <a:pt x="135061" y="53453"/>
                  <a:pt x="134193" y="56031"/>
                </a:cubicBezTo>
                <a:cubicBezTo>
                  <a:pt x="133324" y="58610"/>
                  <a:pt x="132839" y="61304"/>
                  <a:pt x="132737" y="64113"/>
                </a:cubicBezTo>
                <a:lnTo>
                  <a:pt x="170122" y="64113"/>
                </a:lnTo>
                <a:close/>
                <a:moveTo>
                  <a:pt x="264222" y="105322"/>
                </a:moveTo>
                <a:cubicBezTo>
                  <a:pt x="264222" y="105731"/>
                  <a:pt x="264120" y="106076"/>
                  <a:pt x="263916" y="106356"/>
                </a:cubicBezTo>
                <a:cubicBezTo>
                  <a:pt x="263712" y="106637"/>
                  <a:pt x="263380" y="106880"/>
                  <a:pt x="262920" y="107084"/>
                </a:cubicBezTo>
                <a:cubicBezTo>
                  <a:pt x="262460" y="107288"/>
                  <a:pt x="261822" y="107442"/>
                  <a:pt x="261005" y="107544"/>
                </a:cubicBezTo>
                <a:cubicBezTo>
                  <a:pt x="260188" y="107646"/>
                  <a:pt x="259166" y="107697"/>
                  <a:pt x="257941" y="107697"/>
                </a:cubicBezTo>
                <a:cubicBezTo>
                  <a:pt x="256664" y="107697"/>
                  <a:pt x="255617" y="107646"/>
                  <a:pt x="254800" y="107544"/>
                </a:cubicBezTo>
                <a:cubicBezTo>
                  <a:pt x="253982" y="107442"/>
                  <a:pt x="253344" y="107288"/>
                  <a:pt x="252884" y="107084"/>
                </a:cubicBezTo>
                <a:cubicBezTo>
                  <a:pt x="252425" y="106880"/>
                  <a:pt x="252093" y="106637"/>
                  <a:pt x="251889" y="106356"/>
                </a:cubicBezTo>
                <a:cubicBezTo>
                  <a:pt x="251684" y="106076"/>
                  <a:pt x="251582" y="105731"/>
                  <a:pt x="251582" y="105322"/>
                </a:cubicBezTo>
                <a:lnTo>
                  <a:pt x="251582" y="64955"/>
                </a:lnTo>
                <a:cubicBezTo>
                  <a:pt x="251582" y="61023"/>
                  <a:pt x="251276" y="57857"/>
                  <a:pt x="250663" y="55457"/>
                </a:cubicBezTo>
                <a:cubicBezTo>
                  <a:pt x="250050" y="53057"/>
                  <a:pt x="249156" y="50989"/>
                  <a:pt x="247982" y="49253"/>
                </a:cubicBezTo>
                <a:cubicBezTo>
                  <a:pt x="246807" y="47516"/>
                  <a:pt x="245287" y="46189"/>
                  <a:pt x="243423" y="45269"/>
                </a:cubicBezTo>
                <a:cubicBezTo>
                  <a:pt x="241559" y="44350"/>
                  <a:pt x="239401" y="43891"/>
                  <a:pt x="236950" y="43891"/>
                </a:cubicBezTo>
                <a:cubicBezTo>
                  <a:pt x="233783" y="43891"/>
                  <a:pt x="230617" y="45014"/>
                  <a:pt x="227450" y="47261"/>
                </a:cubicBezTo>
                <a:cubicBezTo>
                  <a:pt x="224284" y="49508"/>
                  <a:pt x="220964" y="52802"/>
                  <a:pt x="217491" y="57142"/>
                </a:cubicBezTo>
                <a:lnTo>
                  <a:pt x="217491" y="105322"/>
                </a:lnTo>
                <a:cubicBezTo>
                  <a:pt x="217491" y="105731"/>
                  <a:pt x="217389" y="106076"/>
                  <a:pt x="217185" y="106356"/>
                </a:cubicBezTo>
                <a:cubicBezTo>
                  <a:pt x="216981" y="106637"/>
                  <a:pt x="216649" y="106880"/>
                  <a:pt x="216189" y="107084"/>
                </a:cubicBezTo>
                <a:cubicBezTo>
                  <a:pt x="215729" y="107288"/>
                  <a:pt x="215091" y="107442"/>
                  <a:pt x="214274" y="107544"/>
                </a:cubicBezTo>
                <a:cubicBezTo>
                  <a:pt x="213457" y="107646"/>
                  <a:pt x="212410" y="107697"/>
                  <a:pt x="211133" y="107697"/>
                </a:cubicBezTo>
                <a:cubicBezTo>
                  <a:pt x="209907" y="107697"/>
                  <a:pt x="208886" y="107646"/>
                  <a:pt x="208069" y="107544"/>
                </a:cubicBezTo>
                <a:cubicBezTo>
                  <a:pt x="207251" y="107442"/>
                  <a:pt x="206600" y="107288"/>
                  <a:pt x="206115" y="107084"/>
                </a:cubicBezTo>
                <a:cubicBezTo>
                  <a:pt x="205630" y="106880"/>
                  <a:pt x="205298" y="106637"/>
                  <a:pt x="205119" y="106356"/>
                </a:cubicBezTo>
                <a:cubicBezTo>
                  <a:pt x="204940" y="106076"/>
                  <a:pt x="204851" y="105731"/>
                  <a:pt x="204851" y="105322"/>
                </a:cubicBezTo>
                <a:lnTo>
                  <a:pt x="204851" y="36384"/>
                </a:lnTo>
                <a:cubicBezTo>
                  <a:pt x="204851" y="35976"/>
                  <a:pt x="204928" y="35631"/>
                  <a:pt x="205081" y="35350"/>
                </a:cubicBezTo>
                <a:cubicBezTo>
                  <a:pt x="205234" y="35069"/>
                  <a:pt x="205540" y="34814"/>
                  <a:pt x="206000" y="34584"/>
                </a:cubicBezTo>
                <a:cubicBezTo>
                  <a:pt x="206460" y="34354"/>
                  <a:pt x="207047" y="34201"/>
                  <a:pt x="207762" y="34124"/>
                </a:cubicBezTo>
                <a:cubicBezTo>
                  <a:pt x="208477" y="34048"/>
                  <a:pt x="209422" y="34010"/>
                  <a:pt x="210597" y="34010"/>
                </a:cubicBezTo>
                <a:cubicBezTo>
                  <a:pt x="211720" y="34010"/>
                  <a:pt x="212652" y="34048"/>
                  <a:pt x="213393" y="34124"/>
                </a:cubicBezTo>
                <a:cubicBezTo>
                  <a:pt x="214133" y="34201"/>
                  <a:pt x="214708" y="34354"/>
                  <a:pt x="215117" y="34584"/>
                </a:cubicBezTo>
                <a:cubicBezTo>
                  <a:pt x="215525" y="34814"/>
                  <a:pt x="215819" y="35069"/>
                  <a:pt x="215998" y="35350"/>
                </a:cubicBezTo>
                <a:cubicBezTo>
                  <a:pt x="216176" y="35631"/>
                  <a:pt x="216266" y="35976"/>
                  <a:pt x="216266" y="36384"/>
                </a:cubicBezTo>
                <a:lnTo>
                  <a:pt x="216266" y="45499"/>
                </a:lnTo>
                <a:cubicBezTo>
                  <a:pt x="220147" y="41159"/>
                  <a:pt x="224016" y="37980"/>
                  <a:pt x="227872" y="35963"/>
                </a:cubicBezTo>
                <a:cubicBezTo>
                  <a:pt x="231728" y="33946"/>
                  <a:pt x="235622" y="32937"/>
                  <a:pt x="239555" y="32937"/>
                </a:cubicBezTo>
                <a:cubicBezTo>
                  <a:pt x="244151" y="32937"/>
                  <a:pt x="248020" y="33716"/>
                  <a:pt x="251161" y="35273"/>
                </a:cubicBezTo>
                <a:cubicBezTo>
                  <a:pt x="254302" y="36831"/>
                  <a:pt x="256843" y="38912"/>
                  <a:pt x="258783" y="41516"/>
                </a:cubicBezTo>
                <a:cubicBezTo>
                  <a:pt x="260724" y="44120"/>
                  <a:pt x="262116" y="47172"/>
                  <a:pt x="262958" y="50670"/>
                </a:cubicBezTo>
                <a:cubicBezTo>
                  <a:pt x="263801" y="54168"/>
                  <a:pt x="264222" y="58368"/>
                  <a:pt x="264222" y="63270"/>
                </a:cubicBezTo>
                <a:lnTo>
                  <a:pt x="264222" y="105322"/>
                </a:lnTo>
                <a:close/>
                <a:moveTo>
                  <a:pt x="324689" y="100343"/>
                </a:moveTo>
                <a:cubicBezTo>
                  <a:pt x="324689" y="101824"/>
                  <a:pt x="324587" y="102999"/>
                  <a:pt x="324382" y="103867"/>
                </a:cubicBezTo>
                <a:cubicBezTo>
                  <a:pt x="324178" y="104735"/>
                  <a:pt x="323872" y="105373"/>
                  <a:pt x="323463" y="105782"/>
                </a:cubicBezTo>
                <a:cubicBezTo>
                  <a:pt x="323054" y="106190"/>
                  <a:pt x="322442" y="106573"/>
                  <a:pt x="321624" y="106931"/>
                </a:cubicBezTo>
                <a:cubicBezTo>
                  <a:pt x="320807" y="107288"/>
                  <a:pt x="319875" y="107582"/>
                  <a:pt x="318828" y="107812"/>
                </a:cubicBezTo>
                <a:cubicBezTo>
                  <a:pt x="317781" y="108042"/>
                  <a:pt x="316670" y="108233"/>
                  <a:pt x="315496" y="108386"/>
                </a:cubicBezTo>
                <a:cubicBezTo>
                  <a:pt x="314321" y="108539"/>
                  <a:pt x="313146" y="108616"/>
                  <a:pt x="311972" y="108616"/>
                </a:cubicBezTo>
                <a:cubicBezTo>
                  <a:pt x="308397" y="108616"/>
                  <a:pt x="305332" y="108143"/>
                  <a:pt x="302779" y="107197"/>
                </a:cubicBezTo>
                <a:cubicBezTo>
                  <a:pt x="300225" y="106249"/>
                  <a:pt x="298131" y="104815"/>
                  <a:pt x="296497" y="102895"/>
                </a:cubicBezTo>
                <a:cubicBezTo>
                  <a:pt x="294863" y="100975"/>
                  <a:pt x="293675" y="98544"/>
                  <a:pt x="292935" y="95602"/>
                </a:cubicBezTo>
                <a:cubicBezTo>
                  <a:pt x="292194" y="92659"/>
                  <a:pt x="291824" y="89191"/>
                  <a:pt x="291824" y="85199"/>
                </a:cubicBezTo>
                <a:lnTo>
                  <a:pt x="291824" y="44810"/>
                </a:lnTo>
                <a:lnTo>
                  <a:pt x="282171" y="44810"/>
                </a:lnTo>
                <a:cubicBezTo>
                  <a:pt x="281405" y="44810"/>
                  <a:pt x="280792" y="44401"/>
                  <a:pt x="280333" y="43584"/>
                </a:cubicBezTo>
                <a:cubicBezTo>
                  <a:pt x="279873" y="42767"/>
                  <a:pt x="279643" y="41440"/>
                  <a:pt x="279643" y="39601"/>
                </a:cubicBezTo>
                <a:cubicBezTo>
                  <a:pt x="279643" y="38631"/>
                  <a:pt x="279707" y="37814"/>
                  <a:pt x="279835" y="37150"/>
                </a:cubicBezTo>
                <a:cubicBezTo>
                  <a:pt x="279962" y="36486"/>
                  <a:pt x="280128" y="35937"/>
                  <a:pt x="280333" y="35503"/>
                </a:cubicBezTo>
                <a:cubicBezTo>
                  <a:pt x="280537" y="35069"/>
                  <a:pt x="280805" y="34763"/>
                  <a:pt x="281137" y="34584"/>
                </a:cubicBezTo>
                <a:cubicBezTo>
                  <a:pt x="281469" y="34405"/>
                  <a:pt x="281839" y="34316"/>
                  <a:pt x="282248" y="34316"/>
                </a:cubicBezTo>
                <a:lnTo>
                  <a:pt x="291824" y="34316"/>
                </a:lnTo>
                <a:lnTo>
                  <a:pt x="291824" y="17924"/>
                </a:lnTo>
                <a:cubicBezTo>
                  <a:pt x="291824" y="17566"/>
                  <a:pt x="291913" y="17235"/>
                  <a:pt x="292092" y="16928"/>
                </a:cubicBezTo>
                <a:cubicBezTo>
                  <a:pt x="292271" y="16622"/>
                  <a:pt x="292603" y="16354"/>
                  <a:pt x="293088" y="16124"/>
                </a:cubicBezTo>
                <a:cubicBezTo>
                  <a:pt x="293573" y="15894"/>
                  <a:pt x="294224" y="15728"/>
                  <a:pt x="295041" y="15626"/>
                </a:cubicBezTo>
                <a:cubicBezTo>
                  <a:pt x="295859" y="15524"/>
                  <a:pt x="296880" y="15473"/>
                  <a:pt x="298106" y="15473"/>
                </a:cubicBezTo>
                <a:cubicBezTo>
                  <a:pt x="299382" y="15473"/>
                  <a:pt x="300429" y="15524"/>
                  <a:pt x="301247" y="15626"/>
                </a:cubicBezTo>
                <a:cubicBezTo>
                  <a:pt x="302064" y="15728"/>
                  <a:pt x="302702" y="15894"/>
                  <a:pt x="303162" y="16124"/>
                </a:cubicBezTo>
                <a:cubicBezTo>
                  <a:pt x="303621" y="16354"/>
                  <a:pt x="303953" y="16622"/>
                  <a:pt x="304158" y="16928"/>
                </a:cubicBezTo>
                <a:cubicBezTo>
                  <a:pt x="304362" y="17235"/>
                  <a:pt x="304464" y="17566"/>
                  <a:pt x="304464" y="17924"/>
                </a:cubicBezTo>
                <a:lnTo>
                  <a:pt x="304464" y="34316"/>
                </a:lnTo>
                <a:lnTo>
                  <a:pt x="322161" y="34316"/>
                </a:lnTo>
                <a:cubicBezTo>
                  <a:pt x="322569" y="34316"/>
                  <a:pt x="322927" y="34405"/>
                  <a:pt x="323233" y="34584"/>
                </a:cubicBezTo>
                <a:cubicBezTo>
                  <a:pt x="323540" y="34763"/>
                  <a:pt x="323808" y="35069"/>
                  <a:pt x="324038" y="35503"/>
                </a:cubicBezTo>
                <a:cubicBezTo>
                  <a:pt x="324267" y="35937"/>
                  <a:pt x="324433" y="36486"/>
                  <a:pt x="324536" y="37150"/>
                </a:cubicBezTo>
                <a:cubicBezTo>
                  <a:pt x="324638" y="37814"/>
                  <a:pt x="324689" y="38631"/>
                  <a:pt x="324689" y="39601"/>
                </a:cubicBezTo>
                <a:cubicBezTo>
                  <a:pt x="324689" y="41440"/>
                  <a:pt x="324459" y="42767"/>
                  <a:pt x="323999" y="43584"/>
                </a:cubicBezTo>
                <a:cubicBezTo>
                  <a:pt x="323540" y="44401"/>
                  <a:pt x="322927" y="44810"/>
                  <a:pt x="322161" y="44810"/>
                </a:cubicBezTo>
                <a:lnTo>
                  <a:pt x="304464" y="44810"/>
                </a:lnTo>
                <a:lnTo>
                  <a:pt x="304464" y="83375"/>
                </a:lnTo>
                <a:cubicBezTo>
                  <a:pt x="304464" y="88136"/>
                  <a:pt x="305166" y="91734"/>
                  <a:pt x="306571" y="94168"/>
                </a:cubicBezTo>
                <a:cubicBezTo>
                  <a:pt x="307975" y="96600"/>
                  <a:pt x="310491" y="97816"/>
                  <a:pt x="314117" y="97816"/>
                </a:cubicBezTo>
                <a:cubicBezTo>
                  <a:pt x="315291" y="97816"/>
                  <a:pt x="316338" y="97701"/>
                  <a:pt x="317258" y="97471"/>
                </a:cubicBezTo>
                <a:cubicBezTo>
                  <a:pt x="318177" y="97241"/>
                  <a:pt x="318994" y="96999"/>
                  <a:pt x="319709" y="96743"/>
                </a:cubicBezTo>
                <a:cubicBezTo>
                  <a:pt x="320424" y="96488"/>
                  <a:pt x="321037" y="96245"/>
                  <a:pt x="321548" y="96016"/>
                </a:cubicBezTo>
                <a:cubicBezTo>
                  <a:pt x="322059" y="95786"/>
                  <a:pt x="322518" y="95671"/>
                  <a:pt x="322927" y="95671"/>
                </a:cubicBezTo>
                <a:cubicBezTo>
                  <a:pt x="323182" y="95671"/>
                  <a:pt x="323425" y="95735"/>
                  <a:pt x="323655" y="95862"/>
                </a:cubicBezTo>
                <a:cubicBezTo>
                  <a:pt x="323884" y="95990"/>
                  <a:pt x="324063" y="96233"/>
                  <a:pt x="324191" y="96590"/>
                </a:cubicBezTo>
                <a:cubicBezTo>
                  <a:pt x="324319" y="96948"/>
                  <a:pt x="324433" y="97433"/>
                  <a:pt x="324536" y="98045"/>
                </a:cubicBezTo>
                <a:cubicBezTo>
                  <a:pt x="324638" y="98658"/>
                  <a:pt x="324689" y="99424"/>
                  <a:pt x="324689" y="100343"/>
                </a:cubicBezTo>
                <a:close/>
                <a:moveTo>
                  <a:pt x="355495" y="105322"/>
                </a:moveTo>
                <a:cubicBezTo>
                  <a:pt x="355495" y="105731"/>
                  <a:pt x="355393" y="106076"/>
                  <a:pt x="355189" y="106356"/>
                </a:cubicBezTo>
                <a:cubicBezTo>
                  <a:pt x="354985" y="106637"/>
                  <a:pt x="354653" y="106880"/>
                  <a:pt x="354193" y="107084"/>
                </a:cubicBezTo>
                <a:cubicBezTo>
                  <a:pt x="353733" y="107288"/>
                  <a:pt x="353095" y="107442"/>
                  <a:pt x="352278" y="107544"/>
                </a:cubicBezTo>
                <a:cubicBezTo>
                  <a:pt x="351461" y="107646"/>
                  <a:pt x="350414" y="107697"/>
                  <a:pt x="349137" y="107697"/>
                </a:cubicBezTo>
                <a:cubicBezTo>
                  <a:pt x="347911" y="107697"/>
                  <a:pt x="346890" y="107646"/>
                  <a:pt x="346073" y="107544"/>
                </a:cubicBezTo>
                <a:cubicBezTo>
                  <a:pt x="345256" y="107442"/>
                  <a:pt x="344604" y="107288"/>
                  <a:pt x="344119" y="107084"/>
                </a:cubicBezTo>
                <a:cubicBezTo>
                  <a:pt x="343634" y="106880"/>
                  <a:pt x="343302" y="106637"/>
                  <a:pt x="343123" y="106356"/>
                </a:cubicBezTo>
                <a:cubicBezTo>
                  <a:pt x="342944" y="106076"/>
                  <a:pt x="342855" y="105731"/>
                  <a:pt x="342855" y="105322"/>
                </a:cubicBezTo>
                <a:lnTo>
                  <a:pt x="342855" y="36384"/>
                </a:lnTo>
                <a:cubicBezTo>
                  <a:pt x="342855" y="36027"/>
                  <a:pt x="342944" y="35695"/>
                  <a:pt x="343123" y="35388"/>
                </a:cubicBezTo>
                <a:cubicBezTo>
                  <a:pt x="343302" y="35082"/>
                  <a:pt x="343634" y="34827"/>
                  <a:pt x="344119" y="34622"/>
                </a:cubicBezTo>
                <a:cubicBezTo>
                  <a:pt x="344604" y="34418"/>
                  <a:pt x="345256" y="34265"/>
                  <a:pt x="346073" y="34163"/>
                </a:cubicBezTo>
                <a:cubicBezTo>
                  <a:pt x="346890" y="34061"/>
                  <a:pt x="347911" y="34010"/>
                  <a:pt x="349137" y="34010"/>
                </a:cubicBezTo>
                <a:cubicBezTo>
                  <a:pt x="350414" y="34010"/>
                  <a:pt x="351461" y="34061"/>
                  <a:pt x="352278" y="34163"/>
                </a:cubicBezTo>
                <a:cubicBezTo>
                  <a:pt x="353095" y="34265"/>
                  <a:pt x="353733" y="34418"/>
                  <a:pt x="354193" y="34622"/>
                </a:cubicBezTo>
                <a:cubicBezTo>
                  <a:pt x="354653" y="34827"/>
                  <a:pt x="354985" y="35082"/>
                  <a:pt x="355189" y="35388"/>
                </a:cubicBezTo>
                <a:cubicBezTo>
                  <a:pt x="355393" y="35695"/>
                  <a:pt x="355495" y="36027"/>
                  <a:pt x="355495" y="36384"/>
                </a:cubicBezTo>
                <a:lnTo>
                  <a:pt x="355495" y="105322"/>
                </a:lnTo>
                <a:moveTo>
                  <a:pt x="356951" y="13022"/>
                </a:moveTo>
                <a:cubicBezTo>
                  <a:pt x="356951" y="15983"/>
                  <a:pt x="356389" y="18001"/>
                  <a:pt x="355266" y="19073"/>
                </a:cubicBezTo>
                <a:cubicBezTo>
                  <a:pt x="354142" y="20145"/>
                  <a:pt x="352074" y="20681"/>
                  <a:pt x="349060" y="20681"/>
                </a:cubicBezTo>
                <a:cubicBezTo>
                  <a:pt x="346098" y="20681"/>
                  <a:pt x="344068" y="20158"/>
                  <a:pt x="342970" y="19111"/>
                </a:cubicBezTo>
                <a:cubicBezTo>
                  <a:pt x="341872" y="18064"/>
                  <a:pt x="341323" y="16086"/>
                  <a:pt x="341323" y="13175"/>
                </a:cubicBezTo>
                <a:cubicBezTo>
                  <a:pt x="341323" y="10213"/>
                  <a:pt x="341885" y="8196"/>
                  <a:pt x="343008" y="7124"/>
                </a:cubicBezTo>
                <a:cubicBezTo>
                  <a:pt x="344132" y="6051"/>
                  <a:pt x="346200" y="5515"/>
                  <a:pt x="349214" y="5515"/>
                </a:cubicBezTo>
                <a:cubicBezTo>
                  <a:pt x="352176" y="5515"/>
                  <a:pt x="354206" y="6038"/>
                  <a:pt x="355304" y="7085"/>
                </a:cubicBezTo>
                <a:cubicBezTo>
                  <a:pt x="356402" y="8132"/>
                  <a:pt x="356951" y="10111"/>
                  <a:pt x="356951" y="13022"/>
                </a:cubicBezTo>
                <a:close/>
                <a:moveTo>
                  <a:pt x="417697" y="8043"/>
                </a:moveTo>
                <a:cubicBezTo>
                  <a:pt x="417697" y="9013"/>
                  <a:pt x="417646" y="9792"/>
                  <a:pt x="417544" y="10379"/>
                </a:cubicBezTo>
                <a:cubicBezTo>
                  <a:pt x="417441" y="10966"/>
                  <a:pt x="417327" y="11439"/>
                  <a:pt x="417199" y="11796"/>
                </a:cubicBezTo>
                <a:cubicBezTo>
                  <a:pt x="417071" y="12154"/>
                  <a:pt x="416905" y="12396"/>
                  <a:pt x="416701" y="12524"/>
                </a:cubicBezTo>
                <a:cubicBezTo>
                  <a:pt x="416497" y="12651"/>
                  <a:pt x="416241" y="12715"/>
                  <a:pt x="415935" y="12715"/>
                </a:cubicBezTo>
                <a:cubicBezTo>
                  <a:pt x="415577" y="12715"/>
                  <a:pt x="415130" y="12600"/>
                  <a:pt x="414594" y="12371"/>
                </a:cubicBezTo>
                <a:cubicBezTo>
                  <a:pt x="414058" y="12141"/>
                  <a:pt x="413407" y="11885"/>
                  <a:pt x="412641" y="11605"/>
                </a:cubicBezTo>
                <a:cubicBezTo>
                  <a:pt x="411875" y="11324"/>
                  <a:pt x="410968" y="11068"/>
                  <a:pt x="409921" y="10839"/>
                </a:cubicBezTo>
                <a:cubicBezTo>
                  <a:pt x="408874" y="10609"/>
                  <a:pt x="407661" y="10494"/>
                  <a:pt x="406282" y="10494"/>
                </a:cubicBezTo>
                <a:cubicBezTo>
                  <a:pt x="404392" y="10494"/>
                  <a:pt x="402784" y="10800"/>
                  <a:pt x="401456" y="11411"/>
                </a:cubicBezTo>
                <a:cubicBezTo>
                  <a:pt x="400128" y="12022"/>
                  <a:pt x="399055" y="12976"/>
                  <a:pt x="398238" y="14274"/>
                </a:cubicBezTo>
                <a:cubicBezTo>
                  <a:pt x="397421" y="15571"/>
                  <a:pt x="396834" y="17251"/>
                  <a:pt x="396476" y="19312"/>
                </a:cubicBezTo>
                <a:cubicBezTo>
                  <a:pt x="396119" y="21374"/>
                  <a:pt x="395940" y="23881"/>
                  <a:pt x="395940" y="26833"/>
                </a:cubicBezTo>
                <a:lnTo>
                  <a:pt x="395940" y="34316"/>
                </a:lnTo>
                <a:lnTo>
                  <a:pt x="411338" y="34316"/>
                </a:lnTo>
                <a:cubicBezTo>
                  <a:pt x="411747" y="34316"/>
                  <a:pt x="412092" y="34405"/>
                  <a:pt x="412373" y="34584"/>
                </a:cubicBezTo>
                <a:cubicBezTo>
                  <a:pt x="412653" y="34763"/>
                  <a:pt x="412909" y="35069"/>
                  <a:pt x="413139" y="35503"/>
                </a:cubicBezTo>
                <a:cubicBezTo>
                  <a:pt x="413368" y="35937"/>
                  <a:pt x="413547" y="36486"/>
                  <a:pt x="413675" y="37150"/>
                </a:cubicBezTo>
                <a:cubicBezTo>
                  <a:pt x="413803" y="37814"/>
                  <a:pt x="413866" y="38631"/>
                  <a:pt x="413866" y="39601"/>
                </a:cubicBezTo>
                <a:cubicBezTo>
                  <a:pt x="413866" y="41440"/>
                  <a:pt x="413637" y="42767"/>
                  <a:pt x="413177" y="43584"/>
                </a:cubicBezTo>
                <a:cubicBezTo>
                  <a:pt x="412717" y="44401"/>
                  <a:pt x="412104" y="44810"/>
                  <a:pt x="411338" y="44810"/>
                </a:cubicBezTo>
                <a:lnTo>
                  <a:pt x="395940" y="44810"/>
                </a:lnTo>
                <a:lnTo>
                  <a:pt x="395940" y="105320"/>
                </a:lnTo>
                <a:cubicBezTo>
                  <a:pt x="395940" y="105728"/>
                  <a:pt x="395838" y="106074"/>
                  <a:pt x="395634" y="106356"/>
                </a:cubicBezTo>
                <a:cubicBezTo>
                  <a:pt x="395429" y="106637"/>
                  <a:pt x="395085" y="106880"/>
                  <a:pt x="394599" y="107084"/>
                </a:cubicBezTo>
                <a:cubicBezTo>
                  <a:pt x="394114" y="107288"/>
                  <a:pt x="393463" y="107442"/>
                  <a:pt x="392646" y="107544"/>
                </a:cubicBezTo>
                <a:cubicBezTo>
                  <a:pt x="391829" y="107646"/>
                  <a:pt x="390807" y="107697"/>
                  <a:pt x="389582" y="107697"/>
                </a:cubicBezTo>
                <a:cubicBezTo>
                  <a:pt x="388356" y="107697"/>
                  <a:pt x="387334" y="107646"/>
                  <a:pt x="386517" y="107544"/>
                </a:cubicBezTo>
                <a:cubicBezTo>
                  <a:pt x="385700" y="107442"/>
                  <a:pt x="385049" y="107288"/>
                  <a:pt x="384564" y="107084"/>
                </a:cubicBezTo>
                <a:cubicBezTo>
                  <a:pt x="384079" y="106880"/>
                  <a:pt x="383734" y="106637"/>
                  <a:pt x="383529" y="106356"/>
                </a:cubicBezTo>
                <a:cubicBezTo>
                  <a:pt x="383325" y="106074"/>
                  <a:pt x="383223" y="105728"/>
                  <a:pt x="383223" y="105320"/>
                </a:cubicBezTo>
                <a:lnTo>
                  <a:pt x="383223" y="44810"/>
                </a:lnTo>
                <a:lnTo>
                  <a:pt x="373494" y="44810"/>
                </a:lnTo>
                <a:cubicBezTo>
                  <a:pt x="372677" y="44810"/>
                  <a:pt x="372064" y="44401"/>
                  <a:pt x="371655" y="43584"/>
                </a:cubicBezTo>
                <a:cubicBezTo>
                  <a:pt x="371247" y="42767"/>
                  <a:pt x="371042" y="41440"/>
                  <a:pt x="371042" y="39601"/>
                </a:cubicBezTo>
                <a:cubicBezTo>
                  <a:pt x="371042" y="38631"/>
                  <a:pt x="371093" y="37814"/>
                  <a:pt x="371196" y="37150"/>
                </a:cubicBezTo>
                <a:cubicBezTo>
                  <a:pt x="371298" y="36486"/>
                  <a:pt x="371451" y="35937"/>
                  <a:pt x="371655" y="35503"/>
                </a:cubicBezTo>
                <a:cubicBezTo>
                  <a:pt x="371859" y="35069"/>
                  <a:pt x="372115" y="34763"/>
                  <a:pt x="372421" y="34584"/>
                </a:cubicBezTo>
                <a:cubicBezTo>
                  <a:pt x="372728" y="34405"/>
                  <a:pt x="373085" y="34316"/>
                  <a:pt x="373494" y="34316"/>
                </a:cubicBezTo>
                <a:lnTo>
                  <a:pt x="383223" y="34316"/>
                </a:lnTo>
                <a:lnTo>
                  <a:pt x="383223" y="27209"/>
                </a:lnTo>
                <a:cubicBezTo>
                  <a:pt x="383223" y="22418"/>
                  <a:pt x="383670" y="18304"/>
                  <a:pt x="384564" y="14865"/>
                </a:cubicBezTo>
                <a:cubicBezTo>
                  <a:pt x="385457" y="11426"/>
                  <a:pt x="386824" y="8611"/>
                  <a:pt x="388662" y="6420"/>
                </a:cubicBezTo>
                <a:cubicBezTo>
                  <a:pt x="390501" y="4229"/>
                  <a:pt x="392812" y="2612"/>
                  <a:pt x="395595" y="1568"/>
                </a:cubicBezTo>
                <a:cubicBezTo>
                  <a:pt x="398379" y="523"/>
                  <a:pt x="401660" y="0"/>
                  <a:pt x="405439" y="0"/>
                </a:cubicBezTo>
                <a:cubicBezTo>
                  <a:pt x="407227" y="0"/>
                  <a:pt x="408963" y="166"/>
                  <a:pt x="410649" y="498"/>
                </a:cubicBezTo>
                <a:cubicBezTo>
                  <a:pt x="412334" y="830"/>
                  <a:pt x="413637" y="1187"/>
                  <a:pt x="414556" y="1570"/>
                </a:cubicBezTo>
                <a:cubicBezTo>
                  <a:pt x="415475" y="1953"/>
                  <a:pt x="416088" y="2298"/>
                  <a:pt x="416394" y="2604"/>
                </a:cubicBezTo>
                <a:cubicBezTo>
                  <a:pt x="416701" y="2911"/>
                  <a:pt x="416956" y="3306"/>
                  <a:pt x="417161" y="3792"/>
                </a:cubicBezTo>
                <a:cubicBezTo>
                  <a:pt x="417365" y="4277"/>
                  <a:pt x="417505" y="4864"/>
                  <a:pt x="417582" y="5553"/>
                </a:cubicBezTo>
                <a:cubicBezTo>
                  <a:pt x="417659" y="6243"/>
                  <a:pt x="417697" y="7073"/>
                  <a:pt x="417697" y="8043"/>
                </a:cubicBezTo>
                <a:close/>
                <a:moveTo>
                  <a:pt x="442038" y="105322"/>
                </a:moveTo>
                <a:cubicBezTo>
                  <a:pt x="442038" y="105731"/>
                  <a:pt x="441936" y="106076"/>
                  <a:pt x="441732" y="106356"/>
                </a:cubicBezTo>
                <a:cubicBezTo>
                  <a:pt x="441527" y="106637"/>
                  <a:pt x="441195" y="106880"/>
                  <a:pt x="440736" y="107084"/>
                </a:cubicBezTo>
                <a:cubicBezTo>
                  <a:pt x="440276" y="107288"/>
                  <a:pt x="439638" y="107442"/>
                  <a:pt x="438820" y="107544"/>
                </a:cubicBezTo>
                <a:cubicBezTo>
                  <a:pt x="438003" y="107646"/>
                  <a:pt x="436956" y="107697"/>
                  <a:pt x="435680" y="107697"/>
                </a:cubicBezTo>
                <a:cubicBezTo>
                  <a:pt x="434454" y="107697"/>
                  <a:pt x="433432" y="107646"/>
                  <a:pt x="432615" y="107544"/>
                </a:cubicBezTo>
                <a:cubicBezTo>
                  <a:pt x="431798" y="107442"/>
                  <a:pt x="431147" y="107288"/>
                  <a:pt x="430662" y="107084"/>
                </a:cubicBezTo>
                <a:cubicBezTo>
                  <a:pt x="430176" y="106880"/>
                  <a:pt x="429845" y="106637"/>
                  <a:pt x="429666" y="106356"/>
                </a:cubicBezTo>
                <a:cubicBezTo>
                  <a:pt x="429487" y="106076"/>
                  <a:pt x="429398" y="105731"/>
                  <a:pt x="429398" y="105322"/>
                </a:cubicBezTo>
                <a:lnTo>
                  <a:pt x="429398" y="36384"/>
                </a:lnTo>
                <a:cubicBezTo>
                  <a:pt x="429398" y="36027"/>
                  <a:pt x="429487" y="35695"/>
                  <a:pt x="429666" y="35388"/>
                </a:cubicBezTo>
                <a:cubicBezTo>
                  <a:pt x="429845" y="35082"/>
                  <a:pt x="430176" y="34827"/>
                  <a:pt x="430662" y="34622"/>
                </a:cubicBezTo>
                <a:cubicBezTo>
                  <a:pt x="431147" y="34418"/>
                  <a:pt x="431798" y="34265"/>
                  <a:pt x="432615" y="34163"/>
                </a:cubicBezTo>
                <a:cubicBezTo>
                  <a:pt x="433432" y="34061"/>
                  <a:pt x="434454" y="34010"/>
                  <a:pt x="435680" y="34010"/>
                </a:cubicBezTo>
                <a:cubicBezTo>
                  <a:pt x="436956" y="34010"/>
                  <a:pt x="438003" y="34061"/>
                  <a:pt x="438820" y="34163"/>
                </a:cubicBezTo>
                <a:cubicBezTo>
                  <a:pt x="439638" y="34265"/>
                  <a:pt x="440276" y="34418"/>
                  <a:pt x="440736" y="34622"/>
                </a:cubicBezTo>
                <a:cubicBezTo>
                  <a:pt x="441195" y="34827"/>
                  <a:pt x="441527" y="35082"/>
                  <a:pt x="441732" y="35388"/>
                </a:cubicBezTo>
                <a:cubicBezTo>
                  <a:pt x="441936" y="35695"/>
                  <a:pt x="442038" y="36027"/>
                  <a:pt x="442038" y="36384"/>
                </a:cubicBezTo>
                <a:lnTo>
                  <a:pt x="442038" y="105322"/>
                </a:lnTo>
                <a:moveTo>
                  <a:pt x="443494" y="13022"/>
                </a:moveTo>
                <a:cubicBezTo>
                  <a:pt x="443494" y="15983"/>
                  <a:pt x="442932" y="18001"/>
                  <a:pt x="441808" y="19073"/>
                </a:cubicBezTo>
                <a:cubicBezTo>
                  <a:pt x="440685" y="20145"/>
                  <a:pt x="438616" y="20681"/>
                  <a:pt x="435603" y="20681"/>
                </a:cubicBezTo>
                <a:cubicBezTo>
                  <a:pt x="432641" y="20681"/>
                  <a:pt x="430611" y="20158"/>
                  <a:pt x="429513" y="19111"/>
                </a:cubicBezTo>
                <a:cubicBezTo>
                  <a:pt x="428415" y="18064"/>
                  <a:pt x="427865" y="16086"/>
                  <a:pt x="427865" y="13175"/>
                </a:cubicBezTo>
                <a:cubicBezTo>
                  <a:pt x="427865" y="10213"/>
                  <a:pt x="428427" y="8196"/>
                  <a:pt x="429551" y="7124"/>
                </a:cubicBezTo>
                <a:cubicBezTo>
                  <a:pt x="430674" y="6051"/>
                  <a:pt x="432743" y="5515"/>
                  <a:pt x="435756" y="5515"/>
                </a:cubicBezTo>
                <a:cubicBezTo>
                  <a:pt x="438718" y="5515"/>
                  <a:pt x="440748" y="6038"/>
                  <a:pt x="441846" y="7085"/>
                </a:cubicBezTo>
                <a:cubicBezTo>
                  <a:pt x="442945" y="8132"/>
                  <a:pt x="443494" y="10111"/>
                  <a:pt x="443494" y="13022"/>
                </a:cubicBezTo>
                <a:close/>
                <a:moveTo>
                  <a:pt x="516037" y="94905"/>
                </a:moveTo>
                <a:cubicBezTo>
                  <a:pt x="516037" y="95773"/>
                  <a:pt x="516011" y="96526"/>
                  <a:pt x="515960" y="97165"/>
                </a:cubicBezTo>
                <a:cubicBezTo>
                  <a:pt x="515909" y="97803"/>
                  <a:pt x="515820" y="98339"/>
                  <a:pt x="515692" y="98773"/>
                </a:cubicBezTo>
                <a:cubicBezTo>
                  <a:pt x="515565" y="99207"/>
                  <a:pt x="515411" y="99590"/>
                  <a:pt x="515233" y="99922"/>
                </a:cubicBezTo>
                <a:cubicBezTo>
                  <a:pt x="515054" y="100254"/>
                  <a:pt x="514645" y="100739"/>
                  <a:pt x="514007" y="101378"/>
                </a:cubicBezTo>
                <a:cubicBezTo>
                  <a:pt x="513368" y="102016"/>
                  <a:pt x="512283" y="102807"/>
                  <a:pt x="510751" y="103752"/>
                </a:cubicBezTo>
                <a:cubicBezTo>
                  <a:pt x="509219" y="104697"/>
                  <a:pt x="507495" y="105539"/>
                  <a:pt x="505580" y="106280"/>
                </a:cubicBezTo>
                <a:cubicBezTo>
                  <a:pt x="503665" y="107020"/>
                  <a:pt x="501584" y="107620"/>
                  <a:pt x="499336" y="108080"/>
                </a:cubicBezTo>
                <a:cubicBezTo>
                  <a:pt x="497089" y="108539"/>
                  <a:pt x="494765" y="108769"/>
                  <a:pt x="492365" y="108769"/>
                </a:cubicBezTo>
                <a:cubicBezTo>
                  <a:pt x="487411" y="108769"/>
                  <a:pt x="483019" y="107951"/>
                  <a:pt x="479188" y="106313"/>
                </a:cubicBezTo>
                <a:cubicBezTo>
                  <a:pt x="475358" y="104676"/>
                  <a:pt x="472153" y="102284"/>
                  <a:pt x="469574" y="99137"/>
                </a:cubicBezTo>
                <a:cubicBezTo>
                  <a:pt x="466995" y="95990"/>
                  <a:pt x="465029" y="92127"/>
                  <a:pt x="463675" y="87547"/>
                </a:cubicBezTo>
                <a:cubicBezTo>
                  <a:pt x="462322" y="82967"/>
                  <a:pt x="461645" y="77684"/>
                  <a:pt x="461645" y="71698"/>
                </a:cubicBezTo>
                <a:cubicBezTo>
                  <a:pt x="461645" y="64892"/>
                  <a:pt x="462475" y="59046"/>
                  <a:pt x="464135" y="54160"/>
                </a:cubicBezTo>
                <a:cubicBezTo>
                  <a:pt x="465795" y="49273"/>
                  <a:pt x="468067" y="45269"/>
                  <a:pt x="470953" y="42148"/>
                </a:cubicBezTo>
                <a:cubicBezTo>
                  <a:pt x="473839" y="39027"/>
                  <a:pt x="477235" y="36711"/>
                  <a:pt x="481142" y="35202"/>
                </a:cubicBezTo>
                <a:cubicBezTo>
                  <a:pt x="485049" y="33692"/>
                  <a:pt x="489275" y="32937"/>
                  <a:pt x="493821" y="32937"/>
                </a:cubicBezTo>
                <a:cubicBezTo>
                  <a:pt x="496017" y="32937"/>
                  <a:pt x="498149" y="33141"/>
                  <a:pt x="500217" y="33550"/>
                </a:cubicBezTo>
                <a:cubicBezTo>
                  <a:pt x="502286" y="33958"/>
                  <a:pt x="504188" y="34495"/>
                  <a:pt x="505925" y="35158"/>
                </a:cubicBezTo>
                <a:cubicBezTo>
                  <a:pt x="507661" y="35822"/>
                  <a:pt x="509206" y="36588"/>
                  <a:pt x="510560" y="37456"/>
                </a:cubicBezTo>
                <a:cubicBezTo>
                  <a:pt x="511913" y="38325"/>
                  <a:pt x="512896" y="39065"/>
                  <a:pt x="513509" y="39678"/>
                </a:cubicBezTo>
                <a:cubicBezTo>
                  <a:pt x="514122" y="40291"/>
                  <a:pt x="514543" y="40776"/>
                  <a:pt x="514773" y="41133"/>
                </a:cubicBezTo>
                <a:cubicBezTo>
                  <a:pt x="515003" y="41491"/>
                  <a:pt x="515194" y="41912"/>
                  <a:pt x="515348" y="42397"/>
                </a:cubicBezTo>
                <a:cubicBezTo>
                  <a:pt x="515501" y="42882"/>
                  <a:pt x="515603" y="43431"/>
                  <a:pt x="515654" y="44044"/>
                </a:cubicBezTo>
                <a:cubicBezTo>
                  <a:pt x="515705" y="44657"/>
                  <a:pt x="515731" y="45423"/>
                  <a:pt x="515731" y="46342"/>
                </a:cubicBezTo>
                <a:cubicBezTo>
                  <a:pt x="515731" y="48333"/>
                  <a:pt x="515501" y="49725"/>
                  <a:pt x="515041" y="50516"/>
                </a:cubicBezTo>
                <a:cubicBezTo>
                  <a:pt x="514581" y="51308"/>
                  <a:pt x="514020" y="51704"/>
                  <a:pt x="513356" y="51704"/>
                </a:cubicBezTo>
                <a:cubicBezTo>
                  <a:pt x="512590" y="51704"/>
                  <a:pt x="511709" y="51282"/>
                  <a:pt x="510713" y="50440"/>
                </a:cubicBezTo>
                <a:cubicBezTo>
                  <a:pt x="509717" y="49597"/>
                  <a:pt x="508453" y="48665"/>
                  <a:pt x="506921" y="47644"/>
                </a:cubicBezTo>
                <a:cubicBezTo>
                  <a:pt x="505388" y="46623"/>
                  <a:pt x="503537" y="45691"/>
                  <a:pt x="501367" y="44848"/>
                </a:cubicBezTo>
                <a:cubicBezTo>
                  <a:pt x="499196" y="44006"/>
                  <a:pt x="496630" y="43584"/>
                  <a:pt x="493667" y="43584"/>
                </a:cubicBezTo>
                <a:cubicBezTo>
                  <a:pt x="487590" y="43584"/>
                  <a:pt x="482929" y="45928"/>
                  <a:pt x="479686" y="50615"/>
                </a:cubicBezTo>
                <a:cubicBezTo>
                  <a:pt x="476443" y="55300"/>
                  <a:pt x="474822" y="62097"/>
                  <a:pt x="474822" y="71006"/>
                </a:cubicBezTo>
                <a:cubicBezTo>
                  <a:pt x="474822" y="75462"/>
                  <a:pt x="475243" y="79367"/>
                  <a:pt x="476086" y="82721"/>
                </a:cubicBezTo>
                <a:cubicBezTo>
                  <a:pt x="476928" y="86075"/>
                  <a:pt x="478167" y="88879"/>
                  <a:pt x="479801" y="91133"/>
                </a:cubicBezTo>
                <a:cubicBezTo>
                  <a:pt x="481436" y="93386"/>
                  <a:pt x="483440" y="95063"/>
                  <a:pt x="485815" y="96164"/>
                </a:cubicBezTo>
                <a:cubicBezTo>
                  <a:pt x="488190" y="97265"/>
                  <a:pt x="490909" y="97816"/>
                  <a:pt x="493974" y="97816"/>
                </a:cubicBezTo>
                <a:cubicBezTo>
                  <a:pt x="496885" y="97816"/>
                  <a:pt x="499439" y="97356"/>
                  <a:pt x="501635" y="96437"/>
                </a:cubicBezTo>
                <a:cubicBezTo>
                  <a:pt x="503831" y="95518"/>
                  <a:pt x="505733" y="94509"/>
                  <a:pt x="507342" y="93411"/>
                </a:cubicBezTo>
                <a:cubicBezTo>
                  <a:pt x="508951" y="92313"/>
                  <a:pt x="510304" y="91318"/>
                  <a:pt x="511402" y="90424"/>
                </a:cubicBezTo>
                <a:cubicBezTo>
                  <a:pt x="512500" y="89530"/>
                  <a:pt x="513356" y="89084"/>
                  <a:pt x="513969" y="89084"/>
                </a:cubicBezTo>
                <a:cubicBezTo>
                  <a:pt x="514326" y="89084"/>
                  <a:pt x="514633" y="89186"/>
                  <a:pt x="514888" y="89390"/>
                </a:cubicBezTo>
                <a:cubicBezTo>
                  <a:pt x="515143" y="89594"/>
                  <a:pt x="515360" y="89939"/>
                  <a:pt x="515539" y="90424"/>
                </a:cubicBezTo>
                <a:cubicBezTo>
                  <a:pt x="515718" y="90909"/>
                  <a:pt x="515845" y="91522"/>
                  <a:pt x="515922" y="92262"/>
                </a:cubicBezTo>
                <a:cubicBezTo>
                  <a:pt x="515999" y="93003"/>
                  <a:pt x="516037" y="93884"/>
                  <a:pt x="516037" y="94905"/>
                </a:cubicBezTo>
                <a:close/>
                <a:moveTo>
                  <a:pt x="585610" y="105399"/>
                </a:moveTo>
                <a:cubicBezTo>
                  <a:pt x="585610" y="106012"/>
                  <a:pt x="585405" y="106471"/>
                  <a:pt x="584997" y="106778"/>
                </a:cubicBezTo>
                <a:cubicBezTo>
                  <a:pt x="584588" y="107084"/>
                  <a:pt x="584026" y="107314"/>
                  <a:pt x="583311" y="107467"/>
                </a:cubicBezTo>
                <a:cubicBezTo>
                  <a:pt x="582596" y="107620"/>
                  <a:pt x="581549" y="107697"/>
                  <a:pt x="580171" y="107697"/>
                </a:cubicBezTo>
                <a:cubicBezTo>
                  <a:pt x="578843" y="107697"/>
                  <a:pt x="577783" y="107620"/>
                  <a:pt x="576991" y="107467"/>
                </a:cubicBezTo>
                <a:cubicBezTo>
                  <a:pt x="576200" y="107314"/>
                  <a:pt x="575625" y="107084"/>
                  <a:pt x="575268" y="106778"/>
                </a:cubicBezTo>
                <a:cubicBezTo>
                  <a:pt x="574910" y="106471"/>
                  <a:pt x="574731" y="106012"/>
                  <a:pt x="574731" y="105399"/>
                </a:cubicBezTo>
                <a:lnTo>
                  <a:pt x="574731" y="98505"/>
                </a:lnTo>
                <a:cubicBezTo>
                  <a:pt x="571718" y="101722"/>
                  <a:pt x="568360" y="104237"/>
                  <a:pt x="564657" y="106050"/>
                </a:cubicBezTo>
                <a:cubicBezTo>
                  <a:pt x="560955" y="107863"/>
                  <a:pt x="557035" y="108769"/>
                  <a:pt x="552898" y="108769"/>
                </a:cubicBezTo>
                <a:cubicBezTo>
                  <a:pt x="549272" y="108769"/>
                  <a:pt x="545990" y="108295"/>
                  <a:pt x="543054" y="107347"/>
                </a:cubicBezTo>
                <a:cubicBezTo>
                  <a:pt x="540117" y="106399"/>
                  <a:pt x="537615" y="105029"/>
                  <a:pt x="535546" y="103235"/>
                </a:cubicBezTo>
                <a:cubicBezTo>
                  <a:pt x="533478" y="101441"/>
                  <a:pt x="531869" y="99238"/>
                  <a:pt x="530720" y="96626"/>
                </a:cubicBezTo>
                <a:cubicBezTo>
                  <a:pt x="529571" y="94012"/>
                  <a:pt x="528996" y="91039"/>
                  <a:pt x="528996" y="87707"/>
                </a:cubicBezTo>
                <a:cubicBezTo>
                  <a:pt x="528996" y="83813"/>
                  <a:pt x="529788" y="80432"/>
                  <a:pt x="531371" y="77563"/>
                </a:cubicBezTo>
                <a:cubicBezTo>
                  <a:pt x="532954" y="74692"/>
                  <a:pt x="535227" y="72309"/>
                  <a:pt x="538189" y="70413"/>
                </a:cubicBezTo>
                <a:cubicBezTo>
                  <a:pt x="541151" y="68517"/>
                  <a:pt x="544777" y="67095"/>
                  <a:pt x="549068" y="66147"/>
                </a:cubicBezTo>
                <a:cubicBezTo>
                  <a:pt x="553358" y="65199"/>
                  <a:pt x="558184" y="64725"/>
                  <a:pt x="563547" y="64725"/>
                </a:cubicBezTo>
                <a:lnTo>
                  <a:pt x="573046" y="64725"/>
                </a:lnTo>
                <a:lnTo>
                  <a:pt x="573046" y="59383"/>
                </a:lnTo>
                <a:cubicBezTo>
                  <a:pt x="573046" y="56737"/>
                  <a:pt x="572765" y="54397"/>
                  <a:pt x="572203" y="52362"/>
                </a:cubicBezTo>
                <a:cubicBezTo>
                  <a:pt x="571641" y="50326"/>
                  <a:pt x="570735" y="48633"/>
                  <a:pt x="569484" y="47285"/>
                </a:cubicBezTo>
                <a:cubicBezTo>
                  <a:pt x="568232" y="45936"/>
                  <a:pt x="566611" y="44919"/>
                  <a:pt x="564619" y="44233"/>
                </a:cubicBezTo>
                <a:cubicBezTo>
                  <a:pt x="562627" y="43545"/>
                  <a:pt x="560176" y="43201"/>
                  <a:pt x="557265" y="43201"/>
                </a:cubicBezTo>
                <a:cubicBezTo>
                  <a:pt x="554149" y="43201"/>
                  <a:pt x="551353" y="43568"/>
                  <a:pt x="548876" y="44300"/>
                </a:cubicBezTo>
                <a:cubicBezTo>
                  <a:pt x="546399" y="45032"/>
                  <a:pt x="544228" y="45841"/>
                  <a:pt x="542364" y="46725"/>
                </a:cubicBezTo>
                <a:cubicBezTo>
                  <a:pt x="540500" y="47609"/>
                  <a:pt x="538942" y="48417"/>
                  <a:pt x="537691" y="49150"/>
                </a:cubicBezTo>
                <a:cubicBezTo>
                  <a:pt x="536440" y="49882"/>
                  <a:pt x="535508" y="50248"/>
                  <a:pt x="534895" y="50248"/>
                </a:cubicBezTo>
                <a:cubicBezTo>
                  <a:pt x="534486" y="50248"/>
                  <a:pt x="534129" y="50146"/>
                  <a:pt x="533822" y="49942"/>
                </a:cubicBezTo>
                <a:cubicBezTo>
                  <a:pt x="533516" y="49738"/>
                  <a:pt x="533248" y="49431"/>
                  <a:pt x="533018" y="49023"/>
                </a:cubicBezTo>
                <a:cubicBezTo>
                  <a:pt x="532788" y="48614"/>
                  <a:pt x="532622" y="48091"/>
                  <a:pt x="532520" y="47452"/>
                </a:cubicBezTo>
                <a:cubicBezTo>
                  <a:pt x="532418" y="46814"/>
                  <a:pt x="532367" y="46112"/>
                  <a:pt x="532367" y="45346"/>
                </a:cubicBezTo>
                <a:cubicBezTo>
                  <a:pt x="532367" y="44069"/>
                  <a:pt x="532456" y="43061"/>
                  <a:pt x="532635" y="42320"/>
                </a:cubicBezTo>
                <a:cubicBezTo>
                  <a:pt x="532814" y="41580"/>
                  <a:pt x="533248" y="40878"/>
                  <a:pt x="533937" y="40214"/>
                </a:cubicBezTo>
                <a:cubicBezTo>
                  <a:pt x="534627" y="39550"/>
                  <a:pt x="535814" y="38777"/>
                  <a:pt x="537500" y="37894"/>
                </a:cubicBezTo>
                <a:cubicBezTo>
                  <a:pt x="539185" y="37010"/>
                  <a:pt x="541126" y="36203"/>
                  <a:pt x="543322" y="35472"/>
                </a:cubicBezTo>
                <a:cubicBezTo>
                  <a:pt x="545518" y="34741"/>
                  <a:pt x="547918" y="34136"/>
                  <a:pt x="550523" y="33658"/>
                </a:cubicBezTo>
                <a:cubicBezTo>
                  <a:pt x="553128" y="33177"/>
                  <a:pt x="555758" y="32937"/>
                  <a:pt x="558414" y="32937"/>
                </a:cubicBezTo>
                <a:cubicBezTo>
                  <a:pt x="563368" y="32937"/>
                  <a:pt x="567581" y="33499"/>
                  <a:pt x="571054" y="34622"/>
                </a:cubicBezTo>
                <a:cubicBezTo>
                  <a:pt x="574527" y="35746"/>
                  <a:pt x="577336" y="37393"/>
                  <a:pt x="579481" y="39563"/>
                </a:cubicBezTo>
                <a:cubicBezTo>
                  <a:pt x="581626" y="41733"/>
                  <a:pt x="583184" y="44427"/>
                  <a:pt x="584154" y="47644"/>
                </a:cubicBezTo>
                <a:cubicBezTo>
                  <a:pt x="585125" y="50861"/>
                  <a:pt x="585610" y="54614"/>
                  <a:pt x="585610" y="58904"/>
                </a:cubicBezTo>
                <a:lnTo>
                  <a:pt x="585610" y="105399"/>
                </a:lnTo>
                <a:moveTo>
                  <a:pt x="573046" y="73841"/>
                </a:moveTo>
                <a:lnTo>
                  <a:pt x="562244" y="73841"/>
                </a:lnTo>
                <a:cubicBezTo>
                  <a:pt x="558771" y="73841"/>
                  <a:pt x="555758" y="74137"/>
                  <a:pt x="553204" y="74729"/>
                </a:cubicBezTo>
                <a:cubicBezTo>
                  <a:pt x="550651" y="75319"/>
                  <a:pt x="548531" y="76192"/>
                  <a:pt x="546846" y="77347"/>
                </a:cubicBezTo>
                <a:cubicBezTo>
                  <a:pt x="545160" y="78503"/>
                  <a:pt x="543922" y="79890"/>
                  <a:pt x="543130" y="81510"/>
                </a:cubicBezTo>
                <a:cubicBezTo>
                  <a:pt x="542339" y="83128"/>
                  <a:pt x="541943" y="84990"/>
                  <a:pt x="541943" y="87097"/>
                </a:cubicBezTo>
                <a:cubicBezTo>
                  <a:pt x="541943" y="90694"/>
                  <a:pt x="543079" y="93558"/>
                  <a:pt x="545352" y="95690"/>
                </a:cubicBezTo>
                <a:cubicBezTo>
                  <a:pt x="547625" y="97822"/>
                  <a:pt x="550804" y="98888"/>
                  <a:pt x="554890" y="98888"/>
                </a:cubicBezTo>
                <a:cubicBezTo>
                  <a:pt x="558209" y="98888"/>
                  <a:pt x="561287" y="98041"/>
                  <a:pt x="564121" y="96346"/>
                </a:cubicBezTo>
                <a:cubicBezTo>
                  <a:pt x="566956" y="94650"/>
                  <a:pt x="569931" y="92055"/>
                  <a:pt x="573046" y="88562"/>
                </a:cubicBezTo>
                <a:lnTo>
                  <a:pt x="573046" y="73841"/>
                </a:lnTo>
                <a:close/>
                <a:moveTo>
                  <a:pt x="645506" y="100343"/>
                </a:moveTo>
                <a:cubicBezTo>
                  <a:pt x="645506" y="101824"/>
                  <a:pt x="645404" y="102999"/>
                  <a:pt x="645199" y="103867"/>
                </a:cubicBezTo>
                <a:cubicBezTo>
                  <a:pt x="644995" y="104735"/>
                  <a:pt x="644689" y="105373"/>
                  <a:pt x="644280" y="105782"/>
                </a:cubicBezTo>
                <a:cubicBezTo>
                  <a:pt x="643871" y="106190"/>
                  <a:pt x="643259" y="106573"/>
                  <a:pt x="642441" y="106931"/>
                </a:cubicBezTo>
                <a:cubicBezTo>
                  <a:pt x="641624" y="107288"/>
                  <a:pt x="640692" y="107582"/>
                  <a:pt x="639645" y="107812"/>
                </a:cubicBezTo>
                <a:cubicBezTo>
                  <a:pt x="638598" y="108042"/>
                  <a:pt x="637487" y="108233"/>
                  <a:pt x="636313" y="108386"/>
                </a:cubicBezTo>
                <a:cubicBezTo>
                  <a:pt x="635138" y="108539"/>
                  <a:pt x="633963" y="108616"/>
                  <a:pt x="632789" y="108616"/>
                </a:cubicBezTo>
                <a:cubicBezTo>
                  <a:pt x="629214" y="108616"/>
                  <a:pt x="626149" y="108143"/>
                  <a:pt x="623596" y="107197"/>
                </a:cubicBezTo>
                <a:cubicBezTo>
                  <a:pt x="621042" y="106249"/>
                  <a:pt x="618948" y="104815"/>
                  <a:pt x="617314" y="102895"/>
                </a:cubicBezTo>
                <a:cubicBezTo>
                  <a:pt x="615680" y="100975"/>
                  <a:pt x="614492" y="98544"/>
                  <a:pt x="613752" y="95602"/>
                </a:cubicBezTo>
                <a:cubicBezTo>
                  <a:pt x="613011" y="92659"/>
                  <a:pt x="612641" y="89191"/>
                  <a:pt x="612641" y="85199"/>
                </a:cubicBezTo>
                <a:lnTo>
                  <a:pt x="612641" y="44810"/>
                </a:lnTo>
                <a:lnTo>
                  <a:pt x="602988" y="44810"/>
                </a:lnTo>
                <a:cubicBezTo>
                  <a:pt x="602222" y="44810"/>
                  <a:pt x="601609" y="44401"/>
                  <a:pt x="601150" y="43584"/>
                </a:cubicBezTo>
                <a:cubicBezTo>
                  <a:pt x="600690" y="42767"/>
                  <a:pt x="600460" y="41440"/>
                  <a:pt x="600460" y="39601"/>
                </a:cubicBezTo>
                <a:cubicBezTo>
                  <a:pt x="600460" y="38631"/>
                  <a:pt x="600524" y="37814"/>
                  <a:pt x="600652" y="37150"/>
                </a:cubicBezTo>
                <a:cubicBezTo>
                  <a:pt x="600779" y="36486"/>
                  <a:pt x="600945" y="35937"/>
                  <a:pt x="601150" y="35503"/>
                </a:cubicBezTo>
                <a:cubicBezTo>
                  <a:pt x="601354" y="35069"/>
                  <a:pt x="601622" y="34763"/>
                  <a:pt x="601954" y="34584"/>
                </a:cubicBezTo>
                <a:cubicBezTo>
                  <a:pt x="602286" y="34405"/>
                  <a:pt x="602656" y="34316"/>
                  <a:pt x="603065" y="34316"/>
                </a:cubicBezTo>
                <a:lnTo>
                  <a:pt x="612641" y="34316"/>
                </a:lnTo>
                <a:lnTo>
                  <a:pt x="612641" y="17924"/>
                </a:lnTo>
                <a:cubicBezTo>
                  <a:pt x="612641" y="17566"/>
                  <a:pt x="612730" y="17235"/>
                  <a:pt x="612909" y="16928"/>
                </a:cubicBezTo>
                <a:cubicBezTo>
                  <a:pt x="613088" y="16622"/>
                  <a:pt x="613420" y="16354"/>
                  <a:pt x="613905" y="16124"/>
                </a:cubicBezTo>
                <a:cubicBezTo>
                  <a:pt x="614390" y="15894"/>
                  <a:pt x="615041" y="15728"/>
                  <a:pt x="615858" y="15626"/>
                </a:cubicBezTo>
                <a:cubicBezTo>
                  <a:pt x="616675" y="15524"/>
                  <a:pt x="617697" y="15473"/>
                  <a:pt x="618923" y="15473"/>
                </a:cubicBezTo>
                <a:cubicBezTo>
                  <a:pt x="620199" y="15473"/>
                  <a:pt x="621246" y="15524"/>
                  <a:pt x="622064" y="15626"/>
                </a:cubicBezTo>
                <a:cubicBezTo>
                  <a:pt x="622881" y="15728"/>
                  <a:pt x="623519" y="15894"/>
                  <a:pt x="623979" y="16124"/>
                </a:cubicBezTo>
                <a:cubicBezTo>
                  <a:pt x="624438" y="16354"/>
                  <a:pt x="624770" y="16622"/>
                  <a:pt x="624975" y="16928"/>
                </a:cubicBezTo>
                <a:cubicBezTo>
                  <a:pt x="625179" y="17235"/>
                  <a:pt x="625281" y="17566"/>
                  <a:pt x="625281" y="17924"/>
                </a:cubicBezTo>
                <a:lnTo>
                  <a:pt x="625281" y="34316"/>
                </a:lnTo>
                <a:lnTo>
                  <a:pt x="642978" y="34316"/>
                </a:lnTo>
                <a:cubicBezTo>
                  <a:pt x="643386" y="34316"/>
                  <a:pt x="643744" y="34405"/>
                  <a:pt x="644050" y="34584"/>
                </a:cubicBezTo>
                <a:cubicBezTo>
                  <a:pt x="644357" y="34763"/>
                  <a:pt x="644625" y="35069"/>
                  <a:pt x="644855" y="35503"/>
                </a:cubicBezTo>
                <a:cubicBezTo>
                  <a:pt x="645084" y="35937"/>
                  <a:pt x="645250" y="36486"/>
                  <a:pt x="645353" y="37150"/>
                </a:cubicBezTo>
                <a:cubicBezTo>
                  <a:pt x="645455" y="37814"/>
                  <a:pt x="645506" y="38631"/>
                  <a:pt x="645506" y="39601"/>
                </a:cubicBezTo>
                <a:cubicBezTo>
                  <a:pt x="645506" y="41440"/>
                  <a:pt x="645276" y="42767"/>
                  <a:pt x="644816" y="43584"/>
                </a:cubicBezTo>
                <a:cubicBezTo>
                  <a:pt x="644357" y="44401"/>
                  <a:pt x="643744" y="44810"/>
                  <a:pt x="642978" y="44810"/>
                </a:cubicBezTo>
                <a:lnTo>
                  <a:pt x="625281" y="44810"/>
                </a:lnTo>
                <a:lnTo>
                  <a:pt x="625281" y="83375"/>
                </a:lnTo>
                <a:cubicBezTo>
                  <a:pt x="625281" y="88136"/>
                  <a:pt x="625983" y="91734"/>
                  <a:pt x="627388" y="94168"/>
                </a:cubicBezTo>
                <a:cubicBezTo>
                  <a:pt x="628792" y="96600"/>
                  <a:pt x="631308" y="97816"/>
                  <a:pt x="634934" y="97816"/>
                </a:cubicBezTo>
                <a:cubicBezTo>
                  <a:pt x="636108" y="97816"/>
                  <a:pt x="637155" y="97701"/>
                  <a:pt x="638075" y="97471"/>
                </a:cubicBezTo>
                <a:cubicBezTo>
                  <a:pt x="638994" y="97241"/>
                  <a:pt x="639811" y="96999"/>
                  <a:pt x="640526" y="96743"/>
                </a:cubicBezTo>
                <a:cubicBezTo>
                  <a:pt x="641241" y="96488"/>
                  <a:pt x="641854" y="96245"/>
                  <a:pt x="642365" y="96016"/>
                </a:cubicBezTo>
                <a:cubicBezTo>
                  <a:pt x="642876" y="95786"/>
                  <a:pt x="643335" y="95671"/>
                  <a:pt x="643744" y="95671"/>
                </a:cubicBezTo>
                <a:cubicBezTo>
                  <a:pt x="643999" y="95671"/>
                  <a:pt x="644242" y="95735"/>
                  <a:pt x="644472" y="95862"/>
                </a:cubicBezTo>
                <a:cubicBezTo>
                  <a:pt x="644701" y="95990"/>
                  <a:pt x="644880" y="96233"/>
                  <a:pt x="645008" y="96590"/>
                </a:cubicBezTo>
                <a:cubicBezTo>
                  <a:pt x="645135" y="96948"/>
                  <a:pt x="645250" y="97433"/>
                  <a:pt x="645353" y="98045"/>
                </a:cubicBezTo>
                <a:cubicBezTo>
                  <a:pt x="645455" y="98658"/>
                  <a:pt x="645506" y="99424"/>
                  <a:pt x="645506" y="100343"/>
                </a:cubicBezTo>
                <a:close/>
                <a:moveTo>
                  <a:pt x="676155" y="105322"/>
                </a:moveTo>
                <a:cubicBezTo>
                  <a:pt x="676155" y="105731"/>
                  <a:pt x="676053" y="106076"/>
                  <a:pt x="675849" y="106356"/>
                </a:cubicBezTo>
                <a:cubicBezTo>
                  <a:pt x="675644" y="106637"/>
                  <a:pt x="675312" y="106880"/>
                  <a:pt x="674853" y="107084"/>
                </a:cubicBezTo>
                <a:cubicBezTo>
                  <a:pt x="674393" y="107288"/>
                  <a:pt x="673755" y="107442"/>
                  <a:pt x="672937" y="107544"/>
                </a:cubicBezTo>
                <a:cubicBezTo>
                  <a:pt x="672120" y="107646"/>
                  <a:pt x="671073" y="107697"/>
                  <a:pt x="669797" y="107697"/>
                </a:cubicBezTo>
                <a:cubicBezTo>
                  <a:pt x="668571" y="107697"/>
                  <a:pt x="667549" y="107646"/>
                  <a:pt x="666732" y="107544"/>
                </a:cubicBezTo>
                <a:cubicBezTo>
                  <a:pt x="665915" y="107442"/>
                  <a:pt x="665264" y="107288"/>
                  <a:pt x="664779" y="107084"/>
                </a:cubicBezTo>
                <a:cubicBezTo>
                  <a:pt x="664293" y="106880"/>
                  <a:pt x="663962" y="106637"/>
                  <a:pt x="663783" y="106356"/>
                </a:cubicBezTo>
                <a:cubicBezTo>
                  <a:pt x="663604" y="106076"/>
                  <a:pt x="663515" y="105731"/>
                  <a:pt x="663515" y="105322"/>
                </a:cubicBezTo>
                <a:lnTo>
                  <a:pt x="663515" y="36384"/>
                </a:lnTo>
                <a:cubicBezTo>
                  <a:pt x="663515" y="36027"/>
                  <a:pt x="663604" y="35695"/>
                  <a:pt x="663783" y="35388"/>
                </a:cubicBezTo>
                <a:cubicBezTo>
                  <a:pt x="663962" y="35082"/>
                  <a:pt x="664293" y="34827"/>
                  <a:pt x="664779" y="34622"/>
                </a:cubicBezTo>
                <a:cubicBezTo>
                  <a:pt x="665264" y="34418"/>
                  <a:pt x="665915" y="34265"/>
                  <a:pt x="666732" y="34163"/>
                </a:cubicBezTo>
                <a:cubicBezTo>
                  <a:pt x="667549" y="34061"/>
                  <a:pt x="668571" y="34010"/>
                  <a:pt x="669797" y="34010"/>
                </a:cubicBezTo>
                <a:cubicBezTo>
                  <a:pt x="671073" y="34010"/>
                  <a:pt x="672120" y="34061"/>
                  <a:pt x="672937" y="34163"/>
                </a:cubicBezTo>
                <a:cubicBezTo>
                  <a:pt x="673755" y="34265"/>
                  <a:pt x="674393" y="34418"/>
                  <a:pt x="674853" y="34622"/>
                </a:cubicBezTo>
                <a:cubicBezTo>
                  <a:pt x="675312" y="34827"/>
                  <a:pt x="675644" y="35082"/>
                  <a:pt x="675849" y="35388"/>
                </a:cubicBezTo>
                <a:cubicBezTo>
                  <a:pt x="676053" y="35695"/>
                  <a:pt x="676155" y="36027"/>
                  <a:pt x="676155" y="36384"/>
                </a:cubicBezTo>
                <a:lnTo>
                  <a:pt x="676155" y="105322"/>
                </a:lnTo>
                <a:moveTo>
                  <a:pt x="677611" y="13022"/>
                </a:moveTo>
                <a:cubicBezTo>
                  <a:pt x="677611" y="15983"/>
                  <a:pt x="677049" y="18001"/>
                  <a:pt x="675925" y="19073"/>
                </a:cubicBezTo>
                <a:cubicBezTo>
                  <a:pt x="674802" y="20145"/>
                  <a:pt x="672733" y="20681"/>
                  <a:pt x="669720" y="20681"/>
                </a:cubicBezTo>
                <a:cubicBezTo>
                  <a:pt x="666758" y="20681"/>
                  <a:pt x="664728" y="20158"/>
                  <a:pt x="663630" y="19111"/>
                </a:cubicBezTo>
                <a:cubicBezTo>
                  <a:pt x="662531" y="18064"/>
                  <a:pt x="661982" y="16086"/>
                  <a:pt x="661982" y="13175"/>
                </a:cubicBezTo>
                <a:cubicBezTo>
                  <a:pt x="661982" y="10213"/>
                  <a:pt x="662544" y="8196"/>
                  <a:pt x="663668" y="7124"/>
                </a:cubicBezTo>
                <a:cubicBezTo>
                  <a:pt x="664791" y="6051"/>
                  <a:pt x="666860" y="5515"/>
                  <a:pt x="669873" y="5515"/>
                </a:cubicBezTo>
                <a:cubicBezTo>
                  <a:pt x="672835" y="5515"/>
                  <a:pt x="674865" y="6038"/>
                  <a:pt x="675963" y="7085"/>
                </a:cubicBezTo>
                <a:cubicBezTo>
                  <a:pt x="677062" y="8132"/>
                  <a:pt x="677611" y="10111"/>
                  <a:pt x="677611" y="13022"/>
                </a:cubicBezTo>
                <a:close/>
                <a:moveTo>
                  <a:pt x="764710" y="70126"/>
                </a:moveTo>
                <a:cubicBezTo>
                  <a:pt x="764710" y="75747"/>
                  <a:pt x="763969" y="80923"/>
                  <a:pt x="762488" y="85651"/>
                </a:cubicBezTo>
                <a:cubicBezTo>
                  <a:pt x="761007" y="90379"/>
                  <a:pt x="758798" y="94457"/>
                  <a:pt x="755861" y="97883"/>
                </a:cubicBezTo>
                <a:cubicBezTo>
                  <a:pt x="752925" y="101307"/>
                  <a:pt x="749247" y="103978"/>
                  <a:pt x="744830" y="105894"/>
                </a:cubicBezTo>
                <a:cubicBezTo>
                  <a:pt x="740412" y="107811"/>
                  <a:pt x="735292" y="108769"/>
                  <a:pt x="729470" y="108769"/>
                </a:cubicBezTo>
                <a:cubicBezTo>
                  <a:pt x="723801" y="108769"/>
                  <a:pt x="718859" y="107926"/>
                  <a:pt x="714646" y="106239"/>
                </a:cubicBezTo>
                <a:cubicBezTo>
                  <a:pt x="710433" y="104552"/>
                  <a:pt x="706921" y="102099"/>
                  <a:pt x="704112" y="98878"/>
                </a:cubicBezTo>
                <a:cubicBezTo>
                  <a:pt x="701303" y="95658"/>
                  <a:pt x="699209" y="91748"/>
                  <a:pt x="697830" y="87147"/>
                </a:cubicBezTo>
                <a:cubicBezTo>
                  <a:pt x="696452" y="82546"/>
                  <a:pt x="695762" y="77332"/>
                  <a:pt x="695762" y="71504"/>
                </a:cubicBezTo>
                <a:cubicBezTo>
                  <a:pt x="695762" y="65882"/>
                  <a:pt x="696490" y="60707"/>
                  <a:pt x="697945" y="55979"/>
                </a:cubicBezTo>
                <a:cubicBezTo>
                  <a:pt x="699401" y="51250"/>
                  <a:pt x="701597" y="47174"/>
                  <a:pt x="704534" y="43749"/>
                </a:cubicBezTo>
                <a:cubicBezTo>
                  <a:pt x="707470" y="40323"/>
                  <a:pt x="711135" y="37665"/>
                  <a:pt x="715527" y="35774"/>
                </a:cubicBezTo>
                <a:cubicBezTo>
                  <a:pt x="719919" y="33883"/>
                  <a:pt x="725052" y="32937"/>
                  <a:pt x="730925" y="32937"/>
                </a:cubicBezTo>
                <a:cubicBezTo>
                  <a:pt x="736594" y="32937"/>
                  <a:pt x="741536" y="33781"/>
                  <a:pt x="745749" y="35467"/>
                </a:cubicBezTo>
                <a:cubicBezTo>
                  <a:pt x="749962" y="37154"/>
                  <a:pt x="753474" y="39608"/>
                  <a:pt x="756283" y="42828"/>
                </a:cubicBezTo>
                <a:cubicBezTo>
                  <a:pt x="759092" y="46048"/>
                  <a:pt x="761198" y="49959"/>
                  <a:pt x="762603" y="54559"/>
                </a:cubicBezTo>
                <a:cubicBezTo>
                  <a:pt x="764007" y="59160"/>
                  <a:pt x="764710" y="64349"/>
                  <a:pt x="764710" y="70126"/>
                </a:cubicBezTo>
                <a:moveTo>
                  <a:pt x="751380" y="70968"/>
                </a:moveTo>
                <a:cubicBezTo>
                  <a:pt x="751380" y="67236"/>
                  <a:pt x="751035" y="63707"/>
                  <a:pt x="750346" y="60383"/>
                </a:cubicBezTo>
                <a:cubicBezTo>
                  <a:pt x="749656" y="57059"/>
                  <a:pt x="748520" y="54144"/>
                  <a:pt x="746936" y="51639"/>
                </a:cubicBezTo>
                <a:cubicBezTo>
                  <a:pt x="745353" y="49134"/>
                  <a:pt x="743208" y="47152"/>
                  <a:pt x="740501" y="45696"/>
                </a:cubicBezTo>
                <a:cubicBezTo>
                  <a:pt x="737795" y="44237"/>
                  <a:pt x="734424" y="43508"/>
                  <a:pt x="730389" y="43508"/>
                </a:cubicBezTo>
                <a:cubicBezTo>
                  <a:pt x="726661" y="43508"/>
                  <a:pt x="723456" y="44172"/>
                  <a:pt x="720775" y="45502"/>
                </a:cubicBezTo>
                <a:cubicBezTo>
                  <a:pt x="718093" y="46831"/>
                  <a:pt x="715885" y="48711"/>
                  <a:pt x="714148" y="51141"/>
                </a:cubicBezTo>
                <a:cubicBezTo>
                  <a:pt x="712412" y="53570"/>
                  <a:pt x="711122" y="56446"/>
                  <a:pt x="710279" y="59770"/>
                </a:cubicBezTo>
                <a:cubicBezTo>
                  <a:pt x="709437" y="63093"/>
                  <a:pt x="709015" y="66723"/>
                  <a:pt x="709015" y="70662"/>
                </a:cubicBezTo>
                <a:cubicBezTo>
                  <a:pt x="709015" y="74445"/>
                  <a:pt x="709360" y="77999"/>
                  <a:pt x="710050" y="81323"/>
                </a:cubicBezTo>
                <a:cubicBezTo>
                  <a:pt x="710739" y="84647"/>
                  <a:pt x="711888" y="87549"/>
                  <a:pt x="713497" y="90029"/>
                </a:cubicBezTo>
                <a:cubicBezTo>
                  <a:pt x="715106" y="92509"/>
                  <a:pt x="717263" y="94478"/>
                  <a:pt x="719970" y="95937"/>
                </a:cubicBezTo>
                <a:cubicBezTo>
                  <a:pt x="722677" y="97394"/>
                  <a:pt x="726048" y="98122"/>
                  <a:pt x="730083" y="98122"/>
                </a:cubicBezTo>
                <a:cubicBezTo>
                  <a:pt x="733760" y="98122"/>
                  <a:pt x="736952" y="97457"/>
                  <a:pt x="739659" y="96128"/>
                </a:cubicBezTo>
                <a:cubicBezTo>
                  <a:pt x="742365" y="94799"/>
                  <a:pt x="744587" y="92933"/>
                  <a:pt x="746324" y="90529"/>
                </a:cubicBezTo>
                <a:cubicBezTo>
                  <a:pt x="748060" y="88124"/>
                  <a:pt x="749337" y="85261"/>
                  <a:pt x="750154" y="81938"/>
                </a:cubicBezTo>
                <a:cubicBezTo>
                  <a:pt x="750971" y="78614"/>
                  <a:pt x="751380" y="74958"/>
                  <a:pt x="751380" y="70968"/>
                </a:cubicBezTo>
                <a:close/>
                <a:moveTo>
                  <a:pt x="845357" y="105322"/>
                </a:moveTo>
                <a:cubicBezTo>
                  <a:pt x="845357" y="105731"/>
                  <a:pt x="845255" y="106076"/>
                  <a:pt x="845051" y="106356"/>
                </a:cubicBezTo>
                <a:cubicBezTo>
                  <a:pt x="844847" y="106637"/>
                  <a:pt x="844515" y="106880"/>
                  <a:pt x="844055" y="107084"/>
                </a:cubicBezTo>
                <a:cubicBezTo>
                  <a:pt x="843595" y="107288"/>
                  <a:pt x="842957" y="107442"/>
                  <a:pt x="842140" y="107544"/>
                </a:cubicBezTo>
                <a:cubicBezTo>
                  <a:pt x="841323" y="107646"/>
                  <a:pt x="840301" y="107697"/>
                  <a:pt x="839076" y="107697"/>
                </a:cubicBezTo>
                <a:cubicBezTo>
                  <a:pt x="837799" y="107697"/>
                  <a:pt x="836752" y="107646"/>
                  <a:pt x="835935" y="107544"/>
                </a:cubicBezTo>
                <a:cubicBezTo>
                  <a:pt x="835117" y="107442"/>
                  <a:pt x="834479" y="107288"/>
                  <a:pt x="834019" y="107084"/>
                </a:cubicBezTo>
                <a:cubicBezTo>
                  <a:pt x="833560" y="106880"/>
                  <a:pt x="833228" y="106637"/>
                  <a:pt x="833023" y="106356"/>
                </a:cubicBezTo>
                <a:cubicBezTo>
                  <a:pt x="832819" y="106076"/>
                  <a:pt x="832717" y="105731"/>
                  <a:pt x="832717" y="105322"/>
                </a:cubicBezTo>
                <a:lnTo>
                  <a:pt x="832717" y="64955"/>
                </a:lnTo>
                <a:cubicBezTo>
                  <a:pt x="832717" y="61023"/>
                  <a:pt x="832411" y="57857"/>
                  <a:pt x="831798" y="55457"/>
                </a:cubicBezTo>
                <a:cubicBezTo>
                  <a:pt x="831185" y="53057"/>
                  <a:pt x="830291" y="50989"/>
                  <a:pt x="829116" y="49253"/>
                </a:cubicBezTo>
                <a:cubicBezTo>
                  <a:pt x="827942" y="47516"/>
                  <a:pt x="826422" y="46189"/>
                  <a:pt x="824558" y="45269"/>
                </a:cubicBezTo>
                <a:cubicBezTo>
                  <a:pt x="822694" y="44350"/>
                  <a:pt x="820536" y="43891"/>
                  <a:pt x="818085" y="43891"/>
                </a:cubicBezTo>
                <a:cubicBezTo>
                  <a:pt x="814918" y="43891"/>
                  <a:pt x="811752" y="45014"/>
                  <a:pt x="808585" y="47261"/>
                </a:cubicBezTo>
                <a:cubicBezTo>
                  <a:pt x="805419" y="49508"/>
                  <a:pt x="802099" y="52802"/>
                  <a:pt x="798626" y="57142"/>
                </a:cubicBezTo>
                <a:lnTo>
                  <a:pt x="798626" y="105322"/>
                </a:lnTo>
                <a:cubicBezTo>
                  <a:pt x="798626" y="105731"/>
                  <a:pt x="798524" y="106076"/>
                  <a:pt x="798320" y="106356"/>
                </a:cubicBezTo>
                <a:cubicBezTo>
                  <a:pt x="798116" y="106637"/>
                  <a:pt x="797784" y="106880"/>
                  <a:pt x="797324" y="107084"/>
                </a:cubicBezTo>
                <a:cubicBezTo>
                  <a:pt x="796864" y="107288"/>
                  <a:pt x="796226" y="107442"/>
                  <a:pt x="795409" y="107544"/>
                </a:cubicBezTo>
                <a:cubicBezTo>
                  <a:pt x="794592" y="107646"/>
                  <a:pt x="793545" y="107697"/>
                  <a:pt x="792268" y="107697"/>
                </a:cubicBezTo>
                <a:cubicBezTo>
                  <a:pt x="791042" y="107697"/>
                  <a:pt x="790021" y="107646"/>
                  <a:pt x="789203" y="107544"/>
                </a:cubicBezTo>
                <a:cubicBezTo>
                  <a:pt x="788386" y="107442"/>
                  <a:pt x="787735" y="107288"/>
                  <a:pt x="787250" y="107084"/>
                </a:cubicBezTo>
                <a:cubicBezTo>
                  <a:pt x="786765" y="106880"/>
                  <a:pt x="786433" y="106637"/>
                  <a:pt x="786254" y="106356"/>
                </a:cubicBezTo>
                <a:cubicBezTo>
                  <a:pt x="786075" y="106076"/>
                  <a:pt x="785986" y="105731"/>
                  <a:pt x="785986" y="105322"/>
                </a:cubicBezTo>
                <a:lnTo>
                  <a:pt x="785986" y="36384"/>
                </a:lnTo>
                <a:cubicBezTo>
                  <a:pt x="785986" y="35976"/>
                  <a:pt x="786063" y="35631"/>
                  <a:pt x="786216" y="35350"/>
                </a:cubicBezTo>
                <a:cubicBezTo>
                  <a:pt x="786369" y="35069"/>
                  <a:pt x="786675" y="34814"/>
                  <a:pt x="787135" y="34584"/>
                </a:cubicBezTo>
                <a:cubicBezTo>
                  <a:pt x="787595" y="34354"/>
                  <a:pt x="788182" y="34201"/>
                  <a:pt x="788897" y="34124"/>
                </a:cubicBezTo>
                <a:cubicBezTo>
                  <a:pt x="789612" y="34048"/>
                  <a:pt x="790557" y="34010"/>
                  <a:pt x="791732" y="34010"/>
                </a:cubicBezTo>
                <a:cubicBezTo>
                  <a:pt x="792855" y="34010"/>
                  <a:pt x="793787" y="34048"/>
                  <a:pt x="794528" y="34124"/>
                </a:cubicBezTo>
                <a:cubicBezTo>
                  <a:pt x="795268" y="34201"/>
                  <a:pt x="795843" y="34354"/>
                  <a:pt x="796251" y="34584"/>
                </a:cubicBezTo>
                <a:cubicBezTo>
                  <a:pt x="796660" y="34814"/>
                  <a:pt x="796954" y="35069"/>
                  <a:pt x="797132" y="35350"/>
                </a:cubicBezTo>
                <a:cubicBezTo>
                  <a:pt x="797311" y="35631"/>
                  <a:pt x="797401" y="35976"/>
                  <a:pt x="797401" y="36384"/>
                </a:cubicBezTo>
                <a:lnTo>
                  <a:pt x="797401" y="45499"/>
                </a:lnTo>
                <a:cubicBezTo>
                  <a:pt x="801282" y="41159"/>
                  <a:pt x="805151" y="37980"/>
                  <a:pt x="809007" y="35963"/>
                </a:cubicBezTo>
                <a:cubicBezTo>
                  <a:pt x="812863" y="33946"/>
                  <a:pt x="816757" y="32937"/>
                  <a:pt x="820690" y="32937"/>
                </a:cubicBezTo>
                <a:cubicBezTo>
                  <a:pt x="825286" y="32937"/>
                  <a:pt x="829155" y="33716"/>
                  <a:pt x="832296" y="35273"/>
                </a:cubicBezTo>
                <a:cubicBezTo>
                  <a:pt x="835437" y="36831"/>
                  <a:pt x="837977" y="38912"/>
                  <a:pt x="839918" y="41516"/>
                </a:cubicBezTo>
                <a:cubicBezTo>
                  <a:pt x="841859" y="44120"/>
                  <a:pt x="843251" y="47172"/>
                  <a:pt x="844093" y="50670"/>
                </a:cubicBezTo>
                <a:cubicBezTo>
                  <a:pt x="844936" y="54168"/>
                  <a:pt x="845357" y="58368"/>
                  <a:pt x="845357" y="63270"/>
                </a:cubicBezTo>
                <a:lnTo>
                  <a:pt x="845357" y="105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F5C21-83F4-406C-BF3E-A40B6623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73" y="765489"/>
            <a:ext cx="1199094" cy="386013"/>
          </a:xfrm>
          <a:custGeom xmlns:a="http://schemas.openxmlformats.org/drawingml/2006/main">
            <a:pathLst>
              <a:path w="1199094" h="386013" fill="none">
                <a:moveTo>
                  <a:pt x="0" y="0"/>
                </a:moveTo>
                <a:lnTo>
                  <a:pt x="1006063" y="0"/>
                </a:lnTo>
                <a:lnTo>
                  <a:pt x="1199094" y="193007"/>
                </a:lnTo>
                <a:lnTo>
                  <a:pt x="1006063" y="386013"/>
                </a:lnTo>
                <a:lnTo>
                  <a:pt x="0" y="3860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88" cap="flat">
            <a:solidFill>
              <a:srgbClr val="2E54A1"/>
            </a:solidFill>
            <a:miter/>
          </a:ln>
        </p:spPr>
      </p:sp>
      <p:sp>
        <p:nvSpPr>
          <p:cNvPr id="40" name="Text Early">
            <a:extLst xmlns:a="http://schemas.openxmlformats.org/drawingml/2006/main">
              <a:ext uri="{FF2B5EF4-FFF2-40B4-BE49-F238E27FC236}">
                <a16:creationId xmlns:a16="http://schemas.microsoft.com/office/drawing/2014/main" id="{186C9197-4EC7-4716-99F7-2B1941D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30" y="813249"/>
            <a:ext cx="301858" cy="134659"/>
          </a:xfrm>
          <a:custGeom xmlns:a="http://schemas.openxmlformats.org/drawingml/2006/main">
            <a:pathLst>
              <a:path w="301858" h="134659">
                <a:moveTo>
                  <a:pt x="55158" y="101339"/>
                </a:moveTo>
                <a:cubicBezTo>
                  <a:pt x="55158" y="102258"/>
                  <a:pt x="55107" y="103063"/>
                  <a:pt x="55005" y="103752"/>
                </a:cubicBezTo>
                <a:cubicBezTo>
                  <a:pt x="54903" y="104441"/>
                  <a:pt x="54724" y="105016"/>
                  <a:pt x="54469" y="105476"/>
                </a:cubicBezTo>
                <a:cubicBezTo>
                  <a:pt x="54213" y="105935"/>
                  <a:pt x="53920" y="106267"/>
                  <a:pt x="53588" y="106471"/>
                </a:cubicBezTo>
                <a:cubicBezTo>
                  <a:pt x="53256" y="106676"/>
                  <a:pt x="52885" y="106778"/>
                  <a:pt x="52477" y="106778"/>
                </a:cubicBezTo>
                <a:lnTo>
                  <a:pt x="4903" y="106778"/>
                </a:lnTo>
                <a:cubicBezTo>
                  <a:pt x="3728" y="106778"/>
                  <a:pt x="2617" y="106382"/>
                  <a:pt x="1570" y="105590"/>
                </a:cubicBezTo>
                <a:cubicBezTo>
                  <a:pt x="523" y="104799"/>
                  <a:pt x="0" y="103407"/>
                  <a:pt x="0" y="101416"/>
                </a:cubicBezTo>
                <a:lnTo>
                  <a:pt x="0" y="13022"/>
                </a:lnTo>
                <a:cubicBezTo>
                  <a:pt x="0" y="11030"/>
                  <a:pt x="523" y="9639"/>
                  <a:pt x="1570" y="8847"/>
                </a:cubicBezTo>
                <a:cubicBezTo>
                  <a:pt x="2617" y="8056"/>
                  <a:pt x="3728" y="7660"/>
                  <a:pt x="4903" y="7660"/>
                </a:cubicBezTo>
                <a:lnTo>
                  <a:pt x="51940" y="7660"/>
                </a:lnTo>
                <a:cubicBezTo>
                  <a:pt x="52349" y="7660"/>
                  <a:pt x="52719" y="7762"/>
                  <a:pt x="53051" y="7966"/>
                </a:cubicBezTo>
                <a:cubicBezTo>
                  <a:pt x="53383" y="8170"/>
                  <a:pt x="53651" y="8502"/>
                  <a:pt x="53856" y="8962"/>
                </a:cubicBezTo>
                <a:cubicBezTo>
                  <a:pt x="54060" y="9422"/>
                  <a:pt x="54226" y="9996"/>
                  <a:pt x="54354" y="10685"/>
                </a:cubicBezTo>
                <a:cubicBezTo>
                  <a:pt x="54481" y="11375"/>
                  <a:pt x="54545" y="12230"/>
                  <a:pt x="54545" y="13251"/>
                </a:cubicBezTo>
                <a:cubicBezTo>
                  <a:pt x="54545" y="14171"/>
                  <a:pt x="54481" y="14975"/>
                  <a:pt x="54354" y="15664"/>
                </a:cubicBezTo>
                <a:cubicBezTo>
                  <a:pt x="54226" y="16354"/>
                  <a:pt x="54060" y="16915"/>
                  <a:pt x="53856" y="17349"/>
                </a:cubicBezTo>
                <a:cubicBezTo>
                  <a:pt x="53651" y="17784"/>
                  <a:pt x="53383" y="18103"/>
                  <a:pt x="53051" y="18307"/>
                </a:cubicBezTo>
                <a:cubicBezTo>
                  <a:pt x="52719" y="18511"/>
                  <a:pt x="52349" y="18613"/>
                  <a:pt x="51940" y="18613"/>
                </a:cubicBezTo>
                <a:lnTo>
                  <a:pt x="13177" y="18613"/>
                </a:lnTo>
                <a:lnTo>
                  <a:pt x="13177" y="49712"/>
                </a:lnTo>
                <a:lnTo>
                  <a:pt x="46425" y="49712"/>
                </a:lnTo>
                <a:cubicBezTo>
                  <a:pt x="46833" y="49712"/>
                  <a:pt x="47204" y="49827"/>
                  <a:pt x="47535" y="50057"/>
                </a:cubicBezTo>
                <a:cubicBezTo>
                  <a:pt x="47867" y="50287"/>
                  <a:pt x="48148" y="50606"/>
                  <a:pt x="48378" y="51014"/>
                </a:cubicBezTo>
                <a:cubicBezTo>
                  <a:pt x="48608" y="51423"/>
                  <a:pt x="48774" y="51985"/>
                  <a:pt x="48876" y="52699"/>
                </a:cubicBezTo>
                <a:cubicBezTo>
                  <a:pt x="48978" y="53414"/>
                  <a:pt x="49029" y="54257"/>
                  <a:pt x="49029" y="55227"/>
                </a:cubicBezTo>
                <a:cubicBezTo>
                  <a:pt x="49029" y="56146"/>
                  <a:pt x="48978" y="56938"/>
                  <a:pt x="48876" y="57602"/>
                </a:cubicBezTo>
                <a:cubicBezTo>
                  <a:pt x="48774" y="58266"/>
                  <a:pt x="48608" y="58802"/>
                  <a:pt x="48378" y="59210"/>
                </a:cubicBezTo>
                <a:cubicBezTo>
                  <a:pt x="48148" y="59619"/>
                  <a:pt x="47867" y="59912"/>
                  <a:pt x="47535" y="60091"/>
                </a:cubicBezTo>
                <a:cubicBezTo>
                  <a:pt x="47204" y="60270"/>
                  <a:pt x="46833" y="60359"/>
                  <a:pt x="46425" y="60359"/>
                </a:cubicBezTo>
                <a:lnTo>
                  <a:pt x="13177" y="60359"/>
                </a:lnTo>
                <a:lnTo>
                  <a:pt x="13177" y="95824"/>
                </a:lnTo>
                <a:lnTo>
                  <a:pt x="52477" y="95824"/>
                </a:lnTo>
                <a:cubicBezTo>
                  <a:pt x="52885" y="95824"/>
                  <a:pt x="53256" y="95926"/>
                  <a:pt x="53588" y="96131"/>
                </a:cubicBezTo>
                <a:cubicBezTo>
                  <a:pt x="53920" y="96335"/>
                  <a:pt x="54213" y="96654"/>
                  <a:pt x="54469" y="97088"/>
                </a:cubicBezTo>
                <a:cubicBezTo>
                  <a:pt x="54724" y="97522"/>
                  <a:pt x="54903" y="98084"/>
                  <a:pt x="55005" y="98773"/>
                </a:cubicBezTo>
                <a:cubicBezTo>
                  <a:pt x="55107" y="99463"/>
                  <a:pt x="55158" y="100318"/>
                  <a:pt x="55158" y="101339"/>
                </a:cubicBezTo>
                <a:close/>
                <a:moveTo>
                  <a:pt x="126437" y="104939"/>
                </a:moveTo>
                <a:cubicBezTo>
                  <a:pt x="126437" y="105552"/>
                  <a:pt x="126233" y="106012"/>
                  <a:pt x="125824" y="106318"/>
                </a:cubicBezTo>
                <a:cubicBezTo>
                  <a:pt x="125416" y="106624"/>
                  <a:pt x="124854" y="106854"/>
                  <a:pt x="124139" y="107007"/>
                </a:cubicBezTo>
                <a:cubicBezTo>
                  <a:pt x="123424" y="107161"/>
                  <a:pt x="122377" y="107237"/>
                  <a:pt x="120998" y="107237"/>
                </a:cubicBezTo>
                <a:cubicBezTo>
                  <a:pt x="119670" y="107237"/>
                  <a:pt x="118610" y="107161"/>
                  <a:pt x="117819" y="107007"/>
                </a:cubicBezTo>
                <a:cubicBezTo>
                  <a:pt x="117027" y="106854"/>
                  <a:pt x="116453" y="106624"/>
                  <a:pt x="116095" y="106318"/>
                </a:cubicBezTo>
                <a:cubicBezTo>
                  <a:pt x="115738" y="106012"/>
                  <a:pt x="115559" y="105552"/>
                  <a:pt x="115559" y="104939"/>
                </a:cubicBezTo>
                <a:lnTo>
                  <a:pt x="115559" y="98045"/>
                </a:lnTo>
                <a:cubicBezTo>
                  <a:pt x="112546" y="101263"/>
                  <a:pt x="109188" y="103778"/>
                  <a:pt x="105485" y="105590"/>
                </a:cubicBezTo>
                <a:cubicBezTo>
                  <a:pt x="101782" y="107403"/>
                  <a:pt x="97862" y="108310"/>
                  <a:pt x="93725" y="108310"/>
                </a:cubicBezTo>
                <a:cubicBezTo>
                  <a:pt x="90099" y="108310"/>
                  <a:pt x="86818" y="107836"/>
                  <a:pt x="83881" y="106888"/>
                </a:cubicBezTo>
                <a:cubicBezTo>
                  <a:pt x="80945" y="105940"/>
                  <a:pt x="78442" y="104569"/>
                  <a:pt x="76374" y="102775"/>
                </a:cubicBezTo>
                <a:cubicBezTo>
                  <a:pt x="74305" y="100982"/>
                  <a:pt x="72696" y="98779"/>
                  <a:pt x="71547" y="96166"/>
                </a:cubicBezTo>
                <a:cubicBezTo>
                  <a:pt x="70398" y="93553"/>
                  <a:pt x="69824" y="90580"/>
                  <a:pt x="69824" y="87248"/>
                </a:cubicBezTo>
                <a:cubicBezTo>
                  <a:pt x="69824" y="83354"/>
                  <a:pt x="70615" y="79972"/>
                  <a:pt x="72199" y="77103"/>
                </a:cubicBezTo>
                <a:cubicBezTo>
                  <a:pt x="73782" y="74232"/>
                  <a:pt x="76054" y="71849"/>
                  <a:pt x="79017" y="69953"/>
                </a:cubicBezTo>
                <a:cubicBezTo>
                  <a:pt x="81979" y="68057"/>
                  <a:pt x="85605" y="66636"/>
                  <a:pt x="89895" y="65688"/>
                </a:cubicBezTo>
                <a:cubicBezTo>
                  <a:pt x="94185" y="64740"/>
                  <a:pt x="99011" y="64266"/>
                  <a:pt x="104374" y="64266"/>
                </a:cubicBezTo>
                <a:lnTo>
                  <a:pt x="113873" y="64266"/>
                </a:lnTo>
                <a:lnTo>
                  <a:pt x="113873" y="58923"/>
                </a:lnTo>
                <a:cubicBezTo>
                  <a:pt x="113873" y="56277"/>
                  <a:pt x="113593" y="53937"/>
                  <a:pt x="113031" y="51902"/>
                </a:cubicBezTo>
                <a:cubicBezTo>
                  <a:pt x="112469" y="49866"/>
                  <a:pt x="111562" y="48174"/>
                  <a:pt x="110311" y="46825"/>
                </a:cubicBezTo>
                <a:cubicBezTo>
                  <a:pt x="109060" y="45477"/>
                  <a:pt x="107438" y="44460"/>
                  <a:pt x="105447" y="43773"/>
                </a:cubicBezTo>
                <a:cubicBezTo>
                  <a:pt x="103455" y="43086"/>
                  <a:pt x="101003" y="42742"/>
                  <a:pt x="98092" y="42742"/>
                </a:cubicBezTo>
                <a:cubicBezTo>
                  <a:pt x="94977" y="42742"/>
                  <a:pt x="92181" y="43108"/>
                  <a:pt x="89704" y="43840"/>
                </a:cubicBezTo>
                <a:cubicBezTo>
                  <a:pt x="87227" y="44573"/>
                  <a:pt x="85056" y="45381"/>
                  <a:pt x="83192" y="46265"/>
                </a:cubicBezTo>
                <a:cubicBezTo>
                  <a:pt x="81328" y="47149"/>
                  <a:pt x="79770" y="47958"/>
                  <a:pt x="78519" y="48690"/>
                </a:cubicBezTo>
                <a:cubicBezTo>
                  <a:pt x="77267" y="49422"/>
                  <a:pt x="76335" y="49789"/>
                  <a:pt x="75723" y="49789"/>
                </a:cubicBezTo>
                <a:cubicBezTo>
                  <a:pt x="75314" y="49789"/>
                  <a:pt x="74956" y="49687"/>
                  <a:pt x="74650" y="49482"/>
                </a:cubicBezTo>
                <a:cubicBezTo>
                  <a:pt x="74344" y="49278"/>
                  <a:pt x="74075" y="48972"/>
                  <a:pt x="73846" y="48563"/>
                </a:cubicBezTo>
                <a:cubicBezTo>
                  <a:pt x="73616" y="48155"/>
                  <a:pt x="73450" y="47631"/>
                  <a:pt x="73348" y="46993"/>
                </a:cubicBezTo>
                <a:cubicBezTo>
                  <a:pt x="73246" y="46355"/>
                  <a:pt x="73194" y="45652"/>
                  <a:pt x="73194" y="44886"/>
                </a:cubicBezTo>
                <a:cubicBezTo>
                  <a:pt x="73194" y="43610"/>
                  <a:pt x="73284" y="42601"/>
                  <a:pt x="73463" y="41861"/>
                </a:cubicBezTo>
                <a:cubicBezTo>
                  <a:pt x="73641" y="41120"/>
                  <a:pt x="74075" y="40418"/>
                  <a:pt x="74765" y="39754"/>
                </a:cubicBezTo>
                <a:cubicBezTo>
                  <a:pt x="75454" y="39091"/>
                  <a:pt x="76642" y="38317"/>
                  <a:pt x="78327" y="37435"/>
                </a:cubicBezTo>
                <a:cubicBezTo>
                  <a:pt x="80013" y="36551"/>
                  <a:pt x="81953" y="35743"/>
                  <a:pt x="84149" y="35012"/>
                </a:cubicBezTo>
                <a:cubicBezTo>
                  <a:pt x="86346" y="34282"/>
                  <a:pt x="88746" y="33677"/>
                  <a:pt x="91351" y="33198"/>
                </a:cubicBezTo>
                <a:cubicBezTo>
                  <a:pt x="93955" y="32718"/>
                  <a:pt x="96586" y="32478"/>
                  <a:pt x="99241" y="32478"/>
                </a:cubicBezTo>
                <a:cubicBezTo>
                  <a:pt x="104195" y="32478"/>
                  <a:pt x="108409" y="33039"/>
                  <a:pt x="111882" y="34163"/>
                </a:cubicBezTo>
                <a:cubicBezTo>
                  <a:pt x="115355" y="35286"/>
                  <a:pt x="118164" y="36933"/>
                  <a:pt x="120309" y="39103"/>
                </a:cubicBezTo>
                <a:cubicBezTo>
                  <a:pt x="122454" y="41274"/>
                  <a:pt x="124011" y="43967"/>
                  <a:pt x="124982" y="47184"/>
                </a:cubicBezTo>
                <a:cubicBezTo>
                  <a:pt x="125952" y="50402"/>
                  <a:pt x="126437" y="54155"/>
                  <a:pt x="126437" y="58444"/>
                </a:cubicBezTo>
                <a:lnTo>
                  <a:pt x="126437" y="104939"/>
                </a:lnTo>
                <a:moveTo>
                  <a:pt x="113873" y="73381"/>
                </a:moveTo>
                <a:lnTo>
                  <a:pt x="103072" y="73381"/>
                </a:lnTo>
                <a:cubicBezTo>
                  <a:pt x="99599" y="73381"/>
                  <a:pt x="96586" y="73677"/>
                  <a:pt x="94032" y="74269"/>
                </a:cubicBezTo>
                <a:cubicBezTo>
                  <a:pt x="91478" y="74859"/>
                  <a:pt x="89359" y="75732"/>
                  <a:pt x="87673" y="76888"/>
                </a:cubicBezTo>
                <a:cubicBezTo>
                  <a:pt x="85988" y="78043"/>
                  <a:pt x="84750" y="79431"/>
                  <a:pt x="83958" y="81050"/>
                </a:cubicBezTo>
                <a:cubicBezTo>
                  <a:pt x="83166" y="82668"/>
                  <a:pt x="82770" y="84531"/>
                  <a:pt x="82770" y="86637"/>
                </a:cubicBezTo>
                <a:cubicBezTo>
                  <a:pt x="82770" y="90234"/>
                  <a:pt x="83907" y="93099"/>
                  <a:pt x="86180" y="95231"/>
                </a:cubicBezTo>
                <a:cubicBezTo>
                  <a:pt x="88452" y="97362"/>
                  <a:pt x="91632" y="98428"/>
                  <a:pt x="95717" y="98428"/>
                </a:cubicBezTo>
                <a:cubicBezTo>
                  <a:pt x="99037" y="98428"/>
                  <a:pt x="102114" y="97581"/>
                  <a:pt x="104949" y="95886"/>
                </a:cubicBezTo>
                <a:cubicBezTo>
                  <a:pt x="107783" y="94190"/>
                  <a:pt x="110758" y="91595"/>
                  <a:pt x="113873" y="88102"/>
                </a:cubicBezTo>
                <a:lnTo>
                  <a:pt x="113873" y="73381"/>
                </a:lnTo>
                <a:close/>
                <a:moveTo>
                  <a:pt x="192314" y="40444"/>
                </a:moveTo>
                <a:cubicBezTo>
                  <a:pt x="192314" y="41567"/>
                  <a:pt x="192288" y="42512"/>
                  <a:pt x="192237" y="43278"/>
                </a:cubicBezTo>
                <a:cubicBezTo>
                  <a:pt x="192186" y="44044"/>
                  <a:pt x="192084" y="44644"/>
                  <a:pt x="191931" y="45078"/>
                </a:cubicBezTo>
                <a:cubicBezTo>
                  <a:pt x="191778" y="45512"/>
                  <a:pt x="191586" y="45844"/>
                  <a:pt x="191356" y="46074"/>
                </a:cubicBezTo>
                <a:cubicBezTo>
                  <a:pt x="191126" y="46304"/>
                  <a:pt x="190807" y="46418"/>
                  <a:pt x="190399" y="46418"/>
                </a:cubicBezTo>
                <a:cubicBezTo>
                  <a:pt x="189990" y="46418"/>
                  <a:pt x="189492" y="46304"/>
                  <a:pt x="188905" y="46074"/>
                </a:cubicBezTo>
                <a:cubicBezTo>
                  <a:pt x="188317" y="45844"/>
                  <a:pt x="187654" y="45614"/>
                  <a:pt x="186913" y="45384"/>
                </a:cubicBezTo>
                <a:cubicBezTo>
                  <a:pt x="186172" y="45155"/>
                  <a:pt x="185343" y="44938"/>
                  <a:pt x="184423" y="44733"/>
                </a:cubicBezTo>
                <a:cubicBezTo>
                  <a:pt x="183504" y="44529"/>
                  <a:pt x="182508" y="44427"/>
                  <a:pt x="181436" y="44427"/>
                </a:cubicBezTo>
                <a:cubicBezTo>
                  <a:pt x="180159" y="44427"/>
                  <a:pt x="178907" y="44682"/>
                  <a:pt x="177682" y="45193"/>
                </a:cubicBezTo>
                <a:cubicBezTo>
                  <a:pt x="176456" y="45704"/>
                  <a:pt x="175166" y="46546"/>
                  <a:pt x="173813" y="47721"/>
                </a:cubicBezTo>
                <a:cubicBezTo>
                  <a:pt x="172460" y="48895"/>
                  <a:pt x="171042" y="50453"/>
                  <a:pt x="169561" y="52393"/>
                </a:cubicBezTo>
                <a:cubicBezTo>
                  <a:pt x="168080" y="54334"/>
                  <a:pt x="166446" y="56708"/>
                  <a:pt x="164658" y="59517"/>
                </a:cubicBezTo>
                <a:lnTo>
                  <a:pt x="164658" y="104863"/>
                </a:lnTo>
                <a:cubicBezTo>
                  <a:pt x="164658" y="105271"/>
                  <a:pt x="164556" y="105616"/>
                  <a:pt x="164352" y="105897"/>
                </a:cubicBezTo>
                <a:cubicBezTo>
                  <a:pt x="164148" y="106178"/>
                  <a:pt x="163816" y="106420"/>
                  <a:pt x="163356" y="106624"/>
                </a:cubicBezTo>
                <a:cubicBezTo>
                  <a:pt x="162896" y="106829"/>
                  <a:pt x="162258" y="106982"/>
                  <a:pt x="161441" y="107084"/>
                </a:cubicBezTo>
                <a:cubicBezTo>
                  <a:pt x="160624" y="107186"/>
                  <a:pt x="159577" y="107237"/>
                  <a:pt x="158300" y="107237"/>
                </a:cubicBezTo>
                <a:cubicBezTo>
                  <a:pt x="157074" y="107237"/>
                  <a:pt x="156053" y="107186"/>
                  <a:pt x="155235" y="107084"/>
                </a:cubicBezTo>
                <a:cubicBezTo>
                  <a:pt x="154418" y="106982"/>
                  <a:pt x="153767" y="106829"/>
                  <a:pt x="153282" y="106624"/>
                </a:cubicBezTo>
                <a:cubicBezTo>
                  <a:pt x="152797" y="106420"/>
                  <a:pt x="152465" y="106178"/>
                  <a:pt x="152286" y="105897"/>
                </a:cubicBezTo>
                <a:cubicBezTo>
                  <a:pt x="152107" y="105616"/>
                  <a:pt x="152018" y="105271"/>
                  <a:pt x="152018" y="104863"/>
                </a:cubicBezTo>
                <a:lnTo>
                  <a:pt x="152018" y="35924"/>
                </a:lnTo>
                <a:cubicBezTo>
                  <a:pt x="152018" y="35516"/>
                  <a:pt x="152095" y="35171"/>
                  <a:pt x="152248" y="34890"/>
                </a:cubicBezTo>
                <a:cubicBezTo>
                  <a:pt x="152401" y="34610"/>
                  <a:pt x="152707" y="34354"/>
                  <a:pt x="153167" y="34124"/>
                </a:cubicBezTo>
                <a:cubicBezTo>
                  <a:pt x="153627" y="33895"/>
                  <a:pt x="154214" y="33741"/>
                  <a:pt x="154929" y="33665"/>
                </a:cubicBezTo>
                <a:cubicBezTo>
                  <a:pt x="155644" y="33588"/>
                  <a:pt x="156589" y="33550"/>
                  <a:pt x="157764" y="33550"/>
                </a:cubicBezTo>
                <a:cubicBezTo>
                  <a:pt x="158887" y="33550"/>
                  <a:pt x="159819" y="33588"/>
                  <a:pt x="160560" y="33665"/>
                </a:cubicBezTo>
                <a:cubicBezTo>
                  <a:pt x="161300" y="33741"/>
                  <a:pt x="161875" y="33895"/>
                  <a:pt x="162283" y="34124"/>
                </a:cubicBezTo>
                <a:cubicBezTo>
                  <a:pt x="162692" y="34354"/>
                  <a:pt x="162986" y="34610"/>
                  <a:pt x="163164" y="34890"/>
                </a:cubicBezTo>
                <a:cubicBezTo>
                  <a:pt x="163343" y="35171"/>
                  <a:pt x="163433" y="35516"/>
                  <a:pt x="163433" y="35924"/>
                </a:cubicBezTo>
                <a:lnTo>
                  <a:pt x="163433" y="45959"/>
                </a:lnTo>
                <a:cubicBezTo>
                  <a:pt x="165322" y="43201"/>
                  <a:pt x="167097" y="40954"/>
                  <a:pt x="168757" y="39218"/>
                </a:cubicBezTo>
                <a:cubicBezTo>
                  <a:pt x="170417" y="37482"/>
                  <a:pt x="171987" y="36116"/>
                  <a:pt x="173468" y="35120"/>
                </a:cubicBezTo>
                <a:cubicBezTo>
                  <a:pt x="174949" y="34124"/>
                  <a:pt x="176418" y="33435"/>
                  <a:pt x="177873" y="33052"/>
                </a:cubicBezTo>
                <a:cubicBezTo>
                  <a:pt x="179329" y="32669"/>
                  <a:pt x="180797" y="32478"/>
                  <a:pt x="182278" y="32478"/>
                </a:cubicBezTo>
                <a:cubicBezTo>
                  <a:pt x="182942" y="32478"/>
                  <a:pt x="183695" y="32516"/>
                  <a:pt x="184538" y="32592"/>
                </a:cubicBezTo>
                <a:cubicBezTo>
                  <a:pt x="185381" y="32669"/>
                  <a:pt x="186262" y="32809"/>
                  <a:pt x="187181" y="33014"/>
                </a:cubicBezTo>
                <a:cubicBezTo>
                  <a:pt x="188100" y="33218"/>
                  <a:pt x="188930" y="33448"/>
                  <a:pt x="189671" y="33703"/>
                </a:cubicBezTo>
                <a:cubicBezTo>
                  <a:pt x="190411" y="33958"/>
                  <a:pt x="190935" y="34214"/>
                  <a:pt x="191241" y="34469"/>
                </a:cubicBezTo>
                <a:cubicBezTo>
                  <a:pt x="191548" y="34724"/>
                  <a:pt x="191752" y="34967"/>
                  <a:pt x="191854" y="35197"/>
                </a:cubicBezTo>
                <a:cubicBezTo>
                  <a:pt x="191956" y="35427"/>
                  <a:pt x="192046" y="35720"/>
                  <a:pt x="192122" y="36078"/>
                </a:cubicBezTo>
                <a:cubicBezTo>
                  <a:pt x="192199" y="36435"/>
                  <a:pt x="192250" y="36959"/>
                  <a:pt x="192276" y="37648"/>
                </a:cubicBezTo>
                <a:cubicBezTo>
                  <a:pt x="192301" y="38337"/>
                  <a:pt x="192314" y="39269"/>
                  <a:pt x="192314" y="40444"/>
                </a:cubicBezTo>
                <a:close/>
                <a:moveTo>
                  <a:pt x="220842" y="104860"/>
                </a:moveTo>
                <a:cubicBezTo>
                  <a:pt x="220842" y="105269"/>
                  <a:pt x="220740" y="105614"/>
                  <a:pt x="220536" y="105897"/>
                </a:cubicBezTo>
                <a:cubicBezTo>
                  <a:pt x="220331" y="106178"/>
                  <a:pt x="219999" y="106420"/>
                  <a:pt x="219540" y="106624"/>
                </a:cubicBezTo>
                <a:cubicBezTo>
                  <a:pt x="219080" y="106829"/>
                  <a:pt x="218442" y="106982"/>
                  <a:pt x="217625" y="107084"/>
                </a:cubicBezTo>
                <a:cubicBezTo>
                  <a:pt x="216807" y="107186"/>
                  <a:pt x="215760" y="107237"/>
                  <a:pt x="214484" y="107237"/>
                </a:cubicBezTo>
                <a:cubicBezTo>
                  <a:pt x="213258" y="107237"/>
                  <a:pt x="212236" y="107186"/>
                  <a:pt x="211419" y="107084"/>
                </a:cubicBezTo>
                <a:cubicBezTo>
                  <a:pt x="210602" y="106982"/>
                  <a:pt x="209951" y="106829"/>
                  <a:pt x="209466" y="106624"/>
                </a:cubicBezTo>
                <a:cubicBezTo>
                  <a:pt x="208981" y="106420"/>
                  <a:pt x="208649" y="106178"/>
                  <a:pt x="208470" y="105897"/>
                </a:cubicBezTo>
                <a:cubicBezTo>
                  <a:pt x="208291" y="105614"/>
                  <a:pt x="208202" y="105269"/>
                  <a:pt x="208202" y="104860"/>
                </a:cubicBezTo>
                <a:lnTo>
                  <a:pt x="208202" y="2454"/>
                </a:lnTo>
                <a:cubicBezTo>
                  <a:pt x="208202" y="2045"/>
                  <a:pt x="208291" y="1688"/>
                  <a:pt x="208470" y="1381"/>
                </a:cubicBezTo>
                <a:cubicBezTo>
                  <a:pt x="208649" y="1073"/>
                  <a:pt x="208981" y="817"/>
                  <a:pt x="209466" y="613"/>
                </a:cubicBezTo>
                <a:cubicBezTo>
                  <a:pt x="209951" y="409"/>
                  <a:pt x="210602" y="255"/>
                  <a:pt x="211419" y="153"/>
                </a:cubicBezTo>
                <a:cubicBezTo>
                  <a:pt x="212236" y="51"/>
                  <a:pt x="213258" y="0"/>
                  <a:pt x="214484" y="0"/>
                </a:cubicBezTo>
                <a:cubicBezTo>
                  <a:pt x="215760" y="0"/>
                  <a:pt x="216807" y="51"/>
                  <a:pt x="217625" y="153"/>
                </a:cubicBezTo>
                <a:cubicBezTo>
                  <a:pt x="218442" y="255"/>
                  <a:pt x="219080" y="409"/>
                  <a:pt x="219540" y="613"/>
                </a:cubicBezTo>
                <a:cubicBezTo>
                  <a:pt x="219999" y="817"/>
                  <a:pt x="220331" y="1073"/>
                  <a:pt x="220536" y="1381"/>
                </a:cubicBezTo>
                <a:cubicBezTo>
                  <a:pt x="220740" y="1688"/>
                  <a:pt x="220842" y="2045"/>
                  <a:pt x="220842" y="2454"/>
                </a:cubicBezTo>
                <a:lnTo>
                  <a:pt x="220842" y="104860"/>
                </a:lnTo>
                <a:close/>
                <a:moveTo>
                  <a:pt x="276654" y="106778"/>
                </a:moveTo>
                <a:lnTo>
                  <a:pt x="267461" y="132132"/>
                </a:lnTo>
                <a:cubicBezTo>
                  <a:pt x="267154" y="132949"/>
                  <a:pt x="266376" y="133574"/>
                  <a:pt x="265124" y="134008"/>
                </a:cubicBezTo>
                <a:cubicBezTo>
                  <a:pt x="263873" y="134442"/>
                  <a:pt x="261971" y="134659"/>
                  <a:pt x="259417" y="134659"/>
                </a:cubicBezTo>
                <a:cubicBezTo>
                  <a:pt x="258089" y="134659"/>
                  <a:pt x="257017" y="134596"/>
                  <a:pt x="256199" y="134468"/>
                </a:cubicBezTo>
                <a:cubicBezTo>
                  <a:pt x="255382" y="134340"/>
                  <a:pt x="254757" y="134123"/>
                  <a:pt x="254322" y="133817"/>
                </a:cubicBezTo>
                <a:cubicBezTo>
                  <a:pt x="253888" y="133510"/>
                  <a:pt x="253646" y="133102"/>
                  <a:pt x="253595" y="132591"/>
                </a:cubicBezTo>
                <a:cubicBezTo>
                  <a:pt x="253544" y="132081"/>
                  <a:pt x="253671" y="131468"/>
                  <a:pt x="253978" y="130753"/>
                </a:cubicBezTo>
                <a:lnTo>
                  <a:pt x="263477" y="106778"/>
                </a:lnTo>
                <a:cubicBezTo>
                  <a:pt x="263018" y="106573"/>
                  <a:pt x="262583" y="106241"/>
                  <a:pt x="262175" y="105782"/>
                </a:cubicBezTo>
                <a:cubicBezTo>
                  <a:pt x="261766" y="105322"/>
                  <a:pt x="261485" y="104837"/>
                  <a:pt x="261332" y="104327"/>
                </a:cubicBezTo>
                <a:lnTo>
                  <a:pt x="236741" y="38452"/>
                </a:lnTo>
                <a:cubicBezTo>
                  <a:pt x="236332" y="37380"/>
                  <a:pt x="236128" y="36537"/>
                  <a:pt x="236128" y="35924"/>
                </a:cubicBezTo>
                <a:cubicBezTo>
                  <a:pt x="236128" y="35312"/>
                  <a:pt x="236332" y="34827"/>
                  <a:pt x="236741" y="34469"/>
                </a:cubicBezTo>
                <a:cubicBezTo>
                  <a:pt x="237149" y="34112"/>
                  <a:pt x="237813" y="33869"/>
                  <a:pt x="238733" y="33741"/>
                </a:cubicBezTo>
                <a:cubicBezTo>
                  <a:pt x="239652" y="33614"/>
                  <a:pt x="240878" y="33550"/>
                  <a:pt x="242410" y="33550"/>
                </a:cubicBezTo>
                <a:cubicBezTo>
                  <a:pt x="243942" y="33550"/>
                  <a:pt x="245142" y="33588"/>
                  <a:pt x="246010" y="33665"/>
                </a:cubicBezTo>
                <a:cubicBezTo>
                  <a:pt x="246879" y="33741"/>
                  <a:pt x="247568" y="33882"/>
                  <a:pt x="248079" y="34086"/>
                </a:cubicBezTo>
                <a:cubicBezTo>
                  <a:pt x="248590" y="34290"/>
                  <a:pt x="248960" y="34584"/>
                  <a:pt x="249190" y="34967"/>
                </a:cubicBezTo>
                <a:cubicBezTo>
                  <a:pt x="249420" y="35350"/>
                  <a:pt x="249662" y="35873"/>
                  <a:pt x="249917" y="36537"/>
                </a:cubicBezTo>
                <a:lnTo>
                  <a:pt x="269606" y="91841"/>
                </a:lnTo>
                <a:lnTo>
                  <a:pt x="269836" y="91841"/>
                </a:lnTo>
                <a:lnTo>
                  <a:pt x="288835" y="36231"/>
                </a:lnTo>
                <a:cubicBezTo>
                  <a:pt x="289141" y="35261"/>
                  <a:pt x="289511" y="34635"/>
                  <a:pt x="289945" y="34354"/>
                </a:cubicBezTo>
                <a:cubicBezTo>
                  <a:pt x="290379" y="34073"/>
                  <a:pt x="291031" y="33869"/>
                  <a:pt x="291899" y="33741"/>
                </a:cubicBezTo>
                <a:cubicBezTo>
                  <a:pt x="292767" y="33614"/>
                  <a:pt x="294018" y="33550"/>
                  <a:pt x="295653" y="33550"/>
                </a:cubicBezTo>
                <a:cubicBezTo>
                  <a:pt x="297083" y="33550"/>
                  <a:pt x="298257" y="33614"/>
                  <a:pt x="299177" y="33741"/>
                </a:cubicBezTo>
                <a:cubicBezTo>
                  <a:pt x="300096" y="33869"/>
                  <a:pt x="300773" y="34112"/>
                  <a:pt x="301207" y="34469"/>
                </a:cubicBezTo>
                <a:cubicBezTo>
                  <a:pt x="301641" y="34827"/>
                  <a:pt x="301858" y="35312"/>
                  <a:pt x="301858" y="35924"/>
                </a:cubicBezTo>
                <a:cubicBezTo>
                  <a:pt x="301858" y="36537"/>
                  <a:pt x="301705" y="37303"/>
                  <a:pt x="301398" y="38222"/>
                </a:cubicBezTo>
                <a:lnTo>
                  <a:pt x="276654" y="106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identification">
            <a:extLst xmlns:a="http://schemas.openxmlformats.org/drawingml/2006/main">
              <a:ext uri="{FF2B5EF4-FFF2-40B4-BE49-F238E27FC236}">
                <a16:creationId xmlns:a16="http://schemas.microsoft.com/office/drawing/2014/main" id="{AD9A18EC-8807-4C55-8D23-52463CB7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32" y="1001062"/>
            <a:ext cx="845358" cy="108769"/>
          </a:xfrm>
          <a:custGeom xmlns:a="http://schemas.openxmlformats.org/drawingml/2006/main">
            <a:pathLst>
              <a:path w="845358" h="108769">
                <a:moveTo>
                  <a:pt x="14173" y="105322"/>
                </a:moveTo>
                <a:cubicBezTo>
                  <a:pt x="14173" y="105731"/>
                  <a:pt x="14070" y="106076"/>
                  <a:pt x="13866" y="106356"/>
                </a:cubicBezTo>
                <a:cubicBezTo>
                  <a:pt x="13662" y="106637"/>
                  <a:pt x="13330" y="106880"/>
                  <a:pt x="12870" y="107084"/>
                </a:cubicBezTo>
                <a:cubicBezTo>
                  <a:pt x="12411" y="107288"/>
                  <a:pt x="11772" y="107442"/>
                  <a:pt x="10955" y="107544"/>
                </a:cubicBezTo>
                <a:cubicBezTo>
                  <a:pt x="10138" y="107646"/>
                  <a:pt x="9091" y="107697"/>
                  <a:pt x="7814" y="107697"/>
                </a:cubicBezTo>
                <a:cubicBezTo>
                  <a:pt x="6588" y="107697"/>
                  <a:pt x="5567" y="107646"/>
                  <a:pt x="4750" y="107544"/>
                </a:cubicBezTo>
                <a:cubicBezTo>
                  <a:pt x="3933" y="107442"/>
                  <a:pt x="3281" y="107288"/>
                  <a:pt x="2796" y="107084"/>
                </a:cubicBezTo>
                <a:cubicBezTo>
                  <a:pt x="2311" y="106880"/>
                  <a:pt x="1979" y="106637"/>
                  <a:pt x="1800" y="106356"/>
                </a:cubicBezTo>
                <a:cubicBezTo>
                  <a:pt x="1622" y="106076"/>
                  <a:pt x="1532" y="105731"/>
                  <a:pt x="1532" y="105322"/>
                </a:cubicBezTo>
                <a:lnTo>
                  <a:pt x="1532" y="36384"/>
                </a:lnTo>
                <a:cubicBezTo>
                  <a:pt x="1532" y="36027"/>
                  <a:pt x="1622" y="35695"/>
                  <a:pt x="1800" y="35388"/>
                </a:cubicBezTo>
                <a:cubicBezTo>
                  <a:pt x="1979" y="35082"/>
                  <a:pt x="2311" y="34827"/>
                  <a:pt x="2796" y="34622"/>
                </a:cubicBezTo>
                <a:cubicBezTo>
                  <a:pt x="3281" y="34418"/>
                  <a:pt x="3933" y="34265"/>
                  <a:pt x="4750" y="34163"/>
                </a:cubicBezTo>
                <a:cubicBezTo>
                  <a:pt x="5567" y="34061"/>
                  <a:pt x="6588" y="34010"/>
                  <a:pt x="7814" y="34010"/>
                </a:cubicBezTo>
                <a:cubicBezTo>
                  <a:pt x="9091" y="34010"/>
                  <a:pt x="10138" y="34061"/>
                  <a:pt x="10955" y="34163"/>
                </a:cubicBezTo>
                <a:cubicBezTo>
                  <a:pt x="11772" y="34265"/>
                  <a:pt x="12411" y="34418"/>
                  <a:pt x="12870" y="34622"/>
                </a:cubicBezTo>
                <a:cubicBezTo>
                  <a:pt x="13330" y="34827"/>
                  <a:pt x="13662" y="35082"/>
                  <a:pt x="13866" y="35388"/>
                </a:cubicBezTo>
                <a:cubicBezTo>
                  <a:pt x="14070" y="35695"/>
                  <a:pt x="14173" y="36027"/>
                  <a:pt x="14173" y="36384"/>
                </a:cubicBezTo>
                <a:lnTo>
                  <a:pt x="14173" y="105322"/>
                </a:lnTo>
                <a:moveTo>
                  <a:pt x="15628" y="13022"/>
                </a:moveTo>
                <a:cubicBezTo>
                  <a:pt x="15628" y="15983"/>
                  <a:pt x="15066" y="18001"/>
                  <a:pt x="13943" y="19073"/>
                </a:cubicBezTo>
                <a:cubicBezTo>
                  <a:pt x="12819" y="20145"/>
                  <a:pt x="10751" y="20681"/>
                  <a:pt x="7737" y="20681"/>
                </a:cubicBezTo>
                <a:cubicBezTo>
                  <a:pt x="4775" y="20681"/>
                  <a:pt x="2745" y="20158"/>
                  <a:pt x="1647" y="19111"/>
                </a:cubicBezTo>
                <a:cubicBezTo>
                  <a:pt x="549" y="18064"/>
                  <a:pt x="0" y="16086"/>
                  <a:pt x="0" y="13175"/>
                </a:cubicBezTo>
                <a:cubicBezTo>
                  <a:pt x="0" y="10213"/>
                  <a:pt x="562" y="8196"/>
                  <a:pt x="1685" y="7124"/>
                </a:cubicBezTo>
                <a:cubicBezTo>
                  <a:pt x="2809" y="6051"/>
                  <a:pt x="4877" y="5515"/>
                  <a:pt x="7891" y="5515"/>
                </a:cubicBezTo>
                <a:cubicBezTo>
                  <a:pt x="10853" y="5515"/>
                  <a:pt x="12883" y="6038"/>
                  <a:pt x="13981" y="7085"/>
                </a:cubicBezTo>
                <a:cubicBezTo>
                  <a:pt x="15079" y="8132"/>
                  <a:pt x="15628" y="10111"/>
                  <a:pt x="15628" y="13022"/>
                </a:cubicBezTo>
                <a:close/>
                <a:moveTo>
                  <a:pt x="97671" y="105320"/>
                </a:moveTo>
                <a:cubicBezTo>
                  <a:pt x="97671" y="105728"/>
                  <a:pt x="97582" y="106087"/>
                  <a:pt x="97403" y="106395"/>
                </a:cubicBezTo>
                <a:cubicBezTo>
                  <a:pt x="97224" y="106701"/>
                  <a:pt x="96918" y="106944"/>
                  <a:pt x="96484" y="107122"/>
                </a:cubicBezTo>
                <a:cubicBezTo>
                  <a:pt x="96050" y="107301"/>
                  <a:pt x="95475" y="107442"/>
                  <a:pt x="94760" y="107544"/>
                </a:cubicBezTo>
                <a:cubicBezTo>
                  <a:pt x="94045" y="107646"/>
                  <a:pt x="93177" y="107697"/>
                  <a:pt x="92155" y="107697"/>
                </a:cubicBezTo>
                <a:cubicBezTo>
                  <a:pt x="91083" y="107697"/>
                  <a:pt x="90189" y="107646"/>
                  <a:pt x="89474" y="107544"/>
                </a:cubicBezTo>
                <a:cubicBezTo>
                  <a:pt x="88759" y="107443"/>
                  <a:pt x="88172" y="107304"/>
                  <a:pt x="87712" y="107127"/>
                </a:cubicBezTo>
                <a:cubicBezTo>
                  <a:pt x="87252" y="106948"/>
                  <a:pt x="86920" y="106707"/>
                  <a:pt x="86716" y="106402"/>
                </a:cubicBezTo>
                <a:cubicBezTo>
                  <a:pt x="86512" y="106097"/>
                  <a:pt x="86410" y="105742"/>
                  <a:pt x="86410" y="105337"/>
                </a:cubicBezTo>
                <a:lnTo>
                  <a:pt x="86410" y="96272"/>
                </a:lnTo>
                <a:cubicBezTo>
                  <a:pt x="82784" y="100207"/>
                  <a:pt x="79017" y="103274"/>
                  <a:pt x="75110" y="105473"/>
                </a:cubicBezTo>
                <a:cubicBezTo>
                  <a:pt x="71203" y="107671"/>
                  <a:pt x="66926" y="108769"/>
                  <a:pt x="62278" y="108769"/>
                </a:cubicBezTo>
                <a:cubicBezTo>
                  <a:pt x="57222" y="108769"/>
                  <a:pt x="52906" y="107785"/>
                  <a:pt x="49331" y="105818"/>
                </a:cubicBezTo>
                <a:cubicBezTo>
                  <a:pt x="45756" y="103850"/>
                  <a:pt x="42858" y="101192"/>
                  <a:pt x="40636" y="97844"/>
                </a:cubicBezTo>
                <a:cubicBezTo>
                  <a:pt x="38415" y="94495"/>
                  <a:pt x="36793" y="90559"/>
                  <a:pt x="35772" y="86036"/>
                </a:cubicBezTo>
                <a:cubicBezTo>
                  <a:pt x="34750" y="81512"/>
                  <a:pt x="34239" y="76745"/>
                  <a:pt x="34239" y="71734"/>
                </a:cubicBezTo>
                <a:cubicBezTo>
                  <a:pt x="34239" y="65806"/>
                  <a:pt x="34878" y="60452"/>
                  <a:pt x="36155" y="55672"/>
                </a:cubicBezTo>
                <a:cubicBezTo>
                  <a:pt x="37431" y="50893"/>
                  <a:pt x="39321" y="46817"/>
                  <a:pt x="41824" y="43443"/>
                </a:cubicBezTo>
                <a:cubicBezTo>
                  <a:pt x="44326" y="40068"/>
                  <a:pt x="47429" y="37473"/>
                  <a:pt x="51132" y="35659"/>
                </a:cubicBezTo>
                <a:cubicBezTo>
                  <a:pt x="54834" y="33844"/>
                  <a:pt x="59112" y="32937"/>
                  <a:pt x="63963" y="32937"/>
                </a:cubicBezTo>
                <a:cubicBezTo>
                  <a:pt x="67998" y="32937"/>
                  <a:pt x="71688" y="33819"/>
                  <a:pt x="75033" y="35582"/>
                </a:cubicBezTo>
                <a:cubicBezTo>
                  <a:pt x="78379" y="37346"/>
                  <a:pt x="81686" y="39939"/>
                  <a:pt x="84954" y="43364"/>
                </a:cubicBezTo>
                <a:lnTo>
                  <a:pt x="84954" y="3222"/>
                </a:lnTo>
                <a:cubicBezTo>
                  <a:pt x="84954" y="2864"/>
                  <a:pt x="85044" y="2520"/>
                  <a:pt x="85222" y="2188"/>
                </a:cubicBezTo>
                <a:cubicBezTo>
                  <a:pt x="85401" y="1854"/>
                  <a:pt x="85746" y="1598"/>
                  <a:pt x="86257" y="1419"/>
                </a:cubicBezTo>
                <a:cubicBezTo>
                  <a:pt x="86767" y="1239"/>
                  <a:pt x="87418" y="1085"/>
                  <a:pt x="88210" y="957"/>
                </a:cubicBezTo>
                <a:cubicBezTo>
                  <a:pt x="89002" y="830"/>
                  <a:pt x="90010" y="766"/>
                  <a:pt x="91236" y="766"/>
                </a:cubicBezTo>
                <a:cubicBezTo>
                  <a:pt x="92513" y="766"/>
                  <a:pt x="93560" y="830"/>
                  <a:pt x="94377" y="957"/>
                </a:cubicBezTo>
                <a:cubicBezTo>
                  <a:pt x="95194" y="1085"/>
                  <a:pt x="95833" y="1238"/>
                  <a:pt x="96292" y="1417"/>
                </a:cubicBezTo>
                <a:cubicBezTo>
                  <a:pt x="96752" y="1596"/>
                  <a:pt x="97097" y="1852"/>
                  <a:pt x="97326" y="2185"/>
                </a:cubicBezTo>
                <a:cubicBezTo>
                  <a:pt x="97556" y="2517"/>
                  <a:pt x="97671" y="2862"/>
                  <a:pt x="97671" y="3220"/>
                </a:cubicBezTo>
                <a:lnTo>
                  <a:pt x="97671" y="105320"/>
                </a:lnTo>
                <a:moveTo>
                  <a:pt x="84954" y="56860"/>
                </a:moveTo>
                <a:cubicBezTo>
                  <a:pt x="81532" y="52613"/>
                  <a:pt x="78225" y="49378"/>
                  <a:pt x="75033" y="47153"/>
                </a:cubicBezTo>
                <a:cubicBezTo>
                  <a:pt x="71841" y="44927"/>
                  <a:pt x="68509" y="43814"/>
                  <a:pt x="65036" y="43814"/>
                </a:cubicBezTo>
                <a:cubicBezTo>
                  <a:pt x="61818" y="43814"/>
                  <a:pt x="59086" y="44582"/>
                  <a:pt x="56839" y="46117"/>
                </a:cubicBezTo>
                <a:cubicBezTo>
                  <a:pt x="54592" y="47650"/>
                  <a:pt x="52766" y="49670"/>
                  <a:pt x="51361" y="52175"/>
                </a:cubicBezTo>
                <a:cubicBezTo>
                  <a:pt x="49957" y="54681"/>
                  <a:pt x="48935" y="57519"/>
                  <a:pt x="48297" y="60690"/>
                </a:cubicBezTo>
                <a:cubicBezTo>
                  <a:pt x="47659" y="63860"/>
                  <a:pt x="47339" y="67082"/>
                  <a:pt x="47339" y="70355"/>
                </a:cubicBezTo>
                <a:cubicBezTo>
                  <a:pt x="47339" y="73833"/>
                  <a:pt x="47608" y="77233"/>
                  <a:pt x="48144" y="80557"/>
                </a:cubicBezTo>
                <a:cubicBezTo>
                  <a:pt x="48680" y="83881"/>
                  <a:pt x="49612" y="86834"/>
                  <a:pt x="50940" y="89416"/>
                </a:cubicBezTo>
                <a:cubicBezTo>
                  <a:pt x="52268" y="91998"/>
                  <a:pt x="54030" y="94070"/>
                  <a:pt x="56226" y="95630"/>
                </a:cubicBezTo>
                <a:cubicBezTo>
                  <a:pt x="58422" y="97189"/>
                  <a:pt x="61180" y="97969"/>
                  <a:pt x="64500" y="97969"/>
                </a:cubicBezTo>
                <a:cubicBezTo>
                  <a:pt x="66185" y="97969"/>
                  <a:pt x="67807" y="97739"/>
                  <a:pt x="69364" y="97280"/>
                </a:cubicBezTo>
                <a:cubicBezTo>
                  <a:pt x="70922" y="96818"/>
                  <a:pt x="72518" y="96051"/>
                  <a:pt x="74152" y="94977"/>
                </a:cubicBezTo>
                <a:cubicBezTo>
                  <a:pt x="75787" y="93903"/>
                  <a:pt x="77498" y="92509"/>
                  <a:pt x="79285" y="90795"/>
                </a:cubicBezTo>
                <a:cubicBezTo>
                  <a:pt x="81073" y="89081"/>
                  <a:pt x="82962" y="86971"/>
                  <a:pt x="84954" y="84464"/>
                </a:cubicBezTo>
                <a:lnTo>
                  <a:pt x="84954" y="56860"/>
                </a:lnTo>
                <a:close/>
                <a:moveTo>
                  <a:pt x="182839" y="67866"/>
                </a:moveTo>
                <a:cubicBezTo>
                  <a:pt x="182839" y="69857"/>
                  <a:pt x="182341" y="71274"/>
                  <a:pt x="181345" y="72117"/>
                </a:cubicBezTo>
                <a:cubicBezTo>
                  <a:pt x="180349" y="72960"/>
                  <a:pt x="179213" y="73381"/>
                  <a:pt x="177936" y="73381"/>
                </a:cubicBezTo>
                <a:lnTo>
                  <a:pt x="132737" y="73381"/>
                </a:lnTo>
                <a:cubicBezTo>
                  <a:pt x="132737" y="77222"/>
                  <a:pt x="133120" y="80679"/>
                  <a:pt x="133886" y="83753"/>
                </a:cubicBezTo>
                <a:cubicBezTo>
                  <a:pt x="134652" y="86826"/>
                  <a:pt x="135929" y="89464"/>
                  <a:pt x="137716" y="91666"/>
                </a:cubicBezTo>
                <a:cubicBezTo>
                  <a:pt x="139504" y="93869"/>
                  <a:pt x="141828" y="95559"/>
                  <a:pt x="144688" y="96739"/>
                </a:cubicBezTo>
                <a:cubicBezTo>
                  <a:pt x="147548" y="97916"/>
                  <a:pt x="151046" y="98505"/>
                  <a:pt x="155183" y="98505"/>
                </a:cubicBezTo>
                <a:cubicBezTo>
                  <a:pt x="158452" y="98505"/>
                  <a:pt x="161363" y="98237"/>
                  <a:pt x="163916" y="97701"/>
                </a:cubicBezTo>
                <a:cubicBezTo>
                  <a:pt x="166470" y="97165"/>
                  <a:pt x="168679" y="96565"/>
                  <a:pt x="170543" y="95901"/>
                </a:cubicBezTo>
                <a:cubicBezTo>
                  <a:pt x="172407" y="95237"/>
                  <a:pt x="173939" y="94637"/>
                  <a:pt x="175140" y="94101"/>
                </a:cubicBezTo>
                <a:cubicBezTo>
                  <a:pt x="176340" y="93565"/>
                  <a:pt x="177246" y="93296"/>
                  <a:pt x="177859" y="93296"/>
                </a:cubicBezTo>
                <a:cubicBezTo>
                  <a:pt x="178217" y="93296"/>
                  <a:pt x="178536" y="93386"/>
                  <a:pt x="178817" y="93565"/>
                </a:cubicBezTo>
                <a:cubicBezTo>
                  <a:pt x="179098" y="93743"/>
                  <a:pt x="179315" y="94011"/>
                  <a:pt x="179468" y="94369"/>
                </a:cubicBezTo>
                <a:cubicBezTo>
                  <a:pt x="179621" y="94726"/>
                  <a:pt x="179736" y="95224"/>
                  <a:pt x="179813" y="95862"/>
                </a:cubicBezTo>
                <a:cubicBezTo>
                  <a:pt x="179889" y="96501"/>
                  <a:pt x="179928" y="97280"/>
                  <a:pt x="179928" y="98199"/>
                </a:cubicBezTo>
                <a:cubicBezTo>
                  <a:pt x="179928" y="98863"/>
                  <a:pt x="179902" y="99437"/>
                  <a:pt x="179851" y="99922"/>
                </a:cubicBezTo>
                <a:cubicBezTo>
                  <a:pt x="179800" y="100407"/>
                  <a:pt x="179736" y="100841"/>
                  <a:pt x="179659" y="101224"/>
                </a:cubicBezTo>
                <a:cubicBezTo>
                  <a:pt x="179583" y="101607"/>
                  <a:pt x="179455" y="101952"/>
                  <a:pt x="179276" y="102258"/>
                </a:cubicBezTo>
                <a:cubicBezTo>
                  <a:pt x="179098" y="102565"/>
                  <a:pt x="178868" y="102858"/>
                  <a:pt x="178587" y="103139"/>
                </a:cubicBezTo>
                <a:cubicBezTo>
                  <a:pt x="178306" y="103420"/>
                  <a:pt x="177476" y="103880"/>
                  <a:pt x="176097" y="104518"/>
                </a:cubicBezTo>
                <a:cubicBezTo>
                  <a:pt x="174718" y="105156"/>
                  <a:pt x="172931" y="105782"/>
                  <a:pt x="170735" y="106395"/>
                </a:cubicBezTo>
                <a:cubicBezTo>
                  <a:pt x="168539" y="107007"/>
                  <a:pt x="165998" y="107556"/>
                  <a:pt x="163112" y="108042"/>
                </a:cubicBezTo>
                <a:cubicBezTo>
                  <a:pt x="160227" y="108527"/>
                  <a:pt x="157149" y="108769"/>
                  <a:pt x="153881" y="108769"/>
                </a:cubicBezTo>
                <a:cubicBezTo>
                  <a:pt x="148212" y="108769"/>
                  <a:pt x="143245" y="107977"/>
                  <a:pt x="138980" y="106392"/>
                </a:cubicBezTo>
                <a:cubicBezTo>
                  <a:pt x="134716" y="104808"/>
                  <a:pt x="131128" y="102456"/>
                  <a:pt x="128217" y="99338"/>
                </a:cubicBezTo>
                <a:cubicBezTo>
                  <a:pt x="125306" y="96220"/>
                  <a:pt x="123110" y="92309"/>
                  <a:pt x="121629" y="87607"/>
                </a:cubicBezTo>
                <a:cubicBezTo>
                  <a:pt x="120148" y="82904"/>
                  <a:pt x="119407" y="77434"/>
                  <a:pt x="119407" y="71198"/>
                </a:cubicBezTo>
                <a:cubicBezTo>
                  <a:pt x="119407" y="65268"/>
                  <a:pt x="120173" y="59939"/>
                  <a:pt x="121705" y="55210"/>
                </a:cubicBezTo>
                <a:cubicBezTo>
                  <a:pt x="123237" y="50482"/>
                  <a:pt x="125446" y="46469"/>
                  <a:pt x="128332" y="43173"/>
                </a:cubicBezTo>
                <a:cubicBezTo>
                  <a:pt x="131217" y="39876"/>
                  <a:pt x="134703" y="37346"/>
                  <a:pt x="138789" y="35582"/>
                </a:cubicBezTo>
                <a:cubicBezTo>
                  <a:pt x="142875" y="33819"/>
                  <a:pt x="147446" y="32937"/>
                  <a:pt x="152502" y="32937"/>
                </a:cubicBezTo>
                <a:cubicBezTo>
                  <a:pt x="157915" y="32937"/>
                  <a:pt x="162525" y="33805"/>
                  <a:pt x="166330" y="35541"/>
                </a:cubicBezTo>
                <a:cubicBezTo>
                  <a:pt x="170135" y="37278"/>
                  <a:pt x="173263" y="39614"/>
                  <a:pt x="175714" y="42550"/>
                </a:cubicBezTo>
                <a:cubicBezTo>
                  <a:pt x="178166" y="45486"/>
                  <a:pt x="179966" y="48933"/>
                  <a:pt x="181115" y="52891"/>
                </a:cubicBezTo>
                <a:cubicBezTo>
                  <a:pt x="182264" y="56849"/>
                  <a:pt x="182839" y="61074"/>
                  <a:pt x="182839" y="65568"/>
                </a:cubicBezTo>
                <a:lnTo>
                  <a:pt x="182839" y="67866"/>
                </a:lnTo>
                <a:moveTo>
                  <a:pt x="170122" y="64113"/>
                </a:moveTo>
                <a:cubicBezTo>
                  <a:pt x="170275" y="57474"/>
                  <a:pt x="168807" y="52265"/>
                  <a:pt x="165717" y="48487"/>
                </a:cubicBezTo>
                <a:cubicBezTo>
                  <a:pt x="162627" y="44708"/>
                  <a:pt x="158043" y="42818"/>
                  <a:pt x="151966" y="42818"/>
                </a:cubicBezTo>
                <a:cubicBezTo>
                  <a:pt x="148850" y="42818"/>
                  <a:pt x="146118" y="43406"/>
                  <a:pt x="143768" y="44580"/>
                </a:cubicBezTo>
                <a:cubicBezTo>
                  <a:pt x="141419" y="45755"/>
                  <a:pt x="139453" y="47312"/>
                  <a:pt x="137870" y="49253"/>
                </a:cubicBezTo>
                <a:cubicBezTo>
                  <a:pt x="136286" y="51193"/>
                  <a:pt x="135061" y="53453"/>
                  <a:pt x="134192" y="56031"/>
                </a:cubicBezTo>
                <a:cubicBezTo>
                  <a:pt x="133324" y="58610"/>
                  <a:pt x="132839" y="61304"/>
                  <a:pt x="132737" y="64113"/>
                </a:cubicBezTo>
                <a:lnTo>
                  <a:pt x="170122" y="64113"/>
                </a:lnTo>
                <a:close/>
                <a:moveTo>
                  <a:pt x="264222" y="105322"/>
                </a:moveTo>
                <a:cubicBezTo>
                  <a:pt x="264222" y="105731"/>
                  <a:pt x="264120" y="106076"/>
                  <a:pt x="263916" y="106356"/>
                </a:cubicBezTo>
                <a:cubicBezTo>
                  <a:pt x="263712" y="106637"/>
                  <a:pt x="263380" y="106880"/>
                  <a:pt x="262920" y="107084"/>
                </a:cubicBezTo>
                <a:cubicBezTo>
                  <a:pt x="262460" y="107288"/>
                  <a:pt x="261822" y="107442"/>
                  <a:pt x="261005" y="107544"/>
                </a:cubicBezTo>
                <a:cubicBezTo>
                  <a:pt x="260188" y="107646"/>
                  <a:pt x="259166" y="107697"/>
                  <a:pt x="257940" y="107697"/>
                </a:cubicBezTo>
                <a:cubicBezTo>
                  <a:pt x="256664" y="107697"/>
                  <a:pt x="255617" y="107646"/>
                  <a:pt x="254800" y="107544"/>
                </a:cubicBezTo>
                <a:cubicBezTo>
                  <a:pt x="253982" y="107442"/>
                  <a:pt x="253344" y="107288"/>
                  <a:pt x="252884" y="107084"/>
                </a:cubicBezTo>
                <a:cubicBezTo>
                  <a:pt x="252425" y="106880"/>
                  <a:pt x="252093" y="106637"/>
                  <a:pt x="251888" y="106356"/>
                </a:cubicBezTo>
                <a:cubicBezTo>
                  <a:pt x="251684" y="106076"/>
                  <a:pt x="251582" y="105731"/>
                  <a:pt x="251582" y="105322"/>
                </a:cubicBezTo>
                <a:lnTo>
                  <a:pt x="251582" y="64955"/>
                </a:lnTo>
                <a:cubicBezTo>
                  <a:pt x="251582" y="61023"/>
                  <a:pt x="251276" y="57857"/>
                  <a:pt x="250663" y="55457"/>
                </a:cubicBezTo>
                <a:cubicBezTo>
                  <a:pt x="250050" y="53057"/>
                  <a:pt x="249156" y="50989"/>
                  <a:pt x="247981" y="49253"/>
                </a:cubicBezTo>
                <a:cubicBezTo>
                  <a:pt x="246807" y="47516"/>
                  <a:pt x="245287" y="46189"/>
                  <a:pt x="243423" y="45269"/>
                </a:cubicBezTo>
                <a:cubicBezTo>
                  <a:pt x="241559" y="44350"/>
                  <a:pt x="239401" y="43891"/>
                  <a:pt x="236950" y="43891"/>
                </a:cubicBezTo>
                <a:cubicBezTo>
                  <a:pt x="233783" y="43891"/>
                  <a:pt x="230617" y="45014"/>
                  <a:pt x="227450" y="47261"/>
                </a:cubicBezTo>
                <a:cubicBezTo>
                  <a:pt x="224284" y="49508"/>
                  <a:pt x="220964" y="52802"/>
                  <a:pt x="217491" y="57142"/>
                </a:cubicBezTo>
                <a:lnTo>
                  <a:pt x="217491" y="105322"/>
                </a:lnTo>
                <a:cubicBezTo>
                  <a:pt x="217491" y="105731"/>
                  <a:pt x="217389" y="106076"/>
                  <a:pt x="217185" y="106356"/>
                </a:cubicBezTo>
                <a:cubicBezTo>
                  <a:pt x="216981" y="106637"/>
                  <a:pt x="216649" y="106880"/>
                  <a:pt x="216189" y="107084"/>
                </a:cubicBezTo>
                <a:cubicBezTo>
                  <a:pt x="215729" y="107288"/>
                  <a:pt x="215091" y="107442"/>
                  <a:pt x="214274" y="107544"/>
                </a:cubicBezTo>
                <a:cubicBezTo>
                  <a:pt x="213457" y="107646"/>
                  <a:pt x="212410" y="107697"/>
                  <a:pt x="211133" y="107697"/>
                </a:cubicBezTo>
                <a:cubicBezTo>
                  <a:pt x="209907" y="107697"/>
                  <a:pt x="208886" y="107646"/>
                  <a:pt x="208068" y="107544"/>
                </a:cubicBezTo>
                <a:cubicBezTo>
                  <a:pt x="207251" y="107442"/>
                  <a:pt x="206600" y="107288"/>
                  <a:pt x="206115" y="107084"/>
                </a:cubicBezTo>
                <a:cubicBezTo>
                  <a:pt x="205630" y="106880"/>
                  <a:pt x="205298" y="106637"/>
                  <a:pt x="205119" y="106356"/>
                </a:cubicBezTo>
                <a:cubicBezTo>
                  <a:pt x="204940" y="106076"/>
                  <a:pt x="204851" y="105731"/>
                  <a:pt x="204851" y="105322"/>
                </a:cubicBezTo>
                <a:lnTo>
                  <a:pt x="204851" y="36384"/>
                </a:lnTo>
                <a:cubicBezTo>
                  <a:pt x="204851" y="35976"/>
                  <a:pt x="204928" y="35631"/>
                  <a:pt x="205081" y="35350"/>
                </a:cubicBezTo>
                <a:cubicBezTo>
                  <a:pt x="205234" y="35069"/>
                  <a:pt x="205540" y="34814"/>
                  <a:pt x="206000" y="34584"/>
                </a:cubicBezTo>
                <a:cubicBezTo>
                  <a:pt x="206460" y="34354"/>
                  <a:pt x="207047" y="34201"/>
                  <a:pt x="207762" y="34124"/>
                </a:cubicBezTo>
                <a:cubicBezTo>
                  <a:pt x="208477" y="34048"/>
                  <a:pt x="209422" y="34010"/>
                  <a:pt x="210597" y="34010"/>
                </a:cubicBezTo>
                <a:cubicBezTo>
                  <a:pt x="211720" y="34010"/>
                  <a:pt x="212652" y="34048"/>
                  <a:pt x="213393" y="34124"/>
                </a:cubicBezTo>
                <a:cubicBezTo>
                  <a:pt x="214133" y="34201"/>
                  <a:pt x="214708" y="34354"/>
                  <a:pt x="215116" y="34584"/>
                </a:cubicBezTo>
                <a:cubicBezTo>
                  <a:pt x="215525" y="34814"/>
                  <a:pt x="215819" y="35069"/>
                  <a:pt x="215997" y="35350"/>
                </a:cubicBezTo>
                <a:cubicBezTo>
                  <a:pt x="216176" y="35631"/>
                  <a:pt x="216266" y="35976"/>
                  <a:pt x="216266" y="36384"/>
                </a:cubicBezTo>
                <a:lnTo>
                  <a:pt x="216266" y="45499"/>
                </a:lnTo>
                <a:cubicBezTo>
                  <a:pt x="220147" y="41159"/>
                  <a:pt x="224016" y="37980"/>
                  <a:pt x="227872" y="35963"/>
                </a:cubicBezTo>
                <a:cubicBezTo>
                  <a:pt x="231728" y="33946"/>
                  <a:pt x="235622" y="32937"/>
                  <a:pt x="239554" y="32937"/>
                </a:cubicBezTo>
                <a:cubicBezTo>
                  <a:pt x="244151" y="32937"/>
                  <a:pt x="248020" y="33716"/>
                  <a:pt x="251161" y="35273"/>
                </a:cubicBezTo>
                <a:cubicBezTo>
                  <a:pt x="254302" y="36831"/>
                  <a:pt x="256842" y="38912"/>
                  <a:pt x="258783" y="41516"/>
                </a:cubicBezTo>
                <a:cubicBezTo>
                  <a:pt x="260724" y="44120"/>
                  <a:pt x="262116" y="47172"/>
                  <a:pt x="262958" y="50670"/>
                </a:cubicBezTo>
                <a:cubicBezTo>
                  <a:pt x="263801" y="54168"/>
                  <a:pt x="264222" y="58368"/>
                  <a:pt x="264222" y="63270"/>
                </a:cubicBezTo>
                <a:lnTo>
                  <a:pt x="264222" y="105322"/>
                </a:lnTo>
                <a:close/>
                <a:moveTo>
                  <a:pt x="324689" y="100343"/>
                </a:moveTo>
                <a:cubicBezTo>
                  <a:pt x="324689" y="101824"/>
                  <a:pt x="324587" y="102999"/>
                  <a:pt x="324383" y="103867"/>
                </a:cubicBezTo>
                <a:cubicBezTo>
                  <a:pt x="324178" y="104735"/>
                  <a:pt x="323872" y="105373"/>
                  <a:pt x="323463" y="105782"/>
                </a:cubicBezTo>
                <a:cubicBezTo>
                  <a:pt x="323055" y="106190"/>
                  <a:pt x="322442" y="106573"/>
                  <a:pt x="321625" y="106931"/>
                </a:cubicBezTo>
                <a:cubicBezTo>
                  <a:pt x="320807" y="107288"/>
                  <a:pt x="319875" y="107582"/>
                  <a:pt x="318828" y="107812"/>
                </a:cubicBezTo>
                <a:cubicBezTo>
                  <a:pt x="317781" y="108042"/>
                  <a:pt x="316671" y="108233"/>
                  <a:pt x="315496" y="108386"/>
                </a:cubicBezTo>
                <a:cubicBezTo>
                  <a:pt x="314321" y="108539"/>
                  <a:pt x="313147" y="108616"/>
                  <a:pt x="311972" y="108616"/>
                </a:cubicBezTo>
                <a:cubicBezTo>
                  <a:pt x="308397" y="108616"/>
                  <a:pt x="305333" y="108143"/>
                  <a:pt x="302779" y="107197"/>
                </a:cubicBezTo>
                <a:cubicBezTo>
                  <a:pt x="300225" y="106249"/>
                  <a:pt x="298131" y="104815"/>
                  <a:pt x="296497" y="102895"/>
                </a:cubicBezTo>
                <a:cubicBezTo>
                  <a:pt x="294863" y="100975"/>
                  <a:pt x="293675" y="98544"/>
                  <a:pt x="292935" y="95602"/>
                </a:cubicBezTo>
                <a:cubicBezTo>
                  <a:pt x="292194" y="92659"/>
                  <a:pt x="291824" y="89191"/>
                  <a:pt x="291824" y="85199"/>
                </a:cubicBezTo>
                <a:lnTo>
                  <a:pt x="291824" y="44810"/>
                </a:lnTo>
                <a:lnTo>
                  <a:pt x="282171" y="44810"/>
                </a:lnTo>
                <a:cubicBezTo>
                  <a:pt x="281405" y="44810"/>
                  <a:pt x="280792" y="44401"/>
                  <a:pt x="280333" y="43584"/>
                </a:cubicBezTo>
                <a:cubicBezTo>
                  <a:pt x="279873" y="42767"/>
                  <a:pt x="279643" y="41440"/>
                  <a:pt x="279643" y="39601"/>
                </a:cubicBezTo>
                <a:cubicBezTo>
                  <a:pt x="279643" y="38631"/>
                  <a:pt x="279707" y="37814"/>
                  <a:pt x="279835" y="37150"/>
                </a:cubicBezTo>
                <a:cubicBezTo>
                  <a:pt x="279962" y="36486"/>
                  <a:pt x="280128" y="35937"/>
                  <a:pt x="280333" y="35503"/>
                </a:cubicBezTo>
                <a:cubicBezTo>
                  <a:pt x="280537" y="35069"/>
                  <a:pt x="280805" y="34763"/>
                  <a:pt x="281137" y="34584"/>
                </a:cubicBezTo>
                <a:cubicBezTo>
                  <a:pt x="281469" y="34405"/>
                  <a:pt x="281839" y="34316"/>
                  <a:pt x="282248" y="34316"/>
                </a:cubicBezTo>
                <a:lnTo>
                  <a:pt x="291824" y="34316"/>
                </a:lnTo>
                <a:lnTo>
                  <a:pt x="291824" y="17924"/>
                </a:lnTo>
                <a:cubicBezTo>
                  <a:pt x="291824" y="17566"/>
                  <a:pt x="291913" y="17235"/>
                  <a:pt x="292092" y="16928"/>
                </a:cubicBezTo>
                <a:cubicBezTo>
                  <a:pt x="292271" y="16622"/>
                  <a:pt x="292603" y="16354"/>
                  <a:pt x="293088" y="16124"/>
                </a:cubicBezTo>
                <a:cubicBezTo>
                  <a:pt x="293573" y="15894"/>
                  <a:pt x="294224" y="15728"/>
                  <a:pt x="295042" y="15626"/>
                </a:cubicBezTo>
                <a:cubicBezTo>
                  <a:pt x="295859" y="15524"/>
                  <a:pt x="296880" y="15473"/>
                  <a:pt x="298106" y="15473"/>
                </a:cubicBezTo>
                <a:cubicBezTo>
                  <a:pt x="299383" y="15473"/>
                  <a:pt x="300430" y="15524"/>
                  <a:pt x="301247" y="15626"/>
                </a:cubicBezTo>
                <a:cubicBezTo>
                  <a:pt x="302064" y="15728"/>
                  <a:pt x="302702" y="15894"/>
                  <a:pt x="303162" y="16124"/>
                </a:cubicBezTo>
                <a:cubicBezTo>
                  <a:pt x="303622" y="16354"/>
                  <a:pt x="303954" y="16622"/>
                  <a:pt x="304158" y="16928"/>
                </a:cubicBezTo>
                <a:cubicBezTo>
                  <a:pt x="304362" y="17235"/>
                  <a:pt x="304464" y="17566"/>
                  <a:pt x="304464" y="17924"/>
                </a:cubicBezTo>
                <a:lnTo>
                  <a:pt x="304464" y="34316"/>
                </a:lnTo>
                <a:lnTo>
                  <a:pt x="322161" y="34316"/>
                </a:lnTo>
                <a:cubicBezTo>
                  <a:pt x="322569" y="34316"/>
                  <a:pt x="322927" y="34405"/>
                  <a:pt x="323233" y="34584"/>
                </a:cubicBezTo>
                <a:cubicBezTo>
                  <a:pt x="323540" y="34763"/>
                  <a:pt x="323808" y="35069"/>
                  <a:pt x="324038" y="35503"/>
                </a:cubicBezTo>
                <a:cubicBezTo>
                  <a:pt x="324268" y="35937"/>
                  <a:pt x="324434" y="36486"/>
                  <a:pt x="324536" y="37150"/>
                </a:cubicBezTo>
                <a:cubicBezTo>
                  <a:pt x="324638" y="37814"/>
                  <a:pt x="324689" y="38631"/>
                  <a:pt x="324689" y="39601"/>
                </a:cubicBezTo>
                <a:cubicBezTo>
                  <a:pt x="324689" y="41440"/>
                  <a:pt x="324459" y="42767"/>
                  <a:pt x="323999" y="43584"/>
                </a:cubicBezTo>
                <a:cubicBezTo>
                  <a:pt x="323540" y="44401"/>
                  <a:pt x="322927" y="44810"/>
                  <a:pt x="322161" y="44810"/>
                </a:cubicBezTo>
                <a:lnTo>
                  <a:pt x="304464" y="44810"/>
                </a:lnTo>
                <a:lnTo>
                  <a:pt x="304464" y="83375"/>
                </a:lnTo>
                <a:cubicBezTo>
                  <a:pt x="304464" y="88136"/>
                  <a:pt x="305167" y="91734"/>
                  <a:pt x="306571" y="94168"/>
                </a:cubicBezTo>
                <a:cubicBezTo>
                  <a:pt x="307976" y="96600"/>
                  <a:pt x="310491" y="97816"/>
                  <a:pt x="314117" y="97816"/>
                </a:cubicBezTo>
                <a:cubicBezTo>
                  <a:pt x="315292" y="97816"/>
                  <a:pt x="316339" y="97701"/>
                  <a:pt x="317258" y="97471"/>
                </a:cubicBezTo>
                <a:cubicBezTo>
                  <a:pt x="318177" y="97241"/>
                  <a:pt x="318994" y="96999"/>
                  <a:pt x="319709" y="96743"/>
                </a:cubicBezTo>
                <a:cubicBezTo>
                  <a:pt x="320424" y="96488"/>
                  <a:pt x="321037" y="96245"/>
                  <a:pt x="321548" y="96016"/>
                </a:cubicBezTo>
                <a:cubicBezTo>
                  <a:pt x="322059" y="95786"/>
                  <a:pt x="322518" y="95671"/>
                  <a:pt x="322927" y="95671"/>
                </a:cubicBezTo>
                <a:cubicBezTo>
                  <a:pt x="323182" y="95671"/>
                  <a:pt x="323425" y="95735"/>
                  <a:pt x="323655" y="95862"/>
                </a:cubicBezTo>
                <a:cubicBezTo>
                  <a:pt x="323885" y="95990"/>
                  <a:pt x="324063" y="96233"/>
                  <a:pt x="324191" y="96590"/>
                </a:cubicBezTo>
                <a:cubicBezTo>
                  <a:pt x="324319" y="96948"/>
                  <a:pt x="324434" y="97433"/>
                  <a:pt x="324536" y="98045"/>
                </a:cubicBezTo>
                <a:cubicBezTo>
                  <a:pt x="324638" y="98658"/>
                  <a:pt x="324689" y="99424"/>
                  <a:pt x="324689" y="100343"/>
                </a:cubicBezTo>
                <a:close/>
                <a:moveTo>
                  <a:pt x="355495" y="105322"/>
                </a:moveTo>
                <a:cubicBezTo>
                  <a:pt x="355495" y="105731"/>
                  <a:pt x="355393" y="106076"/>
                  <a:pt x="355189" y="106356"/>
                </a:cubicBezTo>
                <a:cubicBezTo>
                  <a:pt x="354985" y="106637"/>
                  <a:pt x="354653" y="106880"/>
                  <a:pt x="354193" y="107084"/>
                </a:cubicBezTo>
                <a:cubicBezTo>
                  <a:pt x="353733" y="107288"/>
                  <a:pt x="353095" y="107442"/>
                  <a:pt x="352278" y="107544"/>
                </a:cubicBezTo>
                <a:cubicBezTo>
                  <a:pt x="351461" y="107646"/>
                  <a:pt x="350414" y="107697"/>
                  <a:pt x="349137" y="107697"/>
                </a:cubicBezTo>
                <a:cubicBezTo>
                  <a:pt x="347911" y="107697"/>
                  <a:pt x="346890" y="107646"/>
                  <a:pt x="346072" y="107544"/>
                </a:cubicBezTo>
                <a:cubicBezTo>
                  <a:pt x="345255" y="107442"/>
                  <a:pt x="344604" y="107288"/>
                  <a:pt x="344119" y="107084"/>
                </a:cubicBezTo>
                <a:cubicBezTo>
                  <a:pt x="343634" y="106880"/>
                  <a:pt x="343302" y="106637"/>
                  <a:pt x="343123" y="106356"/>
                </a:cubicBezTo>
                <a:cubicBezTo>
                  <a:pt x="342944" y="106076"/>
                  <a:pt x="342855" y="105731"/>
                  <a:pt x="342855" y="105322"/>
                </a:cubicBezTo>
                <a:lnTo>
                  <a:pt x="342855" y="36384"/>
                </a:lnTo>
                <a:cubicBezTo>
                  <a:pt x="342855" y="36027"/>
                  <a:pt x="342944" y="35695"/>
                  <a:pt x="343123" y="35388"/>
                </a:cubicBezTo>
                <a:cubicBezTo>
                  <a:pt x="343302" y="35082"/>
                  <a:pt x="343634" y="34827"/>
                  <a:pt x="344119" y="34622"/>
                </a:cubicBezTo>
                <a:cubicBezTo>
                  <a:pt x="344604" y="34418"/>
                  <a:pt x="345255" y="34265"/>
                  <a:pt x="346072" y="34163"/>
                </a:cubicBezTo>
                <a:cubicBezTo>
                  <a:pt x="346890" y="34061"/>
                  <a:pt x="347911" y="34010"/>
                  <a:pt x="349137" y="34010"/>
                </a:cubicBezTo>
                <a:cubicBezTo>
                  <a:pt x="350414" y="34010"/>
                  <a:pt x="351461" y="34061"/>
                  <a:pt x="352278" y="34163"/>
                </a:cubicBezTo>
                <a:cubicBezTo>
                  <a:pt x="353095" y="34265"/>
                  <a:pt x="353733" y="34418"/>
                  <a:pt x="354193" y="34622"/>
                </a:cubicBezTo>
                <a:cubicBezTo>
                  <a:pt x="354653" y="34827"/>
                  <a:pt x="354985" y="35082"/>
                  <a:pt x="355189" y="35388"/>
                </a:cubicBezTo>
                <a:cubicBezTo>
                  <a:pt x="355393" y="35695"/>
                  <a:pt x="355495" y="36027"/>
                  <a:pt x="355495" y="36384"/>
                </a:cubicBezTo>
                <a:lnTo>
                  <a:pt x="355495" y="105322"/>
                </a:lnTo>
                <a:moveTo>
                  <a:pt x="356951" y="13022"/>
                </a:moveTo>
                <a:cubicBezTo>
                  <a:pt x="356951" y="15983"/>
                  <a:pt x="356389" y="18001"/>
                  <a:pt x="355265" y="19073"/>
                </a:cubicBezTo>
                <a:cubicBezTo>
                  <a:pt x="354142" y="20145"/>
                  <a:pt x="352073" y="20681"/>
                  <a:pt x="349060" y="20681"/>
                </a:cubicBezTo>
                <a:cubicBezTo>
                  <a:pt x="346098" y="20681"/>
                  <a:pt x="344068" y="20158"/>
                  <a:pt x="342970" y="19111"/>
                </a:cubicBezTo>
                <a:cubicBezTo>
                  <a:pt x="341872" y="18064"/>
                  <a:pt x="341323" y="16086"/>
                  <a:pt x="341323" y="13175"/>
                </a:cubicBezTo>
                <a:cubicBezTo>
                  <a:pt x="341323" y="10213"/>
                  <a:pt x="341885" y="8196"/>
                  <a:pt x="343008" y="7124"/>
                </a:cubicBezTo>
                <a:cubicBezTo>
                  <a:pt x="344132" y="6051"/>
                  <a:pt x="346200" y="5515"/>
                  <a:pt x="349213" y="5515"/>
                </a:cubicBezTo>
                <a:cubicBezTo>
                  <a:pt x="352176" y="5515"/>
                  <a:pt x="354206" y="6038"/>
                  <a:pt x="355304" y="7085"/>
                </a:cubicBezTo>
                <a:cubicBezTo>
                  <a:pt x="356402" y="8132"/>
                  <a:pt x="356951" y="10111"/>
                  <a:pt x="356951" y="13022"/>
                </a:cubicBezTo>
                <a:close/>
                <a:moveTo>
                  <a:pt x="417697" y="8043"/>
                </a:moveTo>
                <a:cubicBezTo>
                  <a:pt x="417697" y="9013"/>
                  <a:pt x="417646" y="9792"/>
                  <a:pt x="417544" y="10379"/>
                </a:cubicBezTo>
                <a:cubicBezTo>
                  <a:pt x="417441" y="10966"/>
                  <a:pt x="417327" y="11439"/>
                  <a:pt x="417199" y="11796"/>
                </a:cubicBezTo>
                <a:cubicBezTo>
                  <a:pt x="417071" y="12154"/>
                  <a:pt x="416905" y="12396"/>
                  <a:pt x="416701" y="12524"/>
                </a:cubicBezTo>
                <a:cubicBezTo>
                  <a:pt x="416497" y="12651"/>
                  <a:pt x="416241" y="12715"/>
                  <a:pt x="415935" y="12715"/>
                </a:cubicBezTo>
                <a:cubicBezTo>
                  <a:pt x="415577" y="12715"/>
                  <a:pt x="415130" y="12600"/>
                  <a:pt x="414594" y="12371"/>
                </a:cubicBezTo>
                <a:cubicBezTo>
                  <a:pt x="414058" y="12141"/>
                  <a:pt x="413407" y="11885"/>
                  <a:pt x="412641" y="11605"/>
                </a:cubicBezTo>
                <a:cubicBezTo>
                  <a:pt x="411875" y="11324"/>
                  <a:pt x="410968" y="11068"/>
                  <a:pt x="409921" y="10839"/>
                </a:cubicBezTo>
                <a:cubicBezTo>
                  <a:pt x="408874" y="10609"/>
                  <a:pt x="407661" y="10494"/>
                  <a:pt x="406282" y="10494"/>
                </a:cubicBezTo>
                <a:cubicBezTo>
                  <a:pt x="404392" y="10494"/>
                  <a:pt x="402784" y="10800"/>
                  <a:pt x="401456" y="11411"/>
                </a:cubicBezTo>
                <a:cubicBezTo>
                  <a:pt x="400128" y="12022"/>
                  <a:pt x="399055" y="12976"/>
                  <a:pt x="398238" y="14274"/>
                </a:cubicBezTo>
                <a:cubicBezTo>
                  <a:pt x="397421" y="15571"/>
                  <a:pt x="396834" y="17251"/>
                  <a:pt x="396476" y="19312"/>
                </a:cubicBezTo>
                <a:cubicBezTo>
                  <a:pt x="396119" y="21374"/>
                  <a:pt x="395940" y="23881"/>
                  <a:pt x="395940" y="26833"/>
                </a:cubicBezTo>
                <a:lnTo>
                  <a:pt x="395940" y="34316"/>
                </a:lnTo>
                <a:lnTo>
                  <a:pt x="411338" y="34316"/>
                </a:lnTo>
                <a:cubicBezTo>
                  <a:pt x="411747" y="34316"/>
                  <a:pt x="412092" y="34405"/>
                  <a:pt x="412373" y="34584"/>
                </a:cubicBezTo>
                <a:cubicBezTo>
                  <a:pt x="412653" y="34763"/>
                  <a:pt x="412909" y="35069"/>
                  <a:pt x="413139" y="35503"/>
                </a:cubicBezTo>
                <a:cubicBezTo>
                  <a:pt x="413368" y="35937"/>
                  <a:pt x="413547" y="36486"/>
                  <a:pt x="413675" y="37150"/>
                </a:cubicBezTo>
                <a:cubicBezTo>
                  <a:pt x="413803" y="37814"/>
                  <a:pt x="413866" y="38631"/>
                  <a:pt x="413866" y="39601"/>
                </a:cubicBezTo>
                <a:cubicBezTo>
                  <a:pt x="413866" y="41440"/>
                  <a:pt x="413637" y="42767"/>
                  <a:pt x="413177" y="43584"/>
                </a:cubicBezTo>
                <a:cubicBezTo>
                  <a:pt x="412717" y="44401"/>
                  <a:pt x="412104" y="44810"/>
                  <a:pt x="411338" y="44810"/>
                </a:cubicBezTo>
                <a:lnTo>
                  <a:pt x="395940" y="44810"/>
                </a:lnTo>
                <a:lnTo>
                  <a:pt x="395940" y="105320"/>
                </a:lnTo>
                <a:cubicBezTo>
                  <a:pt x="395940" y="105728"/>
                  <a:pt x="395838" y="106074"/>
                  <a:pt x="395634" y="106356"/>
                </a:cubicBezTo>
                <a:cubicBezTo>
                  <a:pt x="395429" y="106637"/>
                  <a:pt x="395085" y="106880"/>
                  <a:pt x="394599" y="107084"/>
                </a:cubicBezTo>
                <a:cubicBezTo>
                  <a:pt x="394114" y="107288"/>
                  <a:pt x="393463" y="107442"/>
                  <a:pt x="392646" y="107544"/>
                </a:cubicBezTo>
                <a:cubicBezTo>
                  <a:pt x="391829" y="107646"/>
                  <a:pt x="390807" y="107697"/>
                  <a:pt x="389582" y="107697"/>
                </a:cubicBezTo>
                <a:cubicBezTo>
                  <a:pt x="388356" y="107697"/>
                  <a:pt x="387334" y="107646"/>
                  <a:pt x="386517" y="107544"/>
                </a:cubicBezTo>
                <a:cubicBezTo>
                  <a:pt x="385700" y="107442"/>
                  <a:pt x="385049" y="107288"/>
                  <a:pt x="384564" y="107084"/>
                </a:cubicBezTo>
                <a:cubicBezTo>
                  <a:pt x="384079" y="106880"/>
                  <a:pt x="383734" y="106637"/>
                  <a:pt x="383529" y="106356"/>
                </a:cubicBezTo>
                <a:cubicBezTo>
                  <a:pt x="383325" y="106074"/>
                  <a:pt x="383223" y="105728"/>
                  <a:pt x="383223" y="105320"/>
                </a:cubicBezTo>
                <a:lnTo>
                  <a:pt x="383223" y="44810"/>
                </a:lnTo>
                <a:lnTo>
                  <a:pt x="373494" y="44810"/>
                </a:lnTo>
                <a:cubicBezTo>
                  <a:pt x="372677" y="44810"/>
                  <a:pt x="372064" y="44401"/>
                  <a:pt x="371655" y="43584"/>
                </a:cubicBezTo>
                <a:cubicBezTo>
                  <a:pt x="371247" y="42767"/>
                  <a:pt x="371042" y="41440"/>
                  <a:pt x="371042" y="39601"/>
                </a:cubicBezTo>
                <a:cubicBezTo>
                  <a:pt x="371042" y="38631"/>
                  <a:pt x="371093" y="37814"/>
                  <a:pt x="371196" y="37150"/>
                </a:cubicBezTo>
                <a:cubicBezTo>
                  <a:pt x="371298" y="36486"/>
                  <a:pt x="371451" y="35937"/>
                  <a:pt x="371655" y="35503"/>
                </a:cubicBezTo>
                <a:cubicBezTo>
                  <a:pt x="371859" y="35069"/>
                  <a:pt x="372115" y="34763"/>
                  <a:pt x="372421" y="34584"/>
                </a:cubicBezTo>
                <a:cubicBezTo>
                  <a:pt x="372728" y="34405"/>
                  <a:pt x="373085" y="34316"/>
                  <a:pt x="373494" y="34316"/>
                </a:cubicBezTo>
                <a:lnTo>
                  <a:pt x="383223" y="34316"/>
                </a:lnTo>
                <a:lnTo>
                  <a:pt x="383223" y="27209"/>
                </a:lnTo>
                <a:cubicBezTo>
                  <a:pt x="383223" y="22418"/>
                  <a:pt x="383670" y="18304"/>
                  <a:pt x="384564" y="14865"/>
                </a:cubicBezTo>
                <a:cubicBezTo>
                  <a:pt x="385457" y="11426"/>
                  <a:pt x="386824" y="8611"/>
                  <a:pt x="388662" y="6420"/>
                </a:cubicBezTo>
                <a:cubicBezTo>
                  <a:pt x="390501" y="4229"/>
                  <a:pt x="392812" y="2612"/>
                  <a:pt x="395595" y="1568"/>
                </a:cubicBezTo>
                <a:cubicBezTo>
                  <a:pt x="398379" y="523"/>
                  <a:pt x="401660" y="0"/>
                  <a:pt x="405439" y="0"/>
                </a:cubicBezTo>
                <a:cubicBezTo>
                  <a:pt x="407227" y="0"/>
                  <a:pt x="408963" y="166"/>
                  <a:pt x="410649" y="498"/>
                </a:cubicBezTo>
                <a:cubicBezTo>
                  <a:pt x="412334" y="830"/>
                  <a:pt x="413637" y="1187"/>
                  <a:pt x="414556" y="1570"/>
                </a:cubicBezTo>
                <a:cubicBezTo>
                  <a:pt x="415475" y="1953"/>
                  <a:pt x="416088" y="2298"/>
                  <a:pt x="416394" y="2604"/>
                </a:cubicBezTo>
                <a:cubicBezTo>
                  <a:pt x="416701" y="2911"/>
                  <a:pt x="416956" y="3306"/>
                  <a:pt x="417161" y="3792"/>
                </a:cubicBezTo>
                <a:cubicBezTo>
                  <a:pt x="417365" y="4277"/>
                  <a:pt x="417505" y="4864"/>
                  <a:pt x="417582" y="5553"/>
                </a:cubicBezTo>
                <a:cubicBezTo>
                  <a:pt x="417659" y="6243"/>
                  <a:pt x="417697" y="7073"/>
                  <a:pt x="417697" y="8043"/>
                </a:cubicBezTo>
                <a:close/>
                <a:moveTo>
                  <a:pt x="442038" y="105322"/>
                </a:moveTo>
                <a:cubicBezTo>
                  <a:pt x="442038" y="105731"/>
                  <a:pt x="441936" y="106076"/>
                  <a:pt x="441731" y="106356"/>
                </a:cubicBezTo>
                <a:cubicBezTo>
                  <a:pt x="441527" y="106637"/>
                  <a:pt x="441195" y="106880"/>
                  <a:pt x="440736" y="107084"/>
                </a:cubicBezTo>
                <a:cubicBezTo>
                  <a:pt x="440276" y="107288"/>
                  <a:pt x="439638" y="107442"/>
                  <a:pt x="438820" y="107544"/>
                </a:cubicBezTo>
                <a:cubicBezTo>
                  <a:pt x="438003" y="107646"/>
                  <a:pt x="436956" y="107697"/>
                  <a:pt x="435679" y="107697"/>
                </a:cubicBezTo>
                <a:cubicBezTo>
                  <a:pt x="434454" y="107697"/>
                  <a:pt x="433432" y="107646"/>
                  <a:pt x="432615" y="107544"/>
                </a:cubicBezTo>
                <a:cubicBezTo>
                  <a:pt x="431798" y="107442"/>
                  <a:pt x="431147" y="107288"/>
                  <a:pt x="430662" y="107084"/>
                </a:cubicBezTo>
                <a:cubicBezTo>
                  <a:pt x="430176" y="106880"/>
                  <a:pt x="429844" y="106637"/>
                  <a:pt x="429666" y="106356"/>
                </a:cubicBezTo>
                <a:cubicBezTo>
                  <a:pt x="429487" y="106076"/>
                  <a:pt x="429398" y="105731"/>
                  <a:pt x="429398" y="105322"/>
                </a:cubicBezTo>
                <a:lnTo>
                  <a:pt x="429398" y="36384"/>
                </a:lnTo>
                <a:cubicBezTo>
                  <a:pt x="429398" y="36027"/>
                  <a:pt x="429487" y="35695"/>
                  <a:pt x="429666" y="35388"/>
                </a:cubicBezTo>
                <a:cubicBezTo>
                  <a:pt x="429844" y="35082"/>
                  <a:pt x="430176" y="34827"/>
                  <a:pt x="430662" y="34622"/>
                </a:cubicBezTo>
                <a:cubicBezTo>
                  <a:pt x="431147" y="34418"/>
                  <a:pt x="431798" y="34265"/>
                  <a:pt x="432615" y="34163"/>
                </a:cubicBezTo>
                <a:cubicBezTo>
                  <a:pt x="433432" y="34061"/>
                  <a:pt x="434454" y="34010"/>
                  <a:pt x="435679" y="34010"/>
                </a:cubicBezTo>
                <a:cubicBezTo>
                  <a:pt x="436956" y="34010"/>
                  <a:pt x="438003" y="34061"/>
                  <a:pt x="438820" y="34163"/>
                </a:cubicBezTo>
                <a:cubicBezTo>
                  <a:pt x="439638" y="34265"/>
                  <a:pt x="440276" y="34418"/>
                  <a:pt x="440736" y="34622"/>
                </a:cubicBezTo>
                <a:cubicBezTo>
                  <a:pt x="441195" y="34827"/>
                  <a:pt x="441527" y="35082"/>
                  <a:pt x="441731" y="35388"/>
                </a:cubicBezTo>
                <a:cubicBezTo>
                  <a:pt x="441936" y="35695"/>
                  <a:pt x="442038" y="36027"/>
                  <a:pt x="442038" y="36384"/>
                </a:cubicBezTo>
                <a:lnTo>
                  <a:pt x="442038" y="105322"/>
                </a:lnTo>
                <a:moveTo>
                  <a:pt x="443493" y="13022"/>
                </a:moveTo>
                <a:cubicBezTo>
                  <a:pt x="443493" y="15983"/>
                  <a:pt x="442932" y="18001"/>
                  <a:pt x="441808" y="19073"/>
                </a:cubicBezTo>
                <a:cubicBezTo>
                  <a:pt x="440684" y="20145"/>
                  <a:pt x="438616" y="20681"/>
                  <a:pt x="435603" y="20681"/>
                </a:cubicBezTo>
                <a:cubicBezTo>
                  <a:pt x="432641" y="20681"/>
                  <a:pt x="430610" y="20158"/>
                  <a:pt x="429512" y="19111"/>
                </a:cubicBezTo>
                <a:cubicBezTo>
                  <a:pt x="428414" y="18064"/>
                  <a:pt x="427865" y="16086"/>
                  <a:pt x="427865" y="13175"/>
                </a:cubicBezTo>
                <a:cubicBezTo>
                  <a:pt x="427865" y="10213"/>
                  <a:pt x="428427" y="8196"/>
                  <a:pt x="429551" y="7124"/>
                </a:cubicBezTo>
                <a:cubicBezTo>
                  <a:pt x="430674" y="6051"/>
                  <a:pt x="432743" y="5515"/>
                  <a:pt x="435756" y="5515"/>
                </a:cubicBezTo>
                <a:cubicBezTo>
                  <a:pt x="438718" y="5515"/>
                  <a:pt x="440748" y="6038"/>
                  <a:pt x="441846" y="7085"/>
                </a:cubicBezTo>
                <a:cubicBezTo>
                  <a:pt x="442944" y="8132"/>
                  <a:pt x="443493" y="10111"/>
                  <a:pt x="443493" y="13022"/>
                </a:cubicBezTo>
                <a:close/>
                <a:moveTo>
                  <a:pt x="516037" y="94905"/>
                </a:moveTo>
                <a:cubicBezTo>
                  <a:pt x="516037" y="95773"/>
                  <a:pt x="516012" y="96526"/>
                  <a:pt x="515961" y="97165"/>
                </a:cubicBezTo>
                <a:cubicBezTo>
                  <a:pt x="515909" y="97803"/>
                  <a:pt x="515820" y="98339"/>
                  <a:pt x="515692" y="98773"/>
                </a:cubicBezTo>
                <a:cubicBezTo>
                  <a:pt x="515565" y="99207"/>
                  <a:pt x="515411" y="99590"/>
                  <a:pt x="515233" y="99922"/>
                </a:cubicBezTo>
                <a:cubicBezTo>
                  <a:pt x="515054" y="100254"/>
                  <a:pt x="514645" y="100739"/>
                  <a:pt x="514007" y="101378"/>
                </a:cubicBezTo>
                <a:cubicBezTo>
                  <a:pt x="513369" y="102016"/>
                  <a:pt x="512283" y="102807"/>
                  <a:pt x="510751" y="103752"/>
                </a:cubicBezTo>
                <a:cubicBezTo>
                  <a:pt x="509219" y="104697"/>
                  <a:pt x="507495" y="105539"/>
                  <a:pt x="505580" y="106280"/>
                </a:cubicBezTo>
                <a:cubicBezTo>
                  <a:pt x="503665" y="107020"/>
                  <a:pt x="501584" y="107620"/>
                  <a:pt x="499337" y="108080"/>
                </a:cubicBezTo>
                <a:cubicBezTo>
                  <a:pt x="497089" y="108539"/>
                  <a:pt x="494766" y="108769"/>
                  <a:pt x="492365" y="108769"/>
                </a:cubicBezTo>
                <a:cubicBezTo>
                  <a:pt x="487411" y="108769"/>
                  <a:pt x="483019" y="107951"/>
                  <a:pt x="479189" y="106313"/>
                </a:cubicBezTo>
                <a:cubicBezTo>
                  <a:pt x="475358" y="104676"/>
                  <a:pt x="472153" y="102284"/>
                  <a:pt x="469574" y="99137"/>
                </a:cubicBezTo>
                <a:cubicBezTo>
                  <a:pt x="466995" y="95990"/>
                  <a:pt x="465029" y="92127"/>
                  <a:pt x="463675" y="87547"/>
                </a:cubicBezTo>
                <a:cubicBezTo>
                  <a:pt x="462322" y="82967"/>
                  <a:pt x="461645" y="77684"/>
                  <a:pt x="461645" y="71698"/>
                </a:cubicBezTo>
                <a:cubicBezTo>
                  <a:pt x="461645" y="64892"/>
                  <a:pt x="462475" y="59046"/>
                  <a:pt x="464135" y="54160"/>
                </a:cubicBezTo>
                <a:cubicBezTo>
                  <a:pt x="465795" y="49273"/>
                  <a:pt x="468068" y="45269"/>
                  <a:pt x="470953" y="42148"/>
                </a:cubicBezTo>
                <a:cubicBezTo>
                  <a:pt x="473839" y="39027"/>
                  <a:pt x="477235" y="36711"/>
                  <a:pt x="481142" y="35202"/>
                </a:cubicBezTo>
                <a:cubicBezTo>
                  <a:pt x="485049" y="33692"/>
                  <a:pt x="489275" y="32937"/>
                  <a:pt x="493821" y="32937"/>
                </a:cubicBezTo>
                <a:cubicBezTo>
                  <a:pt x="496017" y="32937"/>
                  <a:pt x="498149" y="33141"/>
                  <a:pt x="500218" y="33550"/>
                </a:cubicBezTo>
                <a:cubicBezTo>
                  <a:pt x="502286" y="33958"/>
                  <a:pt x="504188" y="34495"/>
                  <a:pt x="505925" y="35158"/>
                </a:cubicBezTo>
                <a:cubicBezTo>
                  <a:pt x="507661" y="35822"/>
                  <a:pt x="509206" y="36588"/>
                  <a:pt x="510560" y="37456"/>
                </a:cubicBezTo>
                <a:cubicBezTo>
                  <a:pt x="511913" y="38325"/>
                  <a:pt x="512896" y="39065"/>
                  <a:pt x="513509" y="39678"/>
                </a:cubicBezTo>
                <a:cubicBezTo>
                  <a:pt x="514122" y="40291"/>
                  <a:pt x="514543" y="40776"/>
                  <a:pt x="514773" y="41133"/>
                </a:cubicBezTo>
                <a:cubicBezTo>
                  <a:pt x="515003" y="41491"/>
                  <a:pt x="515194" y="41912"/>
                  <a:pt x="515348" y="42397"/>
                </a:cubicBezTo>
                <a:cubicBezTo>
                  <a:pt x="515501" y="42882"/>
                  <a:pt x="515603" y="43431"/>
                  <a:pt x="515654" y="44044"/>
                </a:cubicBezTo>
                <a:cubicBezTo>
                  <a:pt x="515705" y="44657"/>
                  <a:pt x="515731" y="45423"/>
                  <a:pt x="515731" y="46342"/>
                </a:cubicBezTo>
                <a:cubicBezTo>
                  <a:pt x="515731" y="48333"/>
                  <a:pt x="515501" y="49725"/>
                  <a:pt x="515041" y="50516"/>
                </a:cubicBezTo>
                <a:cubicBezTo>
                  <a:pt x="514582" y="51308"/>
                  <a:pt x="514020" y="51704"/>
                  <a:pt x="513356" y="51704"/>
                </a:cubicBezTo>
                <a:cubicBezTo>
                  <a:pt x="512590" y="51704"/>
                  <a:pt x="511709" y="51282"/>
                  <a:pt x="510713" y="50440"/>
                </a:cubicBezTo>
                <a:cubicBezTo>
                  <a:pt x="509717" y="49597"/>
                  <a:pt x="508453" y="48665"/>
                  <a:pt x="506921" y="47644"/>
                </a:cubicBezTo>
                <a:cubicBezTo>
                  <a:pt x="505389" y="46623"/>
                  <a:pt x="503537" y="45691"/>
                  <a:pt x="501367" y="44848"/>
                </a:cubicBezTo>
                <a:cubicBezTo>
                  <a:pt x="499196" y="44006"/>
                  <a:pt x="496630" y="43584"/>
                  <a:pt x="493667" y="43584"/>
                </a:cubicBezTo>
                <a:cubicBezTo>
                  <a:pt x="487590" y="43584"/>
                  <a:pt x="482930" y="45928"/>
                  <a:pt x="479686" y="50615"/>
                </a:cubicBezTo>
                <a:cubicBezTo>
                  <a:pt x="476443" y="55300"/>
                  <a:pt x="474822" y="62097"/>
                  <a:pt x="474822" y="71006"/>
                </a:cubicBezTo>
                <a:cubicBezTo>
                  <a:pt x="474822" y="75462"/>
                  <a:pt x="475243" y="79367"/>
                  <a:pt x="476086" y="82721"/>
                </a:cubicBezTo>
                <a:cubicBezTo>
                  <a:pt x="476929" y="86075"/>
                  <a:pt x="478167" y="88879"/>
                  <a:pt x="479801" y="91133"/>
                </a:cubicBezTo>
                <a:cubicBezTo>
                  <a:pt x="481436" y="93386"/>
                  <a:pt x="483440" y="95063"/>
                  <a:pt x="485815" y="96164"/>
                </a:cubicBezTo>
                <a:cubicBezTo>
                  <a:pt x="488190" y="97265"/>
                  <a:pt x="490910" y="97816"/>
                  <a:pt x="493974" y="97816"/>
                </a:cubicBezTo>
                <a:cubicBezTo>
                  <a:pt x="496885" y="97816"/>
                  <a:pt x="499439" y="97356"/>
                  <a:pt x="501635" y="96437"/>
                </a:cubicBezTo>
                <a:cubicBezTo>
                  <a:pt x="503831" y="95518"/>
                  <a:pt x="505733" y="94509"/>
                  <a:pt x="507342" y="93411"/>
                </a:cubicBezTo>
                <a:cubicBezTo>
                  <a:pt x="508951" y="92313"/>
                  <a:pt x="510304" y="91318"/>
                  <a:pt x="511402" y="90424"/>
                </a:cubicBezTo>
                <a:cubicBezTo>
                  <a:pt x="512500" y="89530"/>
                  <a:pt x="513356" y="89084"/>
                  <a:pt x="513969" y="89084"/>
                </a:cubicBezTo>
                <a:cubicBezTo>
                  <a:pt x="514326" y="89084"/>
                  <a:pt x="514633" y="89186"/>
                  <a:pt x="514888" y="89390"/>
                </a:cubicBezTo>
                <a:cubicBezTo>
                  <a:pt x="515143" y="89594"/>
                  <a:pt x="515360" y="89939"/>
                  <a:pt x="515539" y="90424"/>
                </a:cubicBezTo>
                <a:cubicBezTo>
                  <a:pt x="515718" y="90909"/>
                  <a:pt x="515846" y="91522"/>
                  <a:pt x="515922" y="92262"/>
                </a:cubicBezTo>
                <a:cubicBezTo>
                  <a:pt x="515999" y="93003"/>
                  <a:pt x="516037" y="93884"/>
                  <a:pt x="516037" y="94905"/>
                </a:cubicBezTo>
                <a:close/>
                <a:moveTo>
                  <a:pt x="585610" y="105399"/>
                </a:moveTo>
                <a:cubicBezTo>
                  <a:pt x="585610" y="106012"/>
                  <a:pt x="585405" y="106471"/>
                  <a:pt x="584997" y="106778"/>
                </a:cubicBezTo>
                <a:cubicBezTo>
                  <a:pt x="584588" y="107084"/>
                  <a:pt x="584026" y="107314"/>
                  <a:pt x="583311" y="107467"/>
                </a:cubicBezTo>
                <a:cubicBezTo>
                  <a:pt x="582596" y="107620"/>
                  <a:pt x="581549" y="107697"/>
                  <a:pt x="580170" y="107697"/>
                </a:cubicBezTo>
                <a:cubicBezTo>
                  <a:pt x="578843" y="107697"/>
                  <a:pt x="577783" y="107620"/>
                  <a:pt x="576991" y="107467"/>
                </a:cubicBezTo>
                <a:cubicBezTo>
                  <a:pt x="576200" y="107314"/>
                  <a:pt x="575625" y="107084"/>
                  <a:pt x="575267" y="106778"/>
                </a:cubicBezTo>
                <a:cubicBezTo>
                  <a:pt x="574910" y="106471"/>
                  <a:pt x="574731" y="106012"/>
                  <a:pt x="574731" y="105399"/>
                </a:cubicBezTo>
                <a:lnTo>
                  <a:pt x="574731" y="98505"/>
                </a:lnTo>
                <a:cubicBezTo>
                  <a:pt x="571718" y="101722"/>
                  <a:pt x="568360" y="104237"/>
                  <a:pt x="564657" y="106050"/>
                </a:cubicBezTo>
                <a:cubicBezTo>
                  <a:pt x="560954" y="107863"/>
                  <a:pt x="557035" y="108769"/>
                  <a:pt x="552898" y="108769"/>
                </a:cubicBezTo>
                <a:cubicBezTo>
                  <a:pt x="549272" y="108769"/>
                  <a:pt x="545990" y="108295"/>
                  <a:pt x="543054" y="107347"/>
                </a:cubicBezTo>
                <a:cubicBezTo>
                  <a:pt x="540117" y="106399"/>
                  <a:pt x="537614" y="105029"/>
                  <a:pt x="535546" y="103235"/>
                </a:cubicBezTo>
                <a:cubicBezTo>
                  <a:pt x="533478" y="101441"/>
                  <a:pt x="531869" y="99238"/>
                  <a:pt x="530720" y="96626"/>
                </a:cubicBezTo>
                <a:cubicBezTo>
                  <a:pt x="529571" y="94012"/>
                  <a:pt x="528996" y="91039"/>
                  <a:pt x="528996" y="87707"/>
                </a:cubicBezTo>
                <a:cubicBezTo>
                  <a:pt x="528996" y="83813"/>
                  <a:pt x="529788" y="80432"/>
                  <a:pt x="531371" y="77563"/>
                </a:cubicBezTo>
                <a:cubicBezTo>
                  <a:pt x="532954" y="74692"/>
                  <a:pt x="535227" y="72309"/>
                  <a:pt x="538189" y="70413"/>
                </a:cubicBezTo>
                <a:cubicBezTo>
                  <a:pt x="541151" y="68517"/>
                  <a:pt x="544777" y="67095"/>
                  <a:pt x="549067" y="66147"/>
                </a:cubicBezTo>
                <a:cubicBezTo>
                  <a:pt x="553357" y="65199"/>
                  <a:pt x="558184" y="64725"/>
                  <a:pt x="563546" y="64725"/>
                </a:cubicBezTo>
                <a:lnTo>
                  <a:pt x="573046" y="64725"/>
                </a:lnTo>
                <a:lnTo>
                  <a:pt x="573046" y="59383"/>
                </a:lnTo>
                <a:cubicBezTo>
                  <a:pt x="573046" y="56737"/>
                  <a:pt x="572765" y="54397"/>
                  <a:pt x="572203" y="52362"/>
                </a:cubicBezTo>
                <a:cubicBezTo>
                  <a:pt x="571641" y="50326"/>
                  <a:pt x="570735" y="48633"/>
                  <a:pt x="569484" y="47285"/>
                </a:cubicBezTo>
                <a:cubicBezTo>
                  <a:pt x="568232" y="45936"/>
                  <a:pt x="566611" y="44919"/>
                  <a:pt x="564619" y="44233"/>
                </a:cubicBezTo>
                <a:cubicBezTo>
                  <a:pt x="562627" y="43545"/>
                  <a:pt x="560176" y="43201"/>
                  <a:pt x="557265" y="43201"/>
                </a:cubicBezTo>
                <a:cubicBezTo>
                  <a:pt x="554149" y="43201"/>
                  <a:pt x="551353" y="43568"/>
                  <a:pt x="548876" y="44300"/>
                </a:cubicBezTo>
                <a:cubicBezTo>
                  <a:pt x="546399" y="45032"/>
                  <a:pt x="544228" y="45841"/>
                  <a:pt x="542364" y="46725"/>
                </a:cubicBezTo>
                <a:cubicBezTo>
                  <a:pt x="540500" y="47609"/>
                  <a:pt x="538942" y="48417"/>
                  <a:pt x="537691" y="49150"/>
                </a:cubicBezTo>
                <a:cubicBezTo>
                  <a:pt x="536440" y="49882"/>
                  <a:pt x="535508" y="50248"/>
                  <a:pt x="534895" y="50248"/>
                </a:cubicBezTo>
                <a:cubicBezTo>
                  <a:pt x="534486" y="50248"/>
                  <a:pt x="534129" y="50146"/>
                  <a:pt x="533822" y="49942"/>
                </a:cubicBezTo>
                <a:cubicBezTo>
                  <a:pt x="533516" y="49738"/>
                  <a:pt x="533248" y="49431"/>
                  <a:pt x="533018" y="49023"/>
                </a:cubicBezTo>
                <a:cubicBezTo>
                  <a:pt x="532788" y="48614"/>
                  <a:pt x="532622" y="48091"/>
                  <a:pt x="532520" y="47452"/>
                </a:cubicBezTo>
                <a:cubicBezTo>
                  <a:pt x="532418" y="46814"/>
                  <a:pt x="532367" y="46112"/>
                  <a:pt x="532367" y="45346"/>
                </a:cubicBezTo>
                <a:cubicBezTo>
                  <a:pt x="532367" y="44069"/>
                  <a:pt x="532456" y="43061"/>
                  <a:pt x="532635" y="42320"/>
                </a:cubicBezTo>
                <a:cubicBezTo>
                  <a:pt x="532814" y="41580"/>
                  <a:pt x="533248" y="40878"/>
                  <a:pt x="533937" y="40214"/>
                </a:cubicBezTo>
                <a:cubicBezTo>
                  <a:pt x="534627" y="39550"/>
                  <a:pt x="535814" y="38777"/>
                  <a:pt x="537500" y="37894"/>
                </a:cubicBezTo>
                <a:cubicBezTo>
                  <a:pt x="539185" y="37010"/>
                  <a:pt x="541126" y="36203"/>
                  <a:pt x="543322" y="35472"/>
                </a:cubicBezTo>
                <a:cubicBezTo>
                  <a:pt x="545518" y="34741"/>
                  <a:pt x="547918" y="34136"/>
                  <a:pt x="550523" y="33658"/>
                </a:cubicBezTo>
                <a:cubicBezTo>
                  <a:pt x="553128" y="33177"/>
                  <a:pt x="555758" y="32937"/>
                  <a:pt x="558414" y="32937"/>
                </a:cubicBezTo>
                <a:cubicBezTo>
                  <a:pt x="563368" y="32937"/>
                  <a:pt x="567581" y="33499"/>
                  <a:pt x="571054" y="34622"/>
                </a:cubicBezTo>
                <a:cubicBezTo>
                  <a:pt x="574527" y="35746"/>
                  <a:pt x="577336" y="37393"/>
                  <a:pt x="579481" y="39563"/>
                </a:cubicBezTo>
                <a:cubicBezTo>
                  <a:pt x="581626" y="41733"/>
                  <a:pt x="583184" y="44427"/>
                  <a:pt x="584154" y="47644"/>
                </a:cubicBezTo>
                <a:cubicBezTo>
                  <a:pt x="585124" y="50861"/>
                  <a:pt x="585610" y="54614"/>
                  <a:pt x="585610" y="58904"/>
                </a:cubicBezTo>
                <a:lnTo>
                  <a:pt x="585610" y="105399"/>
                </a:lnTo>
                <a:moveTo>
                  <a:pt x="573046" y="73841"/>
                </a:moveTo>
                <a:lnTo>
                  <a:pt x="562244" y="73841"/>
                </a:lnTo>
                <a:cubicBezTo>
                  <a:pt x="558771" y="73841"/>
                  <a:pt x="555758" y="74137"/>
                  <a:pt x="553204" y="74729"/>
                </a:cubicBezTo>
                <a:cubicBezTo>
                  <a:pt x="550651" y="75319"/>
                  <a:pt x="548531" y="76192"/>
                  <a:pt x="546846" y="77347"/>
                </a:cubicBezTo>
                <a:cubicBezTo>
                  <a:pt x="545160" y="78503"/>
                  <a:pt x="543922" y="79890"/>
                  <a:pt x="543130" y="81510"/>
                </a:cubicBezTo>
                <a:cubicBezTo>
                  <a:pt x="542339" y="83128"/>
                  <a:pt x="541943" y="84990"/>
                  <a:pt x="541943" y="87097"/>
                </a:cubicBezTo>
                <a:cubicBezTo>
                  <a:pt x="541943" y="90694"/>
                  <a:pt x="543079" y="93558"/>
                  <a:pt x="545352" y="95690"/>
                </a:cubicBezTo>
                <a:cubicBezTo>
                  <a:pt x="547625" y="97822"/>
                  <a:pt x="550804" y="98888"/>
                  <a:pt x="554890" y="98888"/>
                </a:cubicBezTo>
                <a:cubicBezTo>
                  <a:pt x="558209" y="98888"/>
                  <a:pt x="561286" y="98041"/>
                  <a:pt x="564121" y="96346"/>
                </a:cubicBezTo>
                <a:cubicBezTo>
                  <a:pt x="566955" y="94650"/>
                  <a:pt x="569930" y="92055"/>
                  <a:pt x="573046" y="88562"/>
                </a:cubicBezTo>
                <a:lnTo>
                  <a:pt x="573046" y="73841"/>
                </a:lnTo>
                <a:close/>
                <a:moveTo>
                  <a:pt x="645506" y="100343"/>
                </a:moveTo>
                <a:cubicBezTo>
                  <a:pt x="645506" y="101824"/>
                  <a:pt x="645403" y="102999"/>
                  <a:pt x="645199" y="103867"/>
                </a:cubicBezTo>
                <a:cubicBezTo>
                  <a:pt x="644995" y="104735"/>
                  <a:pt x="644688" y="105373"/>
                  <a:pt x="644280" y="105782"/>
                </a:cubicBezTo>
                <a:cubicBezTo>
                  <a:pt x="643871" y="106190"/>
                  <a:pt x="643258" y="106573"/>
                  <a:pt x="642441" y="106931"/>
                </a:cubicBezTo>
                <a:cubicBezTo>
                  <a:pt x="641624" y="107288"/>
                  <a:pt x="640692" y="107582"/>
                  <a:pt x="639645" y="107812"/>
                </a:cubicBezTo>
                <a:cubicBezTo>
                  <a:pt x="638598" y="108042"/>
                  <a:pt x="637487" y="108233"/>
                  <a:pt x="636313" y="108386"/>
                </a:cubicBezTo>
                <a:cubicBezTo>
                  <a:pt x="635138" y="108539"/>
                  <a:pt x="633963" y="108616"/>
                  <a:pt x="632789" y="108616"/>
                </a:cubicBezTo>
                <a:cubicBezTo>
                  <a:pt x="629214" y="108616"/>
                  <a:pt x="626149" y="108143"/>
                  <a:pt x="623596" y="107197"/>
                </a:cubicBezTo>
                <a:cubicBezTo>
                  <a:pt x="621042" y="106249"/>
                  <a:pt x="618948" y="104815"/>
                  <a:pt x="617314" y="102895"/>
                </a:cubicBezTo>
                <a:cubicBezTo>
                  <a:pt x="615679" y="100975"/>
                  <a:pt x="614492" y="98544"/>
                  <a:pt x="613751" y="95602"/>
                </a:cubicBezTo>
                <a:cubicBezTo>
                  <a:pt x="613011" y="92659"/>
                  <a:pt x="612641" y="89191"/>
                  <a:pt x="612641" y="85199"/>
                </a:cubicBezTo>
                <a:lnTo>
                  <a:pt x="612641" y="44810"/>
                </a:lnTo>
                <a:lnTo>
                  <a:pt x="602988" y="44810"/>
                </a:lnTo>
                <a:cubicBezTo>
                  <a:pt x="602222" y="44810"/>
                  <a:pt x="601609" y="44401"/>
                  <a:pt x="601149" y="43584"/>
                </a:cubicBezTo>
                <a:cubicBezTo>
                  <a:pt x="600690" y="42767"/>
                  <a:pt x="600460" y="41440"/>
                  <a:pt x="600460" y="39601"/>
                </a:cubicBezTo>
                <a:cubicBezTo>
                  <a:pt x="600460" y="38631"/>
                  <a:pt x="600524" y="37814"/>
                  <a:pt x="600651" y="37150"/>
                </a:cubicBezTo>
                <a:cubicBezTo>
                  <a:pt x="600779" y="36486"/>
                  <a:pt x="600945" y="35937"/>
                  <a:pt x="601149" y="35503"/>
                </a:cubicBezTo>
                <a:cubicBezTo>
                  <a:pt x="601354" y="35069"/>
                  <a:pt x="601622" y="34763"/>
                  <a:pt x="601954" y="34584"/>
                </a:cubicBezTo>
                <a:cubicBezTo>
                  <a:pt x="602286" y="34405"/>
                  <a:pt x="602656" y="34316"/>
                  <a:pt x="603065" y="34316"/>
                </a:cubicBezTo>
                <a:lnTo>
                  <a:pt x="612641" y="34316"/>
                </a:lnTo>
                <a:lnTo>
                  <a:pt x="612641" y="17924"/>
                </a:lnTo>
                <a:cubicBezTo>
                  <a:pt x="612641" y="17566"/>
                  <a:pt x="612730" y="17235"/>
                  <a:pt x="612909" y="16928"/>
                </a:cubicBezTo>
                <a:cubicBezTo>
                  <a:pt x="613088" y="16622"/>
                  <a:pt x="613419" y="16354"/>
                  <a:pt x="613905" y="16124"/>
                </a:cubicBezTo>
                <a:cubicBezTo>
                  <a:pt x="614390" y="15894"/>
                  <a:pt x="615041" y="15728"/>
                  <a:pt x="615858" y="15626"/>
                </a:cubicBezTo>
                <a:cubicBezTo>
                  <a:pt x="616675" y="15524"/>
                  <a:pt x="617697" y="15473"/>
                  <a:pt x="618923" y="15473"/>
                </a:cubicBezTo>
                <a:cubicBezTo>
                  <a:pt x="620199" y="15473"/>
                  <a:pt x="621246" y="15524"/>
                  <a:pt x="622063" y="15626"/>
                </a:cubicBezTo>
                <a:cubicBezTo>
                  <a:pt x="622881" y="15728"/>
                  <a:pt x="623519" y="15894"/>
                  <a:pt x="623979" y="16124"/>
                </a:cubicBezTo>
                <a:cubicBezTo>
                  <a:pt x="624438" y="16354"/>
                  <a:pt x="624770" y="16622"/>
                  <a:pt x="624975" y="16928"/>
                </a:cubicBezTo>
                <a:cubicBezTo>
                  <a:pt x="625179" y="17235"/>
                  <a:pt x="625281" y="17566"/>
                  <a:pt x="625281" y="17924"/>
                </a:cubicBezTo>
                <a:lnTo>
                  <a:pt x="625281" y="34316"/>
                </a:lnTo>
                <a:lnTo>
                  <a:pt x="642978" y="34316"/>
                </a:lnTo>
                <a:cubicBezTo>
                  <a:pt x="643386" y="34316"/>
                  <a:pt x="643744" y="34405"/>
                  <a:pt x="644050" y="34584"/>
                </a:cubicBezTo>
                <a:cubicBezTo>
                  <a:pt x="644356" y="34763"/>
                  <a:pt x="644625" y="35069"/>
                  <a:pt x="644854" y="35503"/>
                </a:cubicBezTo>
                <a:cubicBezTo>
                  <a:pt x="645084" y="35937"/>
                  <a:pt x="645250" y="36486"/>
                  <a:pt x="645352" y="37150"/>
                </a:cubicBezTo>
                <a:cubicBezTo>
                  <a:pt x="645455" y="37814"/>
                  <a:pt x="645506" y="38631"/>
                  <a:pt x="645506" y="39601"/>
                </a:cubicBezTo>
                <a:cubicBezTo>
                  <a:pt x="645506" y="41440"/>
                  <a:pt x="645276" y="42767"/>
                  <a:pt x="644816" y="43584"/>
                </a:cubicBezTo>
                <a:cubicBezTo>
                  <a:pt x="644356" y="44401"/>
                  <a:pt x="643744" y="44810"/>
                  <a:pt x="642978" y="44810"/>
                </a:cubicBezTo>
                <a:lnTo>
                  <a:pt x="625281" y="44810"/>
                </a:lnTo>
                <a:lnTo>
                  <a:pt x="625281" y="83375"/>
                </a:lnTo>
                <a:cubicBezTo>
                  <a:pt x="625281" y="88136"/>
                  <a:pt x="625983" y="91734"/>
                  <a:pt x="627388" y="94168"/>
                </a:cubicBezTo>
                <a:cubicBezTo>
                  <a:pt x="628792" y="96600"/>
                  <a:pt x="631308" y="97816"/>
                  <a:pt x="634934" y="97816"/>
                </a:cubicBezTo>
                <a:cubicBezTo>
                  <a:pt x="636108" y="97816"/>
                  <a:pt x="637155" y="97701"/>
                  <a:pt x="638075" y="97471"/>
                </a:cubicBezTo>
                <a:cubicBezTo>
                  <a:pt x="638994" y="97241"/>
                  <a:pt x="639811" y="96999"/>
                  <a:pt x="640526" y="96743"/>
                </a:cubicBezTo>
                <a:cubicBezTo>
                  <a:pt x="641241" y="96488"/>
                  <a:pt x="641854" y="96245"/>
                  <a:pt x="642365" y="96016"/>
                </a:cubicBezTo>
                <a:cubicBezTo>
                  <a:pt x="642875" y="95786"/>
                  <a:pt x="643335" y="95671"/>
                  <a:pt x="643744" y="95671"/>
                </a:cubicBezTo>
                <a:cubicBezTo>
                  <a:pt x="643999" y="95671"/>
                  <a:pt x="644242" y="95735"/>
                  <a:pt x="644471" y="95862"/>
                </a:cubicBezTo>
                <a:cubicBezTo>
                  <a:pt x="644701" y="95990"/>
                  <a:pt x="644880" y="96233"/>
                  <a:pt x="645008" y="96590"/>
                </a:cubicBezTo>
                <a:cubicBezTo>
                  <a:pt x="645135" y="96948"/>
                  <a:pt x="645250" y="97433"/>
                  <a:pt x="645352" y="98045"/>
                </a:cubicBezTo>
                <a:cubicBezTo>
                  <a:pt x="645455" y="98658"/>
                  <a:pt x="645506" y="99424"/>
                  <a:pt x="645506" y="100343"/>
                </a:cubicBezTo>
                <a:close/>
                <a:moveTo>
                  <a:pt x="676155" y="105322"/>
                </a:moveTo>
                <a:cubicBezTo>
                  <a:pt x="676155" y="105731"/>
                  <a:pt x="676053" y="106076"/>
                  <a:pt x="675848" y="106356"/>
                </a:cubicBezTo>
                <a:cubicBezTo>
                  <a:pt x="675644" y="106637"/>
                  <a:pt x="675312" y="106880"/>
                  <a:pt x="674853" y="107084"/>
                </a:cubicBezTo>
                <a:cubicBezTo>
                  <a:pt x="674393" y="107288"/>
                  <a:pt x="673754" y="107442"/>
                  <a:pt x="672937" y="107544"/>
                </a:cubicBezTo>
                <a:cubicBezTo>
                  <a:pt x="672120" y="107646"/>
                  <a:pt x="671073" y="107697"/>
                  <a:pt x="669796" y="107697"/>
                </a:cubicBezTo>
                <a:cubicBezTo>
                  <a:pt x="668571" y="107697"/>
                  <a:pt x="667549" y="107646"/>
                  <a:pt x="666732" y="107544"/>
                </a:cubicBezTo>
                <a:cubicBezTo>
                  <a:pt x="665915" y="107442"/>
                  <a:pt x="665264" y="107288"/>
                  <a:pt x="664779" y="107084"/>
                </a:cubicBezTo>
                <a:cubicBezTo>
                  <a:pt x="664293" y="106880"/>
                  <a:pt x="663961" y="106637"/>
                  <a:pt x="663783" y="106356"/>
                </a:cubicBezTo>
                <a:cubicBezTo>
                  <a:pt x="663604" y="106076"/>
                  <a:pt x="663515" y="105731"/>
                  <a:pt x="663515" y="105322"/>
                </a:cubicBezTo>
                <a:lnTo>
                  <a:pt x="663515" y="36384"/>
                </a:lnTo>
                <a:cubicBezTo>
                  <a:pt x="663515" y="36027"/>
                  <a:pt x="663604" y="35695"/>
                  <a:pt x="663783" y="35388"/>
                </a:cubicBezTo>
                <a:cubicBezTo>
                  <a:pt x="663961" y="35082"/>
                  <a:pt x="664293" y="34827"/>
                  <a:pt x="664779" y="34622"/>
                </a:cubicBezTo>
                <a:cubicBezTo>
                  <a:pt x="665264" y="34418"/>
                  <a:pt x="665915" y="34265"/>
                  <a:pt x="666732" y="34163"/>
                </a:cubicBezTo>
                <a:cubicBezTo>
                  <a:pt x="667549" y="34061"/>
                  <a:pt x="668571" y="34010"/>
                  <a:pt x="669796" y="34010"/>
                </a:cubicBezTo>
                <a:cubicBezTo>
                  <a:pt x="671073" y="34010"/>
                  <a:pt x="672120" y="34061"/>
                  <a:pt x="672937" y="34163"/>
                </a:cubicBezTo>
                <a:cubicBezTo>
                  <a:pt x="673754" y="34265"/>
                  <a:pt x="674393" y="34418"/>
                  <a:pt x="674853" y="34622"/>
                </a:cubicBezTo>
                <a:cubicBezTo>
                  <a:pt x="675312" y="34827"/>
                  <a:pt x="675644" y="35082"/>
                  <a:pt x="675848" y="35388"/>
                </a:cubicBezTo>
                <a:cubicBezTo>
                  <a:pt x="676053" y="35695"/>
                  <a:pt x="676155" y="36027"/>
                  <a:pt x="676155" y="36384"/>
                </a:cubicBezTo>
                <a:lnTo>
                  <a:pt x="676155" y="105322"/>
                </a:lnTo>
                <a:moveTo>
                  <a:pt x="677610" y="13022"/>
                </a:moveTo>
                <a:cubicBezTo>
                  <a:pt x="677610" y="15983"/>
                  <a:pt x="677049" y="18001"/>
                  <a:pt x="675925" y="19073"/>
                </a:cubicBezTo>
                <a:cubicBezTo>
                  <a:pt x="674801" y="20145"/>
                  <a:pt x="672733" y="20681"/>
                  <a:pt x="669720" y="20681"/>
                </a:cubicBezTo>
                <a:cubicBezTo>
                  <a:pt x="666758" y="20681"/>
                  <a:pt x="664727" y="20158"/>
                  <a:pt x="663629" y="19111"/>
                </a:cubicBezTo>
                <a:cubicBezTo>
                  <a:pt x="662531" y="18064"/>
                  <a:pt x="661982" y="16086"/>
                  <a:pt x="661982" y="13175"/>
                </a:cubicBezTo>
                <a:cubicBezTo>
                  <a:pt x="661982" y="10213"/>
                  <a:pt x="662544" y="8196"/>
                  <a:pt x="663668" y="7124"/>
                </a:cubicBezTo>
                <a:cubicBezTo>
                  <a:pt x="664791" y="6051"/>
                  <a:pt x="666860" y="5515"/>
                  <a:pt x="669873" y="5515"/>
                </a:cubicBezTo>
                <a:cubicBezTo>
                  <a:pt x="672835" y="5515"/>
                  <a:pt x="674865" y="6038"/>
                  <a:pt x="675963" y="7085"/>
                </a:cubicBezTo>
                <a:cubicBezTo>
                  <a:pt x="677061" y="8132"/>
                  <a:pt x="677610" y="10111"/>
                  <a:pt x="677610" y="13022"/>
                </a:cubicBezTo>
                <a:close/>
                <a:moveTo>
                  <a:pt x="764710" y="70126"/>
                </a:moveTo>
                <a:cubicBezTo>
                  <a:pt x="764710" y="75747"/>
                  <a:pt x="763969" y="80923"/>
                  <a:pt x="762488" y="85651"/>
                </a:cubicBezTo>
                <a:cubicBezTo>
                  <a:pt x="761007" y="90379"/>
                  <a:pt x="758798" y="94457"/>
                  <a:pt x="755861" y="97883"/>
                </a:cubicBezTo>
                <a:cubicBezTo>
                  <a:pt x="752925" y="101307"/>
                  <a:pt x="749248" y="103978"/>
                  <a:pt x="744830" y="105894"/>
                </a:cubicBezTo>
                <a:cubicBezTo>
                  <a:pt x="740412" y="107811"/>
                  <a:pt x="735292" y="108769"/>
                  <a:pt x="729470" y="108769"/>
                </a:cubicBezTo>
                <a:cubicBezTo>
                  <a:pt x="723801" y="108769"/>
                  <a:pt x="718860" y="107926"/>
                  <a:pt x="714646" y="106239"/>
                </a:cubicBezTo>
                <a:cubicBezTo>
                  <a:pt x="710433" y="104552"/>
                  <a:pt x="706922" y="102099"/>
                  <a:pt x="704113" y="98878"/>
                </a:cubicBezTo>
                <a:cubicBezTo>
                  <a:pt x="701304" y="95658"/>
                  <a:pt x="699210" y="91748"/>
                  <a:pt x="697831" y="87147"/>
                </a:cubicBezTo>
                <a:cubicBezTo>
                  <a:pt x="696452" y="82546"/>
                  <a:pt x="695762" y="77332"/>
                  <a:pt x="695762" y="71504"/>
                </a:cubicBezTo>
                <a:cubicBezTo>
                  <a:pt x="695762" y="65882"/>
                  <a:pt x="696490" y="60707"/>
                  <a:pt x="697946" y="55979"/>
                </a:cubicBezTo>
                <a:cubicBezTo>
                  <a:pt x="699401" y="51250"/>
                  <a:pt x="701597" y="47174"/>
                  <a:pt x="704534" y="43749"/>
                </a:cubicBezTo>
                <a:cubicBezTo>
                  <a:pt x="707471" y="40323"/>
                  <a:pt x="711135" y="37665"/>
                  <a:pt x="715527" y="35774"/>
                </a:cubicBezTo>
                <a:cubicBezTo>
                  <a:pt x="719919" y="33883"/>
                  <a:pt x="725052" y="32937"/>
                  <a:pt x="730925" y="32937"/>
                </a:cubicBezTo>
                <a:cubicBezTo>
                  <a:pt x="736594" y="32937"/>
                  <a:pt x="741536" y="33781"/>
                  <a:pt x="745749" y="35467"/>
                </a:cubicBezTo>
                <a:cubicBezTo>
                  <a:pt x="749963" y="37154"/>
                  <a:pt x="753474" y="39608"/>
                  <a:pt x="756283" y="42828"/>
                </a:cubicBezTo>
                <a:cubicBezTo>
                  <a:pt x="759092" y="46048"/>
                  <a:pt x="761199" y="49959"/>
                  <a:pt x="762603" y="54559"/>
                </a:cubicBezTo>
                <a:cubicBezTo>
                  <a:pt x="764008" y="59160"/>
                  <a:pt x="764710" y="64349"/>
                  <a:pt x="764710" y="70126"/>
                </a:cubicBezTo>
                <a:moveTo>
                  <a:pt x="751380" y="70968"/>
                </a:moveTo>
                <a:cubicBezTo>
                  <a:pt x="751380" y="67236"/>
                  <a:pt x="751035" y="63707"/>
                  <a:pt x="750346" y="60383"/>
                </a:cubicBezTo>
                <a:cubicBezTo>
                  <a:pt x="749656" y="57059"/>
                  <a:pt x="748520" y="54144"/>
                  <a:pt x="746937" y="51639"/>
                </a:cubicBezTo>
                <a:cubicBezTo>
                  <a:pt x="745353" y="49134"/>
                  <a:pt x="743208" y="47152"/>
                  <a:pt x="740502" y="45696"/>
                </a:cubicBezTo>
                <a:cubicBezTo>
                  <a:pt x="737795" y="44237"/>
                  <a:pt x="734424" y="43508"/>
                  <a:pt x="730389" y="43508"/>
                </a:cubicBezTo>
                <a:cubicBezTo>
                  <a:pt x="726661" y="43508"/>
                  <a:pt x="723456" y="44172"/>
                  <a:pt x="720775" y="45502"/>
                </a:cubicBezTo>
                <a:cubicBezTo>
                  <a:pt x="718094" y="46831"/>
                  <a:pt x="715885" y="48711"/>
                  <a:pt x="714148" y="51141"/>
                </a:cubicBezTo>
                <a:cubicBezTo>
                  <a:pt x="712412" y="53570"/>
                  <a:pt x="711122" y="56446"/>
                  <a:pt x="710280" y="59770"/>
                </a:cubicBezTo>
                <a:cubicBezTo>
                  <a:pt x="709437" y="63093"/>
                  <a:pt x="709015" y="66723"/>
                  <a:pt x="709015" y="70662"/>
                </a:cubicBezTo>
                <a:cubicBezTo>
                  <a:pt x="709015" y="74445"/>
                  <a:pt x="709360" y="77999"/>
                  <a:pt x="710050" y="81323"/>
                </a:cubicBezTo>
                <a:cubicBezTo>
                  <a:pt x="710739" y="84647"/>
                  <a:pt x="711888" y="87549"/>
                  <a:pt x="713497" y="90029"/>
                </a:cubicBezTo>
                <a:cubicBezTo>
                  <a:pt x="715106" y="92509"/>
                  <a:pt x="717264" y="94478"/>
                  <a:pt x="719970" y="95937"/>
                </a:cubicBezTo>
                <a:cubicBezTo>
                  <a:pt x="722677" y="97394"/>
                  <a:pt x="726048" y="98122"/>
                  <a:pt x="730083" y="98122"/>
                </a:cubicBezTo>
                <a:cubicBezTo>
                  <a:pt x="733760" y="98122"/>
                  <a:pt x="736952" y="97457"/>
                  <a:pt x="739659" y="96128"/>
                </a:cubicBezTo>
                <a:cubicBezTo>
                  <a:pt x="742366" y="94799"/>
                  <a:pt x="744587" y="92933"/>
                  <a:pt x="746324" y="90529"/>
                </a:cubicBezTo>
                <a:cubicBezTo>
                  <a:pt x="748060" y="88124"/>
                  <a:pt x="749337" y="85261"/>
                  <a:pt x="750154" y="81938"/>
                </a:cubicBezTo>
                <a:cubicBezTo>
                  <a:pt x="750971" y="78614"/>
                  <a:pt x="751380" y="74958"/>
                  <a:pt x="751380" y="70968"/>
                </a:cubicBezTo>
                <a:close/>
                <a:moveTo>
                  <a:pt x="845358" y="105322"/>
                </a:moveTo>
                <a:cubicBezTo>
                  <a:pt x="845358" y="105731"/>
                  <a:pt x="845255" y="106076"/>
                  <a:pt x="845051" y="106356"/>
                </a:cubicBezTo>
                <a:cubicBezTo>
                  <a:pt x="844847" y="106637"/>
                  <a:pt x="844515" y="106880"/>
                  <a:pt x="844055" y="107084"/>
                </a:cubicBezTo>
                <a:cubicBezTo>
                  <a:pt x="843596" y="107288"/>
                  <a:pt x="842957" y="107442"/>
                  <a:pt x="842140" y="107544"/>
                </a:cubicBezTo>
                <a:cubicBezTo>
                  <a:pt x="841323" y="107646"/>
                  <a:pt x="840301" y="107697"/>
                  <a:pt x="839076" y="107697"/>
                </a:cubicBezTo>
                <a:cubicBezTo>
                  <a:pt x="837799" y="107697"/>
                  <a:pt x="836752" y="107646"/>
                  <a:pt x="835935" y="107544"/>
                </a:cubicBezTo>
                <a:cubicBezTo>
                  <a:pt x="835118" y="107442"/>
                  <a:pt x="834479" y="107288"/>
                  <a:pt x="834019" y="107084"/>
                </a:cubicBezTo>
                <a:cubicBezTo>
                  <a:pt x="833560" y="106880"/>
                  <a:pt x="833228" y="106637"/>
                  <a:pt x="833024" y="106356"/>
                </a:cubicBezTo>
                <a:cubicBezTo>
                  <a:pt x="832819" y="106076"/>
                  <a:pt x="832717" y="105731"/>
                  <a:pt x="832717" y="105322"/>
                </a:cubicBezTo>
                <a:lnTo>
                  <a:pt x="832717" y="64955"/>
                </a:lnTo>
                <a:cubicBezTo>
                  <a:pt x="832717" y="61023"/>
                  <a:pt x="832411" y="57857"/>
                  <a:pt x="831798" y="55457"/>
                </a:cubicBezTo>
                <a:cubicBezTo>
                  <a:pt x="831185" y="53057"/>
                  <a:pt x="830291" y="50989"/>
                  <a:pt x="829117" y="49253"/>
                </a:cubicBezTo>
                <a:cubicBezTo>
                  <a:pt x="827942" y="47516"/>
                  <a:pt x="826422" y="46189"/>
                  <a:pt x="824558" y="45269"/>
                </a:cubicBezTo>
                <a:cubicBezTo>
                  <a:pt x="822694" y="44350"/>
                  <a:pt x="820536" y="43891"/>
                  <a:pt x="818085" y="43891"/>
                </a:cubicBezTo>
                <a:cubicBezTo>
                  <a:pt x="814918" y="43891"/>
                  <a:pt x="811752" y="45014"/>
                  <a:pt x="808586" y="47261"/>
                </a:cubicBezTo>
                <a:cubicBezTo>
                  <a:pt x="805419" y="49508"/>
                  <a:pt x="802099" y="52802"/>
                  <a:pt x="798626" y="57142"/>
                </a:cubicBezTo>
                <a:lnTo>
                  <a:pt x="798626" y="105322"/>
                </a:lnTo>
                <a:cubicBezTo>
                  <a:pt x="798626" y="105731"/>
                  <a:pt x="798524" y="106076"/>
                  <a:pt x="798320" y="106356"/>
                </a:cubicBezTo>
                <a:cubicBezTo>
                  <a:pt x="798116" y="106637"/>
                  <a:pt x="797784" y="106880"/>
                  <a:pt x="797324" y="107084"/>
                </a:cubicBezTo>
                <a:cubicBezTo>
                  <a:pt x="796864" y="107288"/>
                  <a:pt x="796226" y="107442"/>
                  <a:pt x="795409" y="107544"/>
                </a:cubicBezTo>
                <a:cubicBezTo>
                  <a:pt x="794592" y="107646"/>
                  <a:pt x="793545" y="107697"/>
                  <a:pt x="792268" y="107697"/>
                </a:cubicBezTo>
                <a:cubicBezTo>
                  <a:pt x="791042" y="107697"/>
                  <a:pt x="790021" y="107646"/>
                  <a:pt x="789204" y="107544"/>
                </a:cubicBezTo>
                <a:cubicBezTo>
                  <a:pt x="788386" y="107442"/>
                  <a:pt x="787735" y="107288"/>
                  <a:pt x="787250" y="107084"/>
                </a:cubicBezTo>
                <a:cubicBezTo>
                  <a:pt x="786765" y="106880"/>
                  <a:pt x="786433" y="106637"/>
                  <a:pt x="786254" y="106356"/>
                </a:cubicBezTo>
                <a:cubicBezTo>
                  <a:pt x="786075" y="106076"/>
                  <a:pt x="785986" y="105731"/>
                  <a:pt x="785986" y="105322"/>
                </a:cubicBezTo>
                <a:lnTo>
                  <a:pt x="785986" y="36384"/>
                </a:lnTo>
                <a:cubicBezTo>
                  <a:pt x="785986" y="35976"/>
                  <a:pt x="786063" y="35631"/>
                  <a:pt x="786216" y="35350"/>
                </a:cubicBezTo>
                <a:cubicBezTo>
                  <a:pt x="786369" y="35069"/>
                  <a:pt x="786676" y="34814"/>
                  <a:pt x="787135" y="34584"/>
                </a:cubicBezTo>
                <a:cubicBezTo>
                  <a:pt x="787595" y="34354"/>
                  <a:pt x="788182" y="34201"/>
                  <a:pt x="788897" y="34124"/>
                </a:cubicBezTo>
                <a:cubicBezTo>
                  <a:pt x="789612" y="34048"/>
                  <a:pt x="790557" y="34010"/>
                  <a:pt x="791732" y="34010"/>
                </a:cubicBezTo>
                <a:cubicBezTo>
                  <a:pt x="792855" y="34010"/>
                  <a:pt x="793787" y="34048"/>
                  <a:pt x="794528" y="34124"/>
                </a:cubicBezTo>
                <a:cubicBezTo>
                  <a:pt x="795268" y="34201"/>
                  <a:pt x="795843" y="34354"/>
                  <a:pt x="796252" y="34584"/>
                </a:cubicBezTo>
                <a:cubicBezTo>
                  <a:pt x="796660" y="34814"/>
                  <a:pt x="796954" y="35069"/>
                  <a:pt x="797133" y="35350"/>
                </a:cubicBezTo>
                <a:cubicBezTo>
                  <a:pt x="797311" y="35631"/>
                  <a:pt x="797401" y="35976"/>
                  <a:pt x="797401" y="36384"/>
                </a:cubicBezTo>
                <a:lnTo>
                  <a:pt x="797401" y="45499"/>
                </a:lnTo>
                <a:cubicBezTo>
                  <a:pt x="801282" y="41159"/>
                  <a:pt x="805151" y="37980"/>
                  <a:pt x="809007" y="35963"/>
                </a:cubicBezTo>
                <a:cubicBezTo>
                  <a:pt x="812863" y="33946"/>
                  <a:pt x="816757" y="32937"/>
                  <a:pt x="820690" y="32937"/>
                </a:cubicBezTo>
                <a:cubicBezTo>
                  <a:pt x="825286" y="32937"/>
                  <a:pt x="829155" y="33716"/>
                  <a:pt x="832296" y="35273"/>
                </a:cubicBezTo>
                <a:cubicBezTo>
                  <a:pt x="835437" y="36831"/>
                  <a:pt x="837978" y="38912"/>
                  <a:pt x="839918" y="41516"/>
                </a:cubicBezTo>
                <a:cubicBezTo>
                  <a:pt x="841859" y="44120"/>
                  <a:pt x="843251" y="47172"/>
                  <a:pt x="844093" y="50670"/>
                </a:cubicBezTo>
                <a:cubicBezTo>
                  <a:pt x="844936" y="54168"/>
                  <a:pt x="845358" y="58368"/>
                  <a:pt x="845358" y="63270"/>
                </a:cubicBezTo>
                <a:lnTo>
                  <a:pt x="845358" y="105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E4EA0-FD49-4A90-A449-6F2A463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467" y="958721"/>
            <a:ext cx="2595041" cy="2696"/>
          </a:xfrm>
          <a:custGeom xmlns:a="http://schemas.openxmlformats.org/drawingml/2006/main">
            <a:pathLst>
              <a:path w="2595041" h="2696" fill="none">
                <a:moveTo>
                  <a:pt x="0" y="0"/>
                </a:moveTo>
                <a:lnTo>
                  <a:pt x="2595041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69658" cap="flat">
            <a:solidFill>
              <a:srgbClr val="4874CB">
                <a:alpha val="34120"/>
              </a:srgbClr>
            </a:solidFill>
            <a:custDash>
              <a:ds d="300000" sp="100000"/>
            </a:custDash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6B2D6-8A73-4BE1-84FB-4AF236B5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508" y="1416633"/>
            <a:ext cx="1334824" cy="772026"/>
          </a:xfrm>
          <a:custGeom xmlns:a="http://schemas.openxmlformats.org/drawingml/2006/main">
            <a:pathLst>
              <a:path w="1334824" h="772026" fill="none">
                <a:moveTo>
                  <a:pt x="0" y="193007"/>
                </a:moveTo>
                <a:lnTo>
                  <a:pt x="948760" y="193007"/>
                </a:lnTo>
                <a:lnTo>
                  <a:pt x="948760" y="0"/>
                </a:lnTo>
                <a:lnTo>
                  <a:pt x="1334824" y="386014"/>
                </a:lnTo>
                <a:lnTo>
                  <a:pt x="948760" y="772026"/>
                </a:lnTo>
                <a:lnTo>
                  <a:pt x="948760" y="579019"/>
                </a:lnTo>
                <a:lnTo>
                  <a:pt x="0" y="579019"/>
                </a:lnTo>
                <a:lnTo>
                  <a:pt x="0" y="1930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88" cap="flat">
            <a:solidFill>
              <a:srgbClr val="2E54A1"/>
            </a:solidFill>
            <a:miter/>
          </a:ln>
        </p:spPr>
      </p:sp>
      <p:sp>
        <p:nvSpPr>
          <p:cNvPr id="44" name="Text Continuous">
            <a:extLst xmlns:a="http://schemas.openxmlformats.org/drawingml/2006/main">
              <a:ext uri="{FF2B5EF4-FFF2-40B4-BE49-F238E27FC236}">
                <a16:creationId xmlns:a16="http://schemas.microsoft.com/office/drawing/2014/main" id="{F0624A20-E8F9-4A6C-9ABC-0A5186EC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174" y="1661766"/>
            <a:ext cx="735842" cy="103254"/>
          </a:xfrm>
          <a:custGeom xmlns:a="http://schemas.openxmlformats.org/drawingml/2006/main">
            <a:pathLst>
              <a:path w="735842" h="103254">
                <a:moveTo>
                  <a:pt x="71935" y="87628"/>
                </a:moveTo>
                <a:cubicBezTo>
                  <a:pt x="71935" y="88445"/>
                  <a:pt x="71910" y="89160"/>
                  <a:pt x="71859" y="89773"/>
                </a:cubicBezTo>
                <a:cubicBezTo>
                  <a:pt x="71808" y="90386"/>
                  <a:pt x="71718" y="90922"/>
                  <a:pt x="71590" y="91381"/>
                </a:cubicBezTo>
                <a:cubicBezTo>
                  <a:pt x="71463" y="91841"/>
                  <a:pt x="71297" y="92250"/>
                  <a:pt x="71093" y="92607"/>
                </a:cubicBezTo>
                <a:cubicBezTo>
                  <a:pt x="70888" y="92964"/>
                  <a:pt x="70531" y="93401"/>
                  <a:pt x="70020" y="93916"/>
                </a:cubicBezTo>
                <a:cubicBezTo>
                  <a:pt x="69509" y="94430"/>
                  <a:pt x="68437" y="95215"/>
                  <a:pt x="66802" y="96269"/>
                </a:cubicBezTo>
                <a:cubicBezTo>
                  <a:pt x="65168" y="97324"/>
                  <a:pt x="63138" y="98353"/>
                  <a:pt x="60712" y="99357"/>
                </a:cubicBezTo>
                <a:cubicBezTo>
                  <a:pt x="58286" y="100361"/>
                  <a:pt x="55503" y="101210"/>
                  <a:pt x="52362" y="101904"/>
                </a:cubicBezTo>
                <a:cubicBezTo>
                  <a:pt x="49221" y="102600"/>
                  <a:pt x="45786" y="102948"/>
                  <a:pt x="42058" y="102948"/>
                </a:cubicBezTo>
                <a:cubicBezTo>
                  <a:pt x="35623" y="102948"/>
                  <a:pt x="29813" y="101875"/>
                  <a:pt x="24630" y="99731"/>
                </a:cubicBezTo>
                <a:cubicBezTo>
                  <a:pt x="19446" y="97586"/>
                  <a:pt x="15028" y="94420"/>
                  <a:pt x="11376" y="90232"/>
                </a:cubicBezTo>
                <a:cubicBezTo>
                  <a:pt x="7725" y="86045"/>
                  <a:pt x="4916" y="80875"/>
                  <a:pt x="2949" y="74721"/>
                </a:cubicBezTo>
                <a:cubicBezTo>
                  <a:pt x="983" y="68568"/>
                  <a:pt x="0" y="61483"/>
                  <a:pt x="0" y="53465"/>
                </a:cubicBezTo>
                <a:cubicBezTo>
                  <a:pt x="0" y="45244"/>
                  <a:pt x="1060" y="37916"/>
                  <a:pt x="3179" y="31482"/>
                </a:cubicBezTo>
                <a:cubicBezTo>
                  <a:pt x="5299" y="25048"/>
                  <a:pt x="8274" y="19596"/>
                  <a:pt x="12104" y="15128"/>
                </a:cubicBezTo>
                <a:cubicBezTo>
                  <a:pt x="15935" y="10660"/>
                  <a:pt x="20518" y="7251"/>
                  <a:pt x="25855" y="4902"/>
                </a:cubicBezTo>
                <a:cubicBezTo>
                  <a:pt x="31192" y="2553"/>
                  <a:pt x="37104" y="1379"/>
                  <a:pt x="43590" y="1379"/>
                </a:cubicBezTo>
                <a:cubicBezTo>
                  <a:pt x="46450" y="1379"/>
                  <a:pt x="49234" y="1649"/>
                  <a:pt x="51940" y="2190"/>
                </a:cubicBezTo>
                <a:cubicBezTo>
                  <a:pt x="54647" y="2731"/>
                  <a:pt x="57150" y="3413"/>
                  <a:pt x="59448" y="4237"/>
                </a:cubicBezTo>
                <a:cubicBezTo>
                  <a:pt x="61746" y="5060"/>
                  <a:pt x="63789" y="6013"/>
                  <a:pt x="65577" y="7095"/>
                </a:cubicBezTo>
                <a:cubicBezTo>
                  <a:pt x="67364" y="8175"/>
                  <a:pt x="68603" y="9063"/>
                  <a:pt x="69292" y="9759"/>
                </a:cubicBezTo>
                <a:cubicBezTo>
                  <a:pt x="69982" y="10453"/>
                  <a:pt x="70429" y="10979"/>
                  <a:pt x="70633" y="11337"/>
                </a:cubicBezTo>
                <a:cubicBezTo>
                  <a:pt x="70837" y="11694"/>
                  <a:pt x="71003" y="12115"/>
                  <a:pt x="71131" y="12600"/>
                </a:cubicBezTo>
                <a:cubicBezTo>
                  <a:pt x="71259" y="13085"/>
                  <a:pt x="71361" y="13660"/>
                  <a:pt x="71437" y="14324"/>
                </a:cubicBezTo>
                <a:cubicBezTo>
                  <a:pt x="71514" y="14988"/>
                  <a:pt x="71552" y="15779"/>
                  <a:pt x="71552" y="16698"/>
                </a:cubicBezTo>
                <a:cubicBezTo>
                  <a:pt x="71552" y="17720"/>
                  <a:pt x="71501" y="18588"/>
                  <a:pt x="71399" y="19303"/>
                </a:cubicBezTo>
                <a:cubicBezTo>
                  <a:pt x="71297" y="20018"/>
                  <a:pt x="71144" y="20618"/>
                  <a:pt x="70939" y="21103"/>
                </a:cubicBezTo>
                <a:cubicBezTo>
                  <a:pt x="70735" y="21588"/>
                  <a:pt x="70492" y="21945"/>
                  <a:pt x="70212" y="22175"/>
                </a:cubicBezTo>
                <a:cubicBezTo>
                  <a:pt x="69931" y="22405"/>
                  <a:pt x="69586" y="22520"/>
                  <a:pt x="69177" y="22520"/>
                </a:cubicBezTo>
                <a:cubicBezTo>
                  <a:pt x="68462" y="22520"/>
                  <a:pt x="67466" y="22018"/>
                  <a:pt x="66190" y="21014"/>
                </a:cubicBezTo>
                <a:cubicBezTo>
                  <a:pt x="64913" y="20010"/>
                  <a:pt x="63266" y="18904"/>
                  <a:pt x="61248" y="17694"/>
                </a:cubicBezTo>
                <a:cubicBezTo>
                  <a:pt x="59231" y="16485"/>
                  <a:pt x="56780" y="15378"/>
                  <a:pt x="53894" y="14374"/>
                </a:cubicBezTo>
                <a:cubicBezTo>
                  <a:pt x="51008" y="13370"/>
                  <a:pt x="47548" y="12868"/>
                  <a:pt x="43514" y="12868"/>
                </a:cubicBezTo>
                <a:cubicBezTo>
                  <a:pt x="39121" y="12868"/>
                  <a:pt x="35125" y="13749"/>
                  <a:pt x="31524" y="15511"/>
                </a:cubicBezTo>
                <a:cubicBezTo>
                  <a:pt x="27924" y="17273"/>
                  <a:pt x="24847" y="19864"/>
                  <a:pt x="22293" y="23286"/>
                </a:cubicBezTo>
                <a:cubicBezTo>
                  <a:pt x="19739" y="26707"/>
                  <a:pt x="17760" y="30882"/>
                  <a:pt x="16356" y="35810"/>
                </a:cubicBezTo>
                <a:cubicBezTo>
                  <a:pt x="14951" y="40737"/>
                  <a:pt x="14249" y="46367"/>
                  <a:pt x="14249" y="52699"/>
                </a:cubicBezTo>
                <a:cubicBezTo>
                  <a:pt x="14249" y="58980"/>
                  <a:pt x="14926" y="64534"/>
                  <a:pt x="16279" y="69360"/>
                </a:cubicBezTo>
                <a:cubicBezTo>
                  <a:pt x="17633" y="74185"/>
                  <a:pt x="19573" y="78219"/>
                  <a:pt x="22102" y="81462"/>
                </a:cubicBezTo>
                <a:cubicBezTo>
                  <a:pt x="24630" y="84705"/>
                  <a:pt x="27732" y="87156"/>
                  <a:pt x="31409" y="88815"/>
                </a:cubicBezTo>
                <a:cubicBezTo>
                  <a:pt x="35087" y="90475"/>
                  <a:pt x="39249" y="91305"/>
                  <a:pt x="43897" y="91305"/>
                </a:cubicBezTo>
                <a:cubicBezTo>
                  <a:pt x="47829" y="91305"/>
                  <a:pt x="51264" y="90816"/>
                  <a:pt x="54200" y="89838"/>
                </a:cubicBezTo>
                <a:cubicBezTo>
                  <a:pt x="57137" y="88859"/>
                  <a:pt x="59640" y="87765"/>
                  <a:pt x="61708" y="86556"/>
                </a:cubicBezTo>
                <a:cubicBezTo>
                  <a:pt x="63776" y="85346"/>
                  <a:pt x="65475" y="84252"/>
                  <a:pt x="66802" y="83274"/>
                </a:cubicBezTo>
                <a:cubicBezTo>
                  <a:pt x="68130" y="82296"/>
                  <a:pt x="69177" y="81807"/>
                  <a:pt x="69943" y="81807"/>
                </a:cubicBezTo>
                <a:cubicBezTo>
                  <a:pt x="70301" y="81807"/>
                  <a:pt x="70607" y="81883"/>
                  <a:pt x="70863" y="82036"/>
                </a:cubicBezTo>
                <a:cubicBezTo>
                  <a:pt x="71118" y="82190"/>
                  <a:pt x="71322" y="82483"/>
                  <a:pt x="71476" y="82917"/>
                </a:cubicBezTo>
                <a:cubicBezTo>
                  <a:pt x="71629" y="83351"/>
                  <a:pt x="71744" y="83951"/>
                  <a:pt x="71820" y="84717"/>
                </a:cubicBezTo>
                <a:cubicBezTo>
                  <a:pt x="71897" y="85483"/>
                  <a:pt x="71935" y="86454"/>
                  <a:pt x="71935" y="87628"/>
                </a:cubicBezTo>
                <a:close/>
                <a:moveTo>
                  <a:pt x="154928" y="64610"/>
                </a:moveTo>
                <a:cubicBezTo>
                  <a:pt x="154928" y="70232"/>
                  <a:pt x="154188" y="75408"/>
                  <a:pt x="152706" y="80136"/>
                </a:cubicBezTo>
                <a:cubicBezTo>
                  <a:pt x="151225" y="84864"/>
                  <a:pt x="149016" y="88941"/>
                  <a:pt x="146080" y="92368"/>
                </a:cubicBezTo>
                <a:cubicBezTo>
                  <a:pt x="143143" y="95792"/>
                  <a:pt x="139466" y="98463"/>
                  <a:pt x="135048" y="100379"/>
                </a:cubicBezTo>
                <a:cubicBezTo>
                  <a:pt x="130630" y="102296"/>
                  <a:pt x="125510" y="103254"/>
                  <a:pt x="119688" y="103254"/>
                </a:cubicBezTo>
                <a:cubicBezTo>
                  <a:pt x="114019" y="103254"/>
                  <a:pt x="109078" y="102411"/>
                  <a:pt x="104865" y="100724"/>
                </a:cubicBezTo>
                <a:cubicBezTo>
                  <a:pt x="100651" y="99037"/>
                  <a:pt x="97140" y="96584"/>
                  <a:pt x="94331" y="93363"/>
                </a:cubicBezTo>
                <a:cubicBezTo>
                  <a:pt x="91522" y="90143"/>
                  <a:pt x="89428" y="86233"/>
                  <a:pt x="88049" y="81632"/>
                </a:cubicBezTo>
                <a:cubicBezTo>
                  <a:pt x="86670" y="77031"/>
                  <a:pt x="85981" y="71817"/>
                  <a:pt x="85981" y="65989"/>
                </a:cubicBezTo>
                <a:cubicBezTo>
                  <a:pt x="85981" y="60367"/>
                  <a:pt x="86708" y="55192"/>
                  <a:pt x="88164" y="50464"/>
                </a:cubicBezTo>
                <a:cubicBezTo>
                  <a:pt x="89619" y="45735"/>
                  <a:pt x="91816" y="41659"/>
                  <a:pt x="94752" y="38234"/>
                </a:cubicBezTo>
                <a:cubicBezTo>
                  <a:pt x="97689" y="34808"/>
                  <a:pt x="101353" y="32150"/>
                  <a:pt x="105746" y="30259"/>
                </a:cubicBezTo>
                <a:cubicBezTo>
                  <a:pt x="110138" y="28368"/>
                  <a:pt x="115270" y="27422"/>
                  <a:pt x="121144" y="27422"/>
                </a:cubicBezTo>
                <a:cubicBezTo>
                  <a:pt x="126813" y="27422"/>
                  <a:pt x="131754" y="28265"/>
                  <a:pt x="135968" y="29952"/>
                </a:cubicBezTo>
                <a:cubicBezTo>
                  <a:pt x="140181" y="31639"/>
                  <a:pt x="143692" y="34093"/>
                  <a:pt x="146501" y="37313"/>
                </a:cubicBezTo>
                <a:cubicBezTo>
                  <a:pt x="149310" y="40533"/>
                  <a:pt x="151417" y="44444"/>
                  <a:pt x="152821" y="49044"/>
                </a:cubicBezTo>
                <a:cubicBezTo>
                  <a:pt x="154226" y="53645"/>
                  <a:pt x="154928" y="58834"/>
                  <a:pt x="154928" y="64610"/>
                </a:cubicBezTo>
                <a:moveTo>
                  <a:pt x="141598" y="65453"/>
                </a:moveTo>
                <a:cubicBezTo>
                  <a:pt x="141598" y="61720"/>
                  <a:pt x="141253" y="58192"/>
                  <a:pt x="140564" y="54868"/>
                </a:cubicBezTo>
                <a:cubicBezTo>
                  <a:pt x="139875" y="51544"/>
                  <a:pt x="138738" y="48629"/>
                  <a:pt x="137155" y="46124"/>
                </a:cubicBezTo>
                <a:cubicBezTo>
                  <a:pt x="135572" y="43619"/>
                  <a:pt x="133427" y="41637"/>
                  <a:pt x="130720" y="40180"/>
                </a:cubicBezTo>
                <a:cubicBezTo>
                  <a:pt x="128013" y="38722"/>
                  <a:pt x="124642" y="37993"/>
                  <a:pt x="120608" y="37993"/>
                </a:cubicBezTo>
                <a:cubicBezTo>
                  <a:pt x="116879" y="37993"/>
                  <a:pt x="113674" y="38657"/>
                  <a:pt x="110993" y="39987"/>
                </a:cubicBezTo>
                <a:cubicBezTo>
                  <a:pt x="108312" y="41316"/>
                  <a:pt x="106103" y="43196"/>
                  <a:pt x="104367" y="45626"/>
                </a:cubicBezTo>
                <a:cubicBezTo>
                  <a:pt x="102630" y="48055"/>
                  <a:pt x="101341" y="50931"/>
                  <a:pt x="100498" y="54255"/>
                </a:cubicBezTo>
                <a:cubicBezTo>
                  <a:pt x="99655" y="57578"/>
                  <a:pt x="99234" y="61208"/>
                  <a:pt x="99234" y="65147"/>
                </a:cubicBezTo>
                <a:cubicBezTo>
                  <a:pt x="99234" y="68930"/>
                  <a:pt x="99579" y="72484"/>
                  <a:pt x="100268" y="75808"/>
                </a:cubicBezTo>
                <a:cubicBezTo>
                  <a:pt x="100957" y="79132"/>
                  <a:pt x="102107" y="82034"/>
                  <a:pt x="103715" y="84514"/>
                </a:cubicBezTo>
                <a:cubicBezTo>
                  <a:pt x="105324" y="86994"/>
                  <a:pt x="107482" y="88963"/>
                  <a:pt x="110189" y="90422"/>
                </a:cubicBezTo>
                <a:cubicBezTo>
                  <a:pt x="112896" y="91879"/>
                  <a:pt x="116266" y="92607"/>
                  <a:pt x="120301" y="92607"/>
                </a:cubicBezTo>
                <a:cubicBezTo>
                  <a:pt x="123978" y="92607"/>
                  <a:pt x="127170" y="91942"/>
                  <a:pt x="129877" y="90613"/>
                </a:cubicBezTo>
                <a:cubicBezTo>
                  <a:pt x="132584" y="89284"/>
                  <a:pt x="134806" y="87418"/>
                  <a:pt x="136542" y="85014"/>
                </a:cubicBezTo>
                <a:cubicBezTo>
                  <a:pt x="138279" y="82609"/>
                  <a:pt x="139555" y="79746"/>
                  <a:pt x="140372" y="76423"/>
                </a:cubicBezTo>
                <a:cubicBezTo>
                  <a:pt x="141190" y="73099"/>
                  <a:pt x="141598" y="69443"/>
                  <a:pt x="141598" y="65453"/>
                </a:cubicBezTo>
                <a:close/>
                <a:moveTo>
                  <a:pt x="235576" y="99807"/>
                </a:moveTo>
                <a:cubicBezTo>
                  <a:pt x="235576" y="100216"/>
                  <a:pt x="235474" y="100560"/>
                  <a:pt x="235269" y="100841"/>
                </a:cubicBezTo>
                <a:cubicBezTo>
                  <a:pt x="235065" y="101122"/>
                  <a:pt x="234733" y="101365"/>
                  <a:pt x="234274" y="101569"/>
                </a:cubicBezTo>
                <a:cubicBezTo>
                  <a:pt x="233814" y="101773"/>
                  <a:pt x="233175" y="101926"/>
                  <a:pt x="232358" y="102029"/>
                </a:cubicBezTo>
                <a:cubicBezTo>
                  <a:pt x="231541" y="102131"/>
                  <a:pt x="230520" y="102182"/>
                  <a:pt x="229294" y="102182"/>
                </a:cubicBezTo>
                <a:cubicBezTo>
                  <a:pt x="228017" y="102182"/>
                  <a:pt x="226970" y="102131"/>
                  <a:pt x="226153" y="102029"/>
                </a:cubicBezTo>
                <a:cubicBezTo>
                  <a:pt x="225336" y="101926"/>
                  <a:pt x="224697" y="101773"/>
                  <a:pt x="224238" y="101569"/>
                </a:cubicBezTo>
                <a:cubicBezTo>
                  <a:pt x="223778" y="101365"/>
                  <a:pt x="223446" y="101122"/>
                  <a:pt x="223242" y="100841"/>
                </a:cubicBezTo>
                <a:cubicBezTo>
                  <a:pt x="223038" y="100560"/>
                  <a:pt x="222936" y="100216"/>
                  <a:pt x="222936" y="99807"/>
                </a:cubicBezTo>
                <a:lnTo>
                  <a:pt x="222936" y="59440"/>
                </a:lnTo>
                <a:cubicBezTo>
                  <a:pt x="222936" y="55508"/>
                  <a:pt x="222629" y="52342"/>
                  <a:pt x="222016" y="49942"/>
                </a:cubicBezTo>
                <a:cubicBezTo>
                  <a:pt x="221403" y="47542"/>
                  <a:pt x="220510" y="45474"/>
                  <a:pt x="219335" y="43737"/>
                </a:cubicBezTo>
                <a:cubicBezTo>
                  <a:pt x="218160" y="42001"/>
                  <a:pt x="216641" y="40674"/>
                  <a:pt x="214777" y="39754"/>
                </a:cubicBezTo>
                <a:cubicBezTo>
                  <a:pt x="212913" y="38835"/>
                  <a:pt x="210755" y="38376"/>
                  <a:pt x="208303" y="38376"/>
                </a:cubicBezTo>
                <a:cubicBezTo>
                  <a:pt x="205137" y="38376"/>
                  <a:pt x="201970" y="39499"/>
                  <a:pt x="198804" y="41746"/>
                </a:cubicBezTo>
                <a:cubicBezTo>
                  <a:pt x="195637" y="43993"/>
                  <a:pt x="192318" y="47287"/>
                  <a:pt x="188845" y="51627"/>
                </a:cubicBezTo>
                <a:lnTo>
                  <a:pt x="188845" y="99807"/>
                </a:lnTo>
                <a:cubicBezTo>
                  <a:pt x="188845" y="100216"/>
                  <a:pt x="188743" y="100560"/>
                  <a:pt x="188538" y="100841"/>
                </a:cubicBezTo>
                <a:cubicBezTo>
                  <a:pt x="188334" y="101122"/>
                  <a:pt x="188002" y="101365"/>
                  <a:pt x="187542" y="101569"/>
                </a:cubicBezTo>
                <a:cubicBezTo>
                  <a:pt x="187083" y="101773"/>
                  <a:pt x="186444" y="101926"/>
                  <a:pt x="185627" y="102029"/>
                </a:cubicBezTo>
                <a:cubicBezTo>
                  <a:pt x="184810" y="102131"/>
                  <a:pt x="183763" y="102182"/>
                  <a:pt x="182486" y="102182"/>
                </a:cubicBezTo>
                <a:cubicBezTo>
                  <a:pt x="181261" y="102182"/>
                  <a:pt x="180239" y="102131"/>
                  <a:pt x="179422" y="102029"/>
                </a:cubicBezTo>
                <a:cubicBezTo>
                  <a:pt x="178605" y="101926"/>
                  <a:pt x="177954" y="101773"/>
                  <a:pt x="177468" y="101569"/>
                </a:cubicBezTo>
                <a:cubicBezTo>
                  <a:pt x="176983" y="101365"/>
                  <a:pt x="176651" y="101122"/>
                  <a:pt x="176473" y="100841"/>
                </a:cubicBezTo>
                <a:cubicBezTo>
                  <a:pt x="176294" y="100560"/>
                  <a:pt x="176204" y="100216"/>
                  <a:pt x="176204" y="99807"/>
                </a:cubicBezTo>
                <a:lnTo>
                  <a:pt x="176204" y="30869"/>
                </a:lnTo>
                <a:cubicBezTo>
                  <a:pt x="176204" y="30460"/>
                  <a:pt x="176281" y="30116"/>
                  <a:pt x="176434" y="29835"/>
                </a:cubicBezTo>
                <a:cubicBezTo>
                  <a:pt x="176587" y="29554"/>
                  <a:pt x="176894" y="29299"/>
                  <a:pt x="177354" y="29069"/>
                </a:cubicBezTo>
                <a:cubicBezTo>
                  <a:pt x="177813" y="28839"/>
                  <a:pt x="178401" y="28686"/>
                  <a:pt x="179116" y="28609"/>
                </a:cubicBezTo>
                <a:cubicBezTo>
                  <a:pt x="179831" y="28533"/>
                  <a:pt x="180775" y="28494"/>
                  <a:pt x="181950" y="28494"/>
                </a:cubicBezTo>
                <a:cubicBezTo>
                  <a:pt x="183074" y="28494"/>
                  <a:pt x="184006" y="28533"/>
                  <a:pt x="184746" y="28609"/>
                </a:cubicBezTo>
                <a:cubicBezTo>
                  <a:pt x="185487" y="28686"/>
                  <a:pt x="186061" y="28839"/>
                  <a:pt x="186470" y="29069"/>
                </a:cubicBezTo>
                <a:cubicBezTo>
                  <a:pt x="186879" y="29299"/>
                  <a:pt x="187172" y="29554"/>
                  <a:pt x="187351" y="29835"/>
                </a:cubicBezTo>
                <a:cubicBezTo>
                  <a:pt x="187530" y="30116"/>
                  <a:pt x="187619" y="30460"/>
                  <a:pt x="187619" y="30869"/>
                </a:cubicBezTo>
                <a:lnTo>
                  <a:pt x="187619" y="39984"/>
                </a:lnTo>
                <a:cubicBezTo>
                  <a:pt x="191501" y="35644"/>
                  <a:pt x="195369" y="32465"/>
                  <a:pt x="199225" y="30448"/>
                </a:cubicBezTo>
                <a:cubicBezTo>
                  <a:pt x="203081" y="28431"/>
                  <a:pt x="206975" y="27422"/>
                  <a:pt x="210908" y="27422"/>
                </a:cubicBezTo>
                <a:cubicBezTo>
                  <a:pt x="215504" y="27422"/>
                  <a:pt x="219373" y="28201"/>
                  <a:pt x="222514" y="29758"/>
                </a:cubicBezTo>
                <a:cubicBezTo>
                  <a:pt x="225655" y="31316"/>
                  <a:pt x="228196" y="33397"/>
                  <a:pt x="230137" y="36001"/>
                </a:cubicBezTo>
                <a:cubicBezTo>
                  <a:pt x="232077" y="38605"/>
                  <a:pt x="233469" y="41657"/>
                  <a:pt x="234312" y="45155"/>
                </a:cubicBezTo>
                <a:cubicBezTo>
                  <a:pt x="235155" y="48653"/>
                  <a:pt x="235576" y="52853"/>
                  <a:pt x="235576" y="57755"/>
                </a:cubicBezTo>
                <a:lnTo>
                  <a:pt x="235576" y="99807"/>
                </a:lnTo>
                <a:close/>
                <a:moveTo>
                  <a:pt x="295886" y="94828"/>
                </a:moveTo>
                <a:cubicBezTo>
                  <a:pt x="295886" y="96309"/>
                  <a:pt x="295783" y="97484"/>
                  <a:pt x="295579" y="98352"/>
                </a:cubicBezTo>
                <a:cubicBezTo>
                  <a:pt x="295375" y="99220"/>
                  <a:pt x="295068" y="99858"/>
                  <a:pt x="294660" y="100267"/>
                </a:cubicBezTo>
                <a:cubicBezTo>
                  <a:pt x="294251" y="100675"/>
                  <a:pt x="293638" y="101058"/>
                  <a:pt x="292821" y="101416"/>
                </a:cubicBezTo>
                <a:cubicBezTo>
                  <a:pt x="292004" y="101773"/>
                  <a:pt x="291072" y="102067"/>
                  <a:pt x="290025" y="102297"/>
                </a:cubicBezTo>
                <a:cubicBezTo>
                  <a:pt x="288978" y="102526"/>
                  <a:pt x="287867" y="102718"/>
                  <a:pt x="286693" y="102871"/>
                </a:cubicBezTo>
                <a:cubicBezTo>
                  <a:pt x="285518" y="103024"/>
                  <a:pt x="284343" y="103101"/>
                  <a:pt x="283169" y="103101"/>
                </a:cubicBezTo>
                <a:cubicBezTo>
                  <a:pt x="279594" y="103101"/>
                  <a:pt x="276529" y="102628"/>
                  <a:pt x="273976" y="101681"/>
                </a:cubicBezTo>
                <a:cubicBezTo>
                  <a:pt x="271422" y="100734"/>
                  <a:pt x="269328" y="99300"/>
                  <a:pt x="267694" y="97380"/>
                </a:cubicBezTo>
                <a:cubicBezTo>
                  <a:pt x="266059" y="95460"/>
                  <a:pt x="264872" y="93029"/>
                  <a:pt x="264131" y="90086"/>
                </a:cubicBezTo>
                <a:cubicBezTo>
                  <a:pt x="263391" y="87144"/>
                  <a:pt x="263021" y="83676"/>
                  <a:pt x="263021" y="79684"/>
                </a:cubicBezTo>
                <a:lnTo>
                  <a:pt x="263021" y="39295"/>
                </a:lnTo>
                <a:lnTo>
                  <a:pt x="253368" y="39295"/>
                </a:lnTo>
                <a:cubicBezTo>
                  <a:pt x="252602" y="39295"/>
                  <a:pt x="251989" y="38886"/>
                  <a:pt x="251529" y="38069"/>
                </a:cubicBezTo>
                <a:cubicBezTo>
                  <a:pt x="251070" y="37252"/>
                  <a:pt x="250840" y="35924"/>
                  <a:pt x="250840" y="34086"/>
                </a:cubicBezTo>
                <a:cubicBezTo>
                  <a:pt x="250840" y="33116"/>
                  <a:pt x="250904" y="32299"/>
                  <a:pt x="251031" y="31635"/>
                </a:cubicBezTo>
                <a:cubicBezTo>
                  <a:pt x="251159" y="30971"/>
                  <a:pt x="251325" y="30422"/>
                  <a:pt x="251529" y="29988"/>
                </a:cubicBezTo>
                <a:cubicBezTo>
                  <a:pt x="251734" y="29554"/>
                  <a:pt x="252002" y="29248"/>
                  <a:pt x="252334" y="29069"/>
                </a:cubicBezTo>
                <a:cubicBezTo>
                  <a:pt x="252666" y="28890"/>
                  <a:pt x="253036" y="28801"/>
                  <a:pt x="253445" y="28801"/>
                </a:cubicBezTo>
                <a:lnTo>
                  <a:pt x="263021" y="28801"/>
                </a:lnTo>
                <a:lnTo>
                  <a:pt x="263021" y="12409"/>
                </a:lnTo>
                <a:cubicBezTo>
                  <a:pt x="263021" y="12051"/>
                  <a:pt x="263110" y="11719"/>
                  <a:pt x="263289" y="11413"/>
                </a:cubicBezTo>
                <a:cubicBezTo>
                  <a:pt x="263467" y="11107"/>
                  <a:pt x="263799" y="10839"/>
                  <a:pt x="264285" y="10609"/>
                </a:cubicBezTo>
                <a:cubicBezTo>
                  <a:pt x="264770" y="10379"/>
                  <a:pt x="265421" y="10213"/>
                  <a:pt x="266238" y="10111"/>
                </a:cubicBezTo>
                <a:cubicBezTo>
                  <a:pt x="267055" y="10009"/>
                  <a:pt x="268077" y="9958"/>
                  <a:pt x="269302" y="9958"/>
                </a:cubicBezTo>
                <a:cubicBezTo>
                  <a:pt x="270579" y="9958"/>
                  <a:pt x="271626" y="10009"/>
                  <a:pt x="272443" y="10111"/>
                </a:cubicBezTo>
                <a:cubicBezTo>
                  <a:pt x="273261" y="10213"/>
                  <a:pt x="273899" y="10379"/>
                  <a:pt x="274359" y="10609"/>
                </a:cubicBezTo>
                <a:cubicBezTo>
                  <a:pt x="274818" y="10839"/>
                  <a:pt x="275150" y="11107"/>
                  <a:pt x="275355" y="11413"/>
                </a:cubicBezTo>
                <a:cubicBezTo>
                  <a:pt x="275559" y="11719"/>
                  <a:pt x="275661" y="12051"/>
                  <a:pt x="275661" y="12409"/>
                </a:cubicBezTo>
                <a:lnTo>
                  <a:pt x="275661" y="28801"/>
                </a:lnTo>
                <a:lnTo>
                  <a:pt x="293358" y="28801"/>
                </a:lnTo>
                <a:cubicBezTo>
                  <a:pt x="293766" y="28801"/>
                  <a:pt x="294124" y="28890"/>
                  <a:pt x="294430" y="29069"/>
                </a:cubicBezTo>
                <a:cubicBezTo>
                  <a:pt x="294736" y="29248"/>
                  <a:pt x="295005" y="29554"/>
                  <a:pt x="295234" y="29988"/>
                </a:cubicBezTo>
                <a:cubicBezTo>
                  <a:pt x="295464" y="30422"/>
                  <a:pt x="295630" y="30971"/>
                  <a:pt x="295732" y="31635"/>
                </a:cubicBezTo>
                <a:cubicBezTo>
                  <a:pt x="295835" y="32299"/>
                  <a:pt x="295886" y="33116"/>
                  <a:pt x="295886" y="34086"/>
                </a:cubicBezTo>
                <a:cubicBezTo>
                  <a:pt x="295886" y="35924"/>
                  <a:pt x="295656" y="37252"/>
                  <a:pt x="295196" y="38069"/>
                </a:cubicBezTo>
                <a:cubicBezTo>
                  <a:pt x="294736" y="38886"/>
                  <a:pt x="294124" y="39295"/>
                  <a:pt x="293358" y="39295"/>
                </a:cubicBezTo>
                <a:lnTo>
                  <a:pt x="275661" y="39295"/>
                </a:lnTo>
                <a:lnTo>
                  <a:pt x="275661" y="77860"/>
                </a:lnTo>
                <a:cubicBezTo>
                  <a:pt x="275661" y="82621"/>
                  <a:pt x="276363" y="86219"/>
                  <a:pt x="277768" y="88653"/>
                </a:cubicBezTo>
                <a:cubicBezTo>
                  <a:pt x="279172" y="91085"/>
                  <a:pt x="281688" y="92301"/>
                  <a:pt x="285314" y="92301"/>
                </a:cubicBezTo>
                <a:cubicBezTo>
                  <a:pt x="286488" y="92301"/>
                  <a:pt x="287535" y="92186"/>
                  <a:pt x="288455" y="91956"/>
                </a:cubicBezTo>
                <a:cubicBezTo>
                  <a:pt x="289374" y="91726"/>
                  <a:pt x="290191" y="91484"/>
                  <a:pt x="290906" y="91228"/>
                </a:cubicBezTo>
                <a:cubicBezTo>
                  <a:pt x="291621" y="90973"/>
                  <a:pt x="292234" y="90730"/>
                  <a:pt x="292745" y="90501"/>
                </a:cubicBezTo>
                <a:cubicBezTo>
                  <a:pt x="293255" y="90271"/>
                  <a:pt x="293715" y="90156"/>
                  <a:pt x="294124" y="90156"/>
                </a:cubicBezTo>
                <a:cubicBezTo>
                  <a:pt x="294379" y="90156"/>
                  <a:pt x="294622" y="90220"/>
                  <a:pt x="294851" y="90347"/>
                </a:cubicBezTo>
                <a:cubicBezTo>
                  <a:pt x="295081" y="90475"/>
                  <a:pt x="295260" y="90718"/>
                  <a:pt x="295388" y="91075"/>
                </a:cubicBezTo>
                <a:cubicBezTo>
                  <a:pt x="295515" y="91433"/>
                  <a:pt x="295630" y="91918"/>
                  <a:pt x="295732" y="92530"/>
                </a:cubicBezTo>
                <a:cubicBezTo>
                  <a:pt x="295835" y="93143"/>
                  <a:pt x="295886" y="93909"/>
                  <a:pt x="295886" y="94828"/>
                </a:cubicBezTo>
                <a:close/>
                <a:moveTo>
                  <a:pt x="326535" y="99807"/>
                </a:moveTo>
                <a:cubicBezTo>
                  <a:pt x="326535" y="100216"/>
                  <a:pt x="326433" y="100560"/>
                  <a:pt x="326228" y="100841"/>
                </a:cubicBezTo>
                <a:cubicBezTo>
                  <a:pt x="326024" y="101122"/>
                  <a:pt x="325692" y="101365"/>
                  <a:pt x="325233" y="101569"/>
                </a:cubicBezTo>
                <a:cubicBezTo>
                  <a:pt x="324773" y="101773"/>
                  <a:pt x="324134" y="101926"/>
                  <a:pt x="323317" y="102029"/>
                </a:cubicBezTo>
                <a:cubicBezTo>
                  <a:pt x="322500" y="102131"/>
                  <a:pt x="321453" y="102182"/>
                  <a:pt x="320176" y="102182"/>
                </a:cubicBezTo>
                <a:cubicBezTo>
                  <a:pt x="318951" y="102182"/>
                  <a:pt x="317929" y="102131"/>
                  <a:pt x="317112" y="102029"/>
                </a:cubicBezTo>
                <a:cubicBezTo>
                  <a:pt x="316295" y="101926"/>
                  <a:pt x="315644" y="101773"/>
                  <a:pt x="315159" y="101569"/>
                </a:cubicBezTo>
                <a:cubicBezTo>
                  <a:pt x="314673" y="101365"/>
                  <a:pt x="314341" y="101122"/>
                  <a:pt x="314163" y="100841"/>
                </a:cubicBezTo>
                <a:cubicBezTo>
                  <a:pt x="313984" y="100560"/>
                  <a:pt x="313894" y="100216"/>
                  <a:pt x="313894" y="99807"/>
                </a:cubicBezTo>
                <a:lnTo>
                  <a:pt x="313894" y="30869"/>
                </a:lnTo>
                <a:cubicBezTo>
                  <a:pt x="313894" y="30512"/>
                  <a:pt x="313984" y="30180"/>
                  <a:pt x="314163" y="29873"/>
                </a:cubicBezTo>
                <a:cubicBezTo>
                  <a:pt x="314341" y="29567"/>
                  <a:pt x="314673" y="29312"/>
                  <a:pt x="315159" y="29107"/>
                </a:cubicBezTo>
                <a:cubicBezTo>
                  <a:pt x="315644" y="28903"/>
                  <a:pt x="316295" y="28750"/>
                  <a:pt x="317112" y="28648"/>
                </a:cubicBezTo>
                <a:cubicBezTo>
                  <a:pt x="317929" y="28546"/>
                  <a:pt x="318951" y="28494"/>
                  <a:pt x="320176" y="28494"/>
                </a:cubicBezTo>
                <a:cubicBezTo>
                  <a:pt x="321453" y="28494"/>
                  <a:pt x="322500" y="28546"/>
                  <a:pt x="323317" y="28648"/>
                </a:cubicBezTo>
                <a:cubicBezTo>
                  <a:pt x="324134" y="28750"/>
                  <a:pt x="324773" y="28903"/>
                  <a:pt x="325233" y="29107"/>
                </a:cubicBezTo>
                <a:cubicBezTo>
                  <a:pt x="325692" y="29312"/>
                  <a:pt x="326024" y="29567"/>
                  <a:pt x="326228" y="29873"/>
                </a:cubicBezTo>
                <a:cubicBezTo>
                  <a:pt x="326433" y="30180"/>
                  <a:pt x="326535" y="30512"/>
                  <a:pt x="326535" y="30869"/>
                </a:cubicBezTo>
                <a:lnTo>
                  <a:pt x="326535" y="99807"/>
                </a:lnTo>
                <a:moveTo>
                  <a:pt x="327990" y="7507"/>
                </a:moveTo>
                <a:cubicBezTo>
                  <a:pt x="327990" y="10468"/>
                  <a:pt x="327429" y="12485"/>
                  <a:pt x="326305" y="13558"/>
                </a:cubicBezTo>
                <a:cubicBezTo>
                  <a:pt x="325181" y="14630"/>
                  <a:pt x="323113" y="15166"/>
                  <a:pt x="320100" y="15166"/>
                </a:cubicBezTo>
                <a:cubicBezTo>
                  <a:pt x="317138" y="15166"/>
                  <a:pt x="315107" y="14643"/>
                  <a:pt x="314009" y="13596"/>
                </a:cubicBezTo>
                <a:cubicBezTo>
                  <a:pt x="312911" y="12549"/>
                  <a:pt x="312362" y="10571"/>
                  <a:pt x="312362" y="7660"/>
                </a:cubicBezTo>
                <a:cubicBezTo>
                  <a:pt x="312362" y="4698"/>
                  <a:pt x="312924" y="2681"/>
                  <a:pt x="314048" y="1609"/>
                </a:cubicBezTo>
                <a:cubicBezTo>
                  <a:pt x="315171" y="536"/>
                  <a:pt x="317240" y="0"/>
                  <a:pt x="320253" y="0"/>
                </a:cubicBezTo>
                <a:cubicBezTo>
                  <a:pt x="323215" y="0"/>
                  <a:pt x="325245" y="523"/>
                  <a:pt x="326343" y="1570"/>
                </a:cubicBezTo>
                <a:cubicBezTo>
                  <a:pt x="327441" y="2617"/>
                  <a:pt x="327990" y="4596"/>
                  <a:pt x="327990" y="7507"/>
                </a:cubicBezTo>
                <a:close/>
                <a:moveTo>
                  <a:pt x="410340" y="99807"/>
                </a:moveTo>
                <a:cubicBezTo>
                  <a:pt x="410340" y="100216"/>
                  <a:pt x="410238" y="100560"/>
                  <a:pt x="410033" y="100841"/>
                </a:cubicBezTo>
                <a:cubicBezTo>
                  <a:pt x="409829" y="101122"/>
                  <a:pt x="409497" y="101365"/>
                  <a:pt x="409037" y="101569"/>
                </a:cubicBezTo>
                <a:cubicBezTo>
                  <a:pt x="408578" y="101773"/>
                  <a:pt x="407939" y="101926"/>
                  <a:pt x="407122" y="102029"/>
                </a:cubicBezTo>
                <a:cubicBezTo>
                  <a:pt x="406305" y="102131"/>
                  <a:pt x="405284" y="102182"/>
                  <a:pt x="404058" y="102182"/>
                </a:cubicBezTo>
                <a:cubicBezTo>
                  <a:pt x="402781" y="102182"/>
                  <a:pt x="401734" y="102131"/>
                  <a:pt x="400917" y="102029"/>
                </a:cubicBezTo>
                <a:cubicBezTo>
                  <a:pt x="400100" y="101926"/>
                  <a:pt x="399461" y="101773"/>
                  <a:pt x="399002" y="101569"/>
                </a:cubicBezTo>
                <a:cubicBezTo>
                  <a:pt x="398542" y="101365"/>
                  <a:pt x="398210" y="101122"/>
                  <a:pt x="398006" y="100841"/>
                </a:cubicBezTo>
                <a:cubicBezTo>
                  <a:pt x="397801" y="100560"/>
                  <a:pt x="397699" y="100216"/>
                  <a:pt x="397699" y="99807"/>
                </a:cubicBezTo>
                <a:lnTo>
                  <a:pt x="397699" y="59440"/>
                </a:lnTo>
                <a:cubicBezTo>
                  <a:pt x="397699" y="55508"/>
                  <a:pt x="397393" y="52342"/>
                  <a:pt x="396780" y="49942"/>
                </a:cubicBezTo>
                <a:cubicBezTo>
                  <a:pt x="396167" y="47542"/>
                  <a:pt x="395273" y="45474"/>
                  <a:pt x="394099" y="43737"/>
                </a:cubicBezTo>
                <a:cubicBezTo>
                  <a:pt x="392924" y="42001"/>
                  <a:pt x="391405" y="40674"/>
                  <a:pt x="389541" y="39754"/>
                </a:cubicBezTo>
                <a:cubicBezTo>
                  <a:pt x="387676" y="38835"/>
                  <a:pt x="385519" y="38376"/>
                  <a:pt x="383067" y="38376"/>
                </a:cubicBezTo>
                <a:cubicBezTo>
                  <a:pt x="379901" y="38376"/>
                  <a:pt x="376734" y="39499"/>
                  <a:pt x="373568" y="41746"/>
                </a:cubicBezTo>
                <a:cubicBezTo>
                  <a:pt x="370401" y="43993"/>
                  <a:pt x="367082" y="47287"/>
                  <a:pt x="363609" y="51627"/>
                </a:cubicBezTo>
                <a:lnTo>
                  <a:pt x="363609" y="99807"/>
                </a:lnTo>
                <a:cubicBezTo>
                  <a:pt x="363609" y="100216"/>
                  <a:pt x="363506" y="100560"/>
                  <a:pt x="363302" y="100841"/>
                </a:cubicBezTo>
                <a:cubicBezTo>
                  <a:pt x="363098" y="101122"/>
                  <a:pt x="362766" y="101365"/>
                  <a:pt x="362306" y="101569"/>
                </a:cubicBezTo>
                <a:cubicBezTo>
                  <a:pt x="361847" y="101773"/>
                  <a:pt x="361208" y="101926"/>
                  <a:pt x="360391" y="102029"/>
                </a:cubicBezTo>
                <a:cubicBezTo>
                  <a:pt x="359574" y="102131"/>
                  <a:pt x="358527" y="102182"/>
                  <a:pt x="357250" y="102182"/>
                </a:cubicBezTo>
                <a:cubicBezTo>
                  <a:pt x="356024" y="102182"/>
                  <a:pt x="355003" y="102131"/>
                  <a:pt x="354186" y="102029"/>
                </a:cubicBezTo>
                <a:cubicBezTo>
                  <a:pt x="353369" y="101926"/>
                  <a:pt x="352717" y="101773"/>
                  <a:pt x="352232" y="101569"/>
                </a:cubicBezTo>
                <a:cubicBezTo>
                  <a:pt x="351747" y="101365"/>
                  <a:pt x="351415" y="101122"/>
                  <a:pt x="351236" y="100841"/>
                </a:cubicBezTo>
                <a:cubicBezTo>
                  <a:pt x="351058" y="100560"/>
                  <a:pt x="350968" y="100216"/>
                  <a:pt x="350968" y="99807"/>
                </a:cubicBezTo>
                <a:lnTo>
                  <a:pt x="350968" y="30869"/>
                </a:lnTo>
                <a:cubicBezTo>
                  <a:pt x="350968" y="30460"/>
                  <a:pt x="351045" y="30116"/>
                  <a:pt x="351198" y="29835"/>
                </a:cubicBezTo>
                <a:cubicBezTo>
                  <a:pt x="351351" y="29554"/>
                  <a:pt x="351658" y="29299"/>
                  <a:pt x="352117" y="29069"/>
                </a:cubicBezTo>
                <a:cubicBezTo>
                  <a:pt x="352577" y="28839"/>
                  <a:pt x="353164" y="28686"/>
                  <a:pt x="353879" y="28609"/>
                </a:cubicBezTo>
                <a:cubicBezTo>
                  <a:pt x="354594" y="28533"/>
                  <a:pt x="355539" y="28494"/>
                  <a:pt x="356714" y="28494"/>
                </a:cubicBezTo>
                <a:cubicBezTo>
                  <a:pt x="357837" y="28494"/>
                  <a:pt x="358770" y="28533"/>
                  <a:pt x="359510" y="28609"/>
                </a:cubicBezTo>
                <a:cubicBezTo>
                  <a:pt x="360251" y="28686"/>
                  <a:pt x="360825" y="28839"/>
                  <a:pt x="361234" y="29069"/>
                </a:cubicBezTo>
                <a:cubicBezTo>
                  <a:pt x="361642" y="29299"/>
                  <a:pt x="361936" y="29554"/>
                  <a:pt x="362115" y="29835"/>
                </a:cubicBezTo>
                <a:cubicBezTo>
                  <a:pt x="362294" y="30116"/>
                  <a:pt x="362383" y="30460"/>
                  <a:pt x="362383" y="30869"/>
                </a:cubicBezTo>
                <a:lnTo>
                  <a:pt x="362383" y="39984"/>
                </a:lnTo>
                <a:cubicBezTo>
                  <a:pt x="366264" y="35644"/>
                  <a:pt x="370133" y="32465"/>
                  <a:pt x="373989" y="30448"/>
                </a:cubicBezTo>
                <a:cubicBezTo>
                  <a:pt x="377845" y="28431"/>
                  <a:pt x="381739" y="27422"/>
                  <a:pt x="385672" y="27422"/>
                </a:cubicBezTo>
                <a:cubicBezTo>
                  <a:pt x="390268" y="27422"/>
                  <a:pt x="394137" y="28201"/>
                  <a:pt x="397278" y="29758"/>
                </a:cubicBezTo>
                <a:cubicBezTo>
                  <a:pt x="400419" y="31316"/>
                  <a:pt x="402960" y="33397"/>
                  <a:pt x="404901" y="36001"/>
                </a:cubicBezTo>
                <a:cubicBezTo>
                  <a:pt x="406841" y="38605"/>
                  <a:pt x="408233" y="41657"/>
                  <a:pt x="409076" y="45155"/>
                </a:cubicBezTo>
                <a:cubicBezTo>
                  <a:pt x="409918" y="48653"/>
                  <a:pt x="410340" y="52853"/>
                  <a:pt x="410340" y="57755"/>
                </a:cubicBezTo>
                <a:lnTo>
                  <a:pt x="410340" y="99807"/>
                </a:lnTo>
                <a:close/>
                <a:moveTo>
                  <a:pt x="495431" y="99807"/>
                </a:moveTo>
                <a:cubicBezTo>
                  <a:pt x="495431" y="100216"/>
                  <a:pt x="495341" y="100560"/>
                  <a:pt x="495163" y="100841"/>
                </a:cubicBezTo>
                <a:cubicBezTo>
                  <a:pt x="494984" y="101122"/>
                  <a:pt x="494665" y="101365"/>
                  <a:pt x="494205" y="101569"/>
                </a:cubicBezTo>
                <a:cubicBezTo>
                  <a:pt x="493745" y="101773"/>
                  <a:pt x="493145" y="101926"/>
                  <a:pt x="492405" y="102029"/>
                </a:cubicBezTo>
                <a:cubicBezTo>
                  <a:pt x="491664" y="102131"/>
                  <a:pt x="490758" y="102182"/>
                  <a:pt x="489685" y="102182"/>
                </a:cubicBezTo>
                <a:cubicBezTo>
                  <a:pt x="488511" y="102182"/>
                  <a:pt x="487553" y="102131"/>
                  <a:pt x="486812" y="102029"/>
                </a:cubicBezTo>
                <a:cubicBezTo>
                  <a:pt x="486072" y="101926"/>
                  <a:pt x="485485" y="101773"/>
                  <a:pt x="485050" y="101569"/>
                </a:cubicBezTo>
                <a:cubicBezTo>
                  <a:pt x="484616" y="101365"/>
                  <a:pt x="484323" y="101122"/>
                  <a:pt x="484169" y="100841"/>
                </a:cubicBezTo>
                <a:cubicBezTo>
                  <a:pt x="484016" y="100560"/>
                  <a:pt x="483940" y="100216"/>
                  <a:pt x="483940" y="99807"/>
                </a:cubicBezTo>
                <a:lnTo>
                  <a:pt x="483940" y="90692"/>
                </a:lnTo>
                <a:cubicBezTo>
                  <a:pt x="480007" y="95060"/>
                  <a:pt x="476126" y="98246"/>
                  <a:pt x="472295" y="100250"/>
                </a:cubicBezTo>
                <a:cubicBezTo>
                  <a:pt x="468465" y="102253"/>
                  <a:pt x="464583" y="103254"/>
                  <a:pt x="460651" y="103254"/>
                </a:cubicBezTo>
                <a:cubicBezTo>
                  <a:pt x="456054" y="103254"/>
                  <a:pt x="452185" y="102487"/>
                  <a:pt x="449044" y="100954"/>
                </a:cubicBezTo>
                <a:cubicBezTo>
                  <a:pt x="445904" y="99420"/>
                  <a:pt x="443363" y="97338"/>
                  <a:pt x="441422" y="94706"/>
                </a:cubicBezTo>
                <a:cubicBezTo>
                  <a:pt x="439481" y="92073"/>
                  <a:pt x="438089" y="89006"/>
                  <a:pt x="437247" y="85505"/>
                </a:cubicBezTo>
                <a:cubicBezTo>
                  <a:pt x="436404" y="82002"/>
                  <a:pt x="435983" y="77746"/>
                  <a:pt x="435983" y="72737"/>
                </a:cubicBezTo>
                <a:lnTo>
                  <a:pt x="435983" y="30871"/>
                </a:lnTo>
                <a:cubicBezTo>
                  <a:pt x="435983" y="30463"/>
                  <a:pt x="436072" y="30118"/>
                  <a:pt x="436251" y="29837"/>
                </a:cubicBezTo>
                <a:cubicBezTo>
                  <a:pt x="436430" y="29555"/>
                  <a:pt x="436774" y="29299"/>
                  <a:pt x="437285" y="29069"/>
                </a:cubicBezTo>
                <a:cubicBezTo>
                  <a:pt x="437796" y="28839"/>
                  <a:pt x="438460" y="28686"/>
                  <a:pt x="439277" y="28609"/>
                </a:cubicBezTo>
                <a:cubicBezTo>
                  <a:pt x="440094" y="28533"/>
                  <a:pt x="441116" y="28494"/>
                  <a:pt x="442341" y="28494"/>
                </a:cubicBezTo>
                <a:cubicBezTo>
                  <a:pt x="443567" y="28494"/>
                  <a:pt x="444588" y="28533"/>
                  <a:pt x="445406" y="28609"/>
                </a:cubicBezTo>
                <a:cubicBezTo>
                  <a:pt x="446223" y="28686"/>
                  <a:pt x="446874" y="28839"/>
                  <a:pt x="447359" y="29069"/>
                </a:cubicBezTo>
                <a:cubicBezTo>
                  <a:pt x="447844" y="29299"/>
                  <a:pt x="448189" y="29555"/>
                  <a:pt x="448393" y="29837"/>
                </a:cubicBezTo>
                <a:cubicBezTo>
                  <a:pt x="448598" y="30118"/>
                  <a:pt x="448700" y="30463"/>
                  <a:pt x="448700" y="30871"/>
                </a:cubicBezTo>
                <a:lnTo>
                  <a:pt x="448700" y="71057"/>
                </a:lnTo>
                <a:cubicBezTo>
                  <a:pt x="448700" y="75096"/>
                  <a:pt x="448993" y="78329"/>
                  <a:pt x="449581" y="80758"/>
                </a:cubicBezTo>
                <a:cubicBezTo>
                  <a:pt x="450168" y="83187"/>
                  <a:pt x="451062" y="85258"/>
                  <a:pt x="452262" y="86972"/>
                </a:cubicBezTo>
                <a:cubicBezTo>
                  <a:pt x="453462" y="88685"/>
                  <a:pt x="454982" y="90014"/>
                  <a:pt x="456820" y="90960"/>
                </a:cubicBezTo>
                <a:cubicBezTo>
                  <a:pt x="458659" y="91905"/>
                  <a:pt x="460804" y="92377"/>
                  <a:pt x="463255" y="92377"/>
                </a:cubicBezTo>
                <a:cubicBezTo>
                  <a:pt x="466422" y="92377"/>
                  <a:pt x="469576" y="91247"/>
                  <a:pt x="472716" y="88988"/>
                </a:cubicBezTo>
                <a:cubicBezTo>
                  <a:pt x="475857" y="86728"/>
                  <a:pt x="479190" y="83415"/>
                  <a:pt x="482714" y="79049"/>
                </a:cubicBezTo>
                <a:lnTo>
                  <a:pt x="482714" y="30869"/>
                </a:lnTo>
                <a:cubicBezTo>
                  <a:pt x="482714" y="30460"/>
                  <a:pt x="482803" y="30116"/>
                  <a:pt x="482982" y="29835"/>
                </a:cubicBezTo>
                <a:cubicBezTo>
                  <a:pt x="483161" y="29554"/>
                  <a:pt x="483505" y="29299"/>
                  <a:pt x="484016" y="29069"/>
                </a:cubicBezTo>
                <a:cubicBezTo>
                  <a:pt x="484527" y="28839"/>
                  <a:pt x="485178" y="28686"/>
                  <a:pt x="485970" y="28609"/>
                </a:cubicBezTo>
                <a:cubicBezTo>
                  <a:pt x="486761" y="28533"/>
                  <a:pt x="487796" y="28494"/>
                  <a:pt x="489072" y="28494"/>
                </a:cubicBezTo>
                <a:cubicBezTo>
                  <a:pt x="490298" y="28494"/>
                  <a:pt x="491320" y="28533"/>
                  <a:pt x="492137" y="28609"/>
                </a:cubicBezTo>
                <a:cubicBezTo>
                  <a:pt x="492954" y="28686"/>
                  <a:pt x="493592" y="28839"/>
                  <a:pt x="494052" y="29069"/>
                </a:cubicBezTo>
                <a:cubicBezTo>
                  <a:pt x="494512" y="29299"/>
                  <a:pt x="494856" y="29554"/>
                  <a:pt x="495086" y="29835"/>
                </a:cubicBezTo>
                <a:cubicBezTo>
                  <a:pt x="495316" y="30116"/>
                  <a:pt x="495431" y="30460"/>
                  <a:pt x="495431" y="30869"/>
                </a:cubicBezTo>
                <a:lnTo>
                  <a:pt x="495431" y="99807"/>
                </a:lnTo>
                <a:close/>
                <a:moveTo>
                  <a:pt x="585884" y="64610"/>
                </a:moveTo>
                <a:cubicBezTo>
                  <a:pt x="585884" y="70232"/>
                  <a:pt x="585144" y="75408"/>
                  <a:pt x="583663" y="80136"/>
                </a:cubicBezTo>
                <a:cubicBezTo>
                  <a:pt x="582181" y="84864"/>
                  <a:pt x="579973" y="88941"/>
                  <a:pt x="577036" y="92368"/>
                </a:cubicBezTo>
                <a:cubicBezTo>
                  <a:pt x="574099" y="95792"/>
                  <a:pt x="570422" y="98463"/>
                  <a:pt x="566004" y="100379"/>
                </a:cubicBezTo>
                <a:cubicBezTo>
                  <a:pt x="561587" y="102296"/>
                  <a:pt x="556467" y="103254"/>
                  <a:pt x="550644" y="103254"/>
                </a:cubicBezTo>
                <a:cubicBezTo>
                  <a:pt x="544975" y="103254"/>
                  <a:pt x="540034" y="102411"/>
                  <a:pt x="535821" y="100724"/>
                </a:cubicBezTo>
                <a:cubicBezTo>
                  <a:pt x="531607" y="99037"/>
                  <a:pt x="528096" y="96584"/>
                  <a:pt x="525287" y="93363"/>
                </a:cubicBezTo>
                <a:cubicBezTo>
                  <a:pt x="522478" y="90143"/>
                  <a:pt x="520384" y="86233"/>
                  <a:pt x="519005" y="81632"/>
                </a:cubicBezTo>
                <a:cubicBezTo>
                  <a:pt x="517626" y="77031"/>
                  <a:pt x="516937" y="71817"/>
                  <a:pt x="516937" y="65989"/>
                </a:cubicBezTo>
                <a:cubicBezTo>
                  <a:pt x="516937" y="60367"/>
                  <a:pt x="517664" y="55192"/>
                  <a:pt x="519120" y="50464"/>
                </a:cubicBezTo>
                <a:cubicBezTo>
                  <a:pt x="520576" y="45735"/>
                  <a:pt x="522772" y="41659"/>
                  <a:pt x="525708" y="38234"/>
                </a:cubicBezTo>
                <a:cubicBezTo>
                  <a:pt x="528645" y="34808"/>
                  <a:pt x="532309" y="32150"/>
                  <a:pt x="536702" y="30259"/>
                </a:cubicBezTo>
                <a:cubicBezTo>
                  <a:pt x="541094" y="28368"/>
                  <a:pt x="546227" y="27422"/>
                  <a:pt x="552100" y="27422"/>
                </a:cubicBezTo>
                <a:cubicBezTo>
                  <a:pt x="557769" y="27422"/>
                  <a:pt x="562710" y="28265"/>
                  <a:pt x="566924" y="29952"/>
                </a:cubicBezTo>
                <a:cubicBezTo>
                  <a:pt x="571137" y="31639"/>
                  <a:pt x="574648" y="34093"/>
                  <a:pt x="577457" y="37313"/>
                </a:cubicBezTo>
                <a:cubicBezTo>
                  <a:pt x="580266" y="40533"/>
                  <a:pt x="582373" y="44444"/>
                  <a:pt x="583777" y="49044"/>
                </a:cubicBezTo>
                <a:cubicBezTo>
                  <a:pt x="585182" y="53645"/>
                  <a:pt x="585884" y="58834"/>
                  <a:pt x="585884" y="64610"/>
                </a:cubicBezTo>
                <a:moveTo>
                  <a:pt x="572554" y="65453"/>
                </a:moveTo>
                <a:cubicBezTo>
                  <a:pt x="572554" y="61720"/>
                  <a:pt x="572210" y="58192"/>
                  <a:pt x="571520" y="54868"/>
                </a:cubicBezTo>
                <a:cubicBezTo>
                  <a:pt x="570831" y="51544"/>
                  <a:pt x="569694" y="48629"/>
                  <a:pt x="568111" y="46124"/>
                </a:cubicBezTo>
                <a:cubicBezTo>
                  <a:pt x="566528" y="43619"/>
                  <a:pt x="564383" y="41637"/>
                  <a:pt x="561676" y="40180"/>
                </a:cubicBezTo>
                <a:cubicBezTo>
                  <a:pt x="558969" y="38722"/>
                  <a:pt x="555598" y="37993"/>
                  <a:pt x="551564" y="37993"/>
                </a:cubicBezTo>
                <a:cubicBezTo>
                  <a:pt x="547835" y="37993"/>
                  <a:pt x="544631" y="38657"/>
                  <a:pt x="541949" y="39987"/>
                </a:cubicBezTo>
                <a:cubicBezTo>
                  <a:pt x="539268" y="41316"/>
                  <a:pt x="537059" y="43196"/>
                  <a:pt x="535323" y="45626"/>
                </a:cubicBezTo>
                <a:cubicBezTo>
                  <a:pt x="533586" y="48055"/>
                  <a:pt x="532297" y="50931"/>
                  <a:pt x="531454" y="54255"/>
                </a:cubicBezTo>
                <a:cubicBezTo>
                  <a:pt x="530611" y="57578"/>
                  <a:pt x="530190" y="61208"/>
                  <a:pt x="530190" y="65147"/>
                </a:cubicBezTo>
                <a:cubicBezTo>
                  <a:pt x="530190" y="68930"/>
                  <a:pt x="530535" y="72484"/>
                  <a:pt x="531224" y="75808"/>
                </a:cubicBezTo>
                <a:cubicBezTo>
                  <a:pt x="531914" y="79132"/>
                  <a:pt x="533063" y="82034"/>
                  <a:pt x="534672" y="84514"/>
                </a:cubicBezTo>
                <a:cubicBezTo>
                  <a:pt x="536280" y="86994"/>
                  <a:pt x="538438" y="88963"/>
                  <a:pt x="541145" y="90422"/>
                </a:cubicBezTo>
                <a:cubicBezTo>
                  <a:pt x="543852" y="91879"/>
                  <a:pt x="547223" y="92607"/>
                  <a:pt x="551257" y="92607"/>
                </a:cubicBezTo>
                <a:cubicBezTo>
                  <a:pt x="554934" y="92607"/>
                  <a:pt x="558126" y="91942"/>
                  <a:pt x="560833" y="90613"/>
                </a:cubicBezTo>
                <a:cubicBezTo>
                  <a:pt x="563540" y="89284"/>
                  <a:pt x="565762" y="87418"/>
                  <a:pt x="567498" y="85014"/>
                </a:cubicBezTo>
                <a:cubicBezTo>
                  <a:pt x="569235" y="82609"/>
                  <a:pt x="570511" y="79746"/>
                  <a:pt x="571329" y="76423"/>
                </a:cubicBezTo>
                <a:cubicBezTo>
                  <a:pt x="572146" y="73099"/>
                  <a:pt x="572554" y="69443"/>
                  <a:pt x="572554" y="65453"/>
                </a:cubicBezTo>
                <a:close/>
                <a:moveTo>
                  <a:pt x="666226" y="99807"/>
                </a:moveTo>
                <a:cubicBezTo>
                  <a:pt x="666226" y="100216"/>
                  <a:pt x="666136" y="100560"/>
                  <a:pt x="665957" y="100841"/>
                </a:cubicBezTo>
                <a:cubicBezTo>
                  <a:pt x="665779" y="101122"/>
                  <a:pt x="665460" y="101365"/>
                  <a:pt x="665000" y="101569"/>
                </a:cubicBezTo>
                <a:cubicBezTo>
                  <a:pt x="664540" y="101773"/>
                  <a:pt x="663940" y="101926"/>
                  <a:pt x="663200" y="102029"/>
                </a:cubicBezTo>
                <a:cubicBezTo>
                  <a:pt x="662459" y="102131"/>
                  <a:pt x="661552" y="102182"/>
                  <a:pt x="660480" y="102182"/>
                </a:cubicBezTo>
                <a:cubicBezTo>
                  <a:pt x="659305" y="102182"/>
                  <a:pt x="658348" y="102131"/>
                  <a:pt x="657607" y="102029"/>
                </a:cubicBezTo>
                <a:cubicBezTo>
                  <a:pt x="656867" y="101926"/>
                  <a:pt x="656279" y="101773"/>
                  <a:pt x="655845" y="101569"/>
                </a:cubicBezTo>
                <a:cubicBezTo>
                  <a:pt x="655411" y="101365"/>
                  <a:pt x="655117" y="101122"/>
                  <a:pt x="654964" y="100841"/>
                </a:cubicBezTo>
                <a:cubicBezTo>
                  <a:pt x="654811" y="100560"/>
                  <a:pt x="654734" y="100216"/>
                  <a:pt x="654734" y="99807"/>
                </a:cubicBezTo>
                <a:lnTo>
                  <a:pt x="654734" y="90692"/>
                </a:lnTo>
                <a:cubicBezTo>
                  <a:pt x="650802" y="95060"/>
                  <a:pt x="646920" y="98246"/>
                  <a:pt x="643090" y="100250"/>
                </a:cubicBezTo>
                <a:cubicBezTo>
                  <a:pt x="639259" y="102253"/>
                  <a:pt x="635378" y="103254"/>
                  <a:pt x="631445" y="103254"/>
                </a:cubicBezTo>
                <a:cubicBezTo>
                  <a:pt x="626849" y="103254"/>
                  <a:pt x="622980" y="102487"/>
                  <a:pt x="619839" y="100954"/>
                </a:cubicBezTo>
                <a:cubicBezTo>
                  <a:pt x="616698" y="99420"/>
                  <a:pt x="614157" y="97338"/>
                  <a:pt x="612217" y="94706"/>
                </a:cubicBezTo>
                <a:cubicBezTo>
                  <a:pt x="610276" y="92073"/>
                  <a:pt x="608884" y="89006"/>
                  <a:pt x="608042" y="85505"/>
                </a:cubicBezTo>
                <a:cubicBezTo>
                  <a:pt x="607199" y="82002"/>
                  <a:pt x="606778" y="77746"/>
                  <a:pt x="606778" y="72737"/>
                </a:cubicBezTo>
                <a:lnTo>
                  <a:pt x="606778" y="30871"/>
                </a:lnTo>
                <a:cubicBezTo>
                  <a:pt x="606778" y="30463"/>
                  <a:pt x="606867" y="30118"/>
                  <a:pt x="607046" y="29837"/>
                </a:cubicBezTo>
                <a:cubicBezTo>
                  <a:pt x="607224" y="29555"/>
                  <a:pt x="607569" y="29299"/>
                  <a:pt x="608080" y="29069"/>
                </a:cubicBezTo>
                <a:cubicBezTo>
                  <a:pt x="608591" y="28839"/>
                  <a:pt x="609255" y="28686"/>
                  <a:pt x="610072" y="28609"/>
                </a:cubicBezTo>
                <a:cubicBezTo>
                  <a:pt x="610889" y="28533"/>
                  <a:pt x="611910" y="28494"/>
                  <a:pt x="613136" y="28494"/>
                </a:cubicBezTo>
                <a:cubicBezTo>
                  <a:pt x="614362" y="28494"/>
                  <a:pt x="615383" y="28533"/>
                  <a:pt x="616200" y="28609"/>
                </a:cubicBezTo>
                <a:cubicBezTo>
                  <a:pt x="617017" y="28686"/>
                  <a:pt x="617669" y="28839"/>
                  <a:pt x="618154" y="29069"/>
                </a:cubicBezTo>
                <a:cubicBezTo>
                  <a:pt x="618639" y="29299"/>
                  <a:pt x="618984" y="29555"/>
                  <a:pt x="619188" y="29837"/>
                </a:cubicBezTo>
                <a:cubicBezTo>
                  <a:pt x="619392" y="30118"/>
                  <a:pt x="619495" y="30463"/>
                  <a:pt x="619495" y="30871"/>
                </a:cubicBezTo>
                <a:lnTo>
                  <a:pt x="619495" y="71057"/>
                </a:lnTo>
                <a:cubicBezTo>
                  <a:pt x="619495" y="75096"/>
                  <a:pt x="619788" y="78329"/>
                  <a:pt x="620375" y="80758"/>
                </a:cubicBezTo>
                <a:cubicBezTo>
                  <a:pt x="620963" y="83187"/>
                  <a:pt x="621857" y="85258"/>
                  <a:pt x="623057" y="86972"/>
                </a:cubicBezTo>
                <a:cubicBezTo>
                  <a:pt x="624257" y="88685"/>
                  <a:pt x="625776" y="90014"/>
                  <a:pt x="627615" y="90960"/>
                </a:cubicBezTo>
                <a:cubicBezTo>
                  <a:pt x="629454" y="91905"/>
                  <a:pt x="631599" y="92377"/>
                  <a:pt x="634050" y="92377"/>
                </a:cubicBezTo>
                <a:cubicBezTo>
                  <a:pt x="637217" y="92377"/>
                  <a:pt x="640370" y="91247"/>
                  <a:pt x="643511" y="88988"/>
                </a:cubicBezTo>
                <a:cubicBezTo>
                  <a:pt x="646652" y="86728"/>
                  <a:pt x="649985" y="83415"/>
                  <a:pt x="653509" y="79049"/>
                </a:cubicBezTo>
                <a:lnTo>
                  <a:pt x="653509" y="30869"/>
                </a:lnTo>
                <a:cubicBezTo>
                  <a:pt x="653509" y="30460"/>
                  <a:pt x="653598" y="30116"/>
                  <a:pt x="653777" y="29835"/>
                </a:cubicBezTo>
                <a:cubicBezTo>
                  <a:pt x="653955" y="29554"/>
                  <a:pt x="654300" y="29299"/>
                  <a:pt x="654811" y="29069"/>
                </a:cubicBezTo>
                <a:cubicBezTo>
                  <a:pt x="655322" y="28839"/>
                  <a:pt x="655973" y="28686"/>
                  <a:pt x="656764" y="28609"/>
                </a:cubicBezTo>
                <a:cubicBezTo>
                  <a:pt x="657556" y="28533"/>
                  <a:pt x="658590" y="28494"/>
                  <a:pt x="659867" y="28494"/>
                </a:cubicBezTo>
                <a:cubicBezTo>
                  <a:pt x="661093" y="28494"/>
                  <a:pt x="662114" y="28533"/>
                  <a:pt x="662931" y="28609"/>
                </a:cubicBezTo>
                <a:cubicBezTo>
                  <a:pt x="663749" y="28686"/>
                  <a:pt x="664387" y="28839"/>
                  <a:pt x="664847" y="29069"/>
                </a:cubicBezTo>
                <a:cubicBezTo>
                  <a:pt x="665306" y="29299"/>
                  <a:pt x="665651" y="29554"/>
                  <a:pt x="665881" y="29835"/>
                </a:cubicBezTo>
                <a:cubicBezTo>
                  <a:pt x="666111" y="30116"/>
                  <a:pt x="666226" y="30460"/>
                  <a:pt x="666226" y="30869"/>
                </a:cubicBezTo>
                <a:lnTo>
                  <a:pt x="666226" y="99807"/>
                </a:lnTo>
                <a:close/>
                <a:moveTo>
                  <a:pt x="735842" y="81096"/>
                </a:moveTo>
                <a:cubicBezTo>
                  <a:pt x="735842" y="84622"/>
                  <a:pt x="735191" y="87766"/>
                  <a:pt x="733888" y="90527"/>
                </a:cubicBezTo>
                <a:cubicBezTo>
                  <a:pt x="732586" y="93286"/>
                  <a:pt x="730735" y="95612"/>
                  <a:pt x="728334" y="97505"/>
                </a:cubicBezTo>
                <a:cubicBezTo>
                  <a:pt x="725934" y="99396"/>
                  <a:pt x="723074" y="100826"/>
                  <a:pt x="719754" y="101796"/>
                </a:cubicBezTo>
                <a:cubicBezTo>
                  <a:pt x="716434" y="102768"/>
                  <a:pt x="712783" y="103254"/>
                  <a:pt x="708799" y="103254"/>
                </a:cubicBezTo>
                <a:cubicBezTo>
                  <a:pt x="706348" y="103254"/>
                  <a:pt x="704011" y="103063"/>
                  <a:pt x="701789" y="102680"/>
                </a:cubicBezTo>
                <a:cubicBezTo>
                  <a:pt x="699568" y="102297"/>
                  <a:pt x="697576" y="101812"/>
                  <a:pt x="695814" y="101224"/>
                </a:cubicBezTo>
                <a:cubicBezTo>
                  <a:pt x="694052" y="100637"/>
                  <a:pt x="692558" y="100024"/>
                  <a:pt x="691332" y="99386"/>
                </a:cubicBezTo>
                <a:cubicBezTo>
                  <a:pt x="690107" y="98748"/>
                  <a:pt x="689213" y="98173"/>
                  <a:pt x="688651" y="97662"/>
                </a:cubicBezTo>
                <a:cubicBezTo>
                  <a:pt x="688089" y="97152"/>
                  <a:pt x="687681" y="96437"/>
                  <a:pt x="687425" y="95518"/>
                </a:cubicBezTo>
                <a:cubicBezTo>
                  <a:pt x="687170" y="94599"/>
                  <a:pt x="687042" y="93347"/>
                  <a:pt x="687042" y="91764"/>
                </a:cubicBezTo>
                <a:cubicBezTo>
                  <a:pt x="687042" y="90794"/>
                  <a:pt x="687093" y="89977"/>
                  <a:pt x="687196" y="89313"/>
                </a:cubicBezTo>
                <a:cubicBezTo>
                  <a:pt x="687298" y="88649"/>
                  <a:pt x="687425" y="88113"/>
                  <a:pt x="687579" y="87705"/>
                </a:cubicBezTo>
                <a:cubicBezTo>
                  <a:pt x="687732" y="87296"/>
                  <a:pt x="687949" y="87003"/>
                  <a:pt x="688230" y="86824"/>
                </a:cubicBezTo>
                <a:cubicBezTo>
                  <a:pt x="688511" y="86645"/>
                  <a:pt x="688830" y="86556"/>
                  <a:pt x="689187" y="86556"/>
                </a:cubicBezTo>
                <a:cubicBezTo>
                  <a:pt x="689749" y="86556"/>
                  <a:pt x="690579" y="86900"/>
                  <a:pt x="691677" y="87590"/>
                </a:cubicBezTo>
                <a:cubicBezTo>
                  <a:pt x="692775" y="88279"/>
                  <a:pt x="694129" y="89032"/>
                  <a:pt x="695737" y="89849"/>
                </a:cubicBezTo>
                <a:cubicBezTo>
                  <a:pt x="697346" y="90667"/>
                  <a:pt x="699249" y="91420"/>
                  <a:pt x="701445" y="92109"/>
                </a:cubicBezTo>
                <a:cubicBezTo>
                  <a:pt x="703641" y="92799"/>
                  <a:pt x="706169" y="93143"/>
                  <a:pt x="709029" y="93143"/>
                </a:cubicBezTo>
                <a:cubicBezTo>
                  <a:pt x="711174" y="93143"/>
                  <a:pt x="713115" y="92913"/>
                  <a:pt x="714851" y="92454"/>
                </a:cubicBezTo>
                <a:cubicBezTo>
                  <a:pt x="716588" y="91993"/>
                  <a:pt x="718094" y="91314"/>
                  <a:pt x="719371" y="90419"/>
                </a:cubicBezTo>
                <a:cubicBezTo>
                  <a:pt x="720648" y="89524"/>
                  <a:pt x="721631" y="88385"/>
                  <a:pt x="722320" y="87003"/>
                </a:cubicBezTo>
                <a:cubicBezTo>
                  <a:pt x="723010" y="85621"/>
                  <a:pt x="723355" y="83984"/>
                  <a:pt x="723355" y="82092"/>
                </a:cubicBezTo>
                <a:cubicBezTo>
                  <a:pt x="723355" y="80149"/>
                  <a:pt x="722857" y="78514"/>
                  <a:pt x="721861" y="77184"/>
                </a:cubicBezTo>
                <a:cubicBezTo>
                  <a:pt x="720865" y="75855"/>
                  <a:pt x="719550" y="74680"/>
                  <a:pt x="717915" y="73659"/>
                </a:cubicBezTo>
                <a:cubicBezTo>
                  <a:pt x="716281" y="72636"/>
                  <a:pt x="714443" y="71728"/>
                  <a:pt x="712400" y="70937"/>
                </a:cubicBezTo>
                <a:cubicBezTo>
                  <a:pt x="710357" y="70144"/>
                  <a:pt x="708250" y="69313"/>
                  <a:pt x="706079" y="68445"/>
                </a:cubicBezTo>
                <a:cubicBezTo>
                  <a:pt x="703909" y="67575"/>
                  <a:pt x="701789" y="66591"/>
                  <a:pt x="699721" y="65491"/>
                </a:cubicBezTo>
                <a:cubicBezTo>
                  <a:pt x="697653" y="64392"/>
                  <a:pt x="695801" y="63050"/>
                  <a:pt x="694167" y="61465"/>
                </a:cubicBezTo>
                <a:cubicBezTo>
                  <a:pt x="692533" y="59881"/>
                  <a:pt x="691217" y="57989"/>
                  <a:pt x="690222" y="55792"/>
                </a:cubicBezTo>
                <a:cubicBezTo>
                  <a:pt x="689226" y="53595"/>
                  <a:pt x="688728" y="50962"/>
                  <a:pt x="688728" y="47895"/>
                </a:cubicBezTo>
                <a:cubicBezTo>
                  <a:pt x="688728" y="45186"/>
                  <a:pt x="689251" y="42592"/>
                  <a:pt x="690298" y="40113"/>
                </a:cubicBezTo>
                <a:cubicBezTo>
                  <a:pt x="691345" y="37634"/>
                  <a:pt x="692916" y="35461"/>
                  <a:pt x="695010" y="33595"/>
                </a:cubicBezTo>
                <a:cubicBezTo>
                  <a:pt x="697104" y="31728"/>
                  <a:pt x="699721" y="30233"/>
                  <a:pt x="702862" y="29110"/>
                </a:cubicBezTo>
                <a:cubicBezTo>
                  <a:pt x="706003" y="27985"/>
                  <a:pt x="709667" y="27422"/>
                  <a:pt x="713855" y="27422"/>
                </a:cubicBezTo>
                <a:cubicBezTo>
                  <a:pt x="715694" y="27422"/>
                  <a:pt x="717532" y="27578"/>
                  <a:pt x="719371" y="27889"/>
                </a:cubicBezTo>
                <a:cubicBezTo>
                  <a:pt x="721210" y="28200"/>
                  <a:pt x="722869" y="28589"/>
                  <a:pt x="724351" y="29055"/>
                </a:cubicBezTo>
                <a:cubicBezTo>
                  <a:pt x="725832" y="29521"/>
                  <a:pt x="727096" y="30026"/>
                  <a:pt x="728143" y="30570"/>
                </a:cubicBezTo>
                <a:cubicBezTo>
                  <a:pt x="729190" y="31114"/>
                  <a:pt x="729981" y="31593"/>
                  <a:pt x="730518" y="32008"/>
                </a:cubicBezTo>
                <a:cubicBezTo>
                  <a:pt x="731054" y="32423"/>
                  <a:pt x="731411" y="32784"/>
                  <a:pt x="731590" y="33090"/>
                </a:cubicBezTo>
                <a:cubicBezTo>
                  <a:pt x="731769" y="33397"/>
                  <a:pt x="731896" y="33741"/>
                  <a:pt x="731973" y="34124"/>
                </a:cubicBezTo>
                <a:cubicBezTo>
                  <a:pt x="732050" y="34507"/>
                  <a:pt x="732126" y="34980"/>
                  <a:pt x="732203" y="35541"/>
                </a:cubicBezTo>
                <a:cubicBezTo>
                  <a:pt x="732280" y="36103"/>
                  <a:pt x="732318" y="36793"/>
                  <a:pt x="732318" y="37610"/>
                </a:cubicBezTo>
                <a:cubicBezTo>
                  <a:pt x="732318" y="38478"/>
                  <a:pt x="732280" y="39231"/>
                  <a:pt x="732203" y="39869"/>
                </a:cubicBezTo>
                <a:cubicBezTo>
                  <a:pt x="732126" y="40508"/>
                  <a:pt x="731999" y="41031"/>
                  <a:pt x="731820" y="41440"/>
                </a:cubicBezTo>
                <a:cubicBezTo>
                  <a:pt x="731641" y="41848"/>
                  <a:pt x="731424" y="42142"/>
                  <a:pt x="731169" y="42320"/>
                </a:cubicBezTo>
                <a:cubicBezTo>
                  <a:pt x="730913" y="42499"/>
                  <a:pt x="730632" y="42589"/>
                  <a:pt x="730326" y="42589"/>
                </a:cubicBezTo>
                <a:cubicBezTo>
                  <a:pt x="729866" y="42589"/>
                  <a:pt x="729202" y="42304"/>
                  <a:pt x="728334" y="41734"/>
                </a:cubicBezTo>
                <a:cubicBezTo>
                  <a:pt x="727466" y="41164"/>
                  <a:pt x="726342" y="40555"/>
                  <a:pt x="724963" y="39908"/>
                </a:cubicBezTo>
                <a:cubicBezTo>
                  <a:pt x="723584" y="39260"/>
                  <a:pt x="721963" y="38651"/>
                  <a:pt x="720099" y="38081"/>
                </a:cubicBezTo>
                <a:cubicBezTo>
                  <a:pt x="718235" y="37511"/>
                  <a:pt x="716102" y="37227"/>
                  <a:pt x="713702" y="37227"/>
                </a:cubicBezTo>
                <a:cubicBezTo>
                  <a:pt x="711557" y="37227"/>
                  <a:pt x="709667" y="37470"/>
                  <a:pt x="708033" y="37957"/>
                </a:cubicBezTo>
                <a:cubicBezTo>
                  <a:pt x="706399" y="38442"/>
                  <a:pt x="705058" y="39132"/>
                  <a:pt x="704011" y="40027"/>
                </a:cubicBezTo>
                <a:cubicBezTo>
                  <a:pt x="702964" y="40922"/>
                  <a:pt x="702172" y="41984"/>
                  <a:pt x="701636" y="43213"/>
                </a:cubicBezTo>
                <a:cubicBezTo>
                  <a:pt x="701100" y="44440"/>
                  <a:pt x="700832" y="45771"/>
                  <a:pt x="700832" y="47204"/>
                </a:cubicBezTo>
                <a:cubicBezTo>
                  <a:pt x="700832" y="49197"/>
                  <a:pt x="701343" y="50871"/>
                  <a:pt x="702364" y="52225"/>
                </a:cubicBezTo>
                <a:cubicBezTo>
                  <a:pt x="703385" y="53580"/>
                  <a:pt x="704713" y="54769"/>
                  <a:pt x="706348" y="55792"/>
                </a:cubicBezTo>
                <a:cubicBezTo>
                  <a:pt x="707982" y="56813"/>
                  <a:pt x="709846" y="57733"/>
                  <a:pt x="711940" y="58552"/>
                </a:cubicBezTo>
                <a:cubicBezTo>
                  <a:pt x="714034" y="59369"/>
                  <a:pt x="716166" y="60212"/>
                  <a:pt x="718337" y="61082"/>
                </a:cubicBezTo>
                <a:cubicBezTo>
                  <a:pt x="720507" y="61950"/>
                  <a:pt x="722652" y="62921"/>
                  <a:pt x="724772" y="63995"/>
                </a:cubicBezTo>
                <a:cubicBezTo>
                  <a:pt x="726891" y="65069"/>
                  <a:pt x="728768" y="66373"/>
                  <a:pt x="730403" y="67907"/>
                </a:cubicBezTo>
                <a:cubicBezTo>
                  <a:pt x="732037" y="69440"/>
                  <a:pt x="733352" y="71281"/>
                  <a:pt x="734348" y="73429"/>
                </a:cubicBezTo>
                <a:cubicBezTo>
                  <a:pt x="735344" y="75575"/>
                  <a:pt x="735842" y="78131"/>
                  <a:pt x="735842" y="81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refactoring">
            <a:extLst xmlns:a="http://schemas.openxmlformats.org/drawingml/2006/main">
              <a:ext uri="{FF2B5EF4-FFF2-40B4-BE49-F238E27FC236}">
                <a16:creationId xmlns:a16="http://schemas.microsoft.com/office/drawing/2014/main" id="{8C7CC390-C576-47F3-9B24-1E8322C7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9" y="1844523"/>
            <a:ext cx="700090" cy="135272"/>
          </a:xfrm>
          <a:custGeom xmlns:a="http://schemas.openxmlformats.org/drawingml/2006/main">
            <a:pathLst>
              <a:path w="700090" h="135272">
                <a:moveTo>
                  <a:pt x="40296" y="40903"/>
                </a:moveTo>
                <a:cubicBezTo>
                  <a:pt x="40296" y="42027"/>
                  <a:pt x="40270" y="42971"/>
                  <a:pt x="40219" y="43737"/>
                </a:cubicBezTo>
                <a:cubicBezTo>
                  <a:pt x="40168" y="44503"/>
                  <a:pt x="40066" y="45103"/>
                  <a:pt x="39913" y="45538"/>
                </a:cubicBezTo>
                <a:cubicBezTo>
                  <a:pt x="39760" y="45972"/>
                  <a:pt x="39568" y="46304"/>
                  <a:pt x="39338" y="46533"/>
                </a:cubicBezTo>
                <a:cubicBezTo>
                  <a:pt x="39109" y="46763"/>
                  <a:pt x="38789" y="46878"/>
                  <a:pt x="38381" y="46878"/>
                </a:cubicBezTo>
                <a:cubicBezTo>
                  <a:pt x="37972" y="46878"/>
                  <a:pt x="37474" y="46763"/>
                  <a:pt x="36887" y="46533"/>
                </a:cubicBezTo>
                <a:cubicBezTo>
                  <a:pt x="36300" y="46304"/>
                  <a:pt x="35636" y="46074"/>
                  <a:pt x="34895" y="45844"/>
                </a:cubicBezTo>
                <a:cubicBezTo>
                  <a:pt x="34155" y="45614"/>
                  <a:pt x="33325" y="45397"/>
                  <a:pt x="32405" y="45193"/>
                </a:cubicBezTo>
                <a:cubicBezTo>
                  <a:pt x="31486" y="44989"/>
                  <a:pt x="30490" y="44886"/>
                  <a:pt x="29418" y="44886"/>
                </a:cubicBezTo>
                <a:cubicBezTo>
                  <a:pt x="28141" y="44886"/>
                  <a:pt x="26890" y="45142"/>
                  <a:pt x="25664" y="45652"/>
                </a:cubicBezTo>
                <a:cubicBezTo>
                  <a:pt x="24438" y="46163"/>
                  <a:pt x="23148" y="47006"/>
                  <a:pt x="21795" y="48180"/>
                </a:cubicBezTo>
                <a:cubicBezTo>
                  <a:pt x="20442" y="49355"/>
                  <a:pt x="19024" y="50912"/>
                  <a:pt x="17543" y="52853"/>
                </a:cubicBezTo>
                <a:cubicBezTo>
                  <a:pt x="16062" y="54793"/>
                  <a:pt x="14428" y="57168"/>
                  <a:pt x="12640" y="59976"/>
                </a:cubicBezTo>
                <a:lnTo>
                  <a:pt x="12640" y="105322"/>
                </a:lnTo>
                <a:cubicBezTo>
                  <a:pt x="12640" y="105731"/>
                  <a:pt x="12538" y="106076"/>
                  <a:pt x="12334" y="106356"/>
                </a:cubicBezTo>
                <a:cubicBezTo>
                  <a:pt x="12130" y="106637"/>
                  <a:pt x="11798" y="106880"/>
                  <a:pt x="11338" y="107084"/>
                </a:cubicBezTo>
                <a:cubicBezTo>
                  <a:pt x="10878" y="107288"/>
                  <a:pt x="10240" y="107442"/>
                  <a:pt x="9423" y="107544"/>
                </a:cubicBezTo>
                <a:cubicBezTo>
                  <a:pt x="8606" y="107646"/>
                  <a:pt x="7559" y="107697"/>
                  <a:pt x="6282" y="107697"/>
                </a:cubicBezTo>
                <a:cubicBezTo>
                  <a:pt x="5056" y="107697"/>
                  <a:pt x="4035" y="107646"/>
                  <a:pt x="3218" y="107544"/>
                </a:cubicBezTo>
                <a:cubicBezTo>
                  <a:pt x="2400" y="107442"/>
                  <a:pt x="1749" y="107288"/>
                  <a:pt x="1264" y="107084"/>
                </a:cubicBezTo>
                <a:cubicBezTo>
                  <a:pt x="779" y="106880"/>
                  <a:pt x="447" y="106637"/>
                  <a:pt x="268" y="106356"/>
                </a:cubicBezTo>
                <a:cubicBezTo>
                  <a:pt x="89" y="106076"/>
                  <a:pt x="0" y="105731"/>
                  <a:pt x="0" y="105322"/>
                </a:cubicBezTo>
                <a:lnTo>
                  <a:pt x="0" y="36384"/>
                </a:lnTo>
                <a:cubicBezTo>
                  <a:pt x="0" y="35976"/>
                  <a:pt x="77" y="35631"/>
                  <a:pt x="230" y="35350"/>
                </a:cubicBezTo>
                <a:cubicBezTo>
                  <a:pt x="383" y="35069"/>
                  <a:pt x="689" y="34814"/>
                  <a:pt x="1149" y="34584"/>
                </a:cubicBezTo>
                <a:cubicBezTo>
                  <a:pt x="1609" y="34354"/>
                  <a:pt x="2196" y="34201"/>
                  <a:pt x="2911" y="34124"/>
                </a:cubicBezTo>
                <a:cubicBezTo>
                  <a:pt x="3626" y="34048"/>
                  <a:pt x="4571" y="34010"/>
                  <a:pt x="5746" y="34010"/>
                </a:cubicBezTo>
                <a:cubicBezTo>
                  <a:pt x="6869" y="34010"/>
                  <a:pt x="7801" y="34048"/>
                  <a:pt x="8542" y="34124"/>
                </a:cubicBezTo>
                <a:cubicBezTo>
                  <a:pt x="9282" y="34201"/>
                  <a:pt x="9857" y="34354"/>
                  <a:pt x="10266" y="34584"/>
                </a:cubicBezTo>
                <a:cubicBezTo>
                  <a:pt x="10674" y="34814"/>
                  <a:pt x="10968" y="35069"/>
                  <a:pt x="11147" y="35350"/>
                </a:cubicBezTo>
                <a:cubicBezTo>
                  <a:pt x="11325" y="35631"/>
                  <a:pt x="11415" y="35976"/>
                  <a:pt x="11415" y="36384"/>
                </a:cubicBezTo>
                <a:lnTo>
                  <a:pt x="11415" y="46418"/>
                </a:lnTo>
                <a:cubicBezTo>
                  <a:pt x="13304" y="43661"/>
                  <a:pt x="15079" y="41414"/>
                  <a:pt x="16739" y="39678"/>
                </a:cubicBezTo>
                <a:cubicBezTo>
                  <a:pt x="18399" y="37942"/>
                  <a:pt x="19969" y="36576"/>
                  <a:pt x="21450" y="35580"/>
                </a:cubicBezTo>
                <a:cubicBezTo>
                  <a:pt x="22931" y="34584"/>
                  <a:pt x="24400" y="33895"/>
                  <a:pt x="25855" y="33512"/>
                </a:cubicBezTo>
                <a:cubicBezTo>
                  <a:pt x="27311" y="33129"/>
                  <a:pt x="28779" y="32937"/>
                  <a:pt x="30260" y="32937"/>
                </a:cubicBezTo>
                <a:cubicBezTo>
                  <a:pt x="30924" y="32937"/>
                  <a:pt x="31678" y="32975"/>
                  <a:pt x="32520" y="33052"/>
                </a:cubicBezTo>
                <a:cubicBezTo>
                  <a:pt x="33363" y="33129"/>
                  <a:pt x="34244" y="33269"/>
                  <a:pt x="35163" y="33473"/>
                </a:cubicBezTo>
                <a:cubicBezTo>
                  <a:pt x="36083" y="33678"/>
                  <a:pt x="36912" y="33907"/>
                  <a:pt x="37653" y="34163"/>
                </a:cubicBezTo>
                <a:cubicBezTo>
                  <a:pt x="38394" y="34418"/>
                  <a:pt x="38917" y="34673"/>
                  <a:pt x="39223" y="34929"/>
                </a:cubicBezTo>
                <a:cubicBezTo>
                  <a:pt x="39530" y="35184"/>
                  <a:pt x="39734" y="35427"/>
                  <a:pt x="39836" y="35656"/>
                </a:cubicBezTo>
                <a:cubicBezTo>
                  <a:pt x="39938" y="35886"/>
                  <a:pt x="40028" y="36180"/>
                  <a:pt x="40104" y="36537"/>
                </a:cubicBezTo>
                <a:cubicBezTo>
                  <a:pt x="40181" y="36895"/>
                  <a:pt x="40232" y="37418"/>
                  <a:pt x="40258" y="38108"/>
                </a:cubicBezTo>
                <a:cubicBezTo>
                  <a:pt x="40283" y="38797"/>
                  <a:pt x="40296" y="39729"/>
                  <a:pt x="40296" y="40903"/>
                </a:cubicBezTo>
                <a:close/>
                <a:moveTo>
                  <a:pt x="112901" y="67866"/>
                </a:moveTo>
                <a:cubicBezTo>
                  <a:pt x="112901" y="69857"/>
                  <a:pt x="112403" y="71274"/>
                  <a:pt x="111407" y="72117"/>
                </a:cubicBezTo>
                <a:cubicBezTo>
                  <a:pt x="110411" y="72960"/>
                  <a:pt x="109275" y="73381"/>
                  <a:pt x="107998" y="73381"/>
                </a:cubicBezTo>
                <a:lnTo>
                  <a:pt x="62799" y="73381"/>
                </a:lnTo>
                <a:cubicBezTo>
                  <a:pt x="62799" y="77222"/>
                  <a:pt x="63182" y="80679"/>
                  <a:pt x="63948" y="83753"/>
                </a:cubicBezTo>
                <a:cubicBezTo>
                  <a:pt x="64714" y="86826"/>
                  <a:pt x="65991" y="89464"/>
                  <a:pt x="67779" y="91666"/>
                </a:cubicBezTo>
                <a:cubicBezTo>
                  <a:pt x="69566" y="93869"/>
                  <a:pt x="71890" y="95559"/>
                  <a:pt x="74750" y="96739"/>
                </a:cubicBezTo>
                <a:cubicBezTo>
                  <a:pt x="77610" y="97916"/>
                  <a:pt x="81109" y="98505"/>
                  <a:pt x="85245" y="98505"/>
                </a:cubicBezTo>
                <a:cubicBezTo>
                  <a:pt x="88514" y="98505"/>
                  <a:pt x="91425" y="98237"/>
                  <a:pt x="93979" y="97701"/>
                </a:cubicBezTo>
                <a:cubicBezTo>
                  <a:pt x="96532" y="97165"/>
                  <a:pt x="98741" y="96565"/>
                  <a:pt x="100605" y="95901"/>
                </a:cubicBezTo>
                <a:cubicBezTo>
                  <a:pt x="102470" y="95237"/>
                  <a:pt x="104002" y="94637"/>
                  <a:pt x="105202" y="94101"/>
                </a:cubicBezTo>
                <a:cubicBezTo>
                  <a:pt x="106402" y="93565"/>
                  <a:pt x="107309" y="93296"/>
                  <a:pt x="107922" y="93296"/>
                </a:cubicBezTo>
                <a:cubicBezTo>
                  <a:pt x="108279" y="93296"/>
                  <a:pt x="108598" y="93386"/>
                  <a:pt x="108879" y="93565"/>
                </a:cubicBezTo>
                <a:cubicBezTo>
                  <a:pt x="109160" y="93743"/>
                  <a:pt x="109377" y="94011"/>
                  <a:pt x="109530" y="94369"/>
                </a:cubicBezTo>
                <a:cubicBezTo>
                  <a:pt x="109684" y="94726"/>
                  <a:pt x="109798" y="95224"/>
                  <a:pt x="109875" y="95862"/>
                </a:cubicBezTo>
                <a:cubicBezTo>
                  <a:pt x="109952" y="96501"/>
                  <a:pt x="109990" y="97280"/>
                  <a:pt x="109990" y="98199"/>
                </a:cubicBezTo>
                <a:cubicBezTo>
                  <a:pt x="109990" y="98863"/>
                  <a:pt x="109964" y="99437"/>
                  <a:pt x="109913" y="99922"/>
                </a:cubicBezTo>
                <a:cubicBezTo>
                  <a:pt x="109862" y="100407"/>
                  <a:pt x="109798" y="100841"/>
                  <a:pt x="109722" y="101224"/>
                </a:cubicBezTo>
                <a:cubicBezTo>
                  <a:pt x="109645" y="101607"/>
                  <a:pt x="109518" y="101952"/>
                  <a:pt x="109339" y="102258"/>
                </a:cubicBezTo>
                <a:cubicBezTo>
                  <a:pt x="109160" y="102565"/>
                  <a:pt x="108930" y="102858"/>
                  <a:pt x="108649" y="103139"/>
                </a:cubicBezTo>
                <a:cubicBezTo>
                  <a:pt x="108368" y="103420"/>
                  <a:pt x="107539" y="103880"/>
                  <a:pt x="106160" y="104518"/>
                </a:cubicBezTo>
                <a:cubicBezTo>
                  <a:pt x="104781" y="105156"/>
                  <a:pt x="102993" y="105782"/>
                  <a:pt x="100797" y="106395"/>
                </a:cubicBezTo>
                <a:cubicBezTo>
                  <a:pt x="98601" y="107007"/>
                  <a:pt x="96060" y="107556"/>
                  <a:pt x="93174" y="108042"/>
                </a:cubicBezTo>
                <a:cubicBezTo>
                  <a:pt x="90289" y="108527"/>
                  <a:pt x="87212" y="108769"/>
                  <a:pt x="83943" y="108769"/>
                </a:cubicBezTo>
                <a:cubicBezTo>
                  <a:pt x="78274" y="108769"/>
                  <a:pt x="73307" y="107977"/>
                  <a:pt x="69043" y="106392"/>
                </a:cubicBezTo>
                <a:cubicBezTo>
                  <a:pt x="64778" y="104808"/>
                  <a:pt x="61190" y="102456"/>
                  <a:pt x="58279" y="99338"/>
                </a:cubicBezTo>
                <a:cubicBezTo>
                  <a:pt x="55368" y="96220"/>
                  <a:pt x="53172" y="92309"/>
                  <a:pt x="51691" y="87607"/>
                </a:cubicBezTo>
                <a:cubicBezTo>
                  <a:pt x="50210" y="82904"/>
                  <a:pt x="49469" y="77434"/>
                  <a:pt x="49469" y="71198"/>
                </a:cubicBezTo>
                <a:cubicBezTo>
                  <a:pt x="49469" y="65268"/>
                  <a:pt x="50235" y="59939"/>
                  <a:pt x="51768" y="55210"/>
                </a:cubicBezTo>
                <a:cubicBezTo>
                  <a:pt x="53300" y="50482"/>
                  <a:pt x="55509" y="46469"/>
                  <a:pt x="58394" y="43173"/>
                </a:cubicBezTo>
                <a:cubicBezTo>
                  <a:pt x="61280" y="39876"/>
                  <a:pt x="64766" y="37346"/>
                  <a:pt x="68851" y="35582"/>
                </a:cubicBezTo>
                <a:cubicBezTo>
                  <a:pt x="72937" y="33819"/>
                  <a:pt x="77508" y="32937"/>
                  <a:pt x="82564" y="32937"/>
                </a:cubicBezTo>
                <a:cubicBezTo>
                  <a:pt x="87978" y="32937"/>
                  <a:pt x="92587" y="33805"/>
                  <a:pt x="96392" y="35541"/>
                </a:cubicBezTo>
                <a:cubicBezTo>
                  <a:pt x="100197" y="37278"/>
                  <a:pt x="103325" y="39614"/>
                  <a:pt x="105777" y="42550"/>
                </a:cubicBezTo>
                <a:cubicBezTo>
                  <a:pt x="108228" y="45486"/>
                  <a:pt x="110028" y="48933"/>
                  <a:pt x="111177" y="52891"/>
                </a:cubicBezTo>
                <a:cubicBezTo>
                  <a:pt x="112327" y="56849"/>
                  <a:pt x="112901" y="61074"/>
                  <a:pt x="112901" y="65568"/>
                </a:cubicBezTo>
                <a:lnTo>
                  <a:pt x="112901" y="67866"/>
                </a:lnTo>
                <a:moveTo>
                  <a:pt x="100184" y="64113"/>
                </a:moveTo>
                <a:cubicBezTo>
                  <a:pt x="100337" y="57474"/>
                  <a:pt x="98869" y="52265"/>
                  <a:pt x="95779" y="48487"/>
                </a:cubicBezTo>
                <a:cubicBezTo>
                  <a:pt x="92689" y="44708"/>
                  <a:pt x="88106" y="42818"/>
                  <a:pt x="82028" y="42818"/>
                </a:cubicBezTo>
                <a:cubicBezTo>
                  <a:pt x="78913" y="42818"/>
                  <a:pt x="76180" y="43406"/>
                  <a:pt x="73831" y="44580"/>
                </a:cubicBezTo>
                <a:cubicBezTo>
                  <a:pt x="71482" y="45755"/>
                  <a:pt x="69515" y="47312"/>
                  <a:pt x="67932" y="49253"/>
                </a:cubicBezTo>
                <a:cubicBezTo>
                  <a:pt x="66349" y="51193"/>
                  <a:pt x="65123" y="53453"/>
                  <a:pt x="64255" y="56031"/>
                </a:cubicBezTo>
                <a:cubicBezTo>
                  <a:pt x="63387" y="58610"/>
                  <a:pt x="62901" y="61304"/>
                  <a:pt x="62799" y="64113"/>
                </a:cubicBezTo>
                <a:lnTo>
                  <a:pt x="100184" y="64113"/>
                </a:lnTo>
                <a:close/>
                <a:moveTo>
                  <a:pt x="171316" y="8043"/>
                </a:moveTo>
                <a:cubicBezTo>
                  <a:pt x="171316" y="9013"/>
                  <a:pt x="171265" y="9792"/>
                  <a:pt x="171163" y="10379"/>
                </a:cubicBezTo>
                <a:cubicBezTo>
                  <a:pt x="171061" y="10966"/>
                  <a:pt x="170946" y="11439"/>
                  <a:pt x="170818" y="11796"/>
                </a:cubicBezTo>
                <a:cubicBezTo>
                  <a:pt x="170690" y="12154"/>
                  <a:pt x="170524" y="12396"/>
                  <a:pt x="170320" y="12524"/>
                </a:cubicBezTo>
                <a:cubicBezTo>
                  <a:pt x="170116" y="12651"/>
                  <a:pt x="169860" y="12715"/>
                  <a:pt x="169554" y="12715"/>
                </a:cubicBezTo>
                <a:cubicBezTo>
                  <a:pt x="169197" y="12715"/>
                  <a:pt x="168750" y="12600"/>
                  <a:pt x="168213" y="12371"/>
                </a:cubicBezTo>
                <a:cubicBezTo>
                  <a:pt x="167677" y="12141"/>
                  <a:pt x="167026" y="11885"/>
                  <a:pt x="166260" y="11605"/>
                </a:cubicBezTo>
                <a:cubicBezTo>
                  <a:pt x="165494" y="11324"/>
                  <a:pt x="164587" y="11068"/>
                  <a:pt x="163540" y="10839"/>
                </a:cubicBezTo>
                <a:cubicBezTo>
                  <a:pt x="162493" y="10609"/>
                  <a:pt x="161280" y="10494"/>
                  <a:pt x="159901" y="10494"/>
                </a:cubicBezTo>
                <a:cubicBezTo>
                  <a:pt x="158012" y="10494"/>
                  <a:pt x="156403" y="10800"/>
                  <a:pt x="155075" y="11411"/>
                </a:cubicBezTo>
                <a:cubicBezTo>
                  <a:pt x="153747" y="12022"/>
                  <a:pt x="152675" y="12976"/>
                  <a:pt x="151858" y="14274"/>
                </a:cubicBezTo>
                <a:cubicBezTo>
                  <a:pt x="151040" y="15571"/>
                  <a:pt x="150453" y="17251"/>
                  <a:pt x="150096" y="19312"/>
                </a:cubicBezTo>
                <a:cubicBezTo>
                  <a:pt x="149738" y="21374"/>
                  <a:pt x="149559" y="23881"/>
                  <a:pt x="149559" y="26833"/>
                </a:cubicBezTo>
                <a:lnTo>
                  <a:pt x="149559" y="34316"/>
                </a:lnTo>
                <a:lnTo>
                  <a:pt x="164958" y="34316"/>
                </a:lnTo>
                <a:cubicBezTo>
                  <a:pt x="165366" y="34316"/>
                  <a:pt x="165711" y="34405"/>
                  <a:pt x="165992" y="34584"/>
                </a:cubicBezTo>
                <a:cubicBezTo>
                  <a:pt x="166273" y="34763"/>
                  <a:pt x="166528" y="35069"/>
                  <a:pt x="166758" y="35503"/>
                </a:cubicBezTo>
                <a:cubicBezTo>
                  <a:pt x="166988" y="35937"/>
                  <a:pt x="167166" y="36486"/>
                  <a:pt x="167294" y="37150"/>
                </a:cubicBezTo>
                <a:cubicBezTo>
                  <a:pt x="167422" y="37814"/>
                  <a:pt x="167486" y="38631"/>
                  <a:pt x="167486" y="39601"/>
                </a:cubicBezTo>
                <a:cubicBezTo>
                  <a:pt x="167486" y="41440"/>
                  <a:pt x="167256" y="42767"/>
                  <a:pt x="166796" y="43584"/>
                </a:cubicBezTo>
                <a:cubicBezTo>
                  <a:pt x="166336" y="44401"/>
                  <a:pt x="165724" y="44810"/>
                  <a:pt x="164958" y="44810"/>
                </a:cubicBezTo>
                <a:lnTo>
                  <a:pt x="149559" y="44810"/>
                </a:lnTo>
                <a:lnTo>
                  <a:pt x="149559" y="105320"/>
                </a:lnTo>
                <a:cubicBezTo>
                  <a:pt x="149559" y="105728"/>
                  <a:pt x="149457" y="106074"/>
                  <a:pt x="149253" y="106356"/>
                </a:cubicBezTo>
                <a:cubicBezTo>
                  <a:pt x="149049" y="106637"/>
                  <a:pt x="148704" y="106880"/>
                  <a:pt x="148219" y="107084"/>
                </a:cubicBezTo>
                <a:cubicBezTo>
                  <a:pt x="147733" y="107288"/>
                  <a:pt x="147082" y="107442"/>
                  <a:pt x="146265" y="107544"/>
                </a:cubicBezTo>
                <a:cubicBezTo>
                  <a:pt x="145448" y="107646"/>
                  <a:pt x="144427" y="107697"/>
                  <a:pt x="143201" y="107697"/>
                </a:cubicBezTo>
                <a:cubicBezTo>
                  <a:pt x="141975" y="107697"/>
                  <a:pt x="140954" y="107646"/>
                  <a:pt x="140136" y="107544"/>
                </a:cubicBezTo>
                <a:cubicBezTo>
                  <a:pt x="139319" y="107442"/>
                  <a:pt x="138668" y="107288"/>
                  <a:pt x="138183" y="107084"/>
                </a:cubicBezTo>
                <a:cubicBezTo>
                  <a:pt x="137698" y="106880"/>
                  <a:pt x="137353" y="106637"/>
                  <a:pt x="137149" y="106356"/>
                </a:cubicBezTo>
                <a:cubicBezTo>
                  <a:pt x="136944" y="106074"/>
                  <a:pt x="136842" y="105728"/>
                  <a:pt x="136842" y="105320"/>
                </a:cubicBezTo>
                <a:lnTo>
                  <a:pt x="136842" y="44810"/>
                </a:lnTo>
                <a:lnTo>
                  <a:pt x="127113" y="44810"/>
                </a:lnTo>
                <a:cubicBezTo>
                  <a:pt x="126296" y="44810"/>
                  <a:pt x="125683" y="44401"/>
                  <a:pt x="125274" y="43584"/>
                </a:cubicBezTo>
                <a:cubicBezTo>
                  <a:pt x="124866" y="42767"/>
                  <a:pt x="124662" y="41440"/>
                  <a:pt x="124662" y="39601"/>
                </a:cubicBezTo>
                <a:cubicBezTo>
                  <a:pt x="124662" y="38631"/>
                  <a:pt x="124713" y="37814"/>
                  <a:pt x="124815" y="37150"/>
                </a:cubicBezTo>
                <a:cubicBezTo>
                  <a:pt x="124917" y="36486"/>
                  <a:pt x="125070" y="35937"/>
                  <a:pt x="125274" y="35503"/>
                </a:cubicBezTo>
                <a:cubicBezTo>
                  <a:pt x="125479" y="35069"/>
                  <a:pt x="125734" y="34763"/>
                  <a:pt x="126041" y="34584"/>
                </a:cubicBezTo>
                <a:cubicBezTo>
                  <a:pt x="126347" y="34405"/>
                  <a:pt x="126704" y="34316"/>
                  <a:pt x="127113" y="34316"/>
                </a:cubicBezTo>
                <a:lnTo>
                  <a:pt x="136842" y="34316"/>
                </a:lnTo>
                <a:lnTo>
                  <a:pt x="136842" y="27209"/>
                </a:lnTo>
                <a:cubicBezTo>
                  <a:pt x="136842" y="22418"/>
                  <a:pt x="137289" y="18304"/>
                  <a:pt x="138183" y="14865"/>
                </a:cubicBezTo>
                <a:cubicBezTo>
                  <a:pt x="139077" y="11426"/>
                  <a:pt x="140443" y="8611"/>
                  <a:pt x="142281" y="6420"/>
                </a:cubicBezTo>
                <a:cubicBezTo>
                  <a:pt x="144120" y="4229"/>
                  <a:pt x="146431" y="2612"/>
                  <a:pt x="149215" y="1568"/>
                </a:cubicBezTo>
                <a:cubicBezTo>
                  <a:pt x="151998" y="523"/>
                  <a:pt x="155279" y="0"/>
                  <a:pt x="159059" y="0"/>
                </a:cubicBezTo>
                <a:cubicBezTo>
                  <a:pt x="160846" y="0"/>
                  <a:pt x="162583" y="166"/>
                  <a:pt x="164268" y="498"/>
                </a:cubicBezTo>
                <a:cubicBezTo>
                  <a:pt x="165953" y="830"/>
                  <a:pt x="167256" y="1187"/>
                  <a:pt x="168175" y="1570"/>
                </a:cubicBezTo>
                <a:cubicBezTo>
                  <a:pt x="169094" y="1953"/>
                  <a:pt x="169707" y="2298"/>
                  <a:pt x="170014" y="2604"/>
                </a:cubicBezTo>
                <a:cubicBezTo>
                  <a:pt x="170320" y="2911"/>
                  <a:pt x="170575" y="3306"/>
                  <a:pt x="170780" y="3792"/>
                </a:cubicBezTo>
                <a:cubicBezTo>
                  <a:pt x="170984" y="4277"/>
                  <a:pt x="171125" y="4864"/>
                  <a:pt x="171201" y="5553"/>
                </a:cubicBezTo>
                <a:cubicBezTo>
                  <a:pt x="171278" y="6243"/>
                  <a:pt x="171316" y="7073"/>
                  <a:pt x="171316" y="8043"/>
                </a:cubicBezTo>
                <a:close/>
                <a:moveTo>
                  <a:pt x="231709" y="105399"/>
                </a:moveTo>
                <a:cubicBezTo>
                  <a:pt x="231709" y="106012"/>
                  <a:pt x="231505" y="106471"/>
                  <a:pt x="231097" y="106778"/>
                </a:cubicBezTo>
                <a:cubicBezTo>
                  <a:pt x="230688" y="107084"/>
                  <a:pt x="230126" y="107314"/>
                  <a:pt x="229411" y="107467"/>
                </a:cubicBezTo>
                <a:cubicBezTo>
                  <a:pt x="228696" y="107620"/>
                  <a:pt x="227649" y="107697"/>
                  <a:pt x="226270" y="107697"/>
                </a:cubicBezTo>
                <a:cubicBezTo>
                  <a:pt x="224942" y="107697"/>
                  <a:pt x="223883" y="107620"/>
                  <a:pt x="223091" y="107467"/>
                </a:cubicBezTo>
                <a:cubicBezTo>
                  <a:pt x="222299" y="107314"/>
                  <a:pt x="221725" y="107084"/>
                  <a:pt x="221367" y="106778"/>
                </a:cubicBezTo>
                <a:cubicBezTo>
                  <a:pt x="221010" y="106471"/>
                  <a:pt x="220831" y="106012"/>
                  <a:pt x="220831" y="105399"/>
                </a:cubicBezTo>
                <a:lnTo>
                  <a:pt x="220831" y="98505"/>
                </a:lnTo>
                <a:cubicBezTo>
                  <a:pt x="217818" y="101722"/>
                  <a:pt x="214460" y="104237"/>
                  <a:pt x="210757" y="106050"/>
                </a:cubicBezTo>
                <a:cubicBezTo>
                  <a:pt x="207054" y="107863"/>
                  <a:pt x="203135" y="108769"/>
                  <a:pt x="198998" y="108769"/>
                </a:cubicBezTo>
                <a:cubicBezTo>
                  <a:pt x="195372" y="108769"/>
                  <a:pt x="192090" y="108295"/>
                  <a:pt x="189154" y="107347"/>
                </a:cubicBezTo>
                <a:cubicBezTo>
                  <a:pt x="186217" y="106399"/>
                  <a:pt x="183714" y="105029"/>
                  <a:pt x="181646" y="103235"/>
                </a:cubicBezTo>
                <a:cubicBezTo>
                  <a:pt x="179578" y="101441"/>
                  <a:pt x="177969" y="99238"/>
                  <a:pt x="176820" y="96626"/>
                </a:cubicBezTo>
                <a:cubicBezTo>
                  <a:pt x="175670" y="94012"/>
                  <a:pt x="175096" y="91039"/>
                  <a:pt x="175096" y="87707"/>
                </a:cubicBezTo>
                <a:cubicBezTo>
                  <a:pt x="175096" y="83813"/>
                  <a:pt x="175888" y="80432"/>
                  <a:pt x="177471" y="77563"/>
                </a:cubicBezTo>
                <a:cubicBezTo>
                  <a:pt x="179054" y="74692"/>
                  <a:pt x="181327" y="72309"/>
                  <a:pt x="184289" y="70413"/>
                </a:cubicBezTo>
                <a:cubicBezTo>
                  <a:pt x="187251" y="68517"/>
                  <a:pt x="190877" y="67095"/>
                  <a:pt x="195167" y="66147"/>
                </a:cubicBezTo>
                <a:cubicBezTo>
                  <a:pt x="199457" y="65199"/>
                  <a:pt x="204284" y="64725"/>
                  <a:pt x="209646" y="64725"/>
                </a:cubicBezTo>
                <a:lnTo>
                  <a:pt x="219146" y="64725"/>
                </a:lnTo>
                <a:lnTo>
                  <a:pt x="219146" y="59383"/>
                </a:lnTo>
                <a:cubicBezTo>
                  <a:pt x="219146" y="56737"/>
                  <a:pt x="218865" y="54397"/>
                  <a:pt x="218303" y="52362"/>
                </a:cubicBezTo>
                <a:cubicBezTo>
                  <a:pt x="217741" y="50326"/>
                  <a:pt x="216835" y="48633"/>
                  <a:pt x="215583" y="47285"/>
                </a:cubicBezTo>
                <a:cubicBezTo>
                  <a:pt x="214332" y="45936"/>
                  <a:pt x="212711" y="44919"/>
                  <a:pt x="210719" y="44233"/>
                </a:cubicBezTo>
                <a:cubicBezTo>
                  <a:pt x="208727" y="43545"/>
                  <a:pt x="206276" y="43201"/>
                  <a:pt x="203364" y="43201"/>
                </a:cubicBezTo>
                <a:cubicBezTo>
                  <a:pt x="200249" y="43201"/>
                  <a:pt x="197453" y="43568"/>
                  <a:pt x="194976" y="44300"/>
                </a:cubicBezTo>
                <a:cubicBezTo>
                  <a:pt x="192499" y="45032"/>
                  <a:pt x="190328" y="45841"/>
                  <a:pt x="188464" y="46725"/>
                </a:cubicBezTo>
                <a:cubicBezTo>
                  <a:pt x="186600" y="47609"/>
                  <a:pt x="185042" y="48417"/>
                  <a:pt x="183791" y="49150"/>
                </a:cubicBezTo>
                <a:cubicBezTo>
                  <a:pt x="182540" y="49882"/>
                  <a:pt x="181608" y="50248"/>
                  <a:pt x="180995" y="50248"/>
                </a:cubicBezTo>
                <a:cubicBezTo>
                  <a:pt x="180586" y="50248"/>
                  <a:pt x="180229" y="50146"/>
                  <a:pt x="179922" y="49942"/>
                </a:cubicBezTo>
                <a:cubicBezTo>
                  <a:pt x="179616" y="49738"/>
                  <a:pt x="179348" y="49431"/>
                  <a:pt x="179118" y="49023"/>
                </a:cubicBezTo>
                <a:cubicBezTo>
                  <a:pt x="178888" y="48614"/>
                  <a:pt x="178722" y="48091"/>
                  <a:pt x="178620" y="47452"/>
                </a:cubicBezTo>
                <a:cubicBezTo>
                  <a:pt x="178518" y="46814"/>
                  <a:pt x="178467" y="46112"/>
                  <a:pt x="178467" y="45346"/>
                </a:cubicBezTo>
                <a:cubicBezTo>
                  <a:pt x="178467" y="44069"/>
                  <a:pt x="178556" y="43061"/>
                  <a:pt x="178735" y="42320"/>
                </a:cubicBezTo>
                <a:cubicBezTo>
                  <a:pt x="178914" y="41580"/>
                  <a:pt x="179348" y="40878"/>
                  <a:pt x="180037" y="40214"/>
                </a:cubicBezTo>
                <a:cubicBezTo>
                  <a:pt x="180727" y="39550"/>
                  <a:pt x="181914" y="38777"/>
                  <a:pt x="183599" y="37894"/>
                </a:cubicBezTo>
                <a:cubicBezTo>
                  <a:pt x="185285" y="37010"/>
                  <a:pt x="187226" y="36203"/>
                  <a:pt x="189422" y="35472"/>
                </a:cubicBezTo>
                <a:cubicBezTo>
                  <a:pt x="191618" y="34741"/>
                  <a:pt x="194018" y="34136"/>
                  <a:pt x="196623" y="33658"/>
                </a:cubicBezTo>
                <a:cubicBezTo>
                  <a:pt x="199228" y="33177"/>
                  <a:pt x="201858" y="32937"/>
                  <a:pt x="204514" y="32937"/>
                </a:cubicBezTo>
                <a:cubicBezTo>
                  <a:pt x="209468" y="32937"/>
                  <a:pt x="213681" y="33499"/>
                  <a:pt x="217154" y="34622"/>
                </a:cubicBezTo>
                <a:cubicBezTo>
                  <a:pt x="220627" y="35746"/>
                  <a:pt x="223436" y="37393"/>
                  <a:pt x="225581" y="39563"/>
                </a:cubicBezTo>
                <a:cubicBezTo>
                  <a:pt x="227726" y="41733"/>
                  <a:pt x="229284" y="44427"/>
                  <a:pt x="230254" y="47644"/>
                </a:cubicBezTo>
                <a:cubicBezTo>
                  <a:pt x="231224" y="50861"/>
                  <a:pt x="231709" y="54614"/>
                  <a:pt x="231709" y="58904"/>
                </a:cubicBezTo>
                <a:lnTo>
                  <a:pt x="231709" y="105399"/>
                </a:lnTo>
                <a:moveTo>
                  <a:pt x="219146" y="73841"/>
                </a:moveTo>
                <a:lnTo>
                  <a:pt x="208344" y="73841"/>
                </a:lnTo>
                <a:cubicBezTo>
                  <a:pt x="204871" y="73841"/>
                  <a:pt x="201858" y="74137"/>
                  <a:pt x="199304" y="74729"/>
                </a:cubicBezTo>
                <a:cubicBezTo>
                  <a:pt x="196751" y="75319"/>
                  <a:pt x="194631" y="76192"/>
                  <a:pt x="192946" y="77347"/>
                </a:cubicBezTo>
                <a:cubicBezTo>
                  <a:pt x="191260" y="78503"/>
                  <a:pt x="190022" y="79890"/>
                  <a:pt x="189230" y="81510"/>
                </a:cubicBezTo>
                <a:cubicBezTo>
                  <a:pt x="188439" y="83128"/>
                  <a:pt x="188043" y="84990"/>
                  <a:pt x="188043" y="87097"/>
                </a:cubicBezTo>
                <a:cubicBezTo>
                  <a:pt x="188043" y="90694"/>
                  <a:pt x="189179" y="93558"/>
                  <a:pt x="191452" y="95690"/>
                </a:cubicBezTo>
                <a:cubicBezTo>
                  <a:pt x="193725" y="97822"/>
                  <a:pt x="196904" y="98888"/>
                  <a:pt x="200990" y="98888"/>
                </a:cubicBezTo>
                <a:cubicBezTo>
                  <a:pt x="204309" y="98888"/>
                  <a:pt x="207386" y="98041"/>
                  <a:pt x="210221" y="96346"/>
                </a:cubicBezTo>
                <a:cubicBezTo>
                  <a:pt x="213055" y="94650"/>
                  <a:pt x="216030" y="92055"/>
                  <a:pt x="219146" y="88562"/>
                </a:cubicBezTo>
                <a:lnTo>
                  <a:pt x="219146" y="73841"/>
                </a:lnTo>
                <a:close/>
                <a:moveTo>
                  <a:pt x="306934" y="94905"/>
                </a:moveTo>
                <a:cubicBezTo>
                  <a:pt x="306934" y="95773"/>
                  <a:pt x="306909" y="96526"/>
                  <a:pt x="306858" y="97165"/>
                </a:cubicBezTo>
                <a:cubicBezTo>
                  <a:pt x="306807" y="97803"/>
                  <a:pt x="306717" y="98339"/>
                  <a:pt x="306590" y="98773"/>
                </a:cubicBezTo>
                <a:cubicBezTo>
                  <a:pt x="306462" y="99207"/>
                  <a:pt x="306309" y="99590"/>
                  <a:pt x="306130" y="99922"/>
                </a:cubicBezTo>
                <a:cubicBezTo>
                  <a:pt x="305951" y="100254"/>
                  <a:pt x="305543" y="100739"/>
                  <a:pt x="304904" y="101378"/>
                </a:cubicBezTo>
                <a:cubicBezTo>
                  <a:pt x="304266" y="102016"/>
                  <a:pt x="303181" y="102807"/>
                  <a:pt x="301648" y="103752"/>
                </a:cubicBezTo>
                <a:cubicBezTo>
                  <a:pt x="300116" y="104697"/>
                  <a:pt x="298393" y="105539"/>
                  <a:pt x="296477" y="106280"/>
                </a:cubicBezTo>
                <a:cubicBezTo>
                  <a:pt x="294562" y="107020"/>
                  <a:pt x="292481" y="107620"/>
                  <a:pt x="290234" y="108080"/>
                </a:cubicBezTo>
                <a:cubicBezTo>
                  <a:pt x="287987" y="108539"/>
                  <a:pt x="285663" y="108769"/>
                  <a:pt x="283262" y="108769"/>
                </a:cubicBezTo>
                <a:cubicBezTo>
                  <a:pt x="278308" y="108769"/>
                  <a:pt x="273916" y="107951"/>
                  <a:pt x="270086" y="106313"/>
                </a:cubicBezTo>
                <a:cubicBezTo>
                  <a:pt x="266255" y="104676"/>
                  <a:pt x="263051" y="102284"/>
                  <a:pt x="260471" y="99137"/>
                </a:cubicBezTo>
                <a:cubicBezTo>
                  <a:pt x="257892" y="95990"/>
                  <a:pt x="255926" y="92127"/>
                  <a:pt x="254573" y="87547"/>
                </a:cubicBezTo>
                <a:cubicBezTo>
                  <a:pt x="253219" y="82967"/>
                  <a:pt x="252542" y="77684"/>
                  <a:pt x="252542" y="71698"/>
                </a:cubicBezTo>
                <a:cubicBezTo>
                  <a:pt x="252542" y="64892"/>
                  <a:pt x="253372" y="59046"/>
                  <a:pt x="255032" y="54160"/>
                </a:cubicBezTo>
                <a:cubicBezTo>
                  <a:pt x="256692" y="49273"/>
                  <a:pt x="258965" y="45269"/>
                  <a:pt x="261850" y="42148"/>
                </a:cubicBezTo>
                <a:cubicBezTo>
                  <a:pt x="264736" y="39027"/>
                  <a:pt x="268132" y="36711"/>
                  <a:pt x="272039" y="35202"/>
                </a:cubicBezTo>
                <a:cubicBezTo>
                  <a:pt x="275946" y="33692"/>
                  <a:pt x="280172" y="32937"/>
                  <a:pt x="284718" y="32937"/>
                </a:cubicBezTo>
                <a:cubicBezTo>
                  <a:pt x="286914" y="32937"/>
                  <a:pt x="289046" y="33141"/>
                  <a:pt x="291115" y="33550"/>
                </a:cubicBezTo>
                <a:cubicBezTo>
                  <a:pt x="293183" y="33958"/>
                  <a:pt x="295086" y="34495"/>
                  <a:pt x="296822" y="35158"/>
                </a:cubicBezTo>
                <a:cubicBezTo>
                  <a:pt x="298558" y="35822"/>
                  <a:pt x="300103" y="36588"/>
                  <a:pt x="301457" y="37456"/>
                </a:cubicBezTo>
                <a:cubicBezTo>
                  <a:pt x="302810" y="38325"/>
                  <a:pt x="303793" y="39065"/>
                  <a:pt x="304406" y="39678"/>
                </a:cubicBezTo>
                <a:cubicBezTo>
                  <a:pt x="305019" y="40291"/>
                  <a:pt x="305440" y="40776"/>
                  <a:pt x="305670" y="41133"/>
                </a:cubicBezTo>
                <a:cubicBezTo>
                  <a:pt x="305900" y="41491"/>
                  <a:pt x="306092" y="41912"/>
                  <a:pt x="306245" y="42397"/>
                </a:cubicBezTo>
                <a:cubicBezTo>
                  <a:pt x="306398" y="42882"/>
                  <a:pt x="306500" y="43431"/>
                  <a:pt x="306551" y="44044"/>
                </a:cubicBezTo>
                <a:cubicBezTo>
                  <a:pt x="306602" y="44657"/>
                  <a:pt x="306628" y="45423"/>
                  <a:pt x="306628" y="46342"/>
                </a:cubicBezTo>
                <a:cubicBezTo>
                  <a:pt x="306628" y="48333"/>
                  <a:pt x="306398" y="49725"/>
                  <a:pt x="305938" y="50516"/>
                </a:cubicBezTo>
                <a:cubicBezTo>
                  <a:pt x="305479" y="51308"/>
                  <a:pt x="304917" y="51704"/>
                  <a:pt x="304253" y="51704"/>
                </a:cubicBezTo>
                <a:cubicBezTo>
                  <a:pt x="303487" y="51704"/>
                  <a:pt x="302606" y="51282"/>
                  <a:pt x="301610" y="50440"/>
                </a:cubicBezTo>
                <a:cubicBezTo>
                  <a:pt x="300614" y="49597"/>
                  <a:pt x="299350" y="48665"/>
                  <a:pt x="297818" y="47644"/>
                </a:cubicBezTo>
                <a:cubicBezTo>
                  <a:pt x="296286" y="46623"/>
                  <a:pt x="294434" y="45691"/>
                  <a:pt x="292264" y="44848"/>
                </a:cubicBezTo>
                <a:cubicBezTo>
                  <a:pt x="290093" y="44006"/>
                  <a:pt x="287527" y="43584"/>
                  <a:pt x="284565" y="43584"/>
                </a:cubicBezTo>
                <a:cubicBezTo>
                  <a:pt x="278487" y="43584"/>
                  <a:pt x="273827" y="45928"/>
                  <a:pt x="270584" y="50615"/>
                </a:cubicBezTo>
                <a:cubicBezTo>
                  <a:pt x="267341" y="55300"/>
                  <a:pt x="265719" y="62097"/>
                  <a:pt x="265719" y="71006"/>
                </a:cubicBezTo>
                <a:cubicBezTo>
                  <a:pt x="265719" y="75462"/>
                  <a:pt x="266140" y="79367"/>
                  <a:pt x="266983" y="82721"/>
                </a:cubicBezTo>
                <a:cubicBezTo>
                  <a:pt x="267826" y="86075"/>
                  <a:pt x="269064" y="88879"/>
                  <a:pt x="270699" y="91133"/>
                </a:cubicBezTo>
                <a:cubicBezTo>
                  <a:pt x="272333" y="93386"/>
                  <a:pt x="274337" y="95063"/>
                  <a:pt x="276712" y="96164"/>
                </a:cubicBezTo>
                <a:cubicBezTo>
                  <a:pt x="279087" y="97265"/>
                  <a:pt x="281807" y="97816"/>
                  <a:pt x="284871" y="97816"/>
                </a:cubicBezTo>
                <a:cubicBezTo>
                  <a:pt x="287782" y="97816"/>
                  <a:pt x="290336" y="97356"/>
                  <a:pt x="292532" y="96437"/>
                </a:cubicBezTo>
                <a:cubicBezTo>
                  <a:pt x="294728" y="95518"/>
                  <a:pt x="296631" y="94509"/>
                  <a:pt x="298239" y="93411"/>
                </a:cubicBezTo>
                <a:cubicBezTo>
                  <a:pt x="299848" y="92313"/>
                  <a:pt x="301201" y="91318"/>
                  <a:pt x="302300" y="90424"/>
                </a:cubicBezTo>
                <a:cubicBezTo>
                  <a:pt x="303398" y="89530"/>
                  <a:pt x="304253" y="89084"/>
                  <a:pt x="304866" y="89084"/>
                </a:cubicBezTo>
                <a:cubicBezTo>
                  <a:pt x="305223" y="89084"/>
                  <a:pt x="305530" y="89186"/>
                  <a:pt x="305785" y="89390"/>
                </a:cubicBezTo>
                <a:cubicBezTo>
                  <a:pt x="306041" y="89594"/>
                  <a:pt x="306258" y="89939"/>
                  <a:pt x="306436" y="90424"/>
                </a:cubicBezTo>
                <a:cubicBezTo>
                  <a:pt x="306615" y="90909"/>
                  <a:pt x="306743" y="91522"/>
                  <a:pt x="306819" y="92262"/>
                </a:cubicBezTo>
                <a:cubicBezTo>
                  <a:pt x="306896" y="93003"/>
                  <a:pt x="306934" y="93884"/>
                  <a:pt x="306934" y="94905"/>
                </a:cubicBezTo>
                <a:close/>
                <a:moveTo>
                  <a:pt x="361721" y="100343"/>
                </a:moveTo>
                <a:cubicBezTo>
                  <a:pt x="361721" y="101824"/>
                  <a:pt x="361619" y="102999"/>
                  <a:pt x="361415" y="103867"/>
                </a:cubicBezTo>
                <a:cubicBezTo>
                  <a:pt x="361211" y="104735"/>
                  <a:pt x="360904" y="105373"/>
                  <a:pt x="360496" y="105782"/>
                </a:cubicBezTo>
                <a:cubicBezTo>
                  <a:pt x="360087" y="106190"/>
                  <a:pt x="359474" y="106573"/>
                  <a:pt x="358657" y="106931"/>
                </a:cubicBezTo>
                <a:cubicBezTo>
                  <a:pt x="357840" y="107288"/>
                  <a:pt x="356908" y="107582"/>
                  <a:pt x="355861" y="107812"/>
                </a:cubicBezTo>
                <a:cubicBezTo>
                  <a:pt x="354814" y="108042"/>
                  <a:pt x="353703" y="108233"/>
                  <a:pt x="352528" y="108386"/>
                </a:cubicBezTo>
                <a:cubicBezTo>
                  <a:pt x="351354" y="108539"/>
                  <a:pt x="350179" y="108616"/>
                  <a:pt x="349004" y="108616"/>
                </a:cubicBezTo>
                <a:cubicBezTo>
                  <a:pt x="345429" y="108616"/>
                  <a:pt x="342365" y="108143"/>
                  <a:pt x="339811" y="107197"/>
                </a:cubicBezTo>
                <a:cubicBezTo>
                  <a:pt x="337258" y="106249"/>
                  <a:pt x="335164" y="104815"/>
                  <a:pt x="333530" y="102895"/>
                </a:cubicBezTo>
                <a:cubicBezTo>
                  <a:pt x="331895" y="100975"/>
                  <a:pt x="330708" y="98544"/>
                  <a:pt x="329967" y="95602"/>
                </a:cubicBezTo>
                <a:cubicBezTo>
                  <a:pt x="329227" y="92659"/>
                  <a:pt x="328856" y="89191"/>
                  <a:pt x="328856" y="85199"/>
                </a:cubicBezTo>
                <a:lnTo>
                  <a:pt x="328856" y="44810"/>
                </a:lnTo>
                <a:lnTo>
                  <a:pt x="319204" y="44810"/>
                </a:lnTo>
                <a:cubicBezTo>
                  <a:pt x="318438" y="44810"/>
                  <a:pt x="317825" y="44401"/>
                  <a:pt x="317365" y="43584"/>
                </a:cubicBezTo>
                <a:cubicBezTo>
                  <a:pt x="316906" y="42767"/>
                  <a:pt x="316676" y="41440"/>
                  <a:pt x="316676" y="39601"/>
                </a:cubicBezTo>
                <a:cubicBezTo>
                  <a:pt x="316676" y="38631"/>
                  <a:pt x="316740" y="37814"/>
                  <a:pt x="316867" y="37150"/>
                </a:cubicBezTo>
                <a:cubicBezTo>
                  <a:pt x="316995" y="36486"/>
                  <a:pt x="317161" y="35937"/>
                  <a:pt x="317365" y="35503"/>
                </a:cubicBezTo>
                <a:cubicBezTo>
                  <a:pt x="317569" y="35069"/>
                  <a:pt x="317838" y="34763"/>
                  <a:pt x="318170" y="34584"/>
                </a:cubicBezTo>
                <a:cubicBezTo>
                  <a:pt x="318502" y="34405"/>
                  <a:pt x="318872" y="34316"/>
                  <a:pt x="319280" y="34316"/>
                </a:cubicBezTo>
                <a:lnTo>
                  <a:pt x="328856" y="34316"/>
                </a:lnTo>
                <a:lnTo>
                  <a:pt x="328856" y="17924"/>
                </a:lnTo>
                <a:cubicBezTo>
                  <a:pt x="328856" y="17566"/>
                  <a:pt x="328946" y="17235"/>
                  <a:pt x="329125" y="16928"/>
                </a:cubicBezTo>
                <a:cubicBezTo>
                  <a:pt x="329303" y="16622"/>
                  <a:pt x="329635" y="16354"/>
                  <a:pt x="330120" y="16124"/>
                </a:cubicBezTo>
                <a:cubicBezTo>
                  <a:pt x="330606" y="15894"/>
                  <a:pt x="331257" y="15728"/>
                  <a:pt x="332074" y="15626"/>
                </a:cubicBezTo>
                <a:cubicBezTo>
                  <a:pt x="332891" y="15524"/>
                  <a:pt x="333913" y="15473"/>
                  <a:pt x="335138" y="15473"/>
                </a:cubicBezTo>
                <a:cubicBezTo>
                  <a:pt x="336415" y="15473"/>
                  <a:pt x="337462" y="15524"/>
                  <a:pt x="338279" y="15626"/>
                </a:cubicBezTo>
                <a:cubicBezTo>
                  <a:pt x="339096" y="15728"/>
                  <a:pt x="339735" y="15894"/>
                  <a:pt x="340194" y="16124"/>
                </a:cubicBezTo>
                <a:cubicBezTo>
                  <a:pt x="340654" y="16354"/>
                  <a:pt x="340986" y="16622"/>
                  <a:pt x="341190" y="16928"/>
                </a:cubicBezTo>
                <a:cubicBezTo>
                  <a:pt x="341395" y="17235"/>
                  <a:pt x="341497" y="17566"/>
                  <a:pt x="341497" y="17924"/>
                </a:cubicBezTo>
                <a:lnTo>
                  <a:pt x="341497" y="34316"/>
                </a:lnTo>
                <a:lnTo>
                  <a:pt x="359193" y="34316"/>
                </a:lnTo>
                <a:cubicBezTo>
                  <a:pt x="359602" y="34316"/>
                  <a:pt x="359959" y="34405"/>
                  <a:pt x="360266" y="34584"/>
                </a:cubicBezTo>
                <a:cubicBezTo>
                  <a:pt x="360572" y="34763"/>
                  <a:pt x="360840" y="35069"/>
                  <a:pt x="361070" y="35503"/>
                </a:cubicBezTo>
                <a:cubicBezTo>
                  <a:pt x="361300" y="35937"/>
                  <a:pt x="361466" y="36486"/>
                  <a:pt x="361568" y="37150"/>
                </a:cubicBezTo>
                <a:cubicBezTo>
                  <a:pt x="361670" y="37814"/>
                  <a:pt x="361721" y="38631"/>
                  <a:pt x="361721" y="39601"/>
                </a:cubicBezTo>
                <a:cubicBezTo>
                  <a:pt x="361721" y="41440"/>
                  <a:pt x="361492" y="42767"/>
                  <a:pt x="361032" y="43584"/>
                </a:cubicBezTo>
                <a:cubicBezTo>
                  <a:pt x="360572" y="44401"/>
                  <a:pt x="359959" y="44810"/>
                  <a:pt x="359193" y="44810"/>
                </a:cubicBezTo>
                <a:lnTo>
                  <a:pt x="341497" y="44810"/>
                </a:lnTo>
                <a:lnTo>
                  <a:pt x="341497" y="83375"/>
                </a:lnTo>
                <a:cubicBezTo>
                  <a:pt x="341497" y="88136"/>
                  <a:pt x="342199" y="91734"/>
                  <a:pt x="343604" y="94168"/>
                </a:cubicBezTo>
                <a:cubicBezTo>
                  <a:pt x="345008" y="96600"/>
                  <a:pt x="347523" y="97816"/>
                  <a:pt x="351149" y="97816"/>
                </a:cubicBezTo>
                <a:cubicBezTo>
                  <a:pt x="352324" y="97816"/>
                  <a:pt x="353371" y="97701"/>
                  <a:pt x="354290" y="97471"/>
                </a:cubicBezTo>
                <a:cubicBezTo>
                  <a:pt x="355210" y="97241"/>
                  <a:pt x="356027" y="96999"/>
                  <a:pt x="356742" y="96743"/>
                </a:cubicBezTo>
                <a:cubicBezTo>
                  <a:pt x="357457" y="96488"/>
                  <a:pt x="358070" y="96245"/>
                  <a:pt x="358580" y="96016"/>
                </a:cubicBezTo>
                <a:cubicBezTo>
                  <a:pt x="359091" y="95786"/>
                  <a:pt x="359551" y="95671"/>
                  <a:pt x="359959" y="95671"/>
                </a:cubicBezTo>
                <a:cubicBezTo>
                  <a:pt x="360215" y="95671"/>
                  <a:pt x="360457" y="95735"/>
                  <a:pt x="360687" y="95862"/>
                </a:cubicBezTo>
                <a:cubicBezTo>
                  <a:pt x="360917" y="95990"/>
                  <a:pt x="361096" y="96233"/>
                  <a:pt x="361223" y="96590"/>
                </a:cubicBezTo>
                <a:cubicBezTo>
                  <a:pt x="361351" y="96948"/>
                  <a:pt x="361466" y="97433"/>
                  <a:pt x="361568" y="98045"/>
                </a:cubicBezTo>
                <a:cubicBezTo>
                  <a:pt x="361670" y="98658"/>
                  <a:pt x="361721" y="99424"/>
                  <a:pt x="361721" y="100343"/>
                </a:cubicBezTo>
                <a:close/>
                <a:moveTo>
                  <a:pt x="442330" y="70126"/>
                </a:moveTo>
                <a:cubicBezTo>
                  <a:pt x="442330" y="75747"/>
                  <a:pt x="441589" y="80923"/>
                  <a:pt x="440108" y="85651"/>
                </a:cubicBezTo>
                <a:cubicBezTo>
                  <a:pt x="438627" y="90379"/>
                  <a:pt x="436418" y="94457"/>
                  <a:pt x="433482" y="97883"/>
                </a:cubicBezTo>
                <a:cubicBezTo>
                  <a:pt x="430545" y="101307"/>
                  <a:pt x="426868" y="103978"/>
                  <a:pt x="422450" y="105894"/>
                </a:cubicBezTo>
                <a:cubicBezTo>
                  <a:pt x="418032" y="107811"/>
                  <a:pt x="412912" y="108769"/>
                  <a:pt x="407090" y="108769"/>
                </a:cubicBezTo>
                <a:cubicBezTo>
                  <a:pt x="401421" y="108769"/>
                  <a:pt x="396480" y="107926"/>
                  <a:pt x="392266" y="106239"/>
                </a:cubicBezTo>
                <a:cubicBezTo>
                  <a:pt x="388053" y="104552"/>
                  <a:pt x="384542" y="102099"/>
                  <a:pt x="381733" y="98878"/>
                </a:cubicBezTo>
                <a:cubicBezTo>
                  <a:pt x="378924" y="95658"/>
                  <a:pt x="376830" y="91748"/>
                  <a:pt x="375451" y="87147"/>
                </a:cubicBezTo>
                <a:cubicBezTo>
                  <a:pt x="374072" y="82546"/>
                  <a:pt x="373382" y="77332"/>
                  <a:pt x="373382" y="71504"/>
                </a:cubicBezTo>
                <a:cubicBezTo>
                  <a:pt x="373382" y="65882"/>
                  <a:pt x="374110" y="60707"/>
                  <a:pt x="375566" y="55979"/>
                </a:cubicBezTo>
                <a:cubicBezTo>
                  <a:pt x="377021" y="51250"/>
                  <a:pt x="379217" y="47174"/>
                  <a:pt x="382154" y="43749"/>
                </a:cubicBezTo>
                <a:cubicBezTo>
                  <a:pt x="385091" y="40323"/>
                  <a:pt x="388755" y="37665"/>
                  <a:pt x="393147" y="35774"/>
                </a:cubicBezTo>
                <a:cubicBezTo>
                  <a:pt x="397540" y="33883"/>
                  <a:pt x="402672" y="32937"/>
                  <a:pt x="408546" y="32937"/>
                </a:cubicBezTo>
                <a:cubicBezTo>
                  <a:pt x="414215" y="32937"/>
                  <a:pt x="419156" y="33781"/>
                  <a:pt x="423369" y="35467"/>
                </a:cubicBezTo>
                <a:cubicBezTo>
                  <a:pt x="427583" y="37154"/>
                  <a:pt x="431094" y="39608"/>
                  <a:pt x="433903" y="42828"/>
                </a:cubicBezTo>
                <a:cubicBezTo>
                  <a:pt x="436712" y="46048"/>
                  <a:pt x="438819" y="49959"/>
                  <a:pt x="440223" y="54559"/>
                </a:cubicBezTo>
                <a:cubicBezTo>
                  <a:pt x="441628" y="59160"/>
                  <a:pt x="442330" y="64349"/>
                  <a:pt x="442330" y="70126"/>
                </a:cubicBezTo>
                <a:moveTo>
                  <a:pt x="429000" y="70968"/>
                </a:moveTo>
                <a:cubicBezTo>
                  <a:pt x="429000" y="67236"/>
                  <a:pt x="428655" y="63707"/>
                  <a:pt x="427966" y="60383"/>
                </a:cubicBezTo>
                <a:cubicBezTo>
                  <a:pt x="427276" y="57059"/>
                  <a:pt x="426140" y="54144"/>
                  <a:pt x="424557" y="51639"/>
                </a:cubicBezTo>
                <a:cubicBezTo>
                  <a:pt x="422974" y="49134"/>
                  <a:pt x="420828" y="47152"/>
                  <a:pt x="418122" y="45696"/>
                </a:cubicBezTo>
                <a:cubicBezTo>
                  <a:pt x="415415" y="44237"/>
                  <a:pt x="412044" y="43508"/>
                  <a:pt x="408009" y="43508"/>
                </a:cubicBezTo>
                <a:cubicBezTo>
                  <a:pt x="404281" y="43508"/>
                  <a:pt x="401076" y="44172"/>
                  <a:pt x="398395" y="45502"/>
                </a:cubicBezTo>
                <a:cubicBezTo>
                  <a:pt x="395714" y="46831"/>
                  <a:pt x="393505" y="48711"/>
                  <a:pt x="391768" y="51141"/>
                </a:cubicBezTo>
                <a:cubicBezTo>
                  <a:pt x="390032" y="53570"/>
                  <a:pt x="388742" y="56446"/>
                  <a:pt x="387900" y="59770"/>
                </a:cubicBezTo>
                <a:cubicBezTo>
                  <a:pt x="387057" y="63093"/>
                  <a:pt x="386636" y="66723"/>
                  <a:pt x="386636" y="70662"/>
                </a:cubicBezTo>
                <a:cubicBezTo>
                  <a:pt x="386636" y="74445"/>
                  <a:pt x="386980" y="77999"/>
                  <a:pt x="387670" y="81323"/>
                </a:cubicBezTo>
                <a:cubicBezTo>
                  <a:pt x="388359" y="84647"/>
                  <a:pt x="389508" y="87549"/>
                  <a:pt x="391117" y="90029"/>
                </a:cubicBezTo>
                <a:cubicBezTo>
                  <a:pt x="392726" y="92509"/>
                  <a:pt x="394884" y="94478"/>
                  <a:pt x="397591" y="95937"/>
                </a:cubicBezTo>
                <a:cubicBezTo>
                  <a:pt x="400297" y="97394"/>
                  <a:pt x="403668" y="98122"/>
                  <a:pt x="407703" y="98122"/>
                </a:cubicBezTo>
                <a:cubicBezTo>
                  <a:pt x="411380" y="98122"/>
                  <a:pt x="414572" y="97457"/>
                  <a:pt x="417279" y="96128"/>
                </a:cubicBezTo>
                <a:cubicBezTo>
                  <a:pt x="419986" y="94799"/>
                  <a:pt x="422207" y="92933"/>
                  <a:pt x="423944" y="90529"/>
                </a:cubicBezTo>
                <a:cubicBezTo>
                  <a:pt x="425680" y="88124"/>
                  <a:pt x="426957" y="85261"/>
                  <a:pt x="427774" y="81938"/>
                </a:cubicBezTo>
                <a:cubicBezTo>
                  <a:pt x="428591" y="78614"/>
                  <a:pt x="429000" y="74958"/>
                  <a:pt x="429000" y="70968"/>
                </a:cubicBezTo>
                <a:close/>
                <a:moveTo>
                  <a:pt x="503949" y="40903"/>
                </a:moveTo>
                <a:cubicBezTo>
                  <a:pt x="503949" y="42027"/>
                  <a:pt x="503923" y="42971"/>
                  <a:pt x="503872" y="43737"/>
                </a:cubicBezTo>
                <a:cubicBezTo>
                  <a:pt x="503821" y="44503"/>
                  <a:pt x="503719" y="45103"/>
                  <a:pt x="503566" y="45538"/>
                </a:cubicBezTo>
                <a:cubicBezTo>
                  <a:pt x="503413" y="45972"/>
                  <a:pt x="503221" y="46304"/>
                  <a:pt x="502991" y="46533"/>
                </a:cubicBezTo>
                <a:cubicBezTo>
                  <a:pt x="502761" y="46763"/>
                  <a:pt x="502442" y="46878"/>
                  <a:pt x="502034" y="46878"/>
                </a:cubicBezTo>
                <a:cubicBezTo>
                  <a:pt x="501625" y="46878"/>
                  <a:pt x="501127" y="46763"/>
                  <a:pt x="500540" y="46533"/>
                </a:cubicBezTo>
                <a:cubicBezTo>
                  <a:pt x="499952" y="46304"/>
                  <a:pt x="499288" y="46074"/>
                  <a:pt x="498548" y="45844"/>
                </a:cubicBezTo>
                <a:cubicBezTo>
                  <a:pt x="497807" y="45614"/>
                  <a:pt x="496977" y="45397"/>
                  <a:pt x="496058" y="45193"/>
                </a:cubicBezTo>
                <a:cubicBezTo>
                  <a:pt x="495139" y="44989"/>
                  <a:pt x="494143" y="44886"/>
                  <a:pt x="493070" y="44886"/>
                </a:cubicBezTo>
                <a:cubicBezTo>
                  <a:pt x="491794" y="44886"/>
                  <a:pt x="490542" y="45142"/>
                  <a:pt x="489317" y="45652"/>
                </a:cubicBezTo>
                <a:cubicBezTo>
                  <a:pt x="488091" y="46163"/>
                  <a:pt x="486801" y="47006"/>
                  <a:pt x="485448" y="48180"/>
                </a:cubicBezTo>
                <a:cubicBezTo>
                  <a:pt x="484094" y="49355"/>
                  <a:pt x="482677" y="50912"/>
                  <a:pt x="481196" y="52853"/>
                </a:cubicBezTo>
                <a:cubicBezTo>
                  <a:pt x="479715" y="54793"/>
                  <a:pt x="478081" y="57168"/>
                  <a:pt x="476293" y="59976"/>
                </a:cubicBezTo>
                <a:lnTo>
                  <a:pt x="476293" y="105322"/>
                </a:lnTo>
                <a:cubicBezTo>
                  <a:pt x="476293" y="105731"/>
                  <a:pt x="476191" y="106076"/>
                  <a:pt x="475987" y="106356"/>
                </a:cubicBezTo>
                <a:cubicBezTo>
                  <a:pt x="475782" y="106637"/>
                  <a:pt x="475450" y="106880"/>
                  <a:pt x="474991" y="107084"/>
                </a:cubicBezTo>
                <a:cubicBezTo>
                  <a:pt x="474531" y="107288"/>
                  <a:pt x="473893" y="107442"/>
                  <a:pt x="473076" y="107544"/>
                </a:cubicBezTo>
                <a:cubicBezTo>
                  <a:pt x="472258" y="107646"/>
                  <a:pt x="471211" y="107697"/>
                  <a:pt x="469935" y="107697"/>
                </a:cubicBezTo>
                <a:cubicBezTo>
                  <a:pt x="468709" y="107697"/>
                  <a:pt x="467688" y="107646"/>
                  <a:pt x="466870" y="107544"/>
                </a:cubicBezTo>
                <a:cubicBezTo>
                  <a:pt x="466053" y="107442"/>
                  <a:pt x="465402" y="107288"/>
                  <a:pt x="464917" y="107084"/>
                </a:cubicBezTo>
                <a:cubicBezTo>
                  <a:pt x="464432" y="106880"/>
                  <a:pt x="464100" y="106637"/>
                  <a:pt x="463921" y="106356"/>
                </a:cubicBezTo>
                <a:cubicBezTo>
                  <a:pt x="463742" y="106076"/>
                  <a:pt x="463653" y="105731"/>
                  <a:pt x="463653" y="105322"/>
                </a:cubicBezTo>
                <a:lnTo>
                  <a:pt x="463653" y="36384"/>
                </a:lnTo>
                <a:cubicBezTo>
                  <a:pt x="463653" y="35976"/>
                  <a:pt x="463729" y="35631"/>
                  <a:pt x="463883" y="35350"/>
                </a:cubicBezTo>
                <a:cubicBezTo>
                  <a:pt x="464036" y="35069"/>
                  <a:pt x="464342" y="34814"/>
                  <a:pt x="464802" y="34584"/>
                </a:cubicBezTo>
                <a:cubicBezTo>
                  <a:pt x="465262" y="34354"/>
                  <a:pt x="465849" y="34201"/>
                  <a:pt x="466564" y="34124"/>
                </a:cubicBezTo>
                <a:cubicBezTo>
                  <a:pt x="467279" y="34048"/>
                  <a:pt x="468224" y="34010"/>
                  <a:pt x="469398" y="34010"/>
                </a:cubicBezTo>
                <a:cubicBezTo>
                  <a:pt x="470522" y="34010"/>
                  <a:pt x="471454" y="34048"/>
                  <a:pt x="472195" y="34124"/>
                </a:cubicBezTo>
                <a:cubicBezTo>
                  <a:pt x="472935" y="34201"/>
                  <a:pt x="473510" y="34354"/>
                  <a:pt x="473918" y="34584"/>
                </a:cubicBezTo>
                <a:cubicBezTo>
                  <a:pt x="474327" y="34814"/>
                  <a:pt x="474621" y="35069"/>
                  <a:pt x="474799" y="35350"/>
                </a:cubicBezTo>
                <a:cubicBezTo>
                  <a:pt x="474978" y="35631"/>
                  <a:pt x="475067" y="35976"/>
                  <a:pt x="475067" y="36384"/>
                </a:cubicBezTo>
                <a:lnTo>
                  <a:pt x="475067" y="46418"/>
                </a:lnTo>
                <a:cubicBezTo>
                  <a:pt x="476957" y="43661"/>
                  <a:pt x="478732" y="41414"/>
                  <a:pt x="480392" y="39678"/>
                </a:cubicBezTo>
                <a:cubicBezTo>
                  <a:pt x="482052" y="37942"/>
                  <a:pt x="483622" y="36576"/>
                  <a:pt x="485103" y="35580"/>
                </a:cubicBezTo>
                <a:cubicBezTo>
                  <a:pt x="486584" y="34584"/>
                  <a:pt x="488053" y="33895"/>
                  <a:pt x="489508" y="33512"/>
                </a:cubicBezTo>
                <a:cubicBezTo>
                  <a:pt x="490964" y="33129"/>
                  <a:pt x="492432" y="32937"/>
                  <a:pt x="493913" y="32937"/>
                </a:cubicBezTo>
                <a:cubicBezTo>
                  <a:pt x="494577" y="32937"/>
                  <a:pt x="495330" y="32975"/>
                  <a:pt x="496173" y="33052"/>
                </a:cubicBezTo>
                <a:cubicBezTo>
                  <a:pt x="497016" y="33129"/>
                  <a:pt x="497897" y="33269"/>
                  <a:pt x="498816" y="33473"/>
                </a:cubicBezTo>
                <a:cubicBezTo>
                  <a:pt x="499735" y="33678"/>
                  <a:pt x="500565" y="33907"/>
                  <a:pt x="501306" y="34163"/>
                </a:cubicBezTo>
                <a:cubicBezTo>
                  <a:pt x="502046" y="34418"/>
                  <a:pt x="502570" y="34673"/>
                  <a:pt x="502876" y="34929"/>
                </a:cubicBezTo>
                <a:cubicBezTo>
                  <a:pt x="503183" y="35184"/>
                  <a:pt x="503387" y="35427"/>
                  <a:pt x="503489" y="35656"/>
                </a:cubicBezTo>
                <a:cubicBezTo>
                  <a:pt x="503591" y="35886"/>
                  <a:pt x="503681" y="36180"/>
                  <a:pt x="503757" y="36537"/>
                </a:cubicBezTo>
                <a:cubicBezTo>
                  <a:pt x="503834" y="36895"/>
                  <a:pt x="503885" y="37418"/>
                  <a:pt x="503910" y="38108"/>
                </a:cubicBezTo>
                <a:cubicBezTo>
                  <a:pt x="503936" y="38797"/>
                  <a:pt x="503949" y="39729"/>
                  <a:pt x="503949" y="40903"/>
                </a:cubicBezTo>
                <a:close/>
                <a:moveTo>
                  <a:pt x="532555" y="105322"/>
                </a:moveTo>
                <a:cubicBezTo>
                  <a:pt x="532555" y="105731"/>
                  <a:pt x="532453" y="106076"/>
                  <a:pt x="532249" y="106356"/>
                </a:cubicBezTo>
                <a:cubicBezTo>
                  <a:pt x="532045" y="106637"/>
                  <a:pt x="531713" y="106880"/>
                  <a:pt x="531253" y="107084"/>
                </a:cubicBezTo>
                <a:cubicBezTo>
                  <a:pt x="530793" y="107288"/>
                  <a:pt x="530155" y="107442"/>
                  <a:pt x="529338" y="107544"/>
                </a:cubicBezTo>
                <a:cubicBezTo>
                  <a:pt x="528521" y="107646"/>
                  <a:pt x="527474" y="107697"/>
                  <a:pt x="526197" y="107697"/>
                </a:cubicBezTo>
                <a:cubicBezTo>
                  <a:pt x="524971" y="107697"/>
                  <a:pt x="523950" y="107646"/>
                  <a:pt x="523133" y="107544"/>
                </a:cubicBezTo>
                <a:cubicBezTo>
                  <a:pt x="522315" y="107442"/>
                  <a:pt x="521664" y="107288"/>
                  <a:pt x="521179" y="107084"/>
                </a:cubicBezTo>
                <a:cubicBezTo>
                  <a:pt x="520694" y="106880"/>
                  <a:pt x="520362" y="106637"/>
                  <a:pt x="520183" y="106356"/>
                </a:cubicBezTo>
                <a:cubicBezTo>
                  <a:pt x="520004" y="106076"/>
                  <a:pt x="519915" y="105731"/>
                  <a:pt x="519915" y="105322"/>
                </a:cubicBezTo>
                <a:lnTo>
                  <a:pt x="519915" y="36384"/>
                </a:lnTo>
                <a:cubicBezTo>
                  <a:pt x="519915" y="36027"/>
                  <a:pt x="520004" y="35695"/>
                  <a:pt x="520183" y="35388"/>
                </a:cubicBezTo>
                <a:cubicBezTo>
                  <a:pt x="520362" y="35082"/>
                  <a:pt x="520694" y="34827"/>
                  <a:pt x="521179" y="34622"/>
                </a:cubicBezTo>
                <a:cubicBezTo>
                  <a:pt x="521664" y="34418"/>
                  <a:pt x="522315" y="34265"/>
                  <a:pt x="523133" y="34163"/>
                </a:cubicBezTo>
                <a:cubicBezTo>
                  <a:pt x="523950" y="34061"/>
                  <a:pt x="524971" y="34010"/>
                  <a:pt x="526197" y="34010"/>
                </a:cubicBezTo>
                <a:cubicBezTo>
                  <a:pt x="527474" y="34010"/>
                  <a:pt x="528521" y="34061"/>
                  <a:pt x="529338" y="34163"/>
                </a:cubicBezTo>
                <a:cubicBezTo>
                  <a:pt x="530155" y="34265"/>
                  <a:pt x="530793" y="34418"/>
                  <a:pt x="531253" y="34622"/>
                </a:cubicBezTo>
                <a:cubicBezTo>
                  <a:pt x="531713" y="34827"/>
                  <a:pt x="532045" y="35082"/>
                  <a:pt x="532249" y="35388"/>
                </a:cubicBezTo>
                <a:cubicBezTo>
                  <a:pt x="532453" y="35695"/>
                  <a:pt x="532555" y="36027"/>
                  <a:pt x="532555" y="36384"/>
                </a:cubicBezTo>
                <a:lnTo>
                  <a:pt x="532555" y="105322"/>
                </a:lnTo>
                <a:moveTo>
                  <a:pt x="534011" y="13022"/>
                </a:moveTo>
                <a:cubicBezTo>
                  <a:pt x="534011" y="15983"/>
                  <a:pt x="533449" y="18001"/>
                  <a:pt x="532326" y="19073"/>
                </a:cubicBezTo>
                <a:cubicBezTo>
                  <a:pt x="531202" y="20145"/>
                  <a:pt x="529134" y="20681"/>
                  <a:pt x="526120" y="20681"/>
                </a:cubicBezTo>
                <a:cubicBezTo>
                  <a:pt x="523158" y="20681"/>
                  <a:pt x="521128" y="20158"/>
                  <a:pt x="520030" y="19111"/>
                </a:cubicBezTo>
                <a:cubicBezTo>
                  <a:pt x="518932" y="18064"/>
                  <a:pt x="518383" y="16086"/>
                  <a:pt x="518383" y="13175"/>
                </a:cubicBezTo>
                <a:cubicBezTo>
                  <a:pt x="518383" y="10213"/>
                  <a:pt x="518945" y="8196"/>
                  <a:pt x="520068" y="7124"/>
                </a:cubicBezTo>
                <a:cubicBezTo>
                  <a:pt x="521192" y="6051"/>
                  <a:pt x="523260" y="5515"/>
                  <a:pt x="526273" y="5515"/>
                </a:cubicBezTo>
                <a:cubicBezTo>
                  <a:pt x="529236" y="5515"/>
                  <a:pt x="531266" y="6038"/>
                  <a:pt x="532364" y="7085"/>
                </a:cubicBezTo>
                <a:cubicBezTo>
                  <a:pt x="533462" y="8132"/>
                  <a:pt x="534011" y="10111"/>
                  <a:pt x="534011" y="13022"/>
                </a:cubicBezTo>
                <a:close/>
                <a:moveTo>
                  <a:pt x="616408" y="105322"/>
                </a:moveTo>
                <a:cubicBezTo>
                  <a:pt x="616408" y="105731"/>
                  <a:pt x="616306" y="106076"/>
                  <a:pt x="616102" y="106356"/>
                </a:cubicBezTo>
                <a:cubicBezTo>
                  <a:pt x="615897" y="106637"/>
                  <a:pt x="615565" y="106880"/>
                  <a:pt x="615106" y="107084"/>
                </a:cubicBezTo>
                <a:cubicBezTo>
                  <a:pt x="614646" y="107288"/>
                  <a:pt x="614008" y="107442"/>
                  <a:pt x="613190" y="107544"/>
                </a:cubicBezTo>
                <a:cubicBezTo>
                  <a:pt x="612373" y="107646"/>
                  <a:pt x="611352" y="107697"/>
                  <a:pt x="610126" y="107697"/>
                </a:cubicBezTo>
                <a:cubicBezTo>
                  <a:pt x="608849" y="107697"/>
                  <a:pt x="607802" y="107646"/>
                  <a:pt x="606985" y="107544"/>
                </a:cubicBezTo>
                <a:cubicBezTo>
                  <a:pt x="606168" y="107442"/>
                  <a:pt x="605530" y="107288"/>
                  <a:pt x="605070" y="107084"/>
                </a:cubicBezTo>
                <a:cubicBezTo>
                  <a:pt x="604610" y="106880"/>
                  <a:pt x="604278" y="106637"/>
                  <a:pt x="604074" y="106356"/>
                </a:cubicBezTo>
                <a:cubicBezTo>
                  <a:pt x="603870" y="106076"/>
                  <a:pt x="603768" y="105731"/>
                  <a:pt x="603768" y="105322"/>
                </a:cubicBezTo>
                <a:lnTo>
                  <a:pt x="603768" y="64955"/>
                </a:lnTo>
                <a:cubicBezTo>
                  <a:pt x="603768" y="61023"/>
                  <a:pt x="603461" y="57857"/>
                  <a:pt x="602848" y="55457"/>
                </a:cubicBezTo>
                <a:cubicBezTo>
                  <a:pt x="602235" y="53057"/>
                  <a:pt x="601342" y="50989"/>
                  <a:pt x="600167" y="49253"/>
                </a:cubicBezTo>
                <a:cubicBezTo>
                  <a:pt x="598992" y="47516"/>
                  <a:pt x="597473" y="46189"/>
                  <a:pt x="595609" y="45269"/>
                </a:cubicBezTo>
                <a:cubicBezTo>
                  <a:pt x="593745" y="44350"/>
                  <a:pt x="591587" y="43891"/>
                  <a:pt x="589135" y="43891"/>
                </a:cubicBezTo>
                <a:cubicBezTo>
                  <a:pt x="585969" y="43891"/>
                  <a:pt x="582802" y="45014"/>
                  <a:pt x="579636" y="47261"/>
                </a:cubicBezTo>
                <a:cubicBezTo>
                  <a:pt x="576469" y="49508"/>
                  <a:pt x="573150" y="52802"/>
                  <a:pt x="569677" y="57142"/>
                </a:cubicBezTo>
                <a:lnTo>
                  <a:pt x="569677" y="105322"/>
                </a:lnTo>
                <a:cubicBezTo>
                  <a:pt x="569677" y="105731"/>
                  <a:pt x="569575" y="106076"/>
                  <a:pt x="569370" y="106356"/>
                </a:cubicBezTo>
                <a:cubicBezTo>
                  <a:pt x="569166" y="106637"/>
                  <a:pt x="568834" y="106880"/>
                  <a:pt x="568375" y="107084"/>
                </a:cubicBezTo>
                <a:cubicBezTo>
                  <a:pt x="567915" y="107288"/>
                  <a:pt x="567276" y="107442"/>
                  <a:pt x="566459" y="107544"/>
                </a:cubicBezTo>
                <a:cubicBezTo>
                  <a:pt x="565642" y="107646"/>
                  <a:pt x="564595" y="107697"/>
                  <a:pt x="563318" y="107697"/>
                </a:cubicBezTo>
                <a:cubicBezTo>
                  <a:pt x="562093" y="107697"/>
                  <a:pt x="561071" y="107646"/>
                  <a:pt x="560254" y="107544"/>
                </a:cubicBezTo>
                <a:cubicBezTo>
                  <a:pt x="559437" y="107442"/>
                  <a:pt x="558786" y="107288"/>
                  <a:pt x="558301" y="107084"/>
                </a:cubicBezTo>
                <a:cubicBezTo>
                  <a:pt x="557815" y="106880"/>
                  <a:pt x="557483" y="106637"/>
                  <a:pt x="557305" y="106356"/>
                </a:cubicBezTo>
                <a:cubicBezTo>
                  <a:pt x="557126" y="106076"/>
                  <a:pt x="557036" y="105731"/>
                  <a:pt x="557036" y="105322"/>
                </a:cubicBezTo>
                <a:lnTo>
                  <a:pt x="557036" y="36384"/>
                </a:lnTo>
                <a:cubicBezTo>
                  <a:pt x="557036" y="35976"/>
                  <a:pt x="557113" y="35631"/>
                  <a:pt x="557266" y="35350"/>
                </a:cubicBezTo>
                <a:cubicBezTo>
                  <a:pt x="557420" y="35069"/>
                  <a:pt x="557726" y="34814"/>
                  <a:pt x="558186" y="34584"/>
                </a:cubicBezTo>
                <a:cubicBezTo>
                  <a:pt x="558645" y="34354"/>
                  <a:pt x="559233" y="34201"/>
                  <a:pt x="559948" y="34124"/>
                </a:cubicBezTo>
                <a:cubicBezTo>
                  <a:pt x="560663" y="34048"/>
                  <a:pt x="561607" y="34010"/>
                  <a:pt x="562782" y="34010"/>
                </a:cubicBezTo>
                <a:cubicBezTo>
                  <a:pt x="563906" y="34010"/>
                  <a:pt x="564838" y="34048"/>
                  <a:pt x="565578" y="34124"/>
                </a:cubicBezTo>
                <a:cubicBezTo>
                  <a:pt x="566319" y="34201"/>
                  <a:pt x="566893" y="34354"/>
                  <a:pt x="567302" y="34584"/>
                </a:cubicBezTo>
                <a:cubicBezTo>
                  <a:pt x="567711" y="34814"/>
                  <a:pt x="568004" y="35069"/>
                  <a:pt x="568183" y="35350"/>
                </a:cubicBezTo>
                <a:cubicBezTo>
                  <a:pt x="568362" y="35631"/>
                  <a:pt x="568451" y="35976"/>
                  <a:pt x="568451" y="36384"/>
                </a:cubicBezTo>
                <a:lnTo>
                  <a:pt x="568451" y="45499"/>
                </a:lnTo>
                <a:cubicBezTo>
                  <a:pt x="572333" y="41159"/>
                  <a:pt x="576201" y="37980"/>
                  <a:pt x="580057" y="35963"/>
                </a:cubicBezTo>
                <a:cubicBezTo>
                  <a:pt x="583913" y="33946"/>
                  <a:pt x="587807" y="32937"/>
                  <a:pt x="591740" y="32937"/>
                </a:cubicBezTo>
                <a:cubicBezTo>
                  <a:pt x="596337" y="32937"/>
                  <a:pt x="600205" y="33716"/>
                  <a:pt x="603346" y="35273"/>
                </a:cubicBezTo>
                <a:cubicBezTo>
                  <a:pt x="606487" y="36831"/>
                  <a:pt x="609028" y="38912"/>
                  <a:pt x="610969" y="41516"/>
                </a:cubicBezTo>
                <a:cubicBezTo>
                  <a:pt x="612909" y="44120"/>
                  <a:pt x="614301" y="47172"/>
                  <a:pt x="615144" y="50670"/>
                </a:cubicBezTo>
                <a:cubicBezTo>
                  <a:pt x="615987" y="54168"/>
                  <a:pt x="616408" y="58368"/>
                  <a:pt x="616408" y="63270"/>
                </a:cubicBezTo>
                <a:lnTo>
                  <a:pt x="616408" y="105322"/>
                </a:lnTo>
                <a:close/>
                <a:moveTo>
                  <a:pt x="700090" y="39448"/>
                </a:moveTo>
                <a:cubicBezTo>
                  <a:pt x="700090" y="41235"/>
                  <a:pt x="699848" y="42525"/>
                  <a:pt x="699363" y="43316"/>
                </a:cubicBezTo>
                <a:cubicBezTo>
                  <a:pt x="698877" y="44108"/>
                  <a:pt x="698252" y="44503"/>
                  <a:pt x="697486" y="44503"/>
                </a:cubicBezTo>
                <a:lnTo>
                  <a:pt x="687603" y="44503"/>
                </a:lnTo>
                <a:cubicBezTo>
                  <a:pt x="689391" y="46347"/>
                  <a:pt x="690642" y="48383"/>
                  <a:pt x="691357" y="50612"/>
                </a:cubicBezTo>
                <a:cubicBezTo>
                  <a:pt x="692072" y="52840"/>
                  <a:pt x="692430" y="55157"/>
                  <a:pt x="692430" y="57563"/>
                </a:cubicBezTo>
                <a:cubicBezTo>
                  <a:pt x="692430" y="61540"/>
                  <a:pt x="691791" y="65058"/>
                  <a:pt x="690514" y="68117"/>
                </a:cubicBezTo>
                <a:cubicBezTo>
                  <a:pt x="689237" y="71176"/>
                  <a:pt x="687412" y="73764"/>
                  <a:pt x="685037" y="75880"/>
                </a:cubicBezTo>
                <a:cubicBezTo>
                  <a:pt x="682662" y="77996"/>
                  <a:pt x="679840" y="79615"/>
                  <a:pt x="676572" y="80737"/>
                </a:cubicBezTo>
                <a:cubicBezTo>
                  <a:pt x="673303" y="81859"/>
                  <a:pt x="669677" y="82419"/>
                  <a:pt x="665693" y="82419"/>
                </a:cubicBezTo>
                <a:cubicBezTo>
                  <a:pt x="662884" y="82419"/>
                  <a:pt x="660216" y="82050"/>
                  <a:pt x="657688" y="81311"/>
                </a:cubicBezTo>
                <a:cubicBezTo>
                  <a:pt x="655160" y="80572"/>
                  <a:pt x="653206" y="79642"/>
                  <a:pt x="651827" y="78520"/>
                </a:cubicBezTo>
                <a:cubicBezTo>
                  <a:pt x="650908" y="79439"/>
                  <a:pt x="650154" y="80486"/>
                  <a:pt x="649567" y="81661"/>
                </a:cubicBezTo>
                <a:cubicBezTo>
                  <a:pt x="648980" y="82834"/>
                  <a:pt x="648686" y="84185"/>
                  <a:pt x="648686" y="85716"/>
                </a:cubicBezTo>
                <a:cubicBezTo>
                  <a:pt x="648686" y="87503"/>
                  <a:pt x="649516" y="88984"/>
                  <a:pt x="651176" y="90158"/>
                </a:cubicBezTo>
                <a:cubicBezTo>
                  <a:pt x="652836" y="91331"/>
                  <a:pt x="655045" y="91969"/>
                  <a:pt x="657803" y="92071"/>
                </a:cubicBezTo>
                <a:lnTo>
                  <a:pt x="675806" y="92839"/>
                </a:lnTo>
                <a:cubicBezTo>
                  <a:pt x="679227" y="92941"/>
                  <a:pt x="682368" y="93415"/>
                  <a:pt x="685228" y="94261"/>
                </a:cubicBezTo>
                <a:cubicBezTo>
                  <a:pt x="688088" y="95107"/>
                  <a:pt x="690565" y="96312"/>
                  <a:pt x="692659" y="97876"/>
                </a:cubicBezTo>
                <a:cubicBezTo>
                  <a:pt x="694753" y="99438"/>
                  <a:pt x="696388" y="101359"/>
                  <a:pt x="697562" y="103640"/>
                </a:cubicBezTo>
                <a:cubicBezTo>
                  <a:pt x="698737" y="105920"/>
                  <a:pt x="699324" y="108572"/>
                  <a:pt x="699324" y="111596"/>
                </a:cubicBezTo>
                <a:cubicBezTo>
                  <a:pt x="699324" y="114773"/>
                  <a:pt x="698660" y="117797"/>
                  <a:pt x="697332" y="120666"/>
                </a:cubicBezTo>
                <a:cubicBezTo>
                  <a:pt x="696005" y="123537"/>
                  <a:pt x="693974" y="126060"/>
                  <a:pt x="691242" y="128237"/>
                </a:cubicBezTo>
                <a:cubicBezTo>
                  <a:pt x="688510" y="130415"/>
                  <a:pt x="685024" y="132132"/>
                  <a:pt x="680785" y="133388"/>
                </a:cubicBezTo>
                <a:cubicBezTo>
                  <a:pt x="676546" y="134644"/>
                  <a:pt x="671541" y="135272"/>
                  <a:pt x="665770" y="135272"/>
                </a:cubicBezTo>
                <a:cubicBezTo>
                  <a:pt x="660203" y="135272"/>
                  <a:pt x="655466" y="134799"/>
                  <a:pt x="651559" y="133853"/>
                </a:cubicBezTo>
                <a:cubicBezTo>
                  <a:pt x="647652" y="132908"/>
                  <a:pt x="644447" y="131618"/>
                  <a:pt x="641945" y="129982"/>
                </a:cubicBezTo>
                <a:cubicBezTo>
                  <a:pt x="639442" y="128348"/>
                  <a:pt x="637629" y="126394"/>
                  <a:pt x="636505" y="124120"/>
                </a:cubicBezTo>
                <a:cubicBezTo>
                  <a:pt x="635382" y="121846"/>
                  <a:pt x="634820" y="119380"/>
                  <a:pt x="634820" y="116721"/>
                </a:cubicBezTo>
                <a:cubicBezTo>
                  <a:pt x="634820" y="115036"/>
                  <a:pt x="635024" y="113401"/>
                  <a:pt x="635433" y="111816"/>
                </a:cubicBezTo>
                <a:cubicBezTo>
                  <a:pt x="635841" y="110232"/>
                  <a:pt x="636467" y="108724"/>
                  <a:pt x="637310" y="107292"/>
                </a:cubicBezTo>
                <a:cubicBezTo>
                  <a:pt x="638153" y="105862"/>
                  <a:pt x="639199" y="104496"/>
                  <a:pt x="640451" y="103194"/>
                </a:cubicBezTo>
                <a:cubicBezTo>
                  <a:pt x="641702" y="101891"/>
                  <a:pt x="643145" y="100600"/>
                  <a:pt x="644779" y="99321"/>
                </a:cubicBezTo>
                <a:cubicBezTo>
                  <a:pt x="642277" y="98040"/>
                  <a:pt x="640425" y="96425"/>
                  <a:pt x="639225" y="94476"/>
                </a:cubicBezTo>
                <a:cubicBezTo>
                  <a:pt x="638025" y="92526"/>
                  <a:pt x="637425" y="90423"/>
                  <a:pt x="637425" y="88167"/>
                </a:cubicBezTo>
                <a:cubicBezTo>
                  <a:pt x="637425" y="85039"/>
                  <a:pt x="638063" y="82244"/>
                  <a:pt x="639340" y="79782"/>
                </a:cubicBezTo>
                <a:cubicBezTo>
                  <a:pt x="640617" y="77319"/>
                  <a:pt x="642200" y="75114"/>
                  <a:pt x="644090" y="73165"/>
                </a:cubicBezTo>
                <a:cubicBezTo>
                  <a:pt x="642506" y="71279"/>
                  <a:pt x="641255" y="69150"/>
                  <a:pt x="640336" y="66779"/>
                </a:cubicBezTo>
                <a:cubicBezTo>
                  <a:pt x="639417" y="64408"/>
                  <a:pt x="638957" y="61540"/>
                  <a:pt x="638957" y="58176"/>
                </a:cubicBezTo>
                <a:cubicBezTo>
                  <a:pt x="638957" y="54251"/>
                  <a:pt x="639621" y="50733"/>
                  <a:pt x="640949" y="47622"/>
                </a:cubicBezTo>
                <a:cubicBezTo>
                  <a:pt x="642277" y="44512"/>
                  <a:pt x="644115" y="41886"/>
                  <a:pt x="646465" y="39745"/>
                </a:cubicBezTo>
                <a:cubicBezTo>
                  <a:pt x="648814" y="37603"/>
                  <a:pt x="651636" y="35959"/>
                  <a:pt x="654930" y="34811"/>
                </a:cubicBezTo>
                <a:cubicBezTo>
                  <a:pt x="658224" y="33664"/>
                  <a:pt x="661812" y="33090"/>
                  <a:pt x="665693" y="33090"/>
                </a:cubicBezTo>
                <a:cubicBezTo>
                  <a:pt x="667787" y="33090"/>
                  <a:pt x="669741" y="33199"/>
                  <a:pt x="671554" y="33416"/>
                </a:cubicBezTo>
                <a:cubicBezTo>
                  <a:pt x="673367" y="33631"/>
                  <a:pt x="675065" y="33931"/>
                  <a:pt x="676648" y="34316"/>
                </a:cubicBezTo>
                <a:lnTo>
                  <a:pt x="697486" y="34316"/>
                </a:lnTo>
                <a:cubicBezTo>
                  <a:pt x="698354" y="34316"/>
                  <a:pt x="699005" y="34737"/>
                  <a:pt x="699439" y="35580"/>
                </a:cubicBezTo>
                <a:cubicBezTo>
                  <a:pt x="699873" y="36422"/>
                  <a:pt x="700090" y="37712"/>
                  <a:pt x="700090" y="39448"/>
                </a:cubicBezTo>
                <a:moveTo>
                  <a:pt x="680325" y="57640"/>
                </a:moveTo>
                <a:cubicBezTo>
                  <a:pt x="680325" y="52955"/>
                  <a:pt x="679036" y="49300"/>
                  <a:pt x="676457" y="46677"/>
                </a:cubicBezTo>
                <a:cubicBezTo>
                  <a:pt x="673878" y="44053"/>
                  <a:pt x="670213" y="42742"/>
                  <a:pt x="665463" y="42742"/>
                </a:cubicBezTo>
                <a:cubicBezTo>
                  <a:pt x="663012" y="42742"/>
                  <a:pt x="660880" y="43149"/>
                  <a:pt x="659067" y="43965"/>
                </a:cubicBezTo>
                <a:cubicBezTo>
                  <a:pt x="657254" y="44779"/>
                  <a:pt x="655747" y="45899"/>
                  <a:pt x="654547" y="47326"/>
                </a:cubicBezTo>
                <a:cubicBezTo>
                  <a:pt x="653346" y="48752"/>
                  <a:pt x="652453" y="50395"/>
                  <a:pt x="651865" y="52254"/>
                </a:cubicBezTo>
                <a:cubicBezTo>
                  <a:pt x="651278" y="54113"/>
                  <a:pt x="650984" y="56062"/>
                  <a:pt x="650984" y="58100"/>
                </a:cubicBezTo>
                <a:cubicBezTo>
                  <a:pt x="650984" y="62632"/>
                  <a:pt x="652274" y="66197"/>
                  <a:pt x="654853" y="68795"/>
                </a:cubicBezTo>
                <a:cubicBezTo>
                  <a:pt x="657432" y="71393"/>
                  <a:pt x="661046" y="72692"/>
                  <a:pt x="665693" y="72692"/>
                </a:cubicBezTo>
                <a:cubicBezTo>
                  <a:pt x="668196" y="72692"/>
                  <a:pt x="670366" y="72297"/>
                  <a:pt x="672205" y="71509"/>
                </a:cubicBezTo>
                <a:cubicBezTo>
                  <a:pt x="674044" y="70719"/>
                  <a:pt x="675563" y="69624"/>
                  <a:pt x="676763" y="68223"/>
                </a:cubicBezTo>
                <a:cubicBezTo>
                  <a:pt x="677963" y="66821"/>
                  <a:pt x="678857" y="65204"/>
                  <a:pt x="679444" y="63371"/>
                </a:cubicBezTo>
                <a:cubicBezTo>
                  <a:pt x="680032" y="61537"/>
                  <a:pt x="680325" y="59627"/>
                  <a:pt x="680325" y="57640"/>
                </a:cubicBezTo>
                <a:moveTo>
                  <a:pt x="686684" y="112283"/>
                </a:moveTo>
                <a:cubicBezTo>
                  <a:pt x="686684" y="109301"/>
                  <a:pt x="685471" y="107000"/>
                  <a:pt x="683045" y="105382"/>
                </a:cubicBezTo>
                <a:cubicBezTo>
                  <a:pt x="680619" y="103762"/>
                  <a:pt x="677338" y="102901"/>
                  <a:pt x="673201" y="102799"/>
                </a:cubicBezTo>
                <a:lnTo>
                  <a:pt x="655351" y="102182"/>
                </a:lnTo>
                <a:cubicBezTo>
                  <a:pt x="653717" y="103466"/>
                  <a:pt x="652376" y="104687"/>
                  <a:pt x="651329" y="105844"/>
                </a:cubicBezTo>
                <a:cubicBezTo>
                  <a:pt x="650282" y="107001"/>
                  <a:pt x="649452" y="108106"/>
                  <a:pt x="648839" y="109159"/>
                </a:cubicBezTo>
                <a:cubicBezTo>
                  <a:pt x="648226" y="110213"/>
                  <a:pt x="647805" y="111253"/>
                  <a:pt x="647575" y="112281"/>
                </a:cubicBezTo>
                <a:cubicBezTo>
                  <a:pt x="647346" y="113310"/>
                  <a:pt x="647231" y="114364"/>
                  <a:pt x="647231" y="115443"/>
                </a:cubicBezTo>
                <a:cubicBezTo>
                  <a:pt x="647231" y="118784"/>
                  <a:pt x="648916" y="121316"/>
                  <a:pt x="652287" y="123038"/>
                </a:cubicBezTo>
                <a:cubicBezTo>
                  <a:pt x="655658" y="124760"/>
                  <a:pt x="660356" y="125621"/>
                  <a:pt x="666383" y="125621"/>
                </a:cubicBezTo>
                <a:cubicBezTo>
                  <a:pt x="670213" y="125621"/>
                  <a:pt x="673418" y="125248"/>
                  <a:pt x="675997" y="124503"/>
                </a:cubicBezTo>
                <a:cubicBezTo>
                  <a:pt x="678576" y="123758"/>
                  <a:pt x="680657" y="122768"/>
                  <a:pt x="682241" y="121535"/>
                </a:cubicBezTo>
                <a:cubicBezTo>
                  <a:pt x="683824" y="120301"/>
                  <a:pt x="684960" y="118887"/>
                  <a:pt x="685650" y="117293"/>
                </a:cubicBezTo>
                <a:cubicBezTo>
                  <a:pt x="686339" y="115701"/>
                  <a:pt x="686684" y="114031"/>
                  <a:pt x="686684" y="112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4C6F4-147D-497E-8A3F-0E0FDBE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73" y="1606719"/>
            <a:ext cx="1199094" cy="386013"/>
          </a:xfrm>
          <a:custGeom xmlns:a="http://schemas.openxmlformats.org/drawingml/2006/main">
            <a:pathLst>
              <a:path w="1199094" h="386013" fill="none">
                <a:moveTo>
                  <a:pt x="0" y="0"/>
                </a:moveTo>
                <a:lnTo>
                  <a:pt x="1006063" y="0"/>
                </a:lnTo>
                <a:lnTo>
                  <a:pt x="1199094" y="193007"/>
                </a:lnTo>
                <a:lnTo>
                  <a:pt x="1006063" y="386013"/>
                </a:lnTo>
                <a:lnTo>
                  <a:pt x="0" y="3860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88" cap="flat">
            <a:solidFill>
              <a:srgbClr val="2E54A1"/>
            </a:solidFill>
            <a:miter/>
          </a:ln>
        </p:spPr>
      </p:sp>
      <p:sp>
        <p:nvSpPr>
          <p:cNvPr id="47" name="Text Early">
            <a:extLst xmlns:a="http://schemas.openxmlformats.org/drawingml/2006/main">
              <a:ext uri="{FF2B5EF4-FFF2-40B4-BE49-F238E27FC236}">
                <a16:creationId xmlns:a16="http://schemas.microsoft.com/office/drawing/2014/main" id="{78DFECC4-A4DF-4E65-925A-D4111F34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52" y="1654200"/>
            <a:ext cx="301858" cy="134659"/>
          </a:xfrm>
          <a:custGeom xmlns:a="http://schemas.openxmlformats.org/drawingml/2006/main">
            <a:pathLst>
              <a:path w="301858" h="134659">
                <a:moveTo>
                  <a:pt x="55158" y="101339"/>
                </a:moveTo>
                <a:cubicBezTo>
                  <a:pt x="55158" y="102258"/>
                  <a:pt x="55107" y="103063"/>
                  <a:pt x="55005" y="103752"/>
                </a:cubicBezTo>
                <a:cubicBezTo>
                  <a:pt x="54903" y="104441"/>
                  <a:pt x="54724" y="105016"/>
                  <a:pt x="54469" y="105476"/>
                </a:cubicBezTo>
                <a:cubicBezTo>
                  <a:pt x="54213" y="105935"/>
                  <a:pt x="53920" y="106267"/>
                  <a:pt x="53588" y="106471"/>
                </a:cubicBezTo>
                <a:cubicBezTo>
                  <a:pt x="53256" y="106676"/>
                  <a:pt x="52885" y="106778"/>
                  <a:pt x="52477" y="106778"/>
                </a:cubicBezTo>
                <a:lnTo>
                  <a:pt x="4903" y="106778"/>
                </a:lnTo>
                <a:cubicBezTo>
                  <a:pt x="3728" y="106778"/>
                  <a:pt x="2617" y="106382"/>
                  <a:pt x="1570" y="105590"/>
                </a:cubicBezTo>
                <a:cubicBezTo>
                  <a:pt x="523" y="104799"/>
                  <a:pt x="0" y="103407"/>
                  <a:pt x="0" y="101416"/>
                </a:cubicBezTo>
                <a:lnTo>
                  <a:pt x="0" y="13022"/>
                </a:lnTo>
                <a:cubicBezTo>
                  <a:pt x="0" y="11030"/>
                  <a:pt x="523" y="9639"/>
                  <a:pt x="1570" y="8847"/>
                </a:cubicBezTo>
                <a:cubicBezTo>
                  <a:pt x="2617" y="8056"/>
                  <a:pt x="3728" y="7660"/>
                  <a:pt x="4903" y="7660"/>
                </a:cubicBezTo>
                <a:lnTo>
                  <a:pt x="51940" y="7660"/>
                </a:lnTo>
                <a:cubicBezTo>
                  <a:pt x="52349" y="7660"/>
                  <a:pt x="52719" y="7762"/>
                  <a:pt x="53051" y="7966"/>
                </a:cubicBezTo>
                <a:cubicBezTo>
                  <a:pt x="53383" y="8170"/>
                  <a:pt x="53651" y="8502"/>
                  <a:pt x="53856" y="8962"/>
                </a:cubicBezTo>
                <a:cubicBezTo>
                  <a:pt x="54060" y="9422"/>
                  <a:pt x="54226" y="9996"/>
                  <a:pt x="54354" y="10685"/>
                </a:cubicBezTo>
                <a:cubicBezTo>
                  <a:pt x="54481" y="11375"/>
                  <a:pt x="54545" y="12230"/>
                  <a:pt x="54545" y="13251"/>
                </a:cubicBezTo>
                <a:cubicBezTo>
                  <a:pt x="54545" y="14171"/>
                  <a:pt x="54481" y="14975"/>
                  <a:pt x="54354" y="15664"/>
                </a:cubicBezTo>
                <a:cubicBezTo>
                  <a:pt x="54226" y="16354"/>
                  <a:pt x="54060" y="16915"/>
                  <a:pt x="53856" y="17349"/>
                </a:cubicBezTo>
                <a:cubicBezTo>
                  <a:pt x="53651" y="17784"/>
                  <a:pt x="53383" y="18103"/>
                  <a:pt x="53051" y="18307"/>
                </a:cubicBezTo>
                <a:cubicBezTo>
                  <a:pt x="52719" y="18511"/>
                  <a:pt x="52349" y="18613"/>
                  <a:pt x="51940" y="18613"/>
                </a:cubicBezTo>
                <a:lnTo>
                  <a:pt x="13177" y="18613"/>
                </a:lnTo>
                <a:lnTo>
                  <a:pt x="13177" y="49712"/>
                </a:lnTo>
                <a:lnTo>
                  <a:pt x="46425" y="49712"/>
                </a:lnTo>
                <a:cubicBezTo>
                  <a:pt x="46833" y="49712"/>
                  <a:pt x="47204" y="49827"/>
                  <a:pt x="47535" y="50057"/>
                </a:cubicBezTo>
                <a:cubicBezTo>
                  <a:pt x="47867" y="50287"/>
                  <a:pt x="48148" y="50606"/>
                  <a:pt x="48378" y="51014"/>
                </a:cubicBezTo>
                <a:cubicBezTo>
                  <a:pt x="48608" y="51423"/>
                  <a:pt x="48774" y="51985"/>
                  <a:pt x="48876" y="52699"/>
                </a:cubicBezTo>
                <a:cubicBezTo>
                  <a:pt x="48978" y="53414"/>
                  <a:pt x="49029" y="54257"/>
                  <a:pt x="49029" y="55227"/>
                </a:cubicBezTo>
                <a:cubicBezTo>
                  <a:pt x="49029" y="56146"/>
                  <a:pt x="48978" y="56938"/>
                  <a:pt x="48876" y="57602"/>
                </a:cubicBezTo>
                <a:cubicBezTo>
                  <a:pt x="48774" y="58266"/>
                  <a:pt x="48608" y="58802"/>
                  <a:pt x="48378" y="59210"/>
                </a:cubicBezTo>
                <a:cubicBezTo>
                  <a:pt x="48148" y="59619"/>
                  <a:pt x="47867" y="59912"/>
                  <a:pt x="47535" y="60091"/>
                </a:cubicBezTo>
                <a:cubicBezTo>
                  <a:pt x="47204" y="60270"/>
                  <a:pt x="46833" y="60359"/>
                  <a:pt x="46425" y="60359"/>
                </a:cubicBezTo>
                <a:lnTo>
                  <a:pt x="13177" y="60359"/>
                </a:lnTo>
                <a:lnTo>
                  <a:pt x="13177" y="95824"/>
                </a:lnTo>
                <a:lnTo>
                  <a:pt x="52477" y="95824"/>
                </a:lnTo>
                <a:cubicBezTo>
                  <a:pt x="52885" y="95824"/>
                  <a:pt x="53256" y="95926"/>
                  <a:pt x="53588" y="96131"/>
                </a:cubicBezTo>
                <a:cubicBezTo>
                  <a:pt x="53920" y="96335"/>
                  <a:pt x="54213" y="96654"/>
                  <a:pt x="54469" y="97088"/>
                </a:cubicBezTo>
                <a:cubicBezTo>
                  <a:pt x="54724" y="97522"/>
                  <a:pt x="54903" y="98084"/>
                  <a:pt x="55005" y="98773"/>
                </a:cubicBezTo>
                <a:cubicBezTo>
                  <a:pt x="55107" y="99463"/>
                  <a:pt x="55158" y="100318"/>
                  <a:pt x="55158" y="101339"/>
                </a:cubicBezTo>
                <a:close/>
                <a:moveTo>
                  <a:pt x="126437" y="104939"/>
                </a:moveTo>
                <a:cubicBezTo>
                  <a:pt x="126437" y="105552"/>
                  <a:pt x="126233" y="106012"/>
                  <a:pt x="125824" y="106318"/>
                </a:cubicBezTo>
                <a:cubicBezTo>
                  <a:pt x="125416" y="106624"/>
                  <a:pt x="124854" y="106854"/>
                  <a:pt x="124139" y="107007"/>
                </a:cubicBezTo>
                <a:cubicBezTo>
                  <a:pt x="123424" y="107161"/>
                  <a:pt x="122377" y="107237"/>
                  <a:pt x="120998" y="107237"/>
                </a:cubicBezTo>
                <a:cubicBezTo>
                  <a:pt x="119670" y="107237"/>
                  <a:pt x="118610" y="107161"/>
                  <a:pt x="117819" y="107007"/>
                </a:cubicBezTo>
                <a:cubicBezTo>
                  <a:pt x="117027" y="106854"/>
                  <a:pt x="116453" y="106624"/>
                  <a:pt x="116095" y="106318"/>
                </a:cubicBezTo>
                <a:cubicBezTo>
                  <a:pt x="115738" y="106012"/>
                  <a:pt x="115559" y="105552"/>
                  <a:pt x="115559" y="104939"/>
                </a:cubicBezTo>
                <a:lnTo>
                  <a:pt x="115559" y="98045"/>
                </a:lnTo>
                <a:cubicBezTo>
                  <a:pt x="112546" y="101263"/>
                  <a:pt x="109188" y="103778"/>
                  <a:pt x="105485" y="105590"/>
                </a:cubicBezTo>
                <a:cubicBezTo>
                  <a:pt x="101782" y="107403"/>
                  <a:pt x="97862" y="108310"/>
                  <a:pt x="93725" y="108310"/>
                </a:cubicBezTo>
                <a:cubicBezTo>
                  <a:pt x="90099" y="108310"/>
                  <a:pt x="86818" y="107836"/>
                  <a:pt x="83881" y="106888"/>
                </a:cubicBezTo>
                <a:cubicBezTo>
                  <a:pt x="80945" y="105940"/>
                  <a:pt x="78442" y="104569"/>
                  <a:pt x="76374" y="102775"/>
                </a:cubicBezTo>
                <a:cubicBezTo>
                  <a:pt x="74305" y="100982"/>
                  <a:pt x="72696" y="98779"/>
                  <a:pt x="71547" y="96166"/>
                </a:cubicBezTo>
                <a:cubicBezTo>
                  <a:pt x="70398" y="93553"/>
                  <a:pt x="69824" y="90580"/>
                  <a:pt x="69824" y="87248"/>
                </a:cubicBezTo>
                <a:cubicBezTo>
                  <a:pt x="69824" y="83354"/>
                  <a:pt x="70615" y="79972"/>
                  <a:pt x="72199" y="77103"/>
                </a:cubicBezTo>
                <a:cubicBezTo>
                  <a:pt x="73782" y="74232"/>
                  <a:pt x="76054" y="71849"/>
                  <a:pt x="79017" y="69953"/>
                </a:cubicBezTo>
                <a:cubicBezTo>
                  <a:pt x="81979" y="68057"/>
                  <a:pt x="85605" y="66636"/>
                  <a:pt x="89895" y="65688"/>
                </a:cubicBezTo>
                <a:cubicBezTo>
                  <a:pt x="94185" y="64740"/>
                  <a:pt x="99011" y="64266"/>
                  <a:pt x="104374" y="64266"/>
                </a:cubicBezTo>
                <a:lnTo>
                  <a:pt x="113873" y="64266"/>
                </a:lnTo>
                <a:lnTo>
                  <a:pt x="113873" y="58923"/>
                </a:lnTo>
                <a:cubicBezTo>
                  <a:pt x="113873" y="56277"/>
                  <a:pt x="113593" y="53937"/>
                  <a:pt x="113031" y="51902"/>
                </a:cubicBezTo>
                <a:cubicBezTo>
                  <a:pt x="112469" y="49866"/>
                  <a:pt x="111562" y="48174"/>
                  <a:pt x="110311" y="46825"/>
                </a:cubicBezTo>
                <a:cubicBezTo>
                  <a:pt x="109060" y="45477"/>
                  <a:pt x="107438" y="44460"/>
                  <a:pt x="105447" y="43773"/>
                </a:cubicBezTo>
                <a:cubicBezTo>
                  <a:pt x="103455" y="43086"/>
                  <a:pt x="101003" y="42742"/>
                  <a:pt x="98092" y="42742"/>
                </a:cubicBezTo>
                <a:cubicBezTo>
                  <a:pt x="94977" y="42742"/>
                  <a:pt x="92181" y="43108"/>
                  <a:pt x="89704" y="43840"/>
                </a:cubicBezTo>
                <a:cubicBezTo>
                  <a:pt x="87227" y="44573"/>
                  <a:pt x="85056" y="45381"/>
                  <a:pt x="83192" y="46265"/>
                </a:cubicBezTo>
                <a:cubicBezTo>
                  <a:pt x="81328" y="47149"/>
                  <a:pt x="79770" y="47958"/>
                  <a:pt x="78519" y="48690"/>
                </a:cubicBezTo>
                <a:cubicBezTo>
                  <a:pt x="77267" y="49422"/>
                  <a:pt x="76335" y="49789"/>
                  <a:pt x="75723" y="49789"/>
                </a:cubicBezTo>
                <a:cubicBezTo>
                  <a:pt x="75314" y="49789"/>
                  <a:pt x="74956" y="49687"/>
                  <a:pt x="74650" y="49482"/>
                </a:cubicBezTo>
                <a:cubicBezTo>
                  <a:pt x="74344" y="49278"/>
                  <a:pt x="74075" y="48972"/>
                  <a:pt x="73846" y="48563"/>
                </a:cubicBezTo>
                <a:cubicBezTo>
                  <a:pt x="73616" y="48155"/>
                  <a:pt x="73450" y="47631"/>
                  <a:pt x="73348" y="46993"/>
                </a:cubicBezTo>
                <a:cubicBezTo>
                  <a:pt x="73246" y="46355"/>
                  <a:pt x="73194" y="45652"/>
                  <a:pt x="73194" y="44886"/>
                </a:cubicBezTo>
                <a:cubicBezTo>
                  <a:pt x="73194" y="43610"/>
                  <a:pt x="73284" y="42601"/>
                  <a:pt x="73463" y="41861"/>
                </a:cubicBezTo>
                <a:cubicBezTo>
                  <a:pt x="73641" y="41120"/>
                  <a:pt x="74075" y="40418"/>
                  <a:pt x="74765" y="39754"/>
                </a:cubicBezTo>
                <a:cubicBezTo>
                  <a:pt x="75454" y="39091"/>
                  <a:pt x="76642" y="38317"/>
                  <a:pt x="78327" y="37435"/>
                </a:cubicBezTo>
                <a:cubicBezTo>
                  <a:pt x="80013" y="36551"/>
                  <a:pt x="81953" y="35743"/>
                  <a:pt x="84149" y="35012"/>
                </a:cubicBezTo>
                <a:cubicBezTo>
                  <a:pt x="86346" y="34282"/>
                  <a:pt x="88746" y="33677"/>
                  <a:pt x="91351" y="33198"/>
                </a:cubicBezTo>
                <a:cubicBezTo>
                  <a:pt x="93955" y="32718"/>
                  <a:pt x="96586" y="32478"/>
                  <a:pt x="99241" y="32478"/>
                </a:cubicBezTo>
                <a:cubicBezTo>
                  <a:pt x="104195" y="32478"/>
                  <a:pt x="108409" y="33039"/>
                  <a:pt x="111882" y="34163"/>
                </a:cubicBezTo>
                <a:cubicBezTo>
                  <a:pt x="115355" y="35286"/>
                  <a:pt x="118164" y="36933"/>
                  <a:pt x="120309" y="39103"/>
                </a:cubicBezTo>
                <a:cubicBezTo>
                  <a:pt x="122454" y="41274"/>
                  <a:pt x="124011" y="43967"/>
                  <a:pt x="124982" y="47184"/>
                </a:cubicBezTo>
                <a:cubicBezTo>
                  <a:pt x="125952" y="50402"/>
                  <a:pt x="126437" y="54155"/>
                  <a:pt x="126437" y="58444"/>
                </a:cubicBezTo>
                <a:lnTo>
                  <a:pt x="126437" y="104939"/>
                </a:lnTo>
                <a:moveTo>
                  <a:pt x="113873" y="73381"/>
                </a:moveTo>
                <a:lnTo>
                  <a:pt x="103072" y="73381"/>
                </a:lnTo>
                <a:cubicBezTo>
                  <a:pt x="99599" y="73381"/>
                  <a:pt x="96586" y="73677"/>
                  <a:pt x="94032" y="74269"/>
                </a:cubicBezTo>
                <a:cubicBezTo>
                  <a:pt x="91478" y="74859"/>
                  <a:pt x="89359" y="75732"/>
                  <a:pt x="87673" y="76888"/>
                </a:cubicBezTo>
                <a:cubicBezTo>
                  <a:pt x="85988" y="78043"/>
                  <a:pt x="84750" y="79431"/>
                  <a:pt x="83958" y="81050"/>
                </a:cubicBezTo>
                <a:cubicBezTo>
                  <a:pt x="83166" y="82668"/>
                  <a:pt x="82770" y="84531"/>
                  <a:pt x="82770" y="86637"/>
                </a:cubicBezTo>
                <a:cubicBezTo>
                  <a:pt x="82770" y="90234"/>
                  <a:pt x="83907" y="93099"/>
                  <a:pt x="86180" y="95231"/>
                </a:cubicBezTo>
                <a:cubicBezTo>
                  <a:pt x="88452" y="97362"/>
                  <a:pt x="91632" y="98428"/>
                  <a:pt x="95717" y="98428"/>
                </a:cubicBezTo>
                <a:cubicBezTo>
                  <a:pt x="99037" y="98428"/>
                  <a:pt x="102114" y="97581"/>
                  <a:pt x="104949" y="95886"/>
                </a:cubicBezTo>
                <a:cubicBezTo>
                  <a:pt x="107783" y="94190"/>
                  <a:pt x="110758" y="91595"/>
                  <a:pt x="113873" y="88102"/>
                </a:cubicBezTo>
                <a:lnTo>
                  <a:pt x="113873" y="73381"/>
                </a:lnTo>
                <a:close/>
                <a:moveTo>
                  <a:pt x="192314" y="40444"/>
                </a:moveTo>
                <a:cubicBezTo>
                  <a:pt x="192314" y="41567"/>
                  <a:pt x="192288" y="42512"/>
                  <a:pt x="192237" y="43278"/>
                </a:cubicBezTo>
                <a:cubicBezTo>
                  <a:pt x="192186" y="44044"/>
                  <a:pt x="192084" y="44644"/>
                  <a:pt x="191931" y="45078"/>
                </a:cubicBezTo>
                <a:cubicBezTo>
                  <a:pt x="191778" y="45512"/>
                  <a:pt x="191586" y="45844"/>
                  <a:pt x="191356" y="46074"/>
                </a:cubicBezTo>
                <a:cubicBezTo>
                  <a:pt x="191127" y="46304"/>
                  <a:pt x="190807" y="46418"/>
                  <a:pt x="190399" y="46418"/>
                </a:cubicBezTo>
                <a:cubicBezTo>
                  <a:pt x="189990" y="46418"/>
                  <a:pt x="189492" y="46304"/>
                  <a:pt x="188905" y="46074"/>
                </a:cubicBezTo>
                <a:cubicBezTo>
                  <a:pt x="188318" y="45844"/>
                  <a:pt x="187654" y="45614"/>
                  <a:pt x="186913" y="45384"/>
                </a:cubicBezTo>
                <a:cubicBezTo>
                  <a:pt x="186173" y="45155"/>
                  <a:pt x="185343" y="44938"/>
                  <a:pt x="184423" y="44733"/>
                </a:cubicBezTo>
                <a:cubicBezTo>
                  <a:pt x="183504" y="44529"/>
                  <a:pt x="182508" y="44427"/>
                  <a:pt x="181436" y="44427"/>
                </a:cubicBezTo>
                <a:cubicBezTo>
                  <a:pt x="180159" y="44427"/>
                  <a:pt x="178908" y="44682"/>
                  <a:pt x="177682" y="45193"/>
                </a:cubicBezTo>
                <a:cubicBezTo>
                  <a:pt x="176456" y="45704"/>
                  <a:pt x="175166" y="46546"/>
                  <a:pt x="173813" y="47721"/>
                </a:cubicBezTo>
                <a:cubicBezTo>
                  <a:pt x="172460" y="48895"/>
                  <a:pt x="171042" y="50453"/>
                  <a:pt x="169561" y="52393"/>
                </a:cubicBezTo>
                <a:cubicBezTo>
                  <a:pt x="168080" y="54334"/>
                  <a:pt x="166446" y="56708"/>
                  <a:pt x="164658" y="59517"/>
                </a:cubicBezTo>
                <a:lnTo>
                  <a:pt x="164658" y="104863"/>
                </a:lnTo>
                <a:cubicBezTo>
                  <a:pt x="164658" y="105271"/>
                  <a:pt x="164556" y="105616"/>
                  <a:pt x="164352" y="105897"/>
                </a:cubicBezTo>
                <a:cubicBezTo>
                  <a:pt x="164148" y="106178"/>
                  <a:pt x="163816" y="106420"/>
                  <a:pt x="163356" y="106624"/>
                </a:cubicBezTo>
                <a:cubicBezTo>
                  <a:pt x="162896" y="106829"/>
                  <a:pt x="162258" y="106982"/>
                  <a:pt x="161441" y="107084"/>
                </a:cubicBezTo>
                <a:cubicBezTo>
                  <a:pt x="160624" y="107186"/>
                  <a:pt x="159577" y="107237"/>
                  <a:pt x="158300" y="107237"/>
                </a:cubicBezTo>
                <a:cubicBezTo>
                  <a:pt x="157074" y="107237"/>
                  <a:pt x="156053" y="107186"/>
                  <a:pt x="155236" y="107084"/>
                </a:cubicBezTo>
                <a:cubicBezTo>
                  <a:pt x="154418" y="106982"/>
                  <a:pt x="153767" y="106829"/>
                  <a:pt x="153282" y="106624"/>
                </a:cubicBezTo>
                <a:cubicBezTo>
                  <a:pt x="152797" y="106420"/>
                  <a:pt x="152465" y="106178"/>
                  <a:pt x="152286" y="105897"/>
                </a:cubicBezTo>
                <a:cubicBezTo>
                  <a:pt x="152107" y="105616"/>
                  <a:pt x="152018" y="105271"/>
                  <a:pt x="152018" y="104863"/>
                </a:cubicBezTo>
                <a:lnTo>
                  <a:pt x="152018" y="35924"/>
                </a:lnTo>
                <a:cubicBezTo>
                  <a:pt x="152018" y="35516"/>
                  <a:pt x="152095" y="35171"/>
                  <a:pt x="152248" y="34890"/>
                </a:cubicBezTo>
                <a:cubicBezTo>
                  <a:pt x="152401" y="34610"/>
                  <a:pt x="152707" y="34354"/>
                  <a:pt x="153167" y="34124"/>
                </a:cubicBezTo>
                <a:cubicBezTo>
                  <a:pt x="153627" y="33895"/>
                  <a:pt x="154214" y="33741"/>
                  <a:pt x="154929" y="33665"/>
                </a:cubicBezTo>
                <a:cubicBezTo>
                  <a:pt x="155644" y="33588"/>
                  <a:pt x="156589" y="33550"/>
                  <a:pt x="157764" y="33550"/>
                </a:cubicBezTo>
                <a:cubicBezTo>
                  <a:pt x="158887" y="33550"/>
                  <a:pt x="159819" y="33588"/>
                  <a:pt x="160560" y="33665"/>
                </a:cubicBezTo>
                <a:cubicBezTo>
                  <a:pt x="161300" y="33741"/>
                  <a:pt x="161875" y="33895"/>
                  <a:pt x="162284" y="34124"/>
                </a:cubicBezTo>
                <a:cubicBezTo>
                  <a:pt x="162692" y="34354"/>
                  <a:pt x="162986" y="34610"/>
                  <a:pt x="163165" y="34890"/>
                </a:cubicBezTo>
                <a:cubicBezTo>
                  <a:pt x="163343" y="35171"/>
                  <a:pt x="163433" y="35516"/>
                  <a:pt x="163433" y="35924"/>
                </a:cubicBezTo>
                <a:lnTo>
                  <a:pt x="163433" y="45959"/>
                </a:lnTo>
                <a:cubicBezTo>
                  <a:pt x="165322" y="43201"/>
                  <a:pt x="167097" y="40954"/>
                  <a:pt x="168757" y="39218"/>
                </a:cubicBezTo>
                <a:cubicBezTo>
                  <a:pt x="170417" y="37482"/>
                  <a:pt x="171987" y="36116"/>
                  <a:pt x="173468" y="35120"/>
                </a:cubicBezTo>
                <a:cubicBezTo>
                  <a:pt x="174949" y="34124"/>
                  <a:pt x="176418" y="33435"/>
                  <a:pt x="177873" y="33052"/>
                </a:cubicBezTo>
                <a:cubicBezTo>
                  <a:pt x="179329" y="32669"/>
                  <a:pt x="180797" y="32478"/>
                  <a:pt x="182278" y="32478"/>
                </a:cubicBezTo>
                <a:cubicBezTo>
                  <a:pt x="182942" y="32478"/>
                  <a:pt x="183696" y="32516"/>
                  <a:pt x="184538" y="32592"/>
                </a:cubicBezTo>
                <a:cubicBezTo>
                  <a:pt x="185381" y="32669"/>
                  <a:pt x="186262" y="32809"/>
                  <a:pt x="187181" y="33014"/>
                </a:cubicBezTo>
                <a:cubicBezTo>
                  <a:pt x="188101" y="33218"/>
                  <a:pt x="188930" y="33448"/>
                  <a:pt x="189671" y="33703"/>
                </a:cubicBezTo>
                <a:cubicBezTo>
                  <a:pt x="190412" y="33958"/>
                  <a:pt x="190935" y="34214"/>
                  <a:pt x="191241" y="34469"/>
                </a:cubicBezTo>
                <a:cubicBezTo>
                  <a:pt x="191548" y="34724"/>
                  <a:pt x="191752" y="34967"/>
                  <a:pt x="191854" y="35197"/>
                </a:cubicBezTo>
                <a:cubicBezTo>
                  <a:pt x="191956" y="35427"/>
                  <a:pt x="192046" y="35720"/>
                  <a:pt x="192122" y="36078"/>
                </a:cubicBezTo>
                <a:cubicBezTo>
                  <a:pt x="192199" y="36435"/>
                  <a:pt x="192250" y="36959"/>
                  <a:pt x="192276" y="37648"/>
                </a:cubicBezTo>
                <a:cubicBezTo>
                  <a:pt x="192301" y="38337"/>
                  <a:pt x="192314" y="39269"/>
                  <a:pt x="192314" y="40444"/>
                </a:cubicBezTo>
                <a:close/>
                <a:moveTo>
                  <a:pt x="220842" y="104860"/>
                </a:moveTo>
                <a:cubicBezTo>
                  <a:pt x="220842" y="105269"/>
                  <a:pt x="220740" y="105614"/>
                  <a:pt x="220536" y="105897"/>
                </a:cubicBezTo>
                <a:cubicBezTo>
                  <a:pt x="220331" y="106178"/>
                  <a:pt x="219999" y="106420"/>
                  <a:pt x="219540" y="106624"/>
                </a:cubicBezTo>
                <a:cubicBezTo>
                  <a:pt x="219080" y="106829"/>
                  <a:pt x="218442" y="106982"/>
                  <a:pt x="217625" y="107084"/>
                </a:cubicBezTo>
                <a:cubicBezTo>
                  <a:pt x="216807" y="107186"/>
                  <a:pt x="215760" y="107237"/>
                  <a:pt x="214484" y="107237"/>
                </a:cubicBezTo>
                <a:cubicBezTo>
                  <a:pt x="213258" y="107237"/>
                  <a:pt x="212236" y="107186"/>
                  <a:pt x="211419" y="107084"/>
                </a:cubicBezTo>
                <a:cubicBezTo>
                  <a:pt x="210602" y="106982"/>
                  <a:pt x="209951" y="106829"/>
                  <a:pt x="209466" y="106624"/>
                </a:cubicBezTo>
                <a:cubicBezTo>
                  <a:pt x="208981" y="106420"/>
                  <a:pt x="208649" y="106178"/>
                  <a:pt x="208470" y="105897"/>
                </a:cubicBezTo>
                <a:cubicBezTo>
                  <a:pt x="208291" y="105614"/>
                  <a:pt x="208202" y="105269"/>
                  <a:pt x="208202" y="104860"/>
                </a:cubicBezTo>
                <a:lnTo>
                  <a:pt x="208202" y="2454"/>
                </a:lnTo>
                <a:cubicBezTo>
                  <a:pt x="208202" y="2045"/>
                  <a:pt x="208291" y="1688"/>
                  <a:pt x="208470" y="1381"/>
                </a:cubicBezTo>
                <a:cubicBezTo>
                  <a:pt x="208649" y="1073"/>
                  <a:pt x="208981" y="817"/>
                  <a:pt x="209466" y="613"/>
                </a:cubicBezTo>
                <a:cubicBezTo>
                  <a:pt x="209951" y="409"/>
                  <a:pt x="210602" y="255"/>
                  <a:pt x="211419" y="153"/>
                </a:cubicBezTo>
                <a:cubicBezTo>
                  <a:pt x="212236" y="51"/>
                  <a:pt x="213258" y="0"/>
                  <a:pt x="214484" y="0"/>
                </a:cubicBezTo>
                <a:cubicBezTo>
                  <a:pt x="215760" y="0"/>
                  <a:pt x="216807" y="51"/>
                  <a:pt x="217625" y="153"/>
                </a:cubicBezTo>
                <a:cubicBezTo>
                  <a:pt x="218442" y="255"/>
                  <a:pt x="219080" y="409"/>
                  <a:pt x="219540" y="613"/>
                </a:cubicBezTo>
                <a:cubicBezTo>
                  <a:pt x="219999" y="817"/>
                  <a:pt x="220331" y="1073"/>
                  <a:pt x="220536" y="1381"/>
                </a:cubicBezTo>
                <a:cubicBezTo>
                  <a:pt x="220740" y="1688"/>
                  <a:pt x="220842" y="2045"/>
                  <a:pt x="220842" y="2454"/>
                </a:cubicBezTo>
                <a:lnTo>
                  <a:pt x="220842" y="104860"/>
                </a:lnTo>
                <a:close/>
                <a:moveTo>
                  <a:pt x="276654" y="106778"/>
                </a:moveTo>
                <a:lnTo>
                  <a:pt x="267461" y="132132"/>
                </a:lnTo>
                <a:cubicBezTo>
                  <a:pt x="267154" y="132949"/>
                  <a:pt x="266376" y="133574"/>
                  <a:pt x="265124" y="134008"/>
                </a:cubicBezTo>
                <a:cubicBezTo>
                  <a:pt x="263873" y="134442"/>
                  <a:pt x="261971" y="134659"/>
                  <a:pt x="259417" y="134659"/>
                </a:cubicBezTo>
                <a:cubicBezTo>
                  <a:pt x="258089" y="134659"/>
                  <a:pt x="257017" y="134596"/>
                  <a:pt x="256199" y="134468"/>
                </a:cubicBezTo>
                <a:cubicBezTo>
                  <a:pt x="255382" y="134340"/>
                  <a:pt x="254757" y="134123"/>
                  <a:pt x="254323" y="133817"/>
                </a:cubicBezTo>
                <a:cubicBezTo>
                  <a:pt x="253888" y="133510"/>
                  <a:pt x="253646" y="133102"/>
                  <a:pt x="253595" y="132591"/>
                </a:cubicBezTo>
                <a:cubicBezTo>
                  <a:pt x="253544" y="132081"/>
                  <a:pt x="253671" y="131468"/>
                  <a:pt x="253978" y="130753"/>
                </a:cubicBezTo>
                <a:lnTo>
                  <a:pt x="263477" y="106778"/>
                </a:lnTo>
                <a:cubicBezTo>
                  <a:pt x="263018" y="106573"/>
                  <a:pt x="262583" y="106241"/>
                  <a:pt x="262175" y="105782"/>
                </a:cubicBezTo>
                <a:cubicBezTo>
                  <a:pt x="261766" y="105322"/>
                  <a:pt x="261485" y="104837"/>
                  <a:pt x="261332" y="104327"/>
                </a:cubicBezTo>
                <a:lnTo>
                  <a:pt x="236741" y="38452"/>
                </a:lnTo>
                <a:cubicBezTo>
                  <a:pt x="236332" y="37380"/>
                  <a:pt x="236128" y="36537"/>
                  <a:pt x="236128" y="35924"/>
                </a:cubicBezTo>
                <a:cubicBezTo>
                  <a:pt x="236128" y="35312"/>
                  <a:pt x="236332" y="34827"/>
                  <a:pt x="236741" y="34469"/>
                </a:cubicBezTo>
                <a:cubicBezTo>
                  <a:pt x="237149" y="34112"/>
                  <a:pt x="237813" y="33869"/>
                  <a:pt x="238733" y="33741"/>
                </a:cubicBezTo>
                <a:cubicBezTo>
                  <a:pt x="239652" y="33614"/>
                  <a:pt x="240878" y="33550"/>
                  <a:pt x="242410" y="33550"/>
                </a:cubicBezTo>
                <a:cubicBezTo>
                  <a:pt x="243942" y="33550"/>
                  <a:pt x="245142" y="33588"/>
                  <a:pt x="246011" y="33665"/>
                </a:cubicBezTo>
                <a:cubicBezTo>
                  <a:pt x="246879" y="33741"/>
                  <a:pt x="247568" y="33882"/>
                  <a:pt x="248079" y="34086"/>
                </a:cubicBezTo>
                <a:cubicBezTo>
                  <a:pt x="248590" y="34290"/>
                  <a:pt x="248960" y="34584"/>
                  <a:pt x="249190" y="34967"/>
                </a:cubicBezTo>
                <a:cubicBezTo>
                  <a:pt x="249420" y="35350"/>
                  <a:pt x="249662" y="35873"/>
                  <a:pt x="249918" y="36537"/>
                </a:cubicBezTo>
                <a:lnTo>
                  <a:pt x="269606" y="91841"/>
                </a:lnTo>
                <a:lnTo>
                  <a:pt x="269836" y="91841"/>
                </a:lnTo>
                <a:lnTo>
                  <a:pt x="288835" y="36231"/>
                </a:lnTo>
                <a:cubicBezTo>
                  <a:pt x="289141" y="35261"/>
                  <a:pt x="289511" y="34635"/>
                  <a:pt x="289945" y="34354"/>
                </a:cubicBezTo>
                <a:cubicBezTo>
                  <a:pt x="290380" y="34073"/>
                  <a:pt x="291031" y="33869"/>
                  <a:pt x="291899" y="33741"/>
                </a:cubicBezTo>
                <a:cubicBezTo>
                  <a:pt x="292767" y="33614"/>
                  <a:pt x="294018" y="33550"/>
                  <a:pt x="295653" y="33550"/>
                </a:cubicBezTo>
                <a:cubicBezTo>
                  <a:pt x="297083" y="33550"/>
                  <a:pt x="298257" y="33614"/>
                  <a:pt x="299177" y="33741"/>
                </a:cubicBezTo>
                <a:cubicBezTo>
                  <a:pt x="300096" y="33869"/>
                  <a:pt x="300773" y="34112"/>
                  <a:pt x="301207" y="34469"/>
                </a:cubicBezTo>
                <a:cubicBezTo>
                  <a:pt x="301641" y="34827"/>
                  <a:pt x="301858" y="35312"/>
                  <a:pt x="301858" y="35924"/>
                </a:cubicBezTo>
                <a:cubicBezTo>
                  <a:pt x="301858" y="36537"/>
                  <a:pt x="301705" y="37303"/>
                  <a:pt x="301398" y="38222"/>
                </a:cubicBezTo>
                <a:lnTo>
                  <a:pt x="276654" y="106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refactoring">
            <a:extLst xmlns:a="http://schemas.openxmlformats.org/drawingml/2006/main">
              <a:ext uri="{FF2B5EF4-FFF2-40B4-BE49-F238E27FC236}">
                <a16:creationId xmlns:a16="http://schemas.microsoft.com/office/drawing/2014/main" id="{596E8A92-9586-4C0F-8BAA-9617B53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37" y="1842013"/>
            <a:ext cx="700090" cy="135272"/>
          </a:xfrm>
          <a:custGeom xmlns:a="http://schemas.openxmlformats.org/drawingml/2006/main">
            <a:pathLst>
              <a:path w="700090" h="135272">
                <a:moveTo>
                  <a:pt x="40296" y="40903"/>
                </a:moveTo>
                <a:cubicBezTo>
                  <a:pt x="40296" y="42027"/>
                  <a:pt x="40270" y="42971"/>
                  <a:pt x="40219" y="43737"/>
                </a:cubicBezTo>
                <a:cubicBezTo>
                  <a:pt x="40168" y="44503"/>
                  <a:pt x="40066" y="45103"/>
                  <a:pt x="39913" y="45538"/>
                </a:cubicBezTo>
                <a:cubicBezTo>
                  <a:pt x="39760" y="45972"/>
                  <a:pt x="39568" y="46304"/>
                  <a:pt x="39338" y="46533"/>
                </a:cubicBezTo>
                <a:cubicBezTo>
                  <a:pt x="39109" y="46763"/>
                  <a:pt x="38789" y="46878"/>
                  <a:pt x="38381" y="46878"/>
                </a:cubicBezTo>
                <a:cubicBezTo>
                  <a:pt x="37972" y="46878"/>
                  <a:pt x="37474" y="46763"/>
                  <a:pt x="36887" y="46533"/>
                </a:cubicBezTo>
                <a:cubicBezTo>
                  <a:pt x="36300" y="46304"/>
                  <a:pt x="35636" y="46074"/>
                  <a:pt x="34895" y="45844"/>
                </a:cubicBezTo>
                <a:cubicBezTo>
                  <a:pt x="34155" y="45614"/>
                  <a:pt x="33325" y="45397"/>
                  <a:pt x="32405" y="45193"/>
                </a:cubicBezTo>
                <a:cubicBezTo>
                  <a:pt x="31486" y="44989"/>
                  <a:pt x="30490" y="44886"/>
                  <a:pt x="29418" y="44886"/>
                </a:cubicBezTo>
                <a:cubicBezTo>
                  <a:pt x="28141" y="44886"/>
                  <a:pt x="26890" y="45142"/>
                  <a:pt x="25664" y="45652"/>
                </a:cubicBezTo>
                <a:cubicBezTo>
                  <a:pt x="24438" y="46163"/>
                  <a:pt x="23148" y="47006"/>
                  <a:pt x="21795" y="48180"/>
                </a:cubicBezTo>
                <a:cubicBezTo>
                  <a:pt x="20442" y="49355"/>
                  <a:pt x="19024" y="50912"/>
                  <a:pt x="17543" y="52853"/>
                </a:cubicBezTo>
                <a:cubicBezTo>
                  <a:pt x="16062" y="54793"/>
                  <a:pt x="14428" y="57168"/>
                  <a:pt x="12640" y="59976"/>
                </a:cubicBezTo>
                <a:lnTo>
                  <a:pt x="12640" y="105322"/>
                </a:lnTo>
                <a:cubicBezTo>
                  <a:pt x="12640" y="105731"/>
                  <a:pt x="12538" y="106076"/>
                  <a:pt x="12334" y="106356"/>
                </a:cubicBezTo>
                <a:cubicBezTo>
                  <a:pt x="12130" y="106637"/>
                  <a:pt x="11798" y="106880"/>
                  <a:pt x="11338" y="107084"/>
                </a:cubicBezTo>
                <a:cubicBezTo>
                  <a:pt x="10878" y="107288"/>
                  <a:pt x="10240" y="107442"/>
                  <a:pt x="9423" y="107544"/>
                </a:cubicBezTo>
                <a:cubicBezTo>
                  <a:pt x="8606" y="107646"/>
                  <a:pt x="7559" y="107697"/>
                  <a:pt x="6282" y="107697"/>
                </a:cubicBezTo>
                <a:cubicBezTo>
                  <a:pt x="5056" y="107697"/>
                  <a:pt x="4035" y="107646"/>
                  <a:pt x="3218" y="107544"/>
                </a:cubicBezTo>
                <a:cubicBezTo>
                  <a:pt x="2400" y="107442"/>
                  <a:pt x="1749" y="107288"/>
                  <a:pt x="1264" y="107084"/>
                </a:cubicBezTo>
                <a:cubicBezTo>
                  <a:pt x="779" y="106880"/>
                  <a:pt x="447" y="106637"/>
                  <a:pt x="268" y="106356"/>
                </a:cubicBezTo>
                <a:cubicBezTo>
                  <a:pt x="89" y="106076"/>
                  <a:pt x="0" y="105731"/>
                  <a:pt x="0" y="105322"/>
                </a:cubicBezTo>
                <a:lnTo>
                  <a:pt x="0" y="36384"/>
                </a:lnTo>
                <a:cubicBezTo>
                  <a:pt x="0" y="35976"/>
                  <a:pt x="77" y="35631"/>
                  <a:pt x="230" y="35350"/>
                </a:cubicBezTo>
                <a:cubicBezTo>
                  <a:pt x="383" y="35069"/>
                  <a:pt x="689" y="34814"/>
                  <a:pt x="1149" y="34584"/>
                </a:cubicBezTo>
                <a:cubicBezTo>
                  <a:pt x="1609" y="34354"/>
                  <a:pt x="2196" y="34201"/>
                  <a:pt x="2911" y="34124"/>
                </a:cubicBezTo>
                <a:cubicBezTo>
                  <a:pt x="3626" y="34048"/>
                  <a:pt x="4571" y="34010"/>
                  <a:pt x="5746" y="34010"/>
                </a:cubicBezTo>
                <a:cubicBezTo>
                  <a:pt x="6869" y="34010"/>
                  <a:pt x="7801" y="34048"/>
                  <a:pt x="8542" y="34124"/>
                </a:cubicBezTo>
                <a:cubicBezTo>
                  <a:pt x="9282" y="34201"/>
                  <a:pt x="9857" y="34354"/>
                  <a:pt x="10266" y="34584"/>
                </a:cubicBezTo>
                <a:cubicBezTo>
                  <a:pt x="10674" y="34814"/>
                  <a:pt x="10968" y="35069"/>
                  <a:pt x="11147" y="35350"/>
                </a:cubicBezTo>
                <a:cubicBezTo>
                  <a:pt x="11325" y="35631"/>
                  <a:pt x="11415" y="35976"/>
                  <a:pt x="11415" y="36384"/>
                </a:cubicBezTo>
                <a:lnTo>
                  <a:pt x="11415" y="46418"/>
                </a:lnTo>
                <a:cubicBezTo>
                  <a:pt x="13304" y="43661"/>
                  <a:pt x="15079" y="41414"/>
                  <a:pt x="16739" y="39678"/>
                </a:cubicBezTo>
                <a:cubicBezTo>
                  <a:pt x="18399" y="37942"/>
                  <a:pt x="19969" y="36576"/>
                  <a:pt x="21450" y="35580"/>
                </a:cubicBezTo>
                <a:cubicBezTo>
                  <a:pt x="22931" y="34584"/>
                  <a:pt x="24400" y="33895"/>
                  <a:pt x="25855" y="33512"/>
                </a:cubicBezTo>
                <a:cubicBezTo>
                  <a:pt x="27311" y="33129"/>
                  <a:pt x="28779" y="32937"/>
                  <a:pt x="30260" y="32937"/>
                </a:cubicBezTo>
                <a:cubicBezTo>
                  <a:pt x="30924" y="32937"/>
                  <a:pt x="31678" y="32975"/>
                  <a:pt x="32520" y="33052"/>
                </a:cubicBezTo>
                <a:cubicBezTo>
                  <a:pt x="33363" y="33129"/>
                  <a:pt x="34244" y="33269"/>
                  <a:pt x="35163" y="33473"/>
                </a:cubicBezTo>
                <a:cubicBezTo>
                  <a:pt x="36083" y="33678"/>
                  <a:pt x="36912" y="33907"/>
                  <a:pt x="37653" y="34163"/>
                </a:cubicBezTo>
                <a:cubicBezTo>
                  <a:pt x="38394" y="34418"/>
                  <a:pt x="38917" y="34673"/>
                  <a:pt x="39223" y="34929"/>
                </a:cubicBezTo>
                <a:cubicBezTo>
                  <a:pt x="39530" y="35184"/>
                  <a:pt x="39734" y="35427"/>
                  <a:pt x="39836" y="35656"/>
                </a:cubicBezTo>
                <a:cubicBezTo>
                  <a:pt x="39938" y="35886"/>
                  <a:pt x="40028" y="36180"/>
                  <a:pt x="40104" y="36537"/>
                </a:cubicBezTo>
                <a:cubicBezTo>
                  <a:pt x="40181" y="36895"/>
                  <a:pt x="40232" y="37418"/>
                  <a:pt x="40258" y="38108"/>
                </a:cubicBezTo>
                <a:cubicBezTo>
                  <a:pt x="40283" y="38797"/>
                  <a:pt x="40296" y="39729"/>
                  <a:pt x="40296" y="40903"/>
                </a:cubicBezTo>
                <a:close/>
                <a:moveTo>
                  <a:pt x="112901" y="67866"/>
                </a:moveTo>
                <a:cubicBezTo>
                  <a:pt x="112901" y="69857"/>
                  <a:pt x="112403" y="71274"/>
                  <a:pt x="111407" y="72117"/>
                </a:cubicBezTo>
                <a:cubicBezTo>
                  <a:pt x="110411" y="72960"/>
                  <a:pt x="109275" y="73381"/>
                  <a:pt x="107998" y="73381"/>
                </a:cubicBezTo>
                <a:lnTo>
                  <a:pt x="62799" y="73381"/>
                </a:lnTo>
                <a:cubicBezTo>
                  <a:pt x="62799" y="77222"/>
                  <a:pt x="63182" y="80679"/>
                  <a:pt x="63948" y="83753"/>
                </a:cubicBezTo>
                <a:cubicBezTo>
                  <a:pt x="64714" y="86826"/>
                  <a:pt x="65991" y="89464"/>
                  <a:pt x="67778" y="91666"/>
                </a:cubicBezTo>
                <a:cubicBezTo>
                  <a:pt x="69566" y="93869"/>
                  <a:pt x="71890" y="95559"/>
                  <a:pt x="74750" y="96739"/>
                </a:cubicBezTo>
                <a:cubicBezTo>
                  <a:pt x="77610" y="97916"/>
                  <a:pt x="81108" y="98505"/>
                  <a:pt x="85245" y="98505"/>
                </a:cubicBezTo>
                <a:cubicBezTo>
                  <a:pt x="88514" y="98505"/>
                  <a:pt x="91425" y="98237"/>
                  <a:pt x="93979" y="97701"/>
                </a:cubicBezTo>
                <a:cubicBezTo>
                  <a:pt x="96532" y="97165"/>
                  <a:pt x="98741" y="96565"/>
                  <a:pt x="100605" y="95901"/>
                </a:cubicBezTo>
                <a:cubicBezTo>
                  <a:pt x="102469" y="95237"/>
                  <a:pt x="104001" y="94637"/>
                  <a:pt x="105202" y="94101"/>
                </a:cubicBezTo>
                <a:cubicBezTo>
                  <a:pt x="106402" y="93565"/>
                  <a:pt x="107308" y="93296"/>
                  <a:pt x="107921" y="93296"/>
                </a:cubicBezTo>
                <a:cubicBezTo>
                  <a:pt x="108279" y="93296"/>
                  <a:pt x="108598" y="93386"/>
                  <a:pt x="108879" y="93565"/>
                </a:cubicBezTo>
                <a:cubicBezTo>
                  <a:pt x="109160" y="93743"/>
                  <a:pt x="109377" y="94011"/>
                  <a:pt x="109530" y="94369"/>
                </a:cubicBezTo>
                <a:cubicBezTo>
                  <a:pt x="109683" y="94726"/>
                  <a:pt x="109798" y="95224"/>
                  <a:pt x="109875" y="95862"/>
                </a:cubicBezTo>
                <a:cubicBezTo>
                  <a:pt x="109951" y="96501"/>
                  <a:pt x="109990" y="97280"/>
                  <a:pt x="109990" y="98199"/>
                </a:cubicBezTo>
                <a:cubicBezTo>
                  <a:pt x="109990" y="98863"/>
                  <a:pt x="109964" y="99437"/>
                  <a:pt x="109913" y="99922"/>
                </a:cubicBezTo>
                <a:cubicBezTo>
                  <a:pt x="109862" y="100407"/>
                  <a:pt x="109798" y="100841"/>
                  <a:pt x="109722" y="101224"/>
                </a:cubicBezTo>
                <a:cubicBezTo>
                  <a:pt x="109645" y="101607"/>
                  <a:pt x="109517" y="101952"/>
                  <a:pt x="109339" y="102258"/>
                </a:cubicBezTo>
                <a:cubicBezTo>
                  <a:pt x="109160" y="102565"/>
                  <a:pt x="108930" y="102858"/>
                  <a:pt x="108649" y="103139"/>
                </a:cubicBezTo>
                <a:cubicBezTo>
                  <a:pt x="108368" y="103420"/>
                  <a:pt x="107538" y="103880"/>
                  <a:pt x="106159" y="104518"/>
                </a:cubicBezTo>
                <a:cubicBezTo>
                  <a:pt x="104780" y="105156"/>
                  <a:pt x="102993" y="105782"/>
                  <a:pt x="100797" y="106395"/>
                </a:cubicBezTo>
                <a:cubicBezTo>
                  <a:pt x="98601" y="107007"/>
                  <a:pt x="96060" y="107556"/>
                  <a:pt x="93174" y="108042"/>
                </a:cubicBezTo>
                <a:cubicBezTo>
                  <a:pt x="90289" y="108527"/>
                  <a:pt x="87211" y="108769"/>
                  <a:pt x="83943" y="108769"/>
                </a:cubicBezTo>
                <a:cubicBezTo>
                  <a:pt x="78274" y="108769"/>
                  <a:pt x="73307" y="107977"/>
                  <a:pt x="69043" y="106392"/>
                </a:cubicBezTo>
                <a:cubicBezTo>
                  <a:pt x="64778" y="104808"/>
                  <a:pt x="61190" y="102456"/>
                  <a:pt x="58279" y="99338"/>
                </a:cubicBezTo>
                <a:cubicBezTo>
                  <a:pt x="55368" y="96220"/>
                  <a:pt x="53172" y="92309"/>
                  <a:pt x="51691" y="87607"/>
                </a:cubicBezTo>
                <a:cubicBezTo>
                  <a:pt x="50210" y="82904"/>
                  <a:pt x="49469" y="77434"/>
                  <a:pt x="49469" y="71198"/>
                </a:cubicBezTo>
                <a:cubicBezTo>
                  <a:pt x="49469" y="65268"/>
                  <a:pt x="50235" y="59939"/>
                  <a:pt x="51767" y="55210"/>
                </a:cubicBezTo>
                <a:cubicBezTo>
                  <a:pt x="53300" y="50482"/>
                  <a:pt x="55508" y="46469"/>
                  <a:pt x="58394" y="43173"/>
                </a:cubicBezTo>
                <a:cubicBezTo>
                  <a:pt x="61280" y="39876"/>
                  <a:pt x="64765" y="37346"/>
                  <a:pt x="68851" y="35582"/>
                </a:cubicBezTo>
                <a:cubicBezTo>
                  <a:pt x="72937" y="33819"/>
                  <a:pt x="77508" y="32937"/>
                  <a:pt x="82564" y="32937"/>
                </a:cubicBezTo>
                <a:cubicBezTo>
                  <a:pt x="87978" y="32937"/>
                  <a:pt x="92587" y="33805"/>
                  <a:pt x="96392" y="35541"/>
                </a:cubicBezTo>
                <a:cubicBezTo>
                  <a:pt x="100197" y="37278"/>
                  <a:pt x="103325" y="39614"/>
                  <a:pt x="105776" y="42550"/>
                </a:cubicBezTo>
                <a:cubicBezTo>
                  <a:pt x="108228" y="45486"/>
                  <a:pt x="110028" y="48933"/>
                  <a:pt x="111177" y="52891"/>
                </a:cubicBezTo>
                <a:cubicBezTo>
                  <a:pt x="112326" y="56849"/>
                  <a:pt x="112901" y="61074"/>
                  <a:pt x="112901" y="65568"/>
                </a:cubicBezTo>
                <a:lnTo>
                  <a:pt x="112901" y="67866"/>
                </a:lnTo>
                <a:moveTo>
                  <a:pt x="100184" y="64113"/>
                </a:moveTo>
                <a:cubicBezTo>
                  <a:pt x="100337" y="57474"/>
                  <a:pt x="98869" y="52265"/>
                  <a:pt x="95779" y="48487"/>
                </a:cubicBezTo>
                <a:cubicBezTo>
                  <a:pt x="92689" y="44708"/>
                  <a:pt x="88105" y="42818"/>
                  <a:pt x="82028" y="42818"/>
                </a:cubicBezTo>
                <a:cubicBezTo>
                  <a:pt x="78912" y="42818"/>
                  <a:pt x="76180" y="43406"/>
                  <a:pt x="73831" y="44580"/>
                </a:cubicBezTo>
                <a:cubicBezTo>
                  <a:pt x="71481" y="45755"/>
                  <a:pt x="69515" y="47312"/>
                  <a:pt x="67932" y="49253"/>
                </a:cubicBezTo>
                <a:cubicBezTo>
                  <a:pt x="66348" y="51193"/>
                  <a:pt x="65123" y="53453"/>
                  <a:pt x="64254" y="56031"/>
                </a:cubicBezTo>
                <a:cubicBezTo>
                  <a:pt x="63386" y="58610"/>
                  <a:pt x="62901" y="61304"/>
                  <a:pt x="62799" y="64113"/>
                </a:cubicBezTo>
                <a:lnTo>
                  <a:pt x="100184" y="64113"/>
                </a:lnTo>
                <a:close/>
                <a:moveTo>
                  <a:pt x="171316" y="8043"/>
                </a:moveTo>
                <a:cubicBezTo>
                  <a:pt x="171316" y="9013"/>
                  <a:pt x="171265" y="9792"/>
                  <a:pt x="171163" y="10379"/>
                </a:cubicBezTo>
                <a:cubicBezTo>
                  <a:pt x="171061" y="10966"/>
                  <a:pt x="170946" y="11439"/>
                  <a:pt x="170818" y="11796"/>
                </a:cubicBezTo>
                <a:cubicBezTo>
                  <a:pt x="170690" y="12154"/>
                  <a:pt x="170524" y="12396"/>
                  <a:pt x="170320" y="12524"/>
                </a:cubicBezTo>
                <a:cubicBezTo>
                  <a:pt x="170116" y="12651"/>
                  <a:pt x="169860" y="12715"/>
                  <a:pt x="169554" y="12715"/>
                </a:cubicBezTo>
                <a:cubicBezTo>
                  <a:pt x="169197" y="12715"/>
                  <a:pt x="168750" y="12600"/>
                  <a:pt x="168213" y="12371"/>
                </a:cubicBezTo>
                <a:cubicBezTo>
                  <a:pt x="167677" y="12141"/>
                  <a:pt x="167026" y="11885"/>
                  <a:pt x="166260" y="11605"/>
                </a:cubicBezTo>
                <a:cubicBezTo>
                  <a:pt x="165494" y="11324"/>
                  <a:pt x="164587" y="11068"/>
                  <a:pt x="163540" y="10839"/>
                </a:cubicBezTo>
                <a:cubicBezTo>
                  <a:pt x="162493" y="10609"/>
                  <a:pt x="161280" y="10494"/>
                  <a:pt x="159901" y="10494"/>
                </a:cubicBezTo>
                <a:cubicBezTo>
                  <a:pt x="158012" y="10494"/>
                  <a:pt x="156403" y="10800"/>
                  <a:pt x="155075" y="11411"/>
                </a:cubicBezTo>
                <a:cubicBezTo>
                  <a:pt x="153747" y="12022"/>
                  <a:pt x="152675" y="12976"/>
                  <a:pt x="151857" y="14274"/>
                </a:cubicBezTo>
                <a:cubicBezTo>
                  <a:pt x="151040" y="15571"/>
                  <a:pt x="150453" y="17251"/>
                  <a:pt x="150095" y="19312"/>
                </a:cubicBezTo>
                <a:cubicBezTo>
                  <a:pt x="149738" y="21374"/>
                  <a:pt x="149559" y="23881"/>
                  <a:pt x="149559" y="26833"/>
                </a:cubicBezTo>
                <a:lnTo>
                  <a:pt x="149559" y="34316"/>
                </a:lnTo>
                <a:lnTo>
                  <a:pt x="164958" y="34316"/>
                </a:lnTo>
                <a:cubicBezTo>
                  <a:pt x="165366" y="34316"/>
                  <a:pt x="165711" y="34405"/>
                  <a:pt x="165992" y="34584"/>
                </a:cubicBezTo>
                <a:cubicBezTo>
                  <a:pt x="166273" y="34763"/>
                  <a:pt x="166528" y="35069"/>
                  <a:pt x="166758" y="35503"/>
                </a:cubicBezTo>
                <a:cubicBezTo>
                  <a:pt x="166988" y="35937"/>
                  <a:pt x="167166" y="36486"/>
                  <a:pt x="167294" y="37150"/>
                </a:cubicBezTo>
                <a:cubicBezTo>
                  <a:pt x="167422" y="37814"/>
                  <a:pt x="167486" y="38631"/>
                  <a:pt x="167486" y="39601"/>
                </a:cubicBezTo>
                <a:cubicBezTo>
                  <a:pt x="167486" y="41440"/>
                  <a:pt x="167256" y="42767"/>
                  <a:pt x="166796" y="43584"/>
                </a:cubicBezTo>
                <a:cubicBezTo>
                  <a:pt x="166336" y="44401"/>
                  <a:pt x="165724" y="44810"/>
                  <a:pt x="164958" y="44810"/>
                </a:cubicBezTo>
                <a:lnTo>
                  <a:pt x="149559" y="44810"/>
                </a:lnTo>
                <a:lnTo>
                  <a:pt x="149559" y="105320"/>
                </a:lnTo>
                <a:cubicBezTo>
                  <a:pt x="149559" y="105728"/>
                  <a:pt x="149457" y="106074"/>
                  <a:pt x="149253" y="106356"/>
                </a:cubicBezTo>
                <a:cubicBezTo>
                  <a:pt x="149049" y="106637"/>
                  <a:pt x="148704" y="106880"/>
                  <a:pt x="148219" y="107084"/>
                </a:cubicBezTo>
                <a:cubicBezTo>
                  <a:pt x="147733" y="107288"/>
                  <a:pt x="147082" y="107442"/>
                  <a:pt x="146265" y="107544"/>
                </a:cubicBezTo>
                <a:cubicBezTo>
                  <a:pt x="145448" y="107646"/>
                  <a:pt x="144426" y="107697"/>
                  <a:pt x="143201" y="107697"/>
                </a:cubicBezTo>
                <a:cubicBezTo>
                  <a:pt x="141975" y="107697"/>
                  <a:pt x="140954" y="107646"/>
                  <a:pt x="140136" y="107544"/>
                </a:cubicBezTo>
                <a:cubicBezTo>
                  <a:pt x="139319" y="107442"/>
                  <a:pt x="138668" y="107288"/>
                  <a:pt x="138183" y="107084"/>
                </a:cubicBezTo>
                <a:cubicBezTo>
                  <a:pt x="137698" y="106880"/>
                  <a:pt x="137353" y="106637"/>
                  <a:pt x="137149" y="106356"/>
                </a:cubicBezTo>
                <a:cubicBezTo>
                  <a:pt x="136944" y="106074"/>
                  <a:pt x="136842" y="105728"/>
                  <a:pt x="136842" y="105320"/>
                </a:cubicBezTo>
                <a:lnTo>
                  <a:pt x="136842" y="44810"/>
                </a:lnTo>
                <a:lnTo>
                  <a:pt x="127113" y="44810"/>
                </a:lnTo>
                <a:cubicBezTo>
                  <a:pt x="126296" y="44810"/>
                  <a:pt x="125683" y="44401"/>
                  <a:pt x="125274" y="43584"/>
                </a:cubicBezTo>
                <a:cubicBezTo>
                  <a:pt x="124866" y="42767"/>
                  <a:pt x="124662" y="41440"/>
                  <a:pt x="124662" y="39601"/>
                </a:cubicBezTo>
                <a:cubicBezTo>
                  <a:pt x="124662" y="38631"/>
                  <a:pt x="124713" y="37814"/>
                  <a:pt x="124815" y="37150"/>
                </a:cubicBezTo>
                <a:cubicBezTo>
                  <a:pt x="124917" y="36486"/>
                  <a:pt x="125070" y="35937"/>
                  <a:pt x="125274" y="35503"/>
                </a:cubicBezTo>
                <a:cubicBezTo>
                  <a:pt x="125479" y="35069"/>
                  <a:pt x="125734" y="34763"/>
                  <a:pt x="126040" y="34584"/>
                </a:cubicBezTo>
                <a:cubicBezTo>
                  <a:pt x="126347" y="34405"/>
                  <a:pt x="126704" y="34316"/>
                  <a:pt x="127113" y="34316"/>
                </a:cubicBezTo>
                <a:lnTo>
                  <a:pt x="136842" y="34316"/>
                </a:lnTo>
                <a:lnTo>
                  <a:pt x="136842" y="27209"/>
                </a:lnTo>
                <a:cubicBezTo>
                  <a:pt x="136842" y="22418"/>
                  <a:pt x="137289" y="18304"/>
                  <a:pt x="138183" y="14865"/>
                </a:cubicBezTo>
                <a:cubicBezTo>
                  <a:pt x="139077" y="11426"/>
                  <a:pt x="140443" y="8611"/>
                  <a:pt x="142281" y="6420"/>
                </a:cubicBezTo>
                <a:cubicBezTo>
                  <a:pt x="144120" y="4229"/>
                  <a:pt x="146431" y="2612"/>
                  <a:pt x="149214" y="1568"/>
                </a:cubicBezTo>
                <a:cubicBezTo>
                  <a:pt x="151998" y="523"/>
                  <a:pt x="155279" y="0"/>
                  <a:pt x="159059" y="0"/>
                </a:cubicBezTo>
                <a:cubicBezTo>
                  <a:pt x="160846" y="0"/>
                  <a:pt x="162583" y="166"/>
                  <a:pt x="164268" y="498"/>
                </a:cubicBezTo>
                <a:cubicBezTo>
                  <a:pt x="165953" y="830"/>
                  <a:pt x="167256" y="1187"/>
                  <a:pt x="168175" y="1570"/>
                </a:cubicBezTo>
                <a:cubicBezTo>
                  <a:pt x="169094" y="1953"/>
                  <a:pt x="169707" y="2298"/>
                  <a:pt x="170014" y="2604"/>
                </a:cubicBezTo>
                <a:cubicBezTo>
                  <a:pt x="170320" y="2911"/>
                  <a:pt x="170575" y="3306"/>
                  <a:pt x="170780" y="3792"/>
                </a:cubicBezTo>
                <a:cubicBezTo>
                  <a:pt x="170984" y="4277"/>
                  <a:pt x="171124" y="4864"/>
                  <a:pt x="171201" y="5553"/>
                </a:cubicBezTo>
                <a:cubicBezTo>
                  <a:pt x="171278" y="6243"/>
                  <a:pt x="171316" y="7073"/>
                  <a:pt x="171316" y="8043"/>
                </a:cubicBezTo>
                <a:close/>
                <a:moveTo>
                  <a:pt x="231709" y="105399"/>
                </a:moveTo>
                <a:cubicBezTo>
                  <a:pt x="231709" y="106012"/>
                  <a:pt x="231505" y="106471"/>
                  <a:pt x="231097" y="106778"/>
                </a:cubicBezTo>
                <a:cubicBezTo>
                  <a:pt x="230688" y="107084"/>
                  <a:pt x="230126" y="107314"/>
                  <a:pt x="229411" y="107467"/>
                </a:cubicBezTo>
                <a:cubicBezTo>
                  <a:pt x="228696" y="107620"/>
                  <a:pt x="227649" y="107697"/>
                  <a:pt x="226270" y="107697"/>
                </a:cubicBezTo>
                <a:cubicBezTo>
                  <a:pt x="224942" y="107697"/>
                  <a:pt x="223883" y="107620"/>
                  <a:pt x="223091" y="107467"/>
                </a:cubicBezTo>
                <a:cubicBezTo>
                  <a:pt x="222299" y="107314"/>
                  <a:pt x="221725" y="107084"/>
                  <a:pt x="221367" y="106778"/>
                </a:cubicBezTo>
                <a:cubicBezTo>
                  <a:pt x="221010" y="106471"/>
                  <a:pt x="220831" y="106012"/>
                  <a:pt x="220831" y="105399"/>
                </a:cubicBezTo>
                <a:lnTo>
                  <a:pt x="220831" y="98505"/>
                </a:lnTo>
                <a:cubicBezTo>
                  <a:pt x="217818" y="101722"/>
                  <a:pt x="214460" y="104237"/>
                  <a:pt x="210757" y="106050"/>
                </a:cubicBezTo>
                <a:cubicBezTo>
                  <a:pt x="207054" y="107863"/>
                  <a:pt x="203135" y="108769"/>
                  <a:pt x="198998" y="108769"/>
                </a:cubicBezTo>
                <a:cubicBezTo>
                  <a:pt x="195372" y="108769"/>
                  <a:pt x="192090" y="108295"/>
                  <a:pt x="189154" y="107347"/>
                </a:cubicBezTo>
                <a:cubicBezTo>
                  <a:pt x="186217" y="106399"/>
                  <a:pt x="183714" y="105029"/>
                  <a:pt x="181646" y="103235"/>
                </a:cubicBezTo>
                <a:cubicBezTo>
                  <a:pt x="179578" y="101441"/>
                  <a:pt x="177969" y="99238"/>
                  <a:pt x="176820" y="96626"/>
                </a:cubicBezTo>
                <a:cubicBezTo>
                  <a:pt x="175670" y="94012"/>
                  <a:pt x="175096" y="91039"/>
                  <a:pt x="175096" y="87707"/>
                </a:cubicBezTo>
                <a:cubicBezTo>
                  <a:pt x="175096" y="83813"/>
                  <a:pt x="175888" y="80432"/>
                  <a:pt x="177471" y="77563"/>
                </a:cubicBezTo>
                <a:cubicBezTo>
                  <a:pt x="179054" y="74692"/>
                  <a:pt x="181327" y="72309"/>
                  <a:pt x="184289" y="70413"/>
                </a:cubicBezTo>
                <a:cubicBezTo>
                  <a:pt x="187251" y="68517"/>
                  <a:pt x="190877" y="67095"/>
                  <a:pt x="195167" y="66147"/>
                </a:cubicBezTo>
                <a:cubicBezTo>
                  <a:pt x="199457" y="65199"/>
                  <a:pt x="204284" y="64725"/>
                  <a:pt x="209646" y="64725"/>
                </a:cubicBezTo>
                <a:lnTo>
                  <a:pt x="219146" y="64725"/>
                </a:lnTo>
                <a:lnTo>
                  <a:pt x="219146" y="59383"/>
                </a:lnTo>
                <a:cubicBezTo>
                  <a:pt x="219146" y="56737"/>
                  <a:pt x="218865" y="54397"/>
                  <a:pt x="218303" y="52362"/>
                </a:cubicBezTo>
                <a:cubicBezTo>
                  <a:pt x="217741" y="50326"/>
                  <a:pt x="216835" y="48633"/>
                  <a:pt x="215583" y="47285"/>
                </a:cubicBezTo>
                <a:cubicBezTo>
                  <a:pt x="214332" y="45936"/>
                  <a:pt x="212711" y="44919"/>
                  <a:pt x="210719" y="44233"/>
                </a:cubicBezTo>
                <a:cubicBezTo>
                  <a:pt x="208727" y="43545"/>
                  <a:pt x="206276" y="43201"/>
                  <a:pt x="203364" y="43201"/>
                </a:cubicBezTo>
                <a:cubicBezTo>
                  <a:pt x="200249" y="43201"/>
                  <a:pt x="197453" y="43568"/>
                  <a:pt x="194976" y="44300"/>
                </a:cubicBezTo>
                <a:cubicBezTo>
                  <a:pt x="192499" y="45032"/>
                  <a:pt x="190328" y="45841"/>
                  <a:pt x="188464" y="46725"/>
                </a:cubicBezTo>
                <a:cubicBezTo>
                  <a:pt x="186600" y="47609"/>
                  <a:pt x="185042" y="48417"/>
                  <a:pt x="183791" y="49150"/>
                </a:cubicBezTo>
                <a:cubicBezTo>
                  <a:pt x="182540" y="49882"/>
                  <a:pt x="181608" y="50248"/>
                  <a:pt x="180995" y="50248"/>
                </a:cubicBezTo>
                <a:cubicBezTo>
                  <a:pt x="180586" y="50248"/>
                  <a:pt x="180229" y="50146"/>
                  <a:pt x="179922" y="49942"/>
                </a:cubicBezTo>
                <a:cubicBezTo>
                  <a:pt x="179616" y="49738"/>
                  <a:pt x="179348" y="49431"/>
                  <a:pt x="179118" y="49023"/>
                </a:cubicBezTo>
                <a:cubicBezTo>
                  <a:pt x="178888" y="48614"/>
                  <a:pt x="178722" y="48091"/>
                  <a:pt x="178620" y="47452"/>
                </a:cubicBezTo>
                <a:cubicBezTo>
                  <a:pt x="178518" y="46814"/>
                  <a:pt x="178467" y="46112"/>
                  <a:pt x="178467" y="45346"/>
                </a:cubicBezTo>
                <a:cubicBezTo>
                  <a:pt x="178467" y="44069"/>
                  <a:pt x="178556" y="43061"/>
                  <a:pt x="178735" y="42320"/>
                </a:cubicBezTo>
                <a:cubicBezTo>
                  <a:pt x="178914" y="41580"/>
                  <a:pt x="179348" y="40878"/>
                  <a:pt x="180037" y="40214"/>
                </a:cubicBezTo>
                <a:cubicBezTo>
                  <a:pt x="180727" y="39550"/>
                  <a:pt x="181914" y="38777"/>
                  <a:pt x="183599" y="37894"/>
                </a:cubicBezTo>
                <a:cubicBezTo>
                  <a:pt x="185285" y="37010"/>
                  <a:pt x="187226" y="36203"/>
                  <a:pt x="189422" y="35472"/>
                </a:cubicBezTo>
                <a:cubicBezTo>
                  <a:pt x="191618" y="34741"/>
                  <a:pt x="194018" y="34136"/>
                  <a:pt x="196623" y="33658"/>
                </a:cubicBezTo>
                <a:cubicBezTo>
                  <a:pt x="199228" y="33177"/>
                  <a:pt x="201858" y="32937"/>
                  <a:pt x="204514" y="32937"/>
                </a:cubicBezTo>
                <a:cubicBezTo>
                  <a:pt x="209468" y="32937"/>
                  <a:pt x="213681" y="33499"/>
                  <a:pt x="217154" y="34622"/>
                </a:cubicBezTo>
                <a:cubicBezTo>
                  <a:pt x="220627" y="35746"/>
                  <a:pt x="223436" y="37393"/>
                  <a:pt x="225581" y="39563"/>
                </a:cubicBezTo>
                <a:cubicBezTo>
                  <a:pt x="227726" y="41733"/>
                  <a:pt x="229284" y="44427"/>
                  <a:pt x="230254" y="47644"/>
                </a:cubicBezTo>
                <a:cubicBezTo>
                  <a:pt x="231224" y="50861"/>
                  <a:pt x="231709" y="54614"/>
                  <a:pt x="231709" y="58904"/>
                </a:cubicBezTo>
                <a:lnTo>
                  <a:pt x="231709" y="105399"/>
                </a:lnTo>
                <a:moveTo>
                  <a:pt x="219146" y="73841"/>
                </a:moveTo>
                <a:lnTo>
                  <a:pt x="208344" y="73841"/>
                </a:lnTo>
                <a:cubicBezTo>
                  <a:pt x="204871" y="73841"/>
                  <a:pt x="201858" y="74137"/>
                  <a:pt x="199304" y="74729"/>
                </a:cubicBezTo>
                <a:cubicBezTo>
                  <a:pt x="196751" y="75319"/>
                  <a:pt x="194631" y="76192"/>
                  <a:pt x="192946" y="77347"/>
                </a:cubicBezTo>
                <a:cubicBezTo>
                  <a:pt x="191260" y="78503"/>
                  <a:pt x="190022" y="79890"/>
                  <a:pt x="189230" y="81510"/>
                </a:cubicBezTo>
                <a:cubicBezTo>
                  <a:pt x="188439" y="83128"/>
                  <a:pt x="188043" y="84990"/>
                  <a:pt x="188043" y="87097"/>
                </a:cubicBezTo>
                <a:cubicBezTo>
                  <a:pt x="188043" y="90694"/>
                  <a:pt x="189179" y="93558"/>
                  <a:pt x="191452" y="95690"/>
                </a:cubicBezTo>
                <a:cubicBezTo>
                  <a:pt x="193725" y="97822"/>
                  <a:pt x="196904" y="98888"/>
                  <a:pt x="200990" y="98888"/>
                </a:cubicBezTo>
                <a:cubicBezTo>
                  <a:pt x="204309" y="98888"/>
                  <a:pt x="207386" y="98041"/>
                  <a:pt x="210221" y="96346"/>
                </a:cubicBezTo>
                <a:cubicBezTo>
                  <a:pt x="213055" y="94650"/>
                  <a:pt x="216030" y="92055"/>
                  <a:pt x="219146" y="88562"/>
                </a:cubicBezTo>
                <a:lnTo>
                  <a:pt x="219146" y="73841"/>
                </a:lnTo>
                <a:close/>
                <a:moveTo>
                  <a:pt x="306934" y="94905"/>
                </a:moveTo>
                <a:cubicBezTo>
                  <a:pt x="306934" y="95773"/>
                  <a:pt x="306909" y="96526"/>
                  <a:pt x="306858" y="97165"/>
                </a:cubicBezTo>
                <a:cubicBezTo>
                  <a:pt x="306807" y="97803"/>
                  <a:pt x="306717" y="98339"/>
                  <a:pt x="306590" y="98773"/>
                </a:cubicBezTo>
                <a:cubicBezTo>
                  <a:pt x="306462" y="99207"/>
                  <a:pt x="306309" y="99590"/>
                  <a:pt x="306130" y="99922"/>
                </a:cubicBezTo>
                <a:cubicBezTo>
                  <a:pt x="305951" y="100254"/>
                  <a:pt x="305543" y="100739"/>
                  <a:pt x="304904" y="101378"/>
                </a:cubicBezTo>
                <a:cubicBezTo>
                  <a:pt x="304266" y="102016"/>
                  <a:pt x="303180" y="102807"/>
                  <a:pt x="301648" y="103752"/>
                </a:cubicBezTo>
                <a:cubicBezTo>
                  <a:pt x="300116" y="104697"/>
                  <a:pt x="298392" y="105539"/>
                  <a:pt x="296477" y="106280"/>
                </a:cubicBezTo>
                <a:cubicBezTo>
                  <a:pt x="294562" y="107020"/>
                  <a:pt x="292481" y="107620"/>
                  <a:pt x="290234" y="108080"/>
                </a:cubicBezTo>
                <a:cubicBezTo>
                  <a:pt x="287986" y="108539"/>
                  <a:pt x="285663" y="108769"/>
                  <a:pt x="283262" y="108769"/>
                </a:cubicBezTo>
                <a:cubicBezTo>
                  <a:pt x="278308" y="108769"/>
                  <a:pt x="273916" y="107951"/>
                  <a:pt x="270086" y="106313"/>
                </a:cubicBezTo>
                <a:cubicBezTo>
                  <a:pt x="266255" y="104676"/>
                  <a:pt x="263050" y="102284"/>
                  <a:pt x="260471" y="99137"/>
                </a:cubicBezTo>
                <a:cubicBezTo>
                  <a:pt x="257892" y="95990"/>
                  <a:pt x="255926" y="92127"/>
                  <a:pt x="254572" y="87547"/>
                </a:cubicBezTo>
                <a:cubicBezTo>
                  <a:pt x="253219" y="82967"/>
                  <a:pt x="252542" y="77684"/>
                  <a:pt x="252542" y="71698"/>
                </a:cubicBezTo>
                <a:cubicBezTo>
                  <a:pt x="252542" y="64892"/>
                  <a:pt x="253372" y="59046"/>
                  <a:pt x="255032" y="54160"/>
                </a:cubicBezTo>
                <a:cubicBezTo>
                  <a:pt x="256692" y="49273"/>
                  <a:pt x="258965" y="45269"/>
                  <a:pt x="261850" y="42148"/>
                </a:cubicBezTo>
                <a:cubicBezTo>
                  <a:pt x="264736" y="39027"/>
                  <a:pt x="268132" y="36711"/>
                  <a:pt x="272039" y="35202"/>
                </a:cubicBezTo>
                <a:cubicBezTo>
                  <a:pt x="275946" y="33692"/>
                  <a:pt x="280172" y="32937"/>
                  <a:pt x="284718" y="32937"/>
                </a:cubicBezTo>
                <a:cubicBezTo>
                  <a:pt x="286914" y="32937"/>
                  <a:pt x="289046" y="33141"/>
                  <a:pt x="291115" y="33550"/>
                </a:cubicBezTo>
                <a:cubicBezTo>
                  <a:pt x="293183" y="33958"/>
                  <a:pt x="295086" y="34495"/>
                  <a:pt x="296822" y="35158"/>
                </a:cubicBezTo>
                <a:cubicBezTo>
                  <a:pt x="298558" y="35822"/>
                  <a:pt x="300103" y="36588"/>
                  <a:pt x="301457" y="37456"/>
                </a:cubicBezTo>
                <a:cubicBezTo>
                  <a:pt x="302810" y="38325"/>
                  <a:pt x="303793" y="39065"/>
                  <a:pt x="304406" y="39678"/>
                </a:cubicBezTo>
                <a:cubicBezTo>
                  <a:pt x="305019" y="40291"/>
                  <a:pt x="305440" y="40776"/>
                  <a:pt x="305670" y="41133"/>
                </a:cubicBezTo>
                <a:cubicBezTo>
                  <a:pt x="305900" y="41491"/>
                  <a:pt x="306092" y="41912"/>
                  <a:pt x="306245" y="42397"/>
                </a:cubicBezTo>
                <a:cubicBezTo>
                  <a:pt x="306398" y="42882"/>
                  <a:pt x="306500" y="43431"/>
                  <a:pt x="306551" y="44044"/>
                </a:cubicBezTo>
                <a:cubicBezTo>
                  <a:pt x="306602" y="44657"/>
                  <a:pt x="306628" y="45423"/>
                  <a:pt x="306628" y="46342"/>
                </a:cubicBezTo>
                <a:cubicBezTo>
                  <a:pt x="306628" y="48333"/>
                  <a:pt x="306398" y="49725"/>
                  <a:pt x="305938" y="50516"/>
                </a:cubicBezTo>
                <a:cubicBezTo>
                  <a:pt x="305479" y="51308"/>
                  <a:pt x="304917" y="51704"/>
                  <a:pt x="304253" y="51704"/>
                </a:cubicBezTo>
                <a:cubicBezTo>
                  <a:pt x="303487" y="51704"/>
                  <a:pt x="302606" y="51282"/>
                  <a:pt x="301610" y="50440"/>
                </a:cubicBezTo>
                <a:cubicBezTo>
                  <a:pt x="300614" y="49597"/>
                  <a:pt x="299350" y="48665"/>
                  <a:pt x="297818" y="47644"/>
                </a:cubicBezTo>
                <a:cubicBezTo>
                  <a:pt x="296286" y="46623"/>
                  <a:pt x="294434" y="45691"/>
                  <a:pt x="292264" y="44848"/>
                </a:cubicBezTo>
                <a:cubicBezTo>
                  <a:pt x="290093" y="44006"/>
                  <a:pt x="287527" y="43584"/>
                  <a:pt x="284565" y="43584"/>
                </a:cubicBezTo>
                <a:cubicBezTo>
                  <a:pt x="278487" y="43584"/>
                  <a:pt x="273827" y="45928"/>
                  <a:pt x="270584" y="50615"/>
                </a:cubicBezTo>
                <a:cubicBezTo>
                  <a:pt x="267341" y="55300"/>
                  <a:pt x="265719" y="62097"/>
                  <a:pt x="265719" y="71006"/>
                </a:cubicBezTo>
                <a:cubicBezTo>
                  <a:pt x="265719" y="75462"/>
                  <a:pt x="266140" y="79367"/>
                  <a:pt x="266983" y="82721"/>
                </a:cubicBezTo>
                <a:cubicBezTo>
                  <a:pt x="267826" y="86075"/>
                  <a:pt x="269064" y="88879"/>
                  <a:pt x="270699" y="91133"/>
                </a:cubicBezTo>
                <a:cubicBezTo>
                  <a:pt x="272333" y="93386"/>
                  <a:pt x="274337" y="95063"/>
                  <a:pt x="276712" y="96164"/>
                </a:cubicBezTo>
                <a:cubicBezTo>
                  <a:pt x="279087" y="97265"/>
                  <a:pt x="281807" y="97816"/>
                  <a:pt x="284871" y="97816"/>
                </a:cubicBezTo>
                <a:cubicBezTo>
                  <a:pt x="287782" y="97816"/>
                  <a:pt x="290336" y="97356"/>
                  <a:pt x="292532" y="96437"/>
                </a:cubicBezTo>
                <a:cubicBezTo>
                  <a:pt x="294728" y="95518"/>
                  <a:pt x="296630" y="94509"/>
                  <a:pt x="298239" y="93411"/>
                </a:cubicBezTo>
                <a:cubicBezTo>
                  <a:pt x="299848" y="92313"/>
                  <a:pt x="301201" y="91318"/>
                  <a:pt x="302299" y="90424"/>
                </a:cubicBezTo>
                <a:cubicBezTo>
                  <a:pt x="303398" y="89530"/>
                  <a:pt x="304253" y="89084"/>
                  <a:pt x="304866" y="89084"/>
                </a:cubicBezTo>
                <a:cubicBezTo>
                  <a:pt x="305223" y="89084"/>
                  <a:pt x="305530" y="89186"/>
                  <a:pt x="305785" y="89390"/>
                </a:cubicBezTo>
                <a:cubicBezTo>
                  <a:pt x="306041" y="89594"/>
                  <a:pt x="306258" y="89939"/>
                  <a:pt x="306436" y="90424"/>
                </a:cubicBezTo>
                <a:cubicBezTo>
                  <a:pt x="306615" y="90909"/>
                  <a:pt x="306743" y="91522"/>
                  <a:pt x="306819" y="92262"/>
                </a:cubicBezTo>
                <a:cubicBezTo>
                  <a:pt x="306896" y="93003"/>
                  <a:pt x="306934" y="93884"/>
                  <a:pt x="306934" y="94905"/>
                </a:cubicBezTo>
                <a:close/>
                <a:moveTo>
                  <a:pt x="361721" y="100343"/>
                </a:moveTo>
                <a:cubicBezTo>
                  <a:pt x="361721" y="101824"/>
                  <a:pt x="361619" y="102999"/>
                  <a:pt x="361415" y="103867"/>
                </a:cubicBezTo>
                <a:cubicBezTo>
                  <a:pt x="361211" y="104735"/>
                  <a:pt x="360904" y="105373"/>
                  <a:pt x="360496" y="105782"/>
                </a:cubicBezTo>
                <a:cubicBezTo>
                  <a:pt x="360087" y="106190"/>
                  <a:pt x="359474" y="106573"/>
                  <a:pt x="358657" y="106931"/>
                </a:cubicBezTo>
                <a:cubicBezTo>
                  <a:pt x="357840" y="107288"/>
                  <a:pt x="356908" y="107582"/>
                  <a:pt x="355861" y="107812"/>
                </a:cubicBezTo>
                <a:cubicBezTo>
                  <a:pt x="354814" y="108042"/>
                  <a:pt x="353703" y="108233"/>
                  <a:pt x="352528" y="108386"/>
                </a:cubicBezTo>
                <a:cubicBezTo>
                  <a:pt x="351354" y="108539"/>
                  <a:pt x="350179" y="108616"/>
                  <a:pt x="349004" y="108616"/>
                </a:cubicBezTo>
                <a:cubicBezTo>
                  <a:pt x="345429" y="108616"/>
                  <a:pt x="342365" y="108143"/>
                  <a:pt x="339811" y="107197"/>
                </a:cubicBezTo>
                <a:cubicBezTo>
                  <a:pt x="337258" y="106249"/>
                  <a:pt x="335164" y="104815"/>
                  <a:pt x="333529" y="102895"/>
                </a:cubicBezTo>
                <a:cubicBezTo>
                  <a:pt x="331895" y="100975"/>
                  <a:pt x="330708" y="98544"/>
                  <a:pt x="329967" y="95602"/>
                </a:cubicBezTo>
                <a:cubicBezTo>
                  <a:pt x="329227" y="92659"/>
                  <a:pt x="328856" y="89191"/>
                  <a:pt x="328856" y="85199"/>
                </a:cubicBezTo>
                <a:lnTo>
                  <a:pt x="328856" y="44810"/>
                </a:lnTo>
                <a:lnTo>
                  <a:pt x="319204" y="44810"/>
                </a:lnTo>
                <a:cubicBezTo>
                  <a:pt x="318438" y="44810"/>
                  <a:pt x="317825" y="44401"/>
                  <a:pt x="317365" y="43584"/>
                </a:cubicBezTo>
                <a:cubicBezTo>
                  <a:pt x="316905" y="42767"/>
                  <a:pt x="316676" y="41440"/>
                  <a:pt x="316676" y="39601"/>
                </a:cubicBezTo>
                <a:cubicBezTo>
                  <a:pt x="316676" y="38631"/>
                  <a:pt x="316739" y="37814"/>
                  <a:pt x="316867" y="37150"/>
                </a:cubicBezTo>
                <a:cubicBezTo>
                  <a:pt x="316995" y="36486"/>
                  <a:pt x="317161" y="35937"/>
                  <a:pt x="317365" y="35503"/>
                </a:cubicBezTo>
                <a:cubicBezTo>
                  <a:pt x="317569" y="35069"/>
                  <a:pt x="317838" y="34763"/>
                  <a:pt x="318169" y="34584"/>
                </a:cubicBezTo>
                <a:cubicBezTo>
                  <a:pt x="318501" y="34405"/>
                  <a:pt x="318872" y="34316"/>
                  <a:pt x="319280" y="34316"/>
                </a:cubicBezTo>
                <a:lnTo>
                  <a:pt x="328856" y="34316"/>
                </a:lnTo>
                <a:lnTo>
                  <a:pt x="328856" y="17924"/>
                </a:lnTo>
                <a:cubicBezTo>
                  <a:pt x="328856" y="17566"/>
                  <a:pt x="328946" y="17235"/>
                  <a:pt x="329124" y="16928"/>
                </a:cubicBezTo>
                <a:cubicBezTo>
                  <a:pt x="329303" y="16622"/>
                  <a:pt x="329635" y="16354"/>
                  <a:pt x="330120" y="16124"/>
                </a:cubicBezTo>
                <a:cubicBezTo>
                  <a:pt x="330606" y="15894"/>
                  <a:pt x="331257" y="15728"/>
                  <a:pt x="332074" y="15626"/>
                </a:cubicBezTo>
                <a:cubicBezTo>
                  <a:pt x="332891" y="15524"/>
                  <a:pt x="333912" y="15473"/>
                  <a:pt x="335138" y="15473"/>
                </a:cubicBezTo>
                <a:cubicBezTo>
                  <a:pt x="336415" y="15473"/>
                  <a:pt x="337462" y="15524"/>
                  <a:pt x="338279" y="15626"/>
                </a:cubicBezTo>
                <a:cubicBezTo>
                  <a:pt x="339096" y="15728"/>
                  <a:pt x="339735" y="15894"/>
                  <a:pt x="340194" y="16124"/>
                </a:cubicBezTo>
                <a:cubicBezTo>
                  <a:pt x="340654" y="16354"/>
                  <a:pt x="340986" y="16622"/>
                  <a:pt x="341190" y="16928"/>
                </a:cubicBezTo>
                <a:cubicBezTo>
                  <a:pt x="341395" y="17235"/>
                  <a:pt x="341497" y="17566"/>
                  <a:pt x="341497" y="17924"/>
                </a:cubicBezTo>
                <a:lnTo>
                  <a:pt x="341497" y="34316"/>
                </a:lnTo>
                <a:lnTo>
                  <a:pt x="359193" y="34316"/>
                </a:lnTo>
                <a:cubicBezTo>
                  <a:pt x="359602" y="34316"/>
                  <a:pt x="359959" y="34405"/>
                  <a:pt x="360266" y="34584"/>
                </a:cubicBezTo>
                <a:cubicBezTo>
                  <a:pt x="360572" y="34763"/>
                  <a:pt x="360840" y="35069"/>
                  <a:pt x="361070" y="35503"/>
                </a:cubicBezTo>
                <a:cubicBezTo>
                  <a:pt x="361300" y="35937"/>
                  <a:pt x="361466" y="36486"/>
                  <a:pt x="361568" y="37150"/>
                </a:cubicBezTo>
                <a:cubicBezTo>
                  <a:pt x="361670" y="37814"/>
                  <a:pt x="361721" y="38631"/>
                  <a:pt x="361721" y="39601"/>
                </a:cubicBezTo>
                <a:cubicBezTo>
                  <a:pt x="361721" y="41440"/>
                  <a:pt x="361491" y="42767"/>
                  <a:pt x="361032" y="43584"/>
                </a:cubicBezTo>
                <a:cubicBezTo>
                  <a:pt x="360572" y="44401"/>
                  <a:pt x="359959" y="44810"/>
                  <a:pt x="359193" y="44810"/>
                </a:cubicBezTo>
                <a:lnTo>
                  <a:pt x="341497" y="44810"/>
                </a:lnTo>
                <a:lnTo>
                  <a:pt x="341497" y="83375"/>
                </a:lnTo>
                <a:cubicBezTo>
                  <a:pt x="341497" y="88136"/>
                  <a:pt x="342199" y="91734"/>
                  <a:pt x="343603" y="94168"/>
                </a:cubicBezTo>
                <a:cubicBezTo>
                  <a:pt x="345008" y="96600"/>
                  <a:pt x="347523" y="97816"/>
                  <a:pt x="351149" y="97816"/>
                </a:cubicBezTo>
                <a:cubicBezTo>
                  <a:pt x="352324" y="97816"/>
                  <a:pt x="353371" y="97701"/>
                  <a:pt x="354290" y="97471"/>
                </a:cubicBezTo>
                <a:cubicBezTo>
                  <a:pt x="355210" y="97241"/>
                  <a:pt x="356027" y="96999"/>
                  <a:pt x="356742" y="96743"/>
                </a:cubicBezTo>
                <a:cubicBezTo>
                  <a:pt x="357457" y="96488"/>
                  <a:pt x="358070" y="96245"/>
                  <a:pt x="358580" y="96016"/>
                </a:cubicBezTo>
                <a:cubicBezTo>
                  <a:pt x="359091" y="95786"/>
                  <a:pt x="359551" y="95671"/>
                  <a:pt x="359959" y="95671"/>
                </a:cubicBezTo>
                <a:cubicBezTo>
                  <a:pt x="360215" y="95671"/>
                  <a:pt x="360457" y="95735"/>
                  <a:pt x="360687" y="95862"/>
                </a:cubicBezTo>
                <a:cubicBezTo>
                  <a:pt x="360917" y="95990"/>
                  <a:pt x="361096" y="96233"/>
                  <a:pt x="361223" y="96590"/>
                </a:cubicBezTo>
                <a:cubicBezTo>
                  <a:pt x="361351" y="96948"/>
                  <a:pt x="361466" y="97433"/>
                  <a:pt x="361568" y="98045"/>
                </a:cubicBezTo>
                <a:cubicBezTo>
                  <a:pt x="361670" y="98658"/>
                  <a:pt x="361721" y="99424"/>
                  <a:pt x="361721" y="100343"/>
                </a:cubicBezTo>
                <a:close/>
                <a:moveTo>
                  <a:pt x="442330" y="70126"/>
                </a:moveTo>
                <a:cubicBezTo>
                  <a:pt x="442330" y="75747"/>
                  <a:pt x="441589" y="80923"/>
                  <a:pt x="440108" y="85651"/>
                </a:cubicBezTo>
                <a:cubicBezTo>
                  <a:pt x="438627" y="90379"/>
                  <a:pt x="436418" y="94457"/>
                  <a:pt x="433481" y="97883"/>
                </a:cubicBezTo>
                <a:cubicBezTo>
                  <a:pt x="430545" y="101307"/>
                  <a:pt x="426868" y="103978"/>
                  <a:pt x="422450" y="105894"/>
                </a:cubicBezTo>
                <a:cubicBezTo>
                  <a:pt x="418032" y="107811"/>
                  <a:pt x="412912" y="108769"/>
                  <a:pt x="407090" y="108769"/>
                </a:cubicBezTo>
                <a:cubicBezTo>
                  <a:pt x="401421" y="108769"/>
                  <a:pt x="396480" y="107926"/>
                  <a:pt x="392266" y="106239"/>
                </a:cubicBezTo>
                <a:cubicBezTo>
                  <a:pt x="388053" y="104552"/>
                  <a:pt x="384541" y="102099"/>
                  <a:pt x="381732" y="98878"/>
                </a:cubicBezTo>
                <a:cubicBezTo>
                  <a:pt x="378923" y="95658"/>
                  <a:pt x="376829" y="91748"/>
                  <a:pt x="375451" y="87147"/>
                </a:cubicBezTo>
                <a:cubicBezTo>
                  <a:pt x="374072" y="82546"/>
                  <a:pt x="373382" y="77332"/>
                  <a:pt x="373382" y="71504"/>
                </a:cubicBezTo>
                <a:cubicBezTo>
                  <a:pt x="373382" y="65882"/>
                  <a:pt x="374110" y="60707"/>
                  <a:pt x="375565" y="55979"/>
                </a:cubicBezTo>
                <a:cubicBezTo>
                  <a:pt x="377021" y="51250"/>
                  <a:pt x="379217" y="47174"/>
                  <a:pt x="382154" y="43749"/>
                </a:cubicBezTo>
                <a:cubicBezTo>
                  <a:pt x="385090" y="40323"/>
                  <a:pt x="388755" y="37665"/>
                  <a:pt x="393147" y="35774"/>
                </a:cubicBezTo>
                <a:cubicBezTo>
                  <a:pt x="397539" y="33883"/>
                  <a:pt x="402672" y="32937"/>
                  <a:pt x="408545" y="32937"/>
                </a:cubicBezTo>
                <a:cubicBezTo>
                  <a:pt x="414214" y="32937"/>
                  <a:pt x="419156" y="33781"/>
                  <a:pt x="423369" y="35467"/>
                </a:cubicBezTo>
                <a:cubicBezTo>
                  <a:pt x="427583" y="37154"/>
                  <a:pt x="431094" y="39608"/>
                  <a:pt x="433903" y="42828"/>
                </a:cubicBezTo>
                <a:cubicBezTo>
                  <a:pt x="436712" y="46048"/>
                  <a:pt x="438818" y="49959"/>
                  <a:pt x="440223" y="54559"/>
                </a:cubicBezTo>
                <a:cubicBezTo>
                  <a:pt x="441627" y="59160"/>
                  <a:pt x="442330" y="64349"/>
                  <a:pt x="442330" y="70126"/>
                </a:cubicBezTo>
                <a:moveTo>
                  <a:pt x="429000" y="70968"/>
                </a:moveTo>
                <a:cubicBezTo>
                  <a:pt x="429000" y="67236"/>
                  <a:pt x="428655" y="63707"/>
                  <a:pt x="427966" y="60383"/>
                </a:cubicBezTo>
                <a:cubicBezTo>
                  <a:pt x="427276" y="57059"/>
                  <a:pt x="426140" y="54144"/>
                  <a:pt x="424556" y="51639"/>
                </a:cubicBezTo>
                <a:cubicBezTo>
                  <a:pt x="422973" y="49134"/>
                  <a:pt x="420828" y="47152"/>
                  <a:pt x="418121" y="45696"/>
                </a:cubicBezTo>
                <a:cubicBezTo>
                  <a:pt x="415415" y="44237"/>
                  <a:pt x="412044" y="43508"/>
                  <a:pt x="408009" y="43508"/>
                </a:cubicBezTo>
                <a:cubicBezTo>
                  <a:pt x="404281" y="43508"/>
                  <a:pt x="401076" y="44172"/>
                  <a:pt x="398395" y="45502"/>
                </a:cubicBezTo>
                <a:cubicBezTo>
                  <a:pt x="395713" y="46831"/>
                  <a:pt x="393505" y="48711"/>
                  <a:pt x="391768" y="51141"/>
                </a:cubicBezTo>
                <a:cubicBezTo>
                  <a:pt x="390032" y="53570"/>
                  <a:pt x="388742" y="56446"/>
                  <a:pt x="387899" y="59770"/>
                </a:cubicBezTo>
                <a:cubicBezTo>
                  <a:pt x="387057" y="63093"/>
                  <a:pt x="386635" y="66723"/>
                  <a:pt x="386635" y="70662"/>
                </a:cubicBezTo>
                <a:cubicBezTo>
                  <a:pt x="386635" y="74445"/>
                  <a:pt x="386980" y="77999"/>
                  <a:pt x="387670" y="81323"/>
                </a:cubicBezTo>
                <a:cubicBezTo>
                  <a:pt x="388359" y="84647"/>
                  <a:pt x="389508" y="87549"/>
                  <a:pt x="391117" y="90029"/>
                </a:cubicBezTo>
                <a:cubicBezTo>
                  <a:pt x="392726" y="92509"/>
                  <a:pt x="394884" y="94478"/>
                  <a:pt x="397590" y="95937"/>
                </a:cubicBezTo>
                <a:cubicBezTo>
                  <a:pt x="400297" y="97394"/>
                  <a:pt x="403668" y="98122"/>
                  <a:pt x="407703" y="98122"/>
                </a:cubicBezTo>
                <a:cubicBezTo>
                  <a:pt x="411380" y="98122"/>
                  <a:pt x="414572" y="97457"/>
                  <a:pt x="417279" y="96128"/>
                </a:cubicBezTo>
                <a:cubicBezTo>
                  <a:pt x="419986" y="94799"/>
                  <a:pt x="422207" y="92933"/>
                  <a:pt x="423944" y="90529"/>
                </a:cubicBezTo>
                <a:cubicBezTo>
                  <a:pt x="425680" y="88124"/>
                  <a:pt x="426957" y="85261"/>
                  <a:pt x="427774" y="81938"/>
                </a:cubicBezTo>
                <a:cubicBezTo>
                  <a:pt x="428591" y="78614"/>
                  <a:pt x="429000" y="74958"/>
                  <a:pt x="429000" y="70968"/>
                </a:cubicBezTo>
                <a:close/>
                <a:moveTo>
                  <a:pt x="503949" y="40903"/>
                </a:moveTo>
                <a:cubicBezTo>
                  <a:pt x="503949" y="42027"/>
                  <a:pt x="503923" y="42971"/>
                  <a:pt x="503872" y="43737"/>
                </a:cubicBezTo>
                <a:cubicBezTo>
                  <a:pt x="503821" y="44503"/>
                  <a:pt x="503719" y="45103"/>
                  <a:pt x="503566" y="45538"/>
                </a:cubicBezTo>
                <a:cubicBezTo>
                  <a:pt x="503413" y="45972"/>
                  <a:pt x="503221" y="46304"/>
                  <a:pt x="502991" y="46533"/>
                </a:cubicBezTo>
                <a:cubicBezTo>
                  <a:pt x="502761" y="46763"/>
                  <a:pt x="502442" y="46878"/>
                  <a:pt x="502034" y="46878"/>
                </a:cubicBezTo>
                <a:cubicBezTo>
                  <a:pt x="501625" y="46878"/>
                  <a:pt x="501127" y="46763"/>
                  <a:pt x="500540" y="46533"/>
                </a:cubicBezTo>
                <a:cubicBezTo>
                  <a:pt x="499952" y="46304"/>
                  <a:pt x="499288" y="46074"/>
                  <a:pt x="498548" y="45844"/>
                </a:cubicBezTo>
                <a:cubicBezTo>
                  <a:pt x="497807" y="45614"/>
                  <a:pt x="496977" y="45397"/>
                  <a:pt x="496058" y="45193"/>
                </a:cubicBezTo>
                <a:cubicBezTo>
                  <a:pt x="495139" y="44989"/>
                  <a:pt x="494143" y="44886"/>
                  <a:pt x="493070" y="44886"/>
                </a:cubicBezTo>
                <a:cubicBezTo>
                  <a:pt x="491794" y="44886"/>
                  <a:pt x="490542" y="45142"/>
                  <a:pt x="489317" y="45652"/>
                </a:cubicBezTo>
                <a:cubicBezTo>
                  <a:pt x="488091" y="46163"/>
                  <a:pt x="486801" y="47006"/>
                  <a:pt x="485448" y="48180"/>
                </a:cubicBezTo>
                <a:cubicBezTo>
                  <a:pt x="484094" y="49355"/>
                  <a:pt x="482677" y="50912"/>
                  <a:pt x="481196" y="52853"/>
                </a:cubicBezTo>
                <a:cubicBezTo>
                  <a:pt x="479715" y="54793"/>
                  <a:pt x="478081" y="57168"/>
                  <a:pt x="476293" y="59976"/>
                </a:cubicBezTo>
                <a:lnTo>
                  <a:pt x="476293" y="105322"/>
                </a:lnTo>
                <a:cubicBezTo>
                  <a:pt x="476293" y="105731"/>
                  <a:pt x="476191" y="106076"/>
                  <a:pt x="475987" y="106356"/>
                </a:cubicBezTo>
                <a:cubicBezTo>
                  <a:pt x="475782" y="106637"/>
                  <a:pt x="475451" y="106880"/>
                  <a:pt x="474991" y="107084"/>
                </a:cubicBezTo>
                <a:cubicBezTo>
                  <a:pt x="474531" y="107288"/>
                  <a:pt x="473893" y="107442"/>
                  <a:pt x="473076" y="107544"/>
                </a:cubicBezTo>
                <a:cubicBezTo>
                  <a:pt x="472259" y="107646"/>
                  <a:pt x="471212" y="107697"/>
                  <a:pt x="469935" y="107697"/>
                </a:cubicBezTo>
                <a:cubicBezTo>
                  <a:pt x="468709" y="107697"/>
                  <a:pt x="467688" y="107646"/>
                  <a:pt x="466870" y="107544"/>
                </a:cubicBezTo>
                <a:cubicBezTo>
                  <a:pt x="466053" y="107442"/>
                  <a:pt x="465402" y="107288"/>
                  <a:pt x="464917" y="107084"/>
                </a:cubicBezTo>
                <a:cubicBezTo>
                  <a:pt x="464432" y="106880"/>
                  <a:pt x="464100" y="106637"/>
                  <a:pt x="463921" y="106356"/>
                </a:cubicBezTo>
                <a:cubicBezTo>
                  <a:pt x="463742" y="106076"/>
                  <a:pt x="463653" y="105731"/>
                  <a:pt x="463653" y="105322"/>
                </a:cubicBezTo>
                <a:lnTo>
                  <a:pt x="463653" y="36384"/>
                </a:lnTo>
                <a:cubicBezTo>
                  <a:pt x="463653" y="35976"/>
                  <a:pt x="463729" y="35631"/>
                  <a:pt x="463883" y="35350"/>
                </a:cubicBezTo>
                <a:cubicBezTo>
                  <a:pt x="464036" y="35069"/>
                  <a:pt x="464342" y="34814"/>
                  <a:pt x="464802" y="34584"/>
                </a:cubicBezTo>
                <a:cubicBezTo>
                  <a:pt x="465262" y="34354"/>
                  <a:pt x="465849" y="34201"/>
                  <a:pt x="466564" y="34124"/>
                </a:cubicBezTo>
                <a:cubicBezTo>
                  <a:pt x="467279" y="34048"/>
                  <a:pt x="468224" y="34010"/>
                  <a:pt x="469398" y="34010"/>
                </a:cubicBezTo>
                <a:cubicBezTo>
                  <a:pt x="470522" y="34010"/>
                  <a:pt x="471454" y="34048"/>
                  <a:pt x="472195" y="34124"/>
                </a:cubicBezTo>
                <a:cubicBezTo>
                  <a:pt x="472935" y="34201"/>
                  <a:pt x="473510" y="34354"/>
                  <a:pt x="473918" y="34584"/>
                </a:cubicBezTo>
                <a:cubicBezTo>
                  <a:pt x="474327" y="34814"/>
                  <a:pt x="474621" y="35069"/>
                  <a:pt x="474799" y="35350"/>
                </a:cubicBezTo>
                <a:cubicBezTo>
                  <a:pt x="474978" y="35631"/>
                  <a:pt x="475067" y="35976"/>
                  <a:pt x="475067" y="36384"/>
                </a:cubicBezTo>
                <a:lnTo>
                  <a:pt x="475067" y="46418"/>
                </a:lnTo>
                <a:cubicBezTo>
                  <a:pt x="476957" y="43661"/>
                  <a:pt x="478732" y="41414"/>
                  <a:pt x="480392" y="39678"/>
                </a:cubicBezTo>
                <a:cubicBezTo>
                  <a:pt x="482052" y="37942"/>
                  <a:pt x="483622" y="36576"/>
                  <a:pt x="485103" y="35580"/>
                </a:cubicBezTo>
                <a:cubicBezTo>
                  <a:pt x="486584" y="34584"/>
                  <a:pt x="488053" y="33895"/>
                  <a:pt x="489508" y="33512"/>
                </a:cubicBezTo>
                <a:cubicBezTo>
                  <a:pt x="490964" y="33129"/>
                  <a:pt x="492432" y="32937"/>
                  <a:pt x="493913" y="32937"/>
                </a:cubicBezTo>
                <a:cubicBezTo>
                  <a:pt x="494577" y="32937"/>
                  <a:pt x="495330" y="32975"/>
                  <a:pt x="496173" y="33052"/>
                </a:cubicBezTo>
                <a:cubicBezTo>
                  <a:pt x="497016" y="33129"/>
                  <a:pt x="497897" y="33269"/>
                  <a:pt x="498816" y="33473"/>
                </a:cubicBezTo>
                <a:cubicBezTo>
                  <a:pt x="499735" y="33678"/>
                  <a:pt x="500565" y="33907"/>
                  <a:pt x="501306" y="34163"/>
                </a:cubicBezTo>
                <a:cubicBezTo>
                  <a:pt x="502046" y="34418"/>
                  <a:pt x="502570" y="34673"/>
                  <a:pt x="502876" y="34929"/>
                </a:cubicBezTo>
                <a:cubicBezTo>
                  <a:pt x="503183" y="35184"/>
                  <a:pt x="503387" y="35427"/>
                  <a:pt x="503489" y="35656"/>
                </a:cubicBezTo>
                <a:cubicBezTo>
                  <a:pt x="503591" y="35886"/>
                  <a:pt x="503681" y="36180"/>
                  <a:pt x="503757" y="36537"/>
                </a:cubicBezTo>
                <a:cubicBezTo>
                  <a:pt x="503834" y="36895"/>
                  <a:pt x="503885" y="37418"/>
                  <a:pt x="503911" y="38108"/>
                </a:cubicBezTo>
                <a:cubicBezTo>
                  <a:pt x="503936" y="38797"/>
                  <a:pt x="503949" y="39729"/>
                  <a:pt x="503949" y="40903"/>
                </a:cubicBezTo>
                <a:close/>
                <a:moveTo>
                  <a:pt x="532555" y="105322"/>
                </a:moveTo>
                <a:cubicBezTo>
                  <a:pt x="532555" y="105731"/>
                  <a:pt x="532453" y="106076"/>
                  <a:pt x="532249" y="106356"/>
                </a:cubicBezTo>
                <a:cubicBezTo>
                  <a:pt x="532045" y="106637"/>
                  <a:pt x="531713" y="106880"/>
                  <a:pt x="531253" y="107084"/>
                </a:cubicBezTo>
                <a:cubicBezTo>
                  <a:pt x="530793" y="107288"/>
                  <a:pt x="530155" y="107442"/>
                  <a:pt x="529338" y="107544"/>
                </a:cubicBezTo>
                <a:cubicBezTo>
                  <a:pt x="528521" y="107646"/>
                  <a:pt x="527474" y="107697"/>
                  <a:pt x="526197" y="107697"/>
                </a:cubicBezTo>
                <a:cubicBezTo>
                  <a:pt x="524971" y="107697"/>
                  <a:pt x="523950" y="107646"/>
                  <a:pt x="523132" y="107544"/>
                </a:cubicBezTo>
                <a:cubicBezTo>
                  <a:pt x="522315" y="107442"/>
                  <a:pt x="521664" y="107288"/>
                  <a:pt x="521179" y="107084"/>
                </a:cubicBezTo>
                <a:cubicBezTo>
                  <a:pt x="520694" y="106880"/>
                  <a:pt x="520362" y="106637"/>
                  <a:pt x="520183" y="106356"/>
                </a:cubicBezTo>
                <a:cubicBezTo>
                  <a:pt x="520004" y="106076"/>
                  <a:pt x="519915" y="105731"/>
                  <a:pt x="519915" y="105322"/>
                </a:cubicBezTo>
                <a:lnTo>
                  <a:pt x="519915" y="36384"/>
                </a:lnTo>
                <a:cubicBezTo>
                  <a:pt x="519915" y="36027"/>
                  <a:pt x="520004" y="35695"/>
                  <a:pt x="520183" y="35388"/>
                </a:cubicBezTo>
                <a:cubicBezTo>
                  <a:pt x="520362" y="35082"/>
                  <a:pt x="520694" y="34827"/>
                  <a:pt x="521179" y="34622"/>
                </a:cubicBezTo>
                <a:cubicBezTo>
                  <a:pt x="521664" y="34418"/>
                  <a:pt x="522315" y="34265"/>
                  <a:pt x="523132" y="34163"/>
                </a:cubicBezTo>
                <a:cubicBezTo>
                  <a:pt x="523950" y="34061"/>
                  <a:pt x="524971" y="34010"/>
                  <a:pt x="526197" y="34010"/>
                </a:cubicBezTo>
                <a:cubicBezTo>
                  <a:pt x="527474" y="34010"/>
                  <a:pt x="528521" y="34061"/>
                  <a:pt x="529338" y="34163"/>
                </a:cubicBezTo>
                <a:cubicBezTo>
                  <a:pt x="530155" y="34265"/>
                  <a:pt x="530793" y="34418"/>
                  <a:pt x="531253" y="34622"/>
                </a:cubicBezTo>
                <a:cubicBezTo>
                  <a:pt x="531713" y="34827"/>
                  <a:pt x="532045" y="35082"/>
                  <a:pt x="532249" y="35388"/>
                </a:cubicBezTo>
                <a:cubicBezTo>
                  <a:pt x="532453" y="35695"/>
                  <a:pt x="532555" y="36027"/>
                  <a:pt x="532555" y="36384"/>
                </a:cubicBezTo>
                <a:lnTo>
                  <a:pt x="532555" y="105322"/>
                </a:lnTo>
                <a:moveTo>
                  <a:pt x="534011" y="13022"/>
                </a:moveTo>
                <a:cubicBezTo>
                  <a:pt x="534011" y="15983"/>
                  <a:pt x="533449" y="18001"/>
                  <a:pt x="532325" y="19073"/>
                </a:cubicBezTo>
                <a:cubicBezTo>
                  <a:pt x="531202" y="20145"/>
                  <a:pt x="529133" y="20681"/>
                  <a:pt x="526120" y="20681"/>
                </a:cubicBezTo>
                <a:cubicBezTo>
                  <a:pt x="523158" y="20681"/>
                  <a:pt x="521128" y="20158"/>
                  <a:pt x="520030" y="19111"/>
                </a:cubicBezTo>
                <a:cubicBezTo>
                  <a:pt x="518932" y="18064"/>
                  <a:pt x="518383" y="16086"/>
                  <a:pt x="518383" y="13175"/>
                </a:cubicBezTo>
                <a:cubicBezTo>
                  <a:pt x="518383" y="10213"/>
                  <a:pt x="518945" y="8196"/>
                  <a:pt x="520068" y="7124"/>
                </a:cubicBezTo>
                <a:cubicBezTo>
                  <a:pt x="521192" y="6051"/>
                  <a:pt x="523260" y="5515"/>
                  <a:pt x="526273" y="5515"/>
                </a:cubicBezTo>
                <a:cubicBezTo>
                  <a:pt x="529236" y="5515"/>
                  <a:pt x="531266" y="6038"/>
                  <a:pt x="532364" y="7085"/>
                </a:cubicBezTo>
                <a:cubicBezTo>
                  <a:pt x="533462" y="8132"/>
                  <a:pt x="534011" y="10111"/>
                  <a:pt x="534011" y="13022"/>
                </a:cubicBezTo>
                <a:close/>
                <a:moveTo>
                  <a:pt x="616408" y="105322"/>
                </a:moveTo>
                <a:cubicBezTo>
                  <a:pt x="616408" y="105731"/>
                  <a:pt x="616305" y="106076"/>
                  <a:pt x="616101" y="106356"/>
                </a:cubicBezTo>
                <a:cubicBezTo>
                  <a:pt x="615897" y="106637"/>
                  <a:pt x="615565" y="106880"/>
                  <a:pt x="615105" y="107084"/>
                </a:cubicBezTo>
                <a:cubicBezTo>
                  <a:pt x="614646" y="107288"/>
                  <a:pt x="614007" y="107442"/>
                  <a:pt x="613190" y="107544"/>
                </a:cubicBezTo>
                <a:cubicBezTo>
                  <a:pt x="612373" y="107646"/>
                  <a:pt x="611351" y="107697"/>
                  <a:pt x="610126" y="107697"/>
                </a:cubicBezTo>
                <a:cubicBezTo>
                  <a:pt x="608849" y="107697"/>
                  <a:pt x="607802" y="107646"/>
                  <a:pt x="606985" y="107544"/>
                </a:cubicBezTo>
                <a:cubicBezTo>
                  <a:pt x="606168" y="107442"/>
                  <a:pt x="605529" y="107288"/>
                  <a:pt x="605070" y="107084"/>
                </a:cubicBezTo>
                <a:cubicBezTo>
                  <a:pt x="604610" y="106880"/>
                  <a:pt x="604278" y="106637"/>
                  <a:pt x="604074" y="106356"/>
                </a:cubicBezTo>
                <a:cubicBezTo>
                  <a:pt x="603869" y="106076"/>
                  <a:pt x="603767" y="105731"/>
                  <a:pt x="603767" y="105322"/>
                </a:cubicBezTo>
                <a:lnTo>
                  <a:pt x="603767" y="64955"/>
                </a:lnTo>
                <a:cubicBezTo>
                  <a:pt x="603767" y="61023"/>
                  <a:pt x="603461" y="57857"/>
                  <a:pt x="602848" y="55457"/>
                </a:cubicBezTo>
                <a:cubicBezTo>
                  <a:pt x="602235" y="53057"/>
                  <a:pt x="601341" y="50989"/>
                  <a:pt x="600167" y="49253"/>
                </a:cubicBezTo>
                <a:cubicBezTo>
                  <a:pt x="598992" y="47516"/>
                  <a:pt x="597473" y="46189"/>
                  <a:pt x="595608" y="45269"/>
                </a:cubicBezTo>
                <a:cubicBezTo>
                  <a:pt x="593744" y="44350"/>
                  <a:pt x="591586" y="43891"/>
                  <a:pt x="589135" y="43891"/>
                </a:cubicBezTo>
                <a:cubicBezTo>
                  <a:pt x="585969" y="43891"/>
                  <a:pt x="582802" y="45014"/>
                  <a:pt x="579636" y="47261"/>
                </a:cubicBezTo>
                <a:cubicBezTo>
                  <a:pt x="576469" y="49508"/>
                  <a:pt x="573149" y="52802"/>
                  <a:pt x="569677" y="57142"/>
                </a:cubicBezTo>
                <a:lnTo>
                  <a:pt x="569677" y="105322"/>
                </a:lnTo>
                <a:cubicBezTo>
                  <a:pt x="569677" y="105731"/>
                  <a:pt x="569574" y="106076"/>
                  <a:pt x="569370" y="106356"/>
                </a:cubicBezTo>
                <a:cubicBezTo>
                  <a:pt x="569166" y="106637"/>
                  <a:pt x="568834" y="106880"/>
                  <a:pt x="568374" y="107084"/>
                </a:cubicBezTo>
                <a:cubicBezTo>
                  <a:pt x="567915" y="107288"/>
                  <a:pt x="567276" y="107442"/>
                  <a:pt x="566459" y="107544"/>
                </a:cubicBezTo>
                <a:cubicBezTo>
                  <a:pt x="565642" y="107646"/>
                  <a:pt x="564595" y="107697"/>
                  <a:pt x="563318" y="107697"/>
                </a:cubicBezTo>
                <a:cubicBezTo>
                  <a:pt x="562092" y="107697"/>
                  <a:pt x="561071" y="107646"/>
                  <a:pt x="560254" y="107544"/>
                </a:cubicBezTo>
                <a:cubicBezTo>
                  <a:pt x="559437" y="107442"/>
                  <a:pt x="558785" y="107288"/>
                  <a:pt x="558300" y="107084"/>
                </a:cubicBezTo>
                <a:cubicBezTo>
                  <a:pt x="557815" y="106880"/>
                  <a:pt x="557483" y="106637"/>
                  <a:pt x="557304" y="106356"/>
                </a:cubicBezTo>
                <a:cubicBezTo>
                  <a:pt x="557126" y="106076"/>
                  <a:pt x="557036" y="105731"/>
                  <a:pt x="557036" y="105322"/>
                </a:cubicBezTo>
                <a:lnTo>
                  <a:pt x="557036" y="36384"/>
                </a:lnTo>
                <a:cubicBezTo>
                  <a:pt x="557036" y="35976"/>
                  <a:pt x="557113" y="35631"/>
                  <a:pt x="557266" y="35350"/>
                </a:cubicBezTo>
                <a:cubicBezTo>
                  <a:pt x="557419" y="35069"/>
                  <a:pt x="557726" y="34814"/>
                  <a:pt x="558185" y="34584"/>
                </a:cubicBezTo>
                <a:cubicBezTo>
                  <a:pt x="558645" y="34354"/>
                  <a:pt x="559232" y="34201"/>
                  <a:pt x="559947" y="34124"/>
                </a:cubicBezTo>
                <a:cubicBezTo>
                  <a:pt x="560662" y="34048"/>
                  <a:pt x="561607" y="34010"/>
                  <a:pt x="562782" y="34010"/>
                </a:cubicBezTo>
                <a:cubicBezTo>
                  <a:pt x="563905" y="34010"/>
                  <a:pt x="564837" y="34048"/>
                  <a:pt x="565578" y="34124"/>
                </a:cubicBezTo>
                <a:cubicBezTo>
                  <a:pt x="566319" y="34201"/>
                  <a:pt x="566893" y="34354"/>
                  <a:pt x="567302" y="34584"/>
                </a:cubicBezTo>
                <a:cubicBezTo>
                  <a:pt x="567710" y="34814"/>
                  <a:pt x="568004" y="35069"/>
                  <a:pt x="568183" y="35350"/>
                </a:cubicBezTo>
                <a:cubicBezTo>
                  <a:pt x="568361" y="35631"/>
                  <a:pt x="568451" y="35976"/>
                  <a:pt x="568451" y="36384"/>
                </a:cubicBezTo>
                <a:lnTo>
                  <a:pt x="568451" y="45499"/>
                </a:lnTo>
                <a:cubicBezTo>
                  <a:pt x="572332" y="41159"/>
                  <a:pt x="576201" y="37980"/>
                  <a:pt x="580057" y="35963"/>
                </a:cubicBezTo>
                <a:cubicBezTo>
                  <a:pt x="583913" y="33946"/>
                  <a:pt x="587807" y="32937"/>
                  <a:pt x="591740" y="32937"/>
                </a:cubicBezTo>
                <a:cubicBezTo>
                  <a:pt x="596336" y="32937"/>
                  <a:pt x="600205" y="33716"/>
                  <a:pt x="603346" y="35273"/>
                </a:cubicBezTo>
                <a:cubicBezTo>
                  <a:pt x="606487" y="36831"/>
                  <a:pt x="609028" y="38912"/>
                  <a:pt x="610968" y="41516"/>
                </a:cubicBezTo>
                <a:cubicBezTo>
                  <a:pt x="612909" y="44120"/>
                  <a:pt x="614301" y="47172"/>
                  <a:pt x="615144" y="50670"/>
                </a:cubicBezTo>
                <a:cubicBezTo>
                  <a:pt x="615986" y="54168"/>
                  <a:pt x="616408" y="58368"/>
                  <a:pt x="616408" y="63270"/>
                </a:cubicBezTo>
                <a:lnTo>
                  <a:pt x="616408" y="105322"/>
                </a:lnTo>
                <a:close/>
                <a:moveTo>
                  <a:pt x="700090" y="39448"/>
                </a:moveTo>
                <a:cubicBezTo>
                  <a:pt x="700090" y="41235"/>
                  <a:pt x="699847" y="42525"/>
                  <a:pt x="699362" y="43316"/>
                </a:cubicBezTo>
                <a:cubicBezTo>
                  <a:pt x="698877" y="44108"/>
                  <a:pt x="698251" y="44503"/>
                  <a:pt x="697485" y="44503"/>
                </a:cubicBezTo>
                <a:lnTo>
                  <a:pt x="687603" y="44503"/>
                </a:lnTo>
                <a:cubicBezTo>
                  <a:pt x="689390" y="46347"/>
                  <a:pt x="690642" y="48383"/>
                  <a:pt x="691357" y="50612"/>
                </a:cubicBezTo>
                <a:cubicBezTo>
                  <a:pt x="692072" y="52840"/>
                  <a:pt x="692429" y="55157"/>
                  <a:pt x="692429" y="57563"/>
                </a:cubicBezTo>
                <a:cubicBezTo>
                  <a:pt x="692429" y="61540"/>
                  <a:pt x="691791" y="65058"/>
                  <a:pt x="690514" y="68117"/>
                </a:cubicBezTo>
                <a:cubicBezTo>
                  <a:pt x="689237" y="71176"/>
                  <a:pt x="687411" y="73764"/>
                  <a:pt x="685036" y="75880"/>
                </a:cubicBezTo>
                <a:cubicBezTo>
                  <a:pt x="682662" y="77996"/>
                  <a:pt x="679840" y="79615"/>
                  <a:pt x="676571" y="80737"/>
                </a:cubicBezTo>
                <a:cubicBezTo>
                  <a:pt x="673303" y="81859"/>
                  <a:pt x="669677" y="82419"/>
                  <a:pt x="665693" y="82419"/>
                </a:cubicBezTo>
                <a:cubicBezTo>
                  <a:pt x="662884" y="82419"/>
                  <a:pt x="660215" y="82050"/>
                  <a:pt x="657687" y="81311"/>
                </a:cubicBezTo>
                <a:cubicBezTo>
                  <a:pt x="655159" y="80572"/>
                  <a:pt x="653206" y="79642"/>
                  <a:pt x="651827" y="78520"/>
                </a:cubicBezTo>
                <a:cubicBezTo>
                  <a:pt x="650907" y="79439"/>
                  <a:pt x="650154" y="80486"/>
                  <a:pt x="649567" y="81661"/>
                </a:cubicBezTo>
                <a:cubicBezTo>
                  <a:pt x="648979" y="82834"/>
                  <a:pt x="648686" y="84185"/>
                  <a:pt x="648686" y="85716"/>
                </a:cubicBezTo>
                <a:cubicBezTo>
                  <a:pt x="648686" y="87503"/>
                  <a:pt x="649516" y="88984"/>
                  <a:pt x="651176" y="90158"/>
                </a:cubicBezTo>
                <a:cubicBezTo>
                  <a:pt x="652835" y="91331"/>
                  <a:pt x="655044" y="91969"/>
                  <a:pt x="657802" y="92071"/>
                </a:cubicBezTo>
                <a:lnTo>
                  <a:pt x="675805" y="92839"/>
                </a:lnTo>
                <a:cubicBezTo>
                  <a:pt x="679227" y="92941"/>
                  <a:pt x="682368" y="93415"/>
                  <a:pt x="685228" y="94261"/>
                </a:cubicBezTo>
                <a:cubicBezTo>
                  <a:pt x="688088" y="95107"/>
                  <a:pt x="690565" y="96312"/>
                  <a:pt x="692659" y="97876"/>
                </a:cubicBezTo>
                <a:cubicBezTo>
                  <a:pt x="694753" y="99438"/>
                  <a:pt x="696387" y="101359"/>
                  <a:pt x="697562" y="103640"/>
                </a:cubicBezTo>
                <a:cubicBezTo>
                  <a:pt x="698737" y="105920"/>
                  <a:pt x="699324" y="108572"/>
                  <a:pt x="699324" y="111596"/>
                </a:cubicBezTo>
                <a:cubicBezTo>
                  <a:pt x="699324" y="114773"/>
                  <a:pt x="698660" y="117797"/>
                  <a:pt x="697332" y="120666"/>
                </a:cubicBezTo>
                <a:cubicBezTo>
                  <a:pt x="696004" y="123537"/>
                  <a:pt x="693974" y="126060"/>
                  <a:pt x="691242" y="128237"/>
                </a:cubicBezTo>
                <a:cubicBezTo>
                  <a:pt x="688509" y="130415"/>
                  <a:pt x="685024" y="132132"/>
                  <a:pt x="680785" y="133388"/>
                </a:cubicBezTo>
                <a:cubicBezTo>
                  <a:pt x="676546" y="134644"/>
                  <a:pt x="671541" y="135272"/>
                  <a:pt x="665769" y="135272"/>
                </a:cubicBezTo>
                <a:cubicBezTo>
                  <a:pt x="660203" y="135272"/>
                  <a:pt x="655466" y="134799"/>
                  <a:pt x="651559" y="133853"/>
                </a:cubicBezTo>
                <a:cubicBezTo>
                  <a:pt x="647652" y="132908"/>
                  <a:pt x="644447" y="131618"/>
                  <a:pt x="641944" y="129982"/>
                </a:cubicBezTo>
                <a:cubicBezTo>
                  <a:pt x="639442" y="128348"/>
                  <a:pt x="637629" y="126394"/>
                  <a:pt x="636505" y="124120"/>
                </a:cubicBezTo>
                <a:cubicBezTo>
                  <a:pt x="635382" y="121846"/>
                  <a:pt x="634820" y="119380"/>
                  <a:pt x="634820" y="116721"/>
                </a:cubicBezTo>
                <a:cubicBezTo>
                  <a:pt x="634820" y="115036"/>
                  <a:pt x="635024" y="113401"/>
                  <a:pt x="635433" y="111816"/>
                </a:cubicBezTo>
                <a:cubicBezTo>
                  <a:pt x="635841" y="110232"/>
                  <a:pt x="636467" y="108724"/>
                  <a:pt x="637309" y="107292"/>
                </a:cubicBezTo>
                <a:cubicBezTo>
                  <a:pt x="638152" y="105862"/>
                  <a:pt x="639199" y="104496"/>
                  <a:pt x="640450" y="103194"/>
                </a:cubicBezTo>
                <a:cubicBezTo>
                  <a:pt x="641702" y="101891"/>
                  <a:pt x="643144" y="100600"/>
                  <a:pt x="644779" y="99321"/>
                </a:cubicBezTo>
                <a:cubicBezTo>
                  <a:pt x="642276" y="98040"/>
                  <a:pt x="640425" y="96425"/>
                  <a:pt x="639225" y="94476"/>
                </a:cubicBezTo>
                <a:cubicBezTo>
                  <a:pt x="638025" y="92526"/>
                  <a:pt x="637424" y="90423"/>
                  <a:pt x="637424" y="88167"/>
                </a:cubicBezTo>
                <a:cubicBezTo>
                  <a:pt x="637424" y="85039"/>
                  <a:pt x="638063" y="82244"/>
                  <a:pt x="639340" y="79782"/>
                </a:cubicBezTo>
                <a:cubicBezTo>
                  <a:pt x="640616" y="77319"/>
                  <a:pt x="642200" y="75114"/>
                  <a:pt x="644089" y="73165"/>
                </a:cubicBezTo>
                <a:cubicBezTo>
                  <a:pt x="642506" y="71279"/>
                  <a:pt x="641255" y="69150"/>
                  <a:pt x="640336" y="66779"/>
                </a:cubicBezTo>
                <a:cubicBezTo>
                  <a:pt x="639416" y="64408"/>
                  <a:pt x="638957" y="61540"/>
                  <a:pt x="638957" y="58176"/>
                </a:cubicBezTo>
                <a:cubicBezTo>
                  <a:pt x="638957" y="54251"/>
                  <a:pt x="639621" y="50733"/>
                  <a:pt x="640948" y="47622"/>
                </a:cubicBezTo>
                <a:cubicBezTo>
                  <a:pt x="642276" y="44512"/>
                  <a:pt x="644115" y="41886"/>
                  <a:pt x="646464" y="39745"/>
                </a:cubicBezTo>
                <a:cubicBezTo>
                  <a:pt x="648814" y="37603"/>
                  <a:pt x="651635" y="35959"/>
                  <a:pt x="654929" y="34811"/>
                </a:cubicBezTo>
                <a:cubicBezTo>
                  <a:pt x="658224" y="33664"/>
                  <a:pt x="661811" y="33090"/>
                  <a:pt x="665693" y="33090"/>
                </a:cubicBezTo>
                <a:cubicBezTo>
                  <a:pt x="667787" y="33090"/>
                  <a:pt x="669740" y="33199"/>
                  <a:pt x="671553" y="33416"/>
                </a:cubicBezTo>
                <a:cubicBezTo>
                  <a:pt x="673366" y="33631"/>
                  <a:pt x="675065" y="33931"/>
                  <a:pt x="676648" y="34316"/>
                </a:cubicBezTo>
                <a:lnTo>
                  <a:pt x="697485" y="34316"/>
                </a:lnTo>
                <a:cubicBezTo>
                  <a:pt x="698354" y="34316"/>
                  <a:pt x="699005" y="34737"/>
                  <a:pt x="699439" y="35580"/>
                </a:cubicBezTo>
                <a:cubicBezTo>
                  <a:pt x="699873" y="36422"/>
                  <a:pt x="700090" y="37712"/>
                  <a:pt x="700090" y="39448"/>
                </a:cubicBezTo>
                <a:moveTo>
                  <a:pt x="680325" y="57640"/>
                </a:moveTo>
                <a:cubicBezTo>
                  <a:pt x="680325" y="52955"/>
                  <a:pt x="679036" y="49300"/>
                  <a:pt x="676456" y="46677"/>
                </a:cubicBezTo>
                <a:cubicBezTo>
                  <a:pt x="673877" y="44053"/>
                  <a:pt x="670213" y="42742"/>
                  <a:pt x="665463" y="42742"/>
                </a:cubicBezTo>
                <a:cubicBezTo>
                  <a:pt x="663012" y="42742"/>
                  <a:pt x="660879" y="43149"/>
                  <a:pt x="659066" y="43965"/>
                </a:cubicBezTo>
                <a:cubicBezTo>
                  <a:pt x="657253" y="44779"/>
                  <a:pt x="655747" y="45899"/>
                  <a:pt x="654546" y="47326"/>
                </a:cubicBezTo>
                <a:cubicBezTo>
                  <a:pt x="653346" y="48752"/>
                  <a:pt x="652452" y="50395"/>
                  <a:pt x="651865" y="52254"/>
                </a:cubicBezTo>
                <a:cubicBezTo>
                  <a:pt x="651278" y="54113"/>
                  <a:pt x="650984" y="56062"/>
                  <a:pt x="650984" y="58100"/>
                </a:cubicBezTo>
                <a:cubicBezTo>
                  <a:pt x="650984" y="62632"/>
                  <a:pt x="652274" y="66197"/>
                  <a:pt x="654853" y="68795"/>
                </a:cubicBezTo>
                <a:cubicBezTo>
                  <a:pt x="657432" y="71393"/>
                  <a:pt x="661045" y="72692"/>
                  <a:pt x="665693" y="72692"/>
                </a:cubicBezTo>
                <a:cubicBezTo>
                  <a:pt x="668195" y="72692"/>
                  <a:pt x="670366" y="72297"/>
                  <a:pt x="672205" y="71509"/>
                </a:cubicBezTo>
                <a:cubicBezTo>
                  <a:pt x="674043" y="70719"/>
                  <a:pt x="675563" y="69624"/>
                  <a:pt x="676763" y="68223"/>
                </a:cubicBezTo>
                <a:cubicBezTo>
                  <a:pt x="677963" y="66821"/>
                  <a:pt x="678857" y="65204"/>
                  <a:pt x="679444" y="63371"/>
                </a:cubicBezTo>
                <a:cubicBezTo>
                  <a:pt x="680031" y="61537"/>
                  <a:pt x="680325" y="59627"/>
                  <a:pt x="680325" y="57640"/>
                </a:cubicBezTo>
                <a:moveTo>
                  <a:pt x="686684" y="112283"/>
                </a:moveTo>
                <a:cubicBezTo>
                  <a:pt x="686684" y="109301"/>
                  <a:pt x="685471" y="107000"/>
                  <a:pt x="683045" y="105382"/>
                </a:cubicBezTo>
                <a:cubicBezTo>
                  <a:pt x="680619" y="103762"/>
                  <a:pt x="677337" y="102901"/>
                  <a:pt x="673201" y="102799"/>
                </a:cubicBezTo>
                <a:lnTo>
                  <a:pt x="655351" y="102182"/>
                </a:lnTo>
                <a:cubicBezTo>
                  <a:pt x="653716" y="103466"/>
                  <a:pt x="652376" y="104687"/>
                  <a:pt x="651329" y="105844"/>
                </a:cubicBezTo>
                <a:cubicBezTo>
                  <a:pt x="650282" y="107001"/>
                  <a:pt x="649452" y="108106"/>
                  <a:pt x="648839" y="109159"/>
                </a:cubicBezTo>
                <a:cubicBezTo>
                  <a:pt x="648226" y="110213"/>
                  <a:pt x="647805" y="111253"/>
                  <a:pt x="647575" y="112281"/>
                </a:cubicBezTo>
                <a:cubicBezTo>
                  <a:pt x="647345" y="113310"/>
                  <a:pt x="647230" y="114364"/>
                  <a:pt x="647230" y="115443"/>
                </a:cubicBezTo>
                <a:cubicBezTo>
                  <a:pt x="647230" y="118784"/>
                  <a:pt x="648916" y="121316"/>
                  <a:pt x="652286" y="123038"/>
                </a:cubicBezTo>
                <a:cubicBezTo>
                  <a:pt x="655657" y="124760"/>
                  <a:pt x="660356" y="125621"/>
                  <a:pt x="666382" y="125621"/>
                </a:cubicBezTo>
                <a:cubicBezTo>
                  <a:pt x="670213" y="125621"/>
                  <a:pt x="673418" y="125248"/>
                  <a:pt x="675997" y="124503"/>
                </a:cubicBezTo>
                <a:cubicBezTo>
                  <a:pt x="678576" y="123758"/>
                  <a:pt x="680657" y="122768"/>
                  <a:pt x="682240" y="121535"/>
                </a:cubicBezTo>
                <a:cubicBezTo>
                  <a:pt x="683824" y="120301"/>
                  <a:pt x="684960" y="118887"/>
                  <a:pt x="685649" y="117293"/>
                </a:cubicBezTo>
                <a:cubicBezTo>
                  <a:pt x="686339" y="115701"/>
                  <a:pt x="686684" y="114031"/>
                  <a:pt x="686684" y="112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9821C-2934-4830-815C-F10DD06A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467" y="1799950"/>
            <a:ext cx="2595041" cy="2696"/>
          </a:xfrm>
          <a:custGeom xmlns:a="http://schemas.openxmlformats.org/drawingml/2006/main">
            <a:pathLst>
              <a:path w="2595041" h="2696" fill="none">
                <a:moveTo>
                  <a:pt x="0" y="0"/>
                </a:moveTo>
                <a:lnTo>
                  <a:pt x="2595041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69658" cap="flat">
            <a:solidFill>
              <a:srgbClr val="4874CB">
                <a:alpha val="34120"/>
              </a:srgbClr>
            </a:solidFill>
            <a:custDash>
              <a:ds d="300000" sp="100000"/>
            </a:custDash>
            <a:miter/>
          </a:ln>
        </p:spPr>
      </p:sp>
      <p:sp>
        <p:nvSpPr>
          <p:cNvPr id="50" name="Text pIDEplugins">
            <a:extLst xmlns:a="http://schemas.openxmlformats.org/drawingml/2006/main">
              <a:ext uri="{FF2B5EF4-FFF2-40B4-BE49-F238E27FC236}">
                <a16:creationId xmlns:a16="http://schemas.microsoft.com/office/drawing/2014/main" id="{BF1A02E0-1BE1-42CF-89A7-8C904E27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556" y="1022574"/>
            <a:ext cx="827976" cy="131973"/>
          </a:xfrm>
          <a:custGeom xmlns:a="http://schemas.openxmlformats.org/drawingml/2006/main">
            <a:pathLst>
              <a:path w="827976" h="131973">
                <a:moveTo>
                  <a:pt x="21164" y="84646"/>
                </a:moveTo>
                <a:lnTo>
                  <a:pt x="84657" y="84646"/>
                </a:lnTo>
                <a:lnTo>
                  <a:pt x="84657" y="21161"/>
                </a:lnTo>
                <a:lnTo>
                  <a:pt x="21164" y="21161"/>
                </a:lnTo>
                <a:lnTo>
                  <a:pt x="21164" y="84646"/>
                </a:lnTo>
                <a:moveTo>
                  <a:pt x="0" y="105807"/>
                </a:moveTo>
                <a:lnTo>
                  <a:pt x="0" y="0"/>
                </a:lnTo>
                <a:lnTo>
                  <a:pt x="105822" y="0"/>
                </a:lnTo>
                <a:lnTo>
                  <a:pt x="105822" y="105807"/>
                </a:lnTo>
                <a:lnTo>
                  <a:pt x="0" y="105807"/>
                </a:lnTo>
                <a:close/>
                <a:moveTo>
                  <a:pt x="214472" y="103949"/>
                </a:moveTo>
                <a:cubicBezTo>
                  <a:pt x="214472" y="104330"/>
                  <a:pt x="214377" y="104664"/>
                  <a:pt x="214186" y="104950"/>
                </a:cubicBezTo>
                <a:cubicBezTo>
                  <a:pt x="213996" y="105236"/>
                  <a:pt x="213662" y="105462"/>
                  <a:pt x="213185" y="105629"/>
                </a:cubicBezTo>
                <a:cubicBezTo>
                  <a:pt x="212709" y="105796"/>
                  <a:pt x="212077" y="105939"/>
                  <a:pt x="211290" y="106058"/>
                </a:cubicBezTo>
                <a:cubicBezTo>
                  <a:pt x="210504" y="106177"/>
                  <a:pt x="209515" y="106236"/>
                  <a:pt x="208323" y="106236"/>
                </a:cubicBezTo>
                <a:cubicBezTo>
                  <a:pt x="207179" y="106236"/>
                  <a:pt x="206202" y="106177"/>
                  <a:pt x="205392" y="106058"/>
                </a:cubicBezTo>
                <a:cubicBezTo>
                  <a:pt x="204581" y="105939"/>
                  <a:pt x="203938" y="105796"/>
                  <a:pt x="203461" y="105629"/>
                </a:cubicBezTo>
                <a:cubicBezTo>
                  <a:pt x="202984" y="105462"/>
                  <a:pt x="202651" y="105236"/>
                  <a:pt x="202460" y="104950"/>
                </a:cubicBezTo>
                <a:cubicBezTo>
                  <a:pt x="202269" y="104664"/>
                  <a:pt x="202174" y="104330"/>
                  <a:pt x="202174" y="103949"/>
                </a:cubicBezTo>
                <a:lnTo>
                  <a:pt x="202174" y="15156"/>
                </a:lnTo>
                <a:cubicBezTo>
                  <a:pt x="202174" y="14775"/>
                  <a:pt x="202281" y="14441"/>
                  <a:pt x="202496" y="14155"/>
                </a:cubicBezTo>
                <a:cubicBezTo>
                  <a:pt x="202710" y="13869"/>
                  <a:pt x="203068" y="13643"/>
                  <a:pt x="203568" y="13476"/>
                </a:cubicBezTo>
                <a:cubicBezTo>
                  <a:pt x="204069" y="13309"/>
                  <a:pt x="204712" y="13166"/>
                  <a:pt x="205499" y="13047"/>
                </a:cubicBezTo>
                <a:cubicBezTo>
                  <a:pt x="206285" y="12928"/>
                  <a:pt x="207227" y="12868"/>
                  <a:pt x="208323" y="12868"/>
                </a:cubicBezTo>
                <a:cubicBezTo>
                  <a:pt x="209515" y="12868"/>
                  <a:pt x="210504" y="12928"/>
                  <a:pt x="211290" y="13047"/>
                </a:cubicBezTo>
                <a:cubicBezTo>
                  <a:pt x="212077" y="13166"/>
                  <a:pt x="212709" y="13309"/>
                  <a:pt x="213185" y="13476"/>
                </a:cubicBezTo>
                <a:cubicBezTo>
                  <a:pt x="213662" y="13643"/>
                  <a:pt x="213996" y="13869"/>
                  <a:pt x="214186" y="14155"/>
                </a:cubicBezTo>
                <a:cubicBezTo>
                  <a:pt x="214377" y="14441"/>
                  <a:pt x="214472" y="14775"/>
                  <a:pt x="214472" y="15156"/>
                </a:cubicBezTo>
                <a:lnTo>
                  <a:pt x="214472" y="103949"/>
                </a:lnTo>
                <a:close/>
                <a:moveTo>
                  <a:pt x="309267" y="58194"/>
                </a:moveTo>
                <a:cubicBezTo>
                  <a:pt x="309267" y="66201"/>
                  <a:pt x="308242" y="73195"/>
                  <a:pt x="306193" y="79177"/>
                </a:cubicBezTo>
                <a:cubicBezTo>
                  <a:pt x="304143" y="85158"/>
                  <a:pt x="301152" y="90115"/>
                  <a:pt x="297219" y="94047"/>
                </a:cubicBezTo>
                <a:cubicBezTo>
                  <a:pt x="293287" y="97979"/>
                  <a:pt x="288460" y="100922"/>
                  <a:pt x="282740" y="102876"/>
                </a:cubicBezTo>
                <a:cubicBezTo>
                  <a:pt x="277020" y="104830"/>
                  <a:pt x="270204" y="105807"/>
                  <a:pt x="262291" y="105807"/>
                </a:cubicBezTo>
                <a:lnTo>
                  <a:pt x="242700" y="105807"/>
                </a:lnTo>
                <a:cubicBezTo>
                  <a:pt x="241603" y="105807"/>
                  <a:pt x="240567" y="105438"/>
                  <a:pt x="239589" y="104699"/>
                </a:cubicBezTo>
                <a:cubicBezTo>
                  <a:pt x="238612" y="103961"/>
                  <a:pt x="238124" y="102662"/>
                  <a:pt x="238124" y="100803"/>
                </a:cubicBezTo>
                <a:lnTo>
                  <a:pt x="238124" y="18302"/>
                </a:lnTo>
                <a:cubicBezTo>
                  <a:pt x="238124" y="16443"/>
                  <a:pt x="238612" y="15144"/>
                  <a:pt x="239589" y="14406"/>
                </a:cubicBezTo>
                <a:cubicBezTo>
                  <a:pt x="240567" y="13667"/>
                  <a:pt x="241603" y="13297"/>
                  <a:pt x="242700" y="13297"/>
                </a:cubicBezTo>
                <a:lnTo>
                  <a:pt x="263650" y="13297"/>
                </a:lnTo>
                <a:cubicBezTo>
                  <a:pt x="271658" y="13297"/>
                  <a:pt x="278427" y="14334"/>
                  <a:pt x="283956" y="16407"/>
                </a:cubicBezTo>
                <a:cubicBezTo>
                  <a:pt x="289485" y="18481"/>
                  <a:pt x="294121" y="21459"/>
                  <a:pt x="297863" y="25344"/>
                </a:cubicBezTo>
                <a:cubicBezTo>
                  <a:pt x="301605" y="29228"/>
                  <a:pt x="304441" y="33935"/>
                  <a:pt x="306372" y="39463"/>
                </a:cubicBezTo>
                <a:cubicBezTo>
                  <a:pt x="308302" y="44992"/>
                  <a:pt x="309267" y="51236"/>
                  <a:pt x="309267" y="58194"/>
                </a:cubicBezTo>
                <a:moveTo>
                  <a:pt x="296326" y="58695"/>
                </a:moveTo>
                <a:cubicBezTo>
                  <a:pt x="296326" y="53690"/>
                  <a:pt x="295706" y="49031"/>
                  <a:pt x="294467" y="44718"/>
                </a:cubicBezTo>
                <a:cubicBezTo>
                  <a:pt x="293227" y="40405"/>
                  <a:pt x="291285" y="36675"/>
                  <a:pt x="288639" y="33530"/>
                </a:cubicBezTo>
                <a:cubicBezTo>
                  <a:pt x="285994" y="30384"/>
                  <a:pt x="282645" y="27929"/>
                  <a:pt x="278593" y="26166"/>
                </a:cubicBezTo>
                <a:cubicBezTo>
                  <a:pt x="274542" y="24402"/>
                  <a:pt x="269322" y="23521"/>
                  <a:pt x="262935" y="23521"/>
                </a:cubicBezTo>
                <a:lnTo>
                  <a:pt x="250422" y="23521"/>
                </a:lnTo>
                <a:lnTo>
                  <a:pt x="250422" y="95513"/>
                </a:lnTo>
                <a:lnTo>
                  <a:pt x="263078" y="95513"/>
                </a:lnTo>
                <a:cubicBezTo>
                  <a:pt x="268988" y="95513"/>
                  <a:pt x="273970" y="94774"/>
                  <a:pt x="278021" y="93296"/>
                </a:cubicBezTo>
                <a:cubicBezTo>
                  <a:pt x="282073" y="91819"/>
                  <a:pt x="285457" y="89555"/>
                  <a:pt x="288174" y="86505"/>
                </a:cubicBezTo>
                <a:cubicBezTo>
                  <a:pt x="290892" y="83454"/>
                  <a:pt x="292929" y="79630"/>
                  <a:pt x="294288" y="75030"/>
                </a:cubicBezTo>
                <a:cubicBezTo>
                  <a:pt x="295646" y="70431"/>
                  <a:pt x="296326" y="64986"/>
                  <a:pt x="296326" y="58695"/>
                </a:cubicBezTo>
                <a:close/>
                <a:moveTo>
                  <a:pt x="378417" y="100732"/>
                </a:moveTo>
                <a:cubicBezTo>
                  <a:pt x="378417" y="101589"/>
                  <a:pt x="378369" y="102340"/>
                  <a:pt x="378274" y="102984"/>
                </a:cubicBezTo>
                <a:cubicBezTo>
                  <a:pt x="378179" y="103627"/>
                  <a:pt x="378012" y="104163"/>
                  <a:pt x="377774" y="104592"/>
                </a:cubicBezTo>
                <a:cubicBezTo>
                  <a:pt x="377535" y="105021"/>
                  <a:pt x="377261" y="105331"/>
                  <a:pt x="376951" y="105521"/>
                </a:cubicBezTo>
                <a:cubicBezTo>
                  <a:pt x="376641" y="105712"/>
                  <a:pt x="376296" y="105807"/>
                  <a:pt x="375914" y="105807"/>
                </a:cubicBezTo>
                <a:lnTo>
                  <a:pt x="331512" y="105807"/>
                </a:lnTo>
                <a:cubicBezTo>
                  <a:pt x="330416" y="105807"/>
                  <a:pt x="329379" y="105438"/>
                  <a:pt x="328402" y="104699"/>
                </a:cubicBezTo>
                <a:cubicBezTo>
                  <a:pt x="327425" y="103961"/>
                  <a:pt x="326936" y="102662"/>
                  <a:pt x="326936" y="100803"/>
                </a:cubicBezTo>
                <a:lnTo>
                  <a:pt x="326936" y="18302"/>
                </a:lnTo>
                <a:cubicBezTo>
                  <a:pt x="326936" y="16443"/>
                  <a:pt x="327425" y="15144"/>
                  <a:pt x="328402" y="14406"/>
                </a:cubicBezTo>
                <a:cubicBezTo>
                  <a:pt x="329379" y="13667"/>
                  <a:pt x="330416" y="13297"/>
                  <a:pt x="331512" y="13297"/>
                </a:cubicBezTo>
                <a:lnTo>
                  <a:pt x="375414" y="13297"/>
                </a:lnTo>
                <a:cubicBezTo>
                  <a:pt x="375795" y="13297"/>
                  <a:pt x="376141" y="13393"/>
                  <a:pt x="376451" y="13583"/>
                </a:cubicBezTo>
                <a:cubicBezTo>
                  <a:pt x="376761" y="13774"/>
                  <a:pt x="377011" y="14084"/>
                  <a:pt x="377201" y="14513"/>
                </a:cubicBezTo>
                <a:cubicBezTo>
                  <a:pt x="377392" y="14942"/>
                  <a:pt x="377547" y="15478"/>
                  <a:pt x="377666" y="16121"/>
                </a:cubicBezTo>
                <a:cubicBezTo>
                  <a:pt x="377785" y="16765"/>
                  <a:pt x="377845" y="17563"/>
                  <a:pt x="377845" y="18516"/>
                </a:cubicBezTo>
                <a:cubicBezTo>
                  <a:pt x="377845" y="19374"/>
                  <a:pt x="377785" y="20125"/>
                  <a:pt x="377666" y="20768"/>
                </a:cubicBezTo>
                <a:cubicBezTo>
                  <a:pt x="377547" y="21412"/>
                  <a:pt x="377392" y="21936"/>
                  <a:pt x="377201" y="22341"/>
                </a:cubicBezTo>
                <a:cubicBezTo>
                  <a:pt x="377011" y="22746"/>
                  <a:pt x="376761" y="23044"/>
                  <a:pt x="376451" y="23235"/>
                </a:cubicBezTo>
                <a:cubicBezTo>
                  <a:pt x="376141" y="23425"/>
                  <a:pt x="375795" y="23521"/>
                  <a:pt x="375414" y="23521"/>
                </a:cubicBezTo>
                <a:lnTo>
                  <a:pt x="339234" y="23521"/>
                </a:lnTo>
                <a:lnTo>
                  <a:pt x="339234" y="52546"/>
                </a:lnTo>
                <a:lnTo>
                  <a:pt x="370266" y="52546"/>
                </a:lnTo>
                <a:cubicBezTo>
                  <a:pt x="370647" y="52546"/>
                  <a:pt x="370993" y="52654"/>
                  <a:pt x="371303" y="52868"/>
                </a:cubicBezTo>
                <a:cubicBezTo>
                  <a:pt x="371612" y="53082"/>
                  <a:pt x="371875" y="53380"/>
                  <a:pt x="372089" y="53762"/>
                </a:cubicBezTo>
                <a:cubicBezTo>
                  <a:pt x="372304" y="54143"/>
                  <a:pt x="372459" y="54667"/>
                  <a:pt x="372554" y="55334"/>
                </a:cubicBezTo>
                <a:cubicBezTo>
                  <a:pt x="372649" y="56002"/>
                  <a:pt x="372697" y="56788"/>
                  <a:pt x="372697" y="57694"/>
                </a:cubicBezTo>
                <a:cubicBezTo>
                  <a:pt x="372697" y="58552"/>
                  <a:pt x="372649" y="59290"/>
                  <a:pt x="372554" y="59910"/>
                </a:cubicBezTo>
                <a:cubicBezTo>
                  <a:pt x="372459" y="60529"/>
                  <a:pt x="372304" y="61030"/>
                  <a:pt x="372089" y="61411"/>
                </a:cubicBezTo>
                <a:cubicBezTo>
                  <a:pt x="371875" y="61792"/>
                  <a:pt x="371612" y="62067"/>
                  <a:pt x="371303" y="62233"/>
                </a:cubicBezTo>
                <a:cubicBezTo>
                  <a:pt x="370993" y="62400"/>
                  <a:pt x="370647" y="62484"/>
                  <a:pt x="370266" y="62484"/>
                </a:cubicBezTo>
                <a:lnTo>
                  <a:pt x="339234" y="62484"/>
                </a:lnTo>
                <a:lnTo>
                  <a:pt x="339234" y="95584"/>
                </a:lnTo>
                <a:lnTo>
                  <a:pt x="375914" y="95584"/>
                </a:lnTo>
                <a:cubicBezTo>
                  <a:pt x="376296" y="95584"/>
                  <a:pt x="376641" y="95679"/>
                  <a:pt x="376951" y="95870"/>
                </a:cubicBezTo>
                <a:cubicBezTo>
                  <a:pt x="377261" y="96061"/>
                  <a:pt x="377535" y="96359"/>
                  <a:pt x="377774" y="96764"/>
                </a:cubicBezTo>
                <a:cubicBezTo>
                  <a:pt x="378012" y="97169"/>
                  <a:pt x="378179" y="97693"/>
                  <a:pt x="378274" y="98337"/>
                </a:cubicBezTo>
                <a:cubicBezTo>
                  <a:pt x="378369" y="98980"/>
                  <a:pt x="378417" y="99778"/>
                  <a:pt x="378417" y="100732"/>
                </a:cubicBezTo>
                <a:close/>
                <a:moveTo>
                  <a:pt x="488163" y="70884"/>
                </a:moveTo>
                <a:cubicBezTo>
                  <a:pt x="488163" y="76512"/>
                  <a:pt x="487555" y="81569"/>
                  <a:pt x="486340" y="86053"/>
                </a:cubicBezTo>
                <a:cubicBezTo>
                  <a:pt x="485124" y="90538"/>
                  <a:pt x="483337" y="94343"/>
                  <a:pt x="480977" y="97470"/>
                </a:cubicBezTo>
                <a:cubicBezTo>
                  <a:pt x="478618" y="100595"/>
                  <a:pt x="475698" y="103004"/>
                  <a:pt x="472218" y="104697"/>
                </a:cubicBezTo>
                <a:cubicBezTo>
                  <a:pt x="468739" y="106391"/>
                  <a:pt x="464758" y="107237"/>
                  <a:pt x="460278" y="107237"/>
                </a:cubicBezTo>
                <a:cubicBezTo>
                  <a:pt x="458371" y="107237"/>
                  <a:pt x="456607" y="107047"/>
                  <a:pt x="454986" y="106665"/>
                </a:cubicBezTo>
                <a:cubicBezTo>
                  <a:pt x="453366" y="106284"/>
                  <a:pt x="451781" y="105688"/>
                  <a:pt x="450232" y="104878"/>
                </a:cubicBezTo>
                <a:cubicBezTo>
                  <a:pt x="448682" y="104066"/>
                  <a:pt x="447145" y="103040"/>
                  <a:pt x="445620" y="101799"/>
                </a:cubicBezTo>
                <a:cubicBezTo>
                  <a:pt x="444094" y="100559"/>
                  <a:pt x="442474" y="99104"/>
                  <a:pt x="440758" y="97434"/>
                </a:cubicBezTo>
                <a:lnTo>
                  <a:pt x="440758" y="129547"/>
                </a:lnTo>
                <a:cubicBezTo>
                  <a:pt x="440758" y="129927"/>
                  <a:pt x="440662" y="130260"/>
                  <a:pt x="440472" y="130546"/>
                </a:cubicBezTo>
                <a:cubicBezTo>
                  <a:pt x="440281" y="130832"/>
                  <a:pt x="439971" y="131069"/>
                  <a:pt x="439542" y="131258"/>
                </a:cubicBezTo>
                <a:cubicBezTo>
                  <a:pt x="439113" y="131449"/>
                  <a:pt x="438517" y="131592"/>
                  <a:pt x="437755" y="131687"/>
                </a:cubicBezTo>
                <a:cubicBezTo>
                  <a:pt x="436992" y="131783"/>
                  <a:pt x="436015" y="131830"/>
                  <a:pt x="434823" y="131830"/>
                </a:cubicBezTo>
                <a:cubicBezTo>
                  <a:pt x="433679" y="131830"/>
                  <a:pt x="432726" y="131783"/>
                  <a:pt x="431963" y="131687"/>
                </a:cubicBezTo>
                <a:cubicBezTo>
                  <a:pt x="431200" y="131592"/>
                  <a:pt x="430593" y="131449"/>
                  <a:pt x="430140" y="131258"/>
                </a:cubicBezTo>
                <a:cubicBezTo>
                  <a:pt x="429687" y="131068"/>
                  <a:pt x="429377" y="130829"/>
                  <a:pt x="429210" y="130544"/>
                </a:cubicBezTo>
                <a:cubicBezTo>
                  <a:pt x="429043" y="130258"/>
                  <a:pt x="428960" y="129924"/>
                  <a:pt x="428960" y="129543"/>
                </a:cubicBezTo>
                <a:lnTo>
                  <a:pt x="428960" y="39678"/>
                </a:lnTo>
                <a:cubicBezTo>
                  <a:pt x="428960" y="39249"/>
                  <a:pt x="429032" y="38903"/>
                  <a:pt x="429175" y="38641"/>
                </a:cubicBezTo>
                <a:cubicBezTo>
                  <a:pt x="429318" y="38379"/>
                  <a:pt x="429604" y="38153"/>
                  <a:pt x="430033" y="37962"/>
                </a:cubicBezTo>
                <a:cubicBezTo>
                  <a:pt x="430462" y="37771"/>
                  <a:pt x="431010" y="37640"/>
                  <a:pt x="431677" y="37569"/>
                </a:cubicBezTo>
                <a:cubicBezTo>
                  <a:pt x="432344" y="37497"/>
                  <a:pt x="433155" y="37462"/>
                  <a:pt x="434108" y="37462"/>
                </a:cubicBezTo>
                <a:cubicBezTo>
                  <a:pt x="435109" y="37462"/>
                  <a:pt x="435931" y="37497"/>
                  <a:pt x="436575" y="37569"/>
                </a:cubicBezTo>
                <a:cubicBezTo>
                  <a:pt x="437218" y="37640"/>
                  <a:pt x="437755" y="37771"/>
                  <a:pt x="438184" y="37962"/>
                </a:cubicBezTo>
                <a:cubicBezTo>
                  <a:pt x="438613" y="38153"/>
                  <a:pt x="438911" y="38380"/>
                  <a:pt x="439077" y="38643"/>
                </a:cubicBezTo>
                <a:cubicBezTo>
                  <a:pt x="439244" y="38906"/>
                  <a:pt x="439328" y="39251"/>
                  <a:pt x="439328" y="39680"/>
                </a:cubicBezTo>
                <a:lnTo>
                  <a:pt x="439328" y="48339"/>
                </a:lnTo>
                <a:cubicBezTo>
                  <a:pt x="441282" y="46336"/>
                  <a:pt x="443165" y="44595"/>
                  <a:pt x="444976" y="43116"/>
                </a:cubicBezTo>
                <a:cubicBezTo>
                  <a:pt x="446788" y="41637"/>
                  <a:pt x="448611" y="40409"/>
                  <a:pt x="450446" y="39432"/>
                </a:cubicBezTo>
                <a:cubicBezTo>
                  <a:pt x="452281" y="38453"/>
                  <a:pt x="454164" y="37714"/>
                  <a:pt x="456095" y="37214"/>
                </a:cubicBezTo>
                <a:cubicBezTo>
                  <a:pt x="458025" y="36712"/>
                  <a:pt x="460063" y="36461"/>
                  <a:pt x="462208" y="36461"/>
                </a:cubicBezTo>
                <a:cubicBezTo>
                  <a:pt x="466879" y="36461"/>
                  <a:pt x="470860" y="37367"/>
                  <a:pt x="474149" y="39180"/>
                </a:cubicBezTo>
                <a:cubicBezTo>
                  <a:pt x="477438" y="40992"/>
                  <a:pt x="480119" y="43474"/>
                  <a:pt x="482193" y="46624"/>
                </a:cubicBezTo>
                <a:cubicBezTo>
                  <a:pt x="484266" y="49772"/>
                  <a:pt x="485780" y="53434"/>
                  <a:pt x="486733" y="57609"/>
                </a:cubicBezTo>
                <a:cubicBezTo>
                  <a:pt x="487686" y="61782"/>
                  <a:pt x="488163" y="66207"/>
                  <a:pt x="488163" y="70884"/>
                </a:cubicBezTo>
                <a:moveTo>
                  <a:pt x="475722" y="72242"/>
                </a:moveTo>
                <a:cubicBezTo>
                  <a:pt x="475722" y="68949"/>
                  <a:pt x="475472" y="65763"/>
                  <a:pt x="474971" y="62685"/>
                </a:cubicBezTo>
                <a:cubicBezTo>
                  <a:pt x="474471" y="59606"/>
                  <a:pt x="473613" y="56874"/>
                  <a:pt x="472397" y="54488"/>
                </a:cubicBezTo>
                <a:cubicBezTo>
                  <a:pt x="471181" y="52102"/>
                  <a:pt x="469549" y="50193"/>
                  <a:pt x="467499" y="48762"/>
                </a:cubicBezTo>
                <a:cubicBezTo>
                  <a:pt x="465449" y="47329"/>
                  <a:pt x="462899" y="46612"/>
                  <a:pt x="459849" y="46612"/>
                </a:cubicBezTo>
                <a:cubicBezTo>
                  <a:pt x="458323" y="46612"/>
                  <a:pt x="456822" y="46840"/>
                  <a:pt x="455344" y="47294"/>
                </a:cubicBezTo>
                <a:cubicBezTo>
                  <a:pt x="453866" y="47747"/>
                  <a:pt x="452365" y="48462"/>
                  <a:pt x="450839" y="49441"/>
                </a:cubicBezTo>
                <a:cubicBezTo>
                  <a:pt x="449314" y="50419"/>
                  <a:pt x="447717" y="51708"/>
                  <a:pt x="446049" y="53308"/>
                </a:cubicBezTo>
                <a:cubicBezTo>
                  <a:pt x="444380" y="54908"/>
                  <a:pt x="442617" y="56877"/>
                  <a:pt x="440758" y="59217"/>
                </a:cubicBezTo>
                <a:lnTo>
                  <a:pt x="440758" y="84838"/>
                </a:lnTo>
                <a:cubicBezTo>
                  <a:pt x="443999" y="88801"/>
                  <a:pt x="447074" y="91834"/>
                  <a:pt x="449981" y="93935"/>
                </a:cubicBezTo>
                <a:cubicBezTo>
                  <a:pt x="452889" y="96035"/>
                  <a:pt x="455940" y="97085"/>
                  <a:pt x="459134" y="97085"/>
                </a:cubicBezTo>
                <a:cubicBezTo>
                  <a:pt x="462089" y="97085"/>
                  <a:pt x="464627" y="96370"/>
                  <a:pt x="466748" y="94938"/>
                </a:cubicBezTo>
                <a:cubicBezTo>
                  <a:pt x="468870" y="93506"/>
                  <a:pt x="470586" y="91596"/>
                  <a:pt x="471896" y="89210"/>
                </a:cubicBezTo>
                <a:cubicBezTo>
                  <a:pt x="473207" y="86824"/>
                  <a:pt x="474173" y="84151"/>
                  <a:pt x="474792" y="81192"/>
                </a:cubicBezTo>
                <a:cubicBezTo>
                  <a:pt x="475412" y="78233"/>
                  <a:pt x="475722" y="75249"/>
                  <a:pt x="475722" y="72242"/>
                </a:cubicBezTo>
                <a:close/>
                <a:moveTo>
                  <a:pt x="516098" y="104018"/>
                </a:moveTo>
                <a:cubicBezTo>
                  <a:pt x="516098" y="104399"/>
                  <a:pt x="516003" y="104722"/>
                  <a:pt x="515812" y="104985"/>
                </a:cubicBezTo>
                <a:cubicBezTo>
                  <a:pt x="515622" y="105247"/>
                  <a:pt x="515312" y="105474"/>
                  <a:pt x="514883" y="105664"/>
                </a:cubicBezTo>
                <a:cubicBezTo>
                  <a:pt x="514454" y="105855"/>
                  <a:pt x="513858" y="105998"/>
                  <a:pt x="513095" y="106093"/>
                </a:cubicBezTo>
                <a:cubicBezTo>
                  <a:pt x="512333" y="106189"/>
                  <a:pt x="511355" y="106236"/>
                  <a:pt x="510164" y="106236"/>
                </a:cubicBezTo>
                <a:cubicBezTo>
                  <a:pt x="509020" y="106236"/>
                  <a:pt x="508066" y="106189"/>
                  <a:pt x="507304" y="106093"/>
                </a:cubicBezTo>
                <a:cubicBezTo>
                  <a:pt x="506541" y="105998"/>
                  <a:pt x="505933" y="105855"/>
                  <a:pt x="505480" y="105664"/>
                </a:cubicBezTo>
                <a:cubicBezTo>
                  <a:pt x="505028" y="105474"/>
                  <a:pt x="504718" y="105247"/>
                  <a:pt x="504551" y="104985"/>
                </a:cubicBezTo>
                <a:cubicBezTo>
                  <a:pt x="504384" y="104722"/>
                  <a:pt x="504301" y="104399"/>
                  <a:pt x="504301" y="104018"/>
                </a:cubicBezTo>
                <a:lnTo>
                  <a:pt x="504301" y="8438"/>
                </a:lnTo>
                <a:cubicBezTo>
                  <a:pt x="504301" y="8057"/>
                  <a:pt x="504384" y="7723"/>
                  <a:pt x="504551" y="7437"/>
                </a:cubicBezTo>
                <a:cubicBezTo>
                  <a:pt x="504718" y="7150"/>
                  <a:pt x="505028" y="6911"/>
                  <a:pt x="505480" y="6720"/>
                </a:cubicBezTo>
                <a:cubicBezTo>
                  <a:pt x="505933" y="6530"/>
                  <a:pt x="506541" y="6387"/>
                  <a:pt x="507304" y="6291"/>
                </a:cubicBezTo>
                <a:cubicBezTo>
                  <a:pt x="508066" y="6196"/>
                  <a:pt x="509020" y="6148"/>
                  <a:pt x="510164" y="6148"/>
                </a:cubicBezTo>
                <a:cubicBezTo>
                  <a:pt x="511355" y="6148"/>
                  <a:pt x="512333" y="6196"/>
                  <a:pt x="513095" y="6291"/>
                </a:cubicBezTo>
                <a:cubicBezTo>
                  <a:pt x="513858" y="6387"/>
                  <a:pt x="514454" y="6530"/>
                  <a:pt x="514883" y="6720"/>
                </a:cubicBezTo>
                <a:cubicBezTo>
                  <a:pt x="515312" y="6911"/>
                  <a:pt x="515622" y="7150"/>
                  <a:pt x="515812" y="7437"/>
                </a:cubicBezTo>
                <a:cubicBezTo>
                  <a:pt x="516003" y="7723"/>
                  <a:pt x="516098" y="8057"/>
                  <a:pt x="516098" y="8438"/>
                </a:cubicBezTo>
                <a:lnTo>
                  <a:pt x="516098" y="104018"/>
                </a:lnTo>
                <a:close/>
                <a:moveTo>
                  <a:pt x="592009" y="104020"/>
                </a:moveTo>
                <a:cubicBezTo>
                  <a:pt x="592009" y="104401"/>
                  <a:pt x="591926" y="104723"/>
                  <a:pt x="591759" y="104985"/>
                </a:cubicBezTo>
                <a:cubicBezTo>
                  <a:pt x="591592" y="105247"/>
                  <a:pt x="591294" y="105474"/>
                  <a:pt x="590865" y="105664"/>
                </a:cubicBezTo>
                <a:cubicBezTo>
                  <a:pt x="590436" y="105855"/>
                  <a:pt x="589876" y="105998"/>
                  <a:pt x="589185" y="106093"/>
                </a:cubicBezTo>
                <a:cubicBezTo>
                  <a:pt x="588494" y="106189"/>
                  <a:pt x="587648" y="106236"/>
                  <a:pt x="586647" y="106236"/>
                </a:cubicBezTo>
                <a:cubicBezTo>
                  <a:pt x="585551" y="106236"/>
                  <a:pt x="584657" y="106189"/>
                  <a:pt x="583966" y="106093"/>
                </a:cubicBezTo>
                <a:cubicBezTo>
                  <a:pt x="583274" y="105998"/>
                  <a:pt x="582726" y="105855"/>
                  <a:pt x="582321" y="105664"/>
                </a:cubicBezTo>
                <a:cubicBezTo>
                  <a:pt x="581916" y="105474"/>
                  <a:pt x="581642" y="105247"/>
                  <a:pt x="581499" y="104985"/>
                </a:cubicBezTo>
                <a:cubicBezTo>
                  <a:pt x="581356" y="104723"/>
                  <a:pt x="581284" y="104401"/>
                  <a:pt x="581284" y="104020"/>
                </a:cubicBezTo>
                <a:lnTo>
                  <a:pt x="581284" y="95513"/>
                </a:lnTo>
                <a:cubicBezTo>
                  <a:pt x="577614" y="99589"/>
                  <a:pt x="573991" y="102563"/>
                  <a:pt x="570416" y="104433"/>
                </a:cubicBezTo>
                <a:cubicBezTo>
                  <a:pt x="566841" y="106303"/>
                  <a:pt x="563218" y="107237"/>
                  <a:pt x="559548" y="107237"/>
                </a:cubicBezTo>
                <a:cubicBezTo>
                  <a:pt x="555258" y="107237"/>
                  <a:pt x="551647" y="106522"/>
                  <a:pt x="548716" y="105090"/>
                </a:cubicBezTo>
                <a:cubicBezTo>
                  <a:pt x="545784" y="103659"/>
                  <a:pt x="543413" y="101715"/>
                  <a:pt x="541601" y="99259"/>
                </a:cubicBezTo>
                <a:cubicBezTo>
                  <a:pt x="539790" y="96802"/>
                  <a:pt x="538491" y="93939"/>
                  <a:pt x="537704" y="90671"/>
                </a:cubicBezTo>
                <a:cubicBezTo>
                  <a:pt x="536918" y="87402"/>
                  <a:pt x="536525" y="83430"/>
                  <a:pt x="536525" y="78755"/>
                </a:cubicBezTo>
                <a:lnTo>
                  <a:pt x="536525" y="39680"/>
                </a:lnTo>
                <a:cubicBezTo>
                  <a:pt x="536525" y="39299"/>
                  <a:pt x="536608" y="38977"/>
                  <a:pt x="536775" y="38715"/>
                </a:cubicBezTo>
                <a:cubicBezTo>
                  <a:pt x="536942" y="38451"/>
                  <a:pt x="537263" y="38212"/>
                  <a:pt x="537740" y="37998"/>
                </a:cubicBezTo>
                <a:cubicBezTo>
                  <a:pt x="538217" y="37783"/>
                  <a:pt x="538836" y="37640"/>
                  <a:pt x="539599" y="37569"/>
                </a:cubicBezTo>
                <a:cubicBezTo>
                  <a:pt x="540362" y="37497"/>
                  <a:pt x="541315" y="37462"/>
                  <a:pt x="542459" y="37462"/>
                </a:cubicBezTo>
                <a:cubicBezTo>
                  <a:pt x="543603" y="37462"/>
                  <a:pt x="544557" y="37497"/>
                  <a:pt x="545319" y="37569"/>
                </a:cubicBezTo>
                <a:cubicBezTo>
                  <a:pt x="546082" y="37640"/>
                  <a:pt x="546690" y="37783"/>
                  <a:pt x="547143" y="37998"/>
                </a:cubicBezTo>
                <a:cubicBezTo>
                  <a:pt x="547595" y="38212"/>
                  <a:pt x="547917" y="38451"/>
                  <a:pt x="548108" y="38715"/>
                </a:cubicBezTo>
                <a:cubicBezTo>
                  <a:pt x="548298" y="38977"/>
                  <a:pt x="548394" y="39299"/>
                  <a:pt x="548394" y="39680"/>
                </a:cubicBezTo>
                <a:lnTo>
                  <a:pt x="548394" y="77186"/>
                </a:lnTo>
                <a:cubicBezTo>
                  <a:pt x="548394" y="80956"/>
                  <a:pt x="548668" y="83974"/>
                  <a:pt x="549216" y="86241"/>
                </a:cubicBezTo>
                <a:cubicBezTo>
                  <a:pt x="549764" y="88508"/>
                  <a:pt x="550598" y="90441"/>
                  <a:pt x="551719" y="92041"/>
                </a:cubicBezTo>
                <a:cubicBezTo>
                  <a:pt x="552839" y="93639"/>
                  <a:pt x="554257" y="94880"/>
                  <a:pt x="555973" y="95763"/>
                </a:cubicBezTo>
                <a:cubicBezTo>
                  <a:pt x="557689" y="96645"/>
                  <a:pt x="559691" y="97085"/>
                  <a:pt x="561979" y="97085"/>
                </a:cubicBezTo>
                <a:cubicBezTo>
                  <a:pt x="564934" y="97085"/>
                  <a:pt x="567878" y="96031"/>
                  <a:pt x="570809" y="93922"/>
                </a:cubicBezTo>
                <a:cubicBezTo>
                  <a:pt x="573741" y="91813"/>
                  <a:pt x="576851" y="88721"/>
                  <a:pt x="580140" y="84646"/>
                </a:cubicBezTo>
                <a:lnTo>
                  <a:pt x="580140" y="39678"/>
                </a:lnTo>
                <a:cubicBezTo>
                  <a:pt x="580140" y="39297"/>
                  <a:pt x="580224" y="38975"/>
                  <a:pt x="580391" y="38713"/>
                </a:cubicBezTo>
                <a:cubicBezTo>
                  <a:pt x="580557" y="38451"/>
                  <a:pt x="580879" y="38212"/>
                  <a:pt x="581356" y="37998"/>
                </a:cubicBezTo>
                <a:cubicBezTo>
                  <a:pt x="581832" y="37783"/>
                  <a:pt x="582440" y="37640"/>
                  <a:pt x="583179" y="37569"/>
                </a:cubicBezTo>
                <a:cubicBezTo>
                  <a:pt x="583918" y="37497"/>
                  <a:pt x="584883" y="37462"/>
                  <a:pt x="586075" y="37462"/>
                </a:cubicBezTo>
                <a:cubicBezTo>
                  <a:pt x="587219" y="37462"/>
                  <a:pt x="588172" y="37497"/>
                  <a:pt x="588935" y="37569"/>
                </a:cubicBezTo>
                <a:cubicBezTo>
                  <a:pt x="589698" y="37640"/>
                  <a:pt x="590293" y="37783"/>
                  <a:pt x="590722" y="37998"/>
                </a:cubicBezTo>
                <a:cubicBezTo>
                  <a:pt x="591151" y="38212"/>
                  <a:pt x="591473" y="38451"/>
                  <a:pt x="591688" y="38713"/>
                </a:cubicBezTo>
                <a:cubicBezTo>
                  <a:pt x="591902" y="38975"/>
                  <a:pt x="592009" y="39297"/>
                  <a:pt x="592009" y="39678"/>
                </a:cubicBezTo>
                <a:lnTo>
                  <a:pt x="592009" y="104020"/>
                </a:lnTo>
                <a:close/>
                <a:moveTo>
                  <a:pt x="665992" y="42537"/>
                </a:moveTo>
                <a:cubicBezTo>
                  <a:pt x="665992" y="44206"/>
                  <a:pt x="665765" y="45409"/>
                  <a:pt x="665312" y="46148"/>
                </a:cubicBezTo>
                <a:cubicBezTo>
                  <a:pt x="664859" y="46887"/>
                  <a:pt x="664275" y="47256"/>
                  <a:pt x="663560" y="47256"/>
                </a:cubicBezTo>
                <a:lnTo>
                  <a:pt x="654337" y="47256"/>
                </a:lnTo>
                <a:cubicBezTo>
                  <a:pt x="656005" y="48976"/>
                  <a:pt x="657173" y="50877"/>
                  <a:pt x="657840" y="52957"/>
                </a:cubicBezTo>
                <a:cubicBezTo>
                  <a:pt x="658508" y="55037"/>
                  <a:pt x="658841" y="57199"/>
                  <a:pt x="658841" y="59445"/>
                </a:cubicBezTo>
                <a:cubicBezTo>
                  <a:pt x="658841" y="63157"/>
                  <a:pt x="658246" y="66440"/>
                  <a:pt x="657054" y="69295"/>
                </a:cubicBezTo>
                <a:cubicBezTo>
                  <a:pt x="655862" y="72151"/>
                  <a:pt x="654158" y="74566"/>
                  <a:pt x="651942" y="76541"/>
                </a:cubicBezTo>
                <a:cubicBezTo>
                  <a:pt x="649725" y="78516"/>
                  <a:pt x="647091" y="80027"/>
                  <a:pt x="644041" y="81074"/>
                </a:cubicBezTo>
                <a:cubicBezTo>
                  <a:pt x="640990" y="82121"/>
                  <a:pt x="637606" y="82644"/>
                  <a:pt x="633888" y="82644"/>
                </a:cubicBezTo>
                <a:cubicBezTo>
                  <a:pt x="631266" y="82644"/>
                  <a:pt x="628775" y="82299"/>
                  <a:pt x="626416" y="81610"/>
                </a:cubicBezTo>
                <a:cubicBezTo>
                  <a:pt x="624056" y="80920"/>
                  <a:pt x="622233" y="80052"/>
                  <a:pt x="620946" y="79005"/>
                </a:cubicBezTo>
                <a:cubicBezTo>
                  <a:pt x="620088" y="79863"/>
                  <a:pt x="619385" y="80840"/>
                  <a:pt x="618837" y="81936"/>
                </a:cubicBezTo>
                <a:cubicBezTo>
                  <a:pt x="618288" y="83031"/>
                  <a:pt x="618014" y="84292"/>
                  <a:pt x="618014" y="85721"/>
                </a:cubicBezTo>
                <a:cubicBezTo>
                  <a:pt x="618014" y="87389"/>
                  <a:pt x="618789" y="88771"/>
                  <a:pt x="620338" y="89867"/>
                </a:cubicBezTo>
                <a:cubicBezTo>
                  <a:pt x="621887" y="90962"/>
                  <a:pt x="623949" y="91557"/>
                  <a:pt x="626523" y="91652"/>
                </a:cubicBezTo>
                <a:lnTo>
                  <a:pt x="643326" y="92369"/>
                </a:lnTo>
                <a:cubicBezTo>
                  <a:pt x="646519" y="92465"/>
                  <a:pt x="649451" y="92907"/>
                  <a:pt x="652120" y="93696"/>
                </a:cubicBezTo>
                <a:cubicBezTo>
                  <a:pt x="654790" y="94486"/>
                  <a:pt x="657102" y="95610"/>
                  <a:pt x="659056" y="97070"/>
                </a:cubicBezTo>
                <a:cubicBezTo>
                  <a:pt x="661010" y="98528"/>
                  <a:pt x="662536" y="100321"/>
                  <a:pt x="663632" y="102450"/>
                </a:cubicBezTo>
                <a:cubicBezTo>
                  <a:pt x="664728" y="104578"/>
                  <a:pt x="665277" y="107053"/>
                  <a:pt x="665277" y="109876"/>
                </a:cubicBezTo>
                <a:cubicBezTo>
                  <a:pt x="665277" y="112841"/>
                  <a:pt x="664657" y="115663"/>
                  <a:pt x="663417" y="118341"/>
                </a:cubicBezTo>
                <a:cubicBezTo>
                  <a:pt x="662178" y="121020"/>
                  <a:pt x="660283" y="123376"/>
                  <a:pt x="657733" y="125407"/>
                </a:cubicBezTo>
                <a:cubicBezTo>
                  <a:pt x="655183" y="127440"/>
                  <a:pt x="651930" y="129043"/>
                  <a:pt x="647973" y="130215"/>
                </a:cubicBezTo>
                <a:cubicBezTo>
                  <a:pt x="644017" y="131387"/>
                  <a:pt x="639345" y="131973"/>
                  <a:pt x="633959" y="131973"/>
                </a:cubicBezTo>
                <a:cubicBezTo>
                  <a:pt x="628763" y="131973"/>
                  <a:pt x="624342" y="131532"/>
                  <a:pt x="620696" y="130649"/>
                </a:cubicBezTo>
                <a:cubicBezTo>
                  <a:pt x="617049" y="129767"/>
                  <a:pt x="614058" y="128563"/>
                  <a:pt x="611722" y="127036"/>
                </a:cubicBezTo>
                <a:cubicBezTo>
                  <a:pt x="609386" y="125511"/>
                  <a:pt x="607694" y="123687"/>
                  <a:pt x="606646" y="121565"/>
                </a:cubicBezTo>
                <a:cubicBezTo>
                  <a:pt x="605597" y="119442"/>
                  <a:pt x="605073" y="117140"/>
                  <a:pt x="605073" y="114659"/>
                </a:cubicBezTo>
                <a:cubicBezTo>
                  <a:pt x="605073" y="113086"/>
                  <a:pt x="605263" y="111560"/>
                  <a:pt x="605645" y="110081"/>
                </a:cubicBezTo>
                <a:cubicBezTo>
                  <a:pt x="606026" y="108602"/>
                  <a:pt x="606610" y="107195"/>
                  <a:pt x="607396" y="105859"/>
                </a:cubicBezTo>
                <a:cubicBezTo>
                  <a:pt x="608183" y="104524"/>
                  <a:pt x="609160" y="103249"/>
                  <a:pt x="610328" y="102034"/>
                </a:cubicBezTo>
                <a:cubicBezTo>
                  <a:pt x="611496" y="100817"/>
                  <a:pt x="612842" y="99612"/>
                  <a:pt x="614368" y="98419"/>
                </a:cubicBezTo>
                <a:cubicBezTo>
                  <a:pt x="612032" y="97223"/>
                  <a:pt x="610304" y="95716"/>
                  <a:pt x="609184" y="93897"/>
                </a:cubicBezTo>
                <a:cubicBezTo>
                  <a:pt x="608064" y="92077"/>
                  <a:pt x="607504" y="90114"/>
                  <a:pt x="607504" y="88008"/>
                </a:cubicBezTo>
                <a:cubicBezTo>
                  <a:pt x="607504" y="85089"/>
                  <a:pt x="608099" y="82480"/>
                  <a:pt x="609291" y="80182"/>
                </a:cubicBezTo>
                <a:cubicBezTo>
                  <a:pt x="610483" y="77884"/>
                  <a:pt x="611961" y="75826"/>
                  <a:pt x="613724" y="74007"/>
                </a:cubicBezTo>
                <a:cubicBezTo>
                  <a:pt x="612247" y="72247"/>
                  <a:pt x="611079" y="70260"/>
                  <a:pt x="610221" y="68047"/>
                </a:cubicBezTo>
                <a:cubicBezTo>
                  <a:pt x="609363" y="65833"/>
                  <a:pt x="608934" y="63157"/>
                  <a:pt x="608934" y="60017"/>
                </a:cubicBezTo>
                <a:cubicBezTo>
                  <a:pt x="608934" y="56353"/>
                  <a:pt x="609553" y="53070"/>
                  <a:pt x="610793" y="50167"/>
                </a:cubicBezTo>
                <a:cubicBezTo>
                  <a:pt x="612032" y="47264"/>
                  <a:pt x="613748" y="44813"/>
                  <a:pt x="615941" y="42814"/>
                </a:cubicBezTo>
                <a:cubicBezTo>
                  <a:pt x="618133" y="40816"/>
                  <a:pt x="620767" y="39281"/>
                  <a:pt x="623842" y="38210"/>
                </a:cubicBezTo>
                <a:cubicBezTo>
                  <a:pt x="626916" y="37139"/>
                  <a:pt x="630265" y="36604"/>
                  <a:pt x="633888" y="36604"/>
                </a:cubicBezTo>
                <a:cubicBezTo>
                  <a:pt x="635842" y="36604"/>
                  <a:pt x="637665" y="36705"/>
                  <a:pt x="639357" y="36907"/>
                </a:cubicBezTo>
                <a:cubicBezTo>
                  <a:pt x="641050" y="37109"/>
                  <a:pt x="642634" y="37389"/>
                  <a:pt x="644112" y="37748"/>
                </a:cubicBezTo>
                <a:lnTo>
                  <a:pt x="663560" y="37748"/>
                </a:lnTo>
                <a:cubicBezTo>
                  <a:pt x="664371" y="37748"/>
                  <a:pt x="664979" y="38141"/>
                  <a:pt x="665384" y="38927"/>
                </a:cubicBezTo>
                <a:cubicBezTo>
                  <a:pt x="665789" y="39714"/>
                  <a:pt x="665992" y="40917"/>
                  <a:pt x="665992" y="42537"/>
                </a:cubicBezTo>
                <a:moveTo>
                  <a:pt x="647544" y="59517"/>
                </a:moveTo>
                <a:cubicBezTo>
                  <a:pt x="647544" y="55144"/>
                  <a:pt x="646341" y="51733"/>
                  <a:pt x="643933" y="49284"/>
                </a:cubicBezTo>
                <a:cubicBezTo>
                  <a:pt x="641526" y="46836"/>
                  <a:pt x="638106" y="45612"/>
                  <a:pt x="633673" y="45612"/>
                </a:cubicBezTo>
                <a:cubicBezTo>
                  <a:pt x="631385" y="45612"/>
                  <a:pt x="629395" y="45992"/>
                  <a:pt x="627703" y="46753"/>
                </a:cubicBezTo>
                <a:cubicBezTo>
                  <a:pt x="626010" y="47513"/>
                  <a:pt x="624604" y="48558"/>
                  <a:pt x="623484" y="49890"/>
                </a:cubicBezTo>
                <a:cubicBezTo>
                  <a:pt x="622364" y="51221"/>
                  <a:pt x="621530" y="52755"/>
                  <a:pt x="620982" y="54490"/>
                </a:cubicBezTo>
                <a:cubicBezTo>
                  <a:pt x="620433" y="56225"/>
                  <a:pt x="620159" y="58044"/>
                  <a:pt x="620159" y="59946"/>
                </a:cubicBezTo>
                <a:cubicBezTo>
                  <a:pt x="620159" y="64176"/>
                  <a:pt x="621363" y="67503"/>
                  <a:pt x="623770" y="69928"/>
                </a:cubicBezTo>
                <a:cubicBezTo>
                  <a:pt x="626177" y="72352"/>
                  <a:pt x="629550" y="73565"/>
                  <a:pt x="633888" y="73565"/>
                </a:cubicBezTo>
                <a:cubicBezTo>
                  <a:pt x="636223" y="73565"/>
                  <a:pt x="638249" y="73197"/>
                  <a:pt x="639965" y="72461"/>
                </a:cubicBezTo>
                <a:cubicBezTo>
                  <a:pt x="641681" y="71724"/>
                  <a:pt x="643099" y="70701"/>
                  <a:pt x="644219" y="69394"/>
                </a:cubicBezTo>
                <a:cubicBezTo>
                  <a:pt x="645340" y="68086"/>
                  <a:pt x="646174" y="66576"/>
                  <a:pt x="646722" y="64865"/>
                </a:cubicBezTo>
                <a:cubicBezTo>
                  <a:pt x="647270" y="63154"/>
                  <a:pt x="647544" y="61371"/>
                  <a:pt x="647544" y="59517"/>
                </a:cubicBezTo>
                <a:moveTo>
                  <a:pt x="653479" y="110517"/>
                </a:moveTo>
                <a:cubicBezTo>
                  <a:pt x="653479" y="107733"/>
                  <a:pt x="652347" y="105586"/>
                  <a:pt x="650083" y="104076"/>
                </a:cubicBezTo>
                <a:cubicBezTo>
                  <a:pt x="647818" y="102564"/>
                  <a:pt x="644756" y="101761"/>
                  <a:pt x="640895" y="101665"/>
                </a:cubicBezTo>
                <a:lnTo>
                  <a:pt x="624235" y="101089"/>
                </a:lnTo>
                <a:cubicBezTo>
                  <a:pt x="622710" y="102288"/>
                  <a:pt x="621458" y="103427"/>
                  <a:pt x="620481" y="104507"/>
                </a:cubicBezTo>
                <a:cubicBezTo>
                  <a:pt x="619504" y="105587"/>
                  <a:pt x="618729" y="106618"/>
                  <a:pt x="618157" y="107601"/>
                </a:cubicBezTo>
                <a:cubicBezTo>
                  <a:pt x="617585" y="108584"/>
                  <a:pt x="617192" y="109556"/>
                  <a:pt x="616977" y="110515"/>
                </a:cubicBezTo>
                <a:cubicBezTo>
                  <a:pt x="616763" y="111475"/>
                  <a:pt x="616656" y="112459"/>
                  <a:pt x="616656" y="113466"/>
                </a:cubicBezTo>
                <a:cubicBezTo>
                  <a:pt x="616656" y="116585"/>
                  <a:pt x="618229" y="118948"/>
                  <a:pt x="621375" y="120555"/>
                </a:cubicBezTo>
                <a:cubicBezTo>
                  <a:pt x="624521" y="122162"/>
                  <a:pt x="628906" y="122965"/>
                  <a:pt x="634531" y="122965"/>
                </a:cubicBezTo>
                <a:cubicBezTo>
                  <a:pt x="638106" y="122965"/>
                  <a:pt x="641097" y="122618"/>
                  <a:pt x="643504" y="121922"/>
                </a:cubicBezTo>
                <a:cubicBezTo>
                  <a:pt x="645912" y="121227"/>
                  <a:pt x="647854" y="120303"/>
                  <a:pt x="649332" y="119152"/>
                </a:cubicBezTo>
                <a:cubicBezTo>
                  <a:pt x="650809" y="118000"/>
                  <a:pt x="651870" y="116681"/>
                  <a:pt x="652514" y="115193"/>
                </a:cubicBezTo>
                <a:cubicBezTo>
                  <a:pt x="653157" y="113707"/>
                  <a:pt x="653479" y="112148"/>
                  <a:pt x="653479" y="110517"/>
                </a:cubicBezTo>
                <a:close/>
                <a:moveTo>
                  <a:pt x="691454" y="104020"/>
                </a:moveTo>
                <a:cubicBezTo>
                  <a:pt x="691454" y="104401"/>
                  <a:pt x="691358" y="104723"/>
                  <a:pt x="691168" y="104985"/>
                </a:cubicBezTo>
                <a:cubicBezTo>
                  <a:pt x="690977" y="105247"/>
                  <a:pt x="690667" y="105474"/>
                  <a:pt x="690238" y="105664"/>
                </a:cubicBezTo>
                <a:cubicBezTo>
                  <a:pt x="689809" y="105855"/>
                  <a:pt x="689213" y="105998"/>
                  <a:pt x="688451" y="106093"/>
                </a:cubicBezTo>
                <a:cubicBezTo>
                  <a:pt x="687688" y="106189"/>
                  <a:pt x="686711" y="106236"/>
                  <a:pt x="685519" y="106236"/>
                </a:cubicBezTo>
                <a:cubicBezTo>
                  <a:pt x="684375" y="106236"/>
                  <a:pt x="683422" y="106189"/>
                  <a:pt x="682659" y="106093"/>
                </a:cubicBezTo>
                <a:cubicBezTo>
                  <a:pt x="681896" y="105998"/>
                  <a:pt x="681289" y="105855"/>
                  <a:pt x="680836" y="105664"/>
                </a:cubicBezTo>
                <a:cubicBezTo>
                  <a:pt x="680383" y="105474"/>
                  <a:pt x="680073" y="105247"/>
                  <a:pt x="679906" y="104985"/>
                </a:cubicBezTo>
                <a:cubicBezTo>
                  <a:pt x="679739" y="104723"/>
                  <a:pt x="679656" y="104401"/>
                  <a:pt x="679656" y="104020"/>
                </a:cubicBezTo>
                <a:lnTo>
                  <a:pt x="679656" y="39678"/>
                </a:lnTo>
                <a:cubicBezTo>
                  <a:pt x="679656" y="39344"/>
                  <a:pt x="679739" y="39034"/>
                  <a:pt x="679906" y="38748"/>
                </a:cubicBezTo>
                <a:cubicBezTo>
                  <a:pt x="680073" y="38462"/>
                  <a:pt x="680383" y="38224"/>
                  <a:pt x="680836" y="38033"/>
                </a:cubicBezTo>
                <a:cubicBezTo>
                  <a:pt x="681289" y="37843"/>
                  <a:pt x="681896" y="37700"/>
                  <a:pt x="682659" y="37605"/>
                </a:cubicBezTo>
                <a:cubicBezTo>
                  <a:pt x="683422" y="37509"/>
                  <a:pt x="684375" y="37462"/>
                  <a:pt x="685519" y="37462"/>
                </a:cubicBezTo>
                <a:cubicBezTo>
                  <a:pt x="686711" y="37462"/>
                  <a:pt x="687688" y="37509"/>
                  <a:pt x="688451" y="37605"/>
                </a:cubicBezTo>
                <a:cubicBezTo>
                  <a:pt x="689213" y="37700"/>
                  <a:pt x="689809" y="37843"/>
                  <a:pt x="690238" y="38033"/>
                </a:cubicBezTo>
                <a:cubicBezTo>
                  <a:pt x="690667" y="38224"/>
                  <a:pt x="690977" y="38462"/>
                  <a:pt x="691168" y="38748"/>
                </a:cubicBezTo>
                <a:cubicBezTo>
                  <a:pt x="691358" y="39034"/>
                  <a:pt x="691454" y="39344"/>
                  <a:pt x="691454" y="39678"/>
                </a:cubicBezTo>
                <a:lnTo>
                  <a:pt x="691454" y="104020"/>
                </a:lnTo>
                <a:moveTo>
                  <a:pt x="692812" y="17873"/>
                </a:moveTo>
                <a:cubicBezTo>
                  <a:pt x="692812" y="20637"/>
                  <a:pt x="692288" y="22520"/>
                  <a:pt x="691239" y="23521"/>
                </a:cubicBezTo>
                <a:cubicBezTo>
                  <a:pt x="690190" y="24522"/>
                  <a:pt x="688260" y="25022"/>
                  <a:pt x="685447" y="25022"/>
                </a:cubicBezTo>
                <a:cubicBezTo>
                  <a:pt x="682683" y="25022"/>
                  <a:pt x="680788" y="24534"/>
                  <a:pt x="679763" y="23556"/>
                </a:cubicBezTo>
                <a:cubicBezTo>
                  <a:pt x="678738" y="22579"/>
                  <a:pt x="678226" y="20733"/>
                  <a:pt x="678226" y="18016"/>
                </a:cubicBezTo>
                <a:cubicBezTo>
                  <a:pt x="678226" y="15252"/>
                  <a:pt x="678750" y="13369"/>
                  <a:pt x="679799" y="12368"/>
                </a:cubicBezTo>
                <a:cubicBezTo>
                  <a:pt x="680848" y="11367"/>
                  <a:pt x="682778" y="10867"/>
                  <a:pt x="685590" y="10867"/>
                </a:cubicBezTo>
                <a:cubicBezTo>
                  <a:pt x="688355" y="10867"/>
                  <a:pt x="690250" y="11355"/>
                  <a:pt x="691275" y="12332"/>
                </a:cubicBezTo>
                <a:cubicBezTo>
                  <a:pt x="692300" y="13309"/>
                  <a:pt x="692812" y="15156"/>
                  <a:pt x="692812" y="17873"/>
                </a:cubicBezTo>
                <a:close/>
                <a:moveTo>
                  <a:pt x="767651" y="104020"/>
                </a:moveTo>
                <a:cubicBezTo>
                  <a:pt x="767651" y="104401"/>
                  <a:pt x="767556" y="104723"/>
                  <a:pt x="767365" y="104985"/>
                </a:cubicBezTo>
                <a:cubicBezTo>
                  <a:pt x="767174" y="105247"/>
                  <a:pt x="766864" y="105474"/>
                  <a:pt x="766435" y="105664"/>
                </a:cubicBezTo>
                <a:cubicBezTo>
                  <a:pt x="766006" y="105855"/>
                  <a:pt x="765410" y="105998"/>
                  <a:pt x="764648" y="106093"/>
                </a:cubicBezTo>
                <a:cubicBezTo>
                  <a:pt x="763885" y="106189"/>
                  <a:pt x="762932" y="106236"/>
                  <a:pt x="761788" y="106236"/>
                </a:cubicBezTo>
                <a:cubicBezTo>
                  <a:pt x="760596" y="106236"/>
                  <a:pt x="759619" y="106189"/>
                  <a:pt x="758856" y="106093"/>
                </a:cubicBezTo>
                <a:cubicBezTo>
                  <a:pt x="758094" y="105998"/>
                  <a:pt x="757498" y="105855"/>
                  <a:pt x="757069" y="105664"/>
                </a:cubicBezTo>
                <a:cubicBezTo>
                  <a:pt x="756640" y="105474"/>
                  <a:pt x="756330" y="105247"/>
                  <a:pt x="756139" y="104985"/>
                </a:cubicBezTo>
                <a:cubicBezTo>
                  <a:pt x="755948" y="104723"/>
                  <a:pt x="755853" y="104401"/>
                  <a:pt x="755853" y="104020"/>
                </a:cubicBezTo>
                <a:lnTo>
                  <a:pt x="755853" y="66344"/>
                </a:lnTo>
                <a:cubicBezTo>
                  <a:pt x="755853" y="62674"/>
                  <a:pt x="755567" y="59719"/>
                  <a:pt x="754995" y="57479"/>
                </a:cubicBezTo>
                <a:cubicBezTo>
                  <a:pt x="754423" y="55239"/>
                  <a:pt x="753589" y="53309"/>
                  <a:pt x="752493" y="51688"/>
                </a:cubicBezTo>
                <a:cubicBezTo>
                  <a:pt x="751396" y="50068"/>
                  <a:pt x="749978" y="48829"/>
                  <a:pt x="748238" y="47971"/>
                </a:cubicBezTo>
                <a:cubicBezTo>
                  <a:pt x="746498" y="47113"/>
                  <a:pt x="744484" y="46684"/>
                  <a:pt x="742196" y="46684"/>
                </a:cubicBezTo>
                <a:cubicBezTo>
                  <a:pt x="739241" y="46684"/>
                  <a:pt x="736286" y="47733"/>
                  <a:pt x="733330" y="49830"/>
                </a:cubicBezTo>
                <a:cubicBezTo>
                  <a:pt x="730375" y="51927"/>
                  <a:pt x="727277" y="55001"/>
                  <a:pt x="724035" y="59052"/>
                </a:cubicBezTo>
                <a:lnTo>
                  <a:pt x="724035" y="104020"/>
                </a:lnTo>
                <a:cubicBezTo>
                  <a:pt x="724035" y="104401"/>
                  <a:pt x="723940" y="104723"/>
                  <a:pt x="723749" y="104985"/>
                </a:cubicBezTo>
                <a:cubicBezTo>
                  <a:pt x="723558" y="105247"/>
                  <a:pt x="723249" y="105474"/>
                  <a:pt x="722820" y="105664"/>
                </a:cubicBezTo>
                <a:cubicBezTo>
                  <a:pt x="722391" y="105855"/>
                  <a:pt x="721795" y="105998"/>
                  <a:pt x="721032" y="106093"/>
                </a:cubicBezTo>
                <a:cubicBezTo>
                  <a:pt x="720269" y="106189"/>
                  <a:pt x="719292" y="106236"/>
                  <a:pt x="718101" y="106236"/>
                </a:cubicBezTo>
                <a:cubicBezTo>
                  <a:pt x="716957" y="106236"/>
                  <a:pt x="716003" y="106189"/>
                  <a:pt x="715241" y="106093"/>
                </a:cubicBezTo>
                <a:cubicBezTo>
                  <a:pt x="714478" y="105998"/>
                  <a:pt x="713870" y="105855"/>
                  <a:pt x="713417" y="105664"/>
                </a:cubicBezTo>
                <a:cubicBezTo>
                  <a:pt x="712964" y="105474"/>
                  <a:pt x="712655" y="105247"/>
                  <a:pt x="712488" y="104985"/>
                </a:cubicBezTo>
                <a:cubicBezTo>
                  <a:pt x="712321" y="104723"/>
                  <a:pt x="712237" y="104401"/>
                  <a:pt x="712237" y="104020"/>
                </a:cubicBezTo>
                <a:lnTo>
                  <a:pt x="712237" y="39678"/>
                </a:lnTo>
                <a:cubicBezTo>
                  <a:pt x="712237" y="39297"/>
                  <a:pt x="712309" y="38975"/>
                  <a:pt x="712452" y="38713"/>
                </a:cubicBezTo>
                <a:cubicBezTo>
                  <a:pt x="712595" y="38451"/>
                  <a:pt x="712881" y="38212"/>
                  <a:pt x="713310" y="37998"/>
                </a:cubicBezTo>
                <a:cubicBezTo>
                  <a:pt x="713739" y="37783"/>
                  <a:pt x="714287" y="37640"/>
                  <a:pt x="714955" y="37569"/>
                </a:cubicBezTo>
                <a:cubicBezTo>
                  <a:pt x="715622" y="37497"/>
                  <a:pt x="716504" y="37462"/>
                  <a:pt x="717600" y="37462"/>
                </a:cubicBezTo>
                <a:cubicBezTo>
                  <a:pt x="718649" y="37462"/>
                  <a:pt x="719519" y="37497"/>
                  <a:pt x="720210" y="37569"/>
                </a:cubicBezTo>
                <a:cubicBezTo>
                  <a:pt x="720901" y="37640"/>
                  <a:pt x="721437" y="37783"/>
                  <a:pt x="721819" y="37998"/>
                </a:cubicBezTo>
                <a:cubicBezTo>
                  <a:pt x="722200" y="38212"/>
                  <a:pt x="722474" y="38451"/>
                  <a:pt x="722641" y="38713"/>
                </a:cubicBezTo>
                <a:cubicBezTo>
                  <a:pt x="722808" y="38975"/>
                  <a:pt x="722891" y="39297"/>
                  <a:pt x="722891" y="39678"/>
                </a:cubicBezTo>
                <a:lnTo>
                  <a:pt x="722891" y="48185"/>
                </a:lnTo>
                <a:cubicBezTo>
                  <a:pt x="726514" y="44134"/>
                  <a:pt x="730125" y="41167"/>
                  <a:pt x="733724" y="39285"/>
                </a:cubicBezTo>
                <a:cubicBezTo>
                  <a:pt x="737322" y="37402"/>
                  <a:pt x="740957" y="36461"/>
                  <a:pt x="744627" y="36461"/>
                </a:cubicBezTo>
                <a:cubicBezTo>
                  <a:pt x="748918" y="36461"/>
                  <a:pt x="752528" y="37188"/>
                  <a:pt x="755460" y="38641"/>
                </a:cubicBezTo>
                <a:cubicBezTo>
                  <a:pt x="758391" y="40095"/>
                  <a:pt x="760763" y="42037"/>
                  <a:pt x="762574" y="44468"/>
                </a:cubicBezTo>
                <a:cubicBezTo>
                  <a:pt x="764386" y="46898"/>
                  <a:pt x="765685" y="49746"/>
                  <a:pt x="766471" y="53011"/>
                </a:cubicBezTo>
                <a:cubicBezTo>
                  <a:pt x="767258" y="56276"/>
                  <a:pt x="767651" y="60196"/>
                  <a:pt x="767651" y="64771"/>
                </a:cubicBezTo>
                <a:lnTo>
                  <a:pt x="767651" y="104020"/>
                </a:lnTo>
                <a:close/>
                <a:moveTo>
                  <a:pt x="827976" y="86556"/>
                </a:moveTo>
                <a:cubicBezTo>
                  <a:pt x="827976" y="89848"/>
                  <a:pt x="827368" y="92782"/>
                  <a:pt x="826153" y="95359"/>
                </a:cubicBezTo>
                <a:cubicBezTo>
                  <a:pt x="824937" y="97934"/>
                  <a:pt x="823209" y="100105"/>
                  <a:pt x="820969" y="101871"/>
                </a:cubicBezTo>
                <a:cubicBezTo>
                  <a:pt x="818728" y="103636"/>
                  <a:pt x="816059" y="104971"/>
                  <a:pt x="812961" y="105877"/>
                </a:cubicBezTo>
                <a:cubicBezTo>
                  <a:pt x="809862" y="106784"/>
                  <a:pt x="806454" y="107237"/>
                  <a:pt x="802736" y="107237"/>
                </a:cubicBezTo>
                <a:cubicBezTo>
                  <a:pt x="800448" y="107237"/>
                  <a:pt x="798267" y="107059"/>
                  <a:pt x="796194" y="106701"/>
                </a:cubicBezTo>
                <a:cubicBezTo>
                  <a:pt x="794120" y="106344"/>
                  <a:pt x="792261" y="105891"/>
                  <a:pt x="790617" y="105343"/>
                </a:cubicBezTo>
                <a:cubicBezTo>
                  <a:pt x="788972" y="104795"/>
                  <a:pt x="787578" y="104223"/>
                  <a:pt x="786434" y="103627"/>
                </a:cubicBezTo>
                <a:cubicBezTo>
                  <a:pt x="785290" y="103031"/>
                  <a:pt x="784456" y="102495"/>
                  <a:pt x="783931" y="102018"/>
                </a:cubicBezTo>
                <a:cubicBezTo>
                  <a:pt x="783407" y="101542"/>
                  <a:pt x="783025" y="100875"/>
                  <a:pt x="782787" y="100017"/>
                </a:cubicBezTo>
                <a:cubicBezTo>
                  <a:pt x="782549" y="99159"/>
                  <a:pt x="782430" y="97991"/>
                  <a:pt x="782430" y="96514"/>
                </a:cubicBezTo>
                <a:cubicBezTo>
                  <a:pt x="782430" y="95608"/>
                  <a:pt x="782477" y="94845"/>
                  <a:pt x="782573" y="94226"/>
                </a:cubicBezTo>
                <a:cubicBezTo>
                  <a:pt x="782668" y="93606"/>
                  <a:pt x="782787" y="93106"/>
                  <a:pt x="782930" y="92724"/>
                </a:cubicBezTo>
                <a:cubicBezTo>
                  <a:pt x="783073" y="92343"/>
                  <a:pt x="783276" y="92069"/>
                  <a:pt x="783538" y="91902"/>
                </a:cubicBezTo>
                <a:cubicBezTo>
                  <a:pt x="783800" y="91736"/>
                  <a:pt x="784098" y="91652"/>
                  <a:pt x="784432" y="91652"/>
                </a:cubicBezTo>
                <a:cubicBezTo>
                  <a:pt x="784956" y="91652"/>
                  <a:pt x="785731" y="91974"/>
                  <a:pt x="786755" y="92617"/>
                </a:cubicBezTo>
                <a:cubicBezTo>
                  <a:pt x="787780" y="93261"/>
                  <a:pt x="789044" y="93964"/>
                  <a:pt x="790545" y="94726"/>
                </a:cubicBezTo>
                <a:cubicBezTo>
                  <a:pt x="792047" y="95489"/>
                  <a:pt x="793822" y="96192"/>
                  <a:pt x="795872" y="96835"/>
                </a:cubicBezTo>
                <a:cubicBezTo>
                  <a:pt x="797922" y="97479"/>
                  <a:pt x="800281" y="97800"/>
                  <a:pt x="802950" y="97800"/>
                </a:cubicBezTo>
                <a:cubicBezTo>
                  <a:pt x="804953" y="97800"/>
                  <a:pt x="806764" y="97586"/>
                  <a:pt x="808385" y="97157"/>
                </a:cubicBezTo>
                <a:cubicBezTo>
                  <a:pt x="810005" y="96727"/>
                  <a:pt x="811411" y="96094"/>
                  <a:pt x="812603" y="95258"/>
                </a:cubicBezTo>
                <a:cubicBezTo>
                  <a:pt x="813795" y="94422"/>
                  <a:pt x="814712" y="93360"/>
                  <a:pt x="815356" y="92070"/>
                </a:cubicBezTo>
                <a:cubicBezTo>
                  <a:pt x="815999" y="90780"/>
                  <a:pt x="816321" y="89252"/>
                  <a:pt x="816321" y="87486"/>
                </a:cubicBezTo>
                <a:cubicBezTo>
                  <a:pt x="816321" y="85673"/>
                  <a:pt x="815856" y="84146"/>
                  <a:pt x="814927" y="82906"/>
                </a:cubicBezTo>
                <a:cubicBezTo>
                  <a:pt x="813997" y="81665"/>
                  <a:pt x="812770" y="80568"/>
                  <a:pt x="811245" y="79615"/>
                </a:cubicBezTo>
                <a:cubicBezTo>
                  <a:pt x="809719" y="78660"/>
                  <a:pt x="808003" y="77813"/>
                  <a:pt x="806097" y="77075"/>
                </a:cubicBezTo>
                <a:cubicBezTo>
                  <a:pt x="804190" y="76334"/>
                  <a:pt x="802224" y="75559"/>
                  <a:pt x="800198" y="74749"/>
                </a:cubicBezTo>
                <a:cubicBezTo>
                  <a:pt x="798172" y="73937"/>
                  <a:pt x="796194" y="73018"/>
                  <a:pt x="794263" y="71992"/>
                </a:cubicBezTo>
                <a:cubicBezTo>
                  <a:pt x="792333" y="70966"/>
                  <a:pt x="790605" y="69713"/>
                  <a:pt x="789079" y="68234"/>
                </a:cubicBezTo>
                <a:cubicBezTo>
                  <a:pt x="787554" y="66755"/>
                  <a:pt x="786326" y="64990"/>
                  <a:pt x="785397" y="62939"/>
                </a:cubicBezTo>
                <a:cubicBezTo>
                  <a:pt x="784467" y="60888"/>
                  <a:pt x="784003" y="58432"/>
                  <a:pt x="784003" y="55569"/>
                </a:cubicBezTo>
                <a:cubicBezTo>
                  <a:pt x="784003" y="53040"/>
                  <a:pt x="784491" y="50619"/>
                  <a:pt x="785468" y="48306"/>
                </a:cubicBezTo>
                <a:cubicBezTo>
                  <a:pt x="786446" y="45991"/>
                  <a:pt x="787911" y="43964"/>
                  <a:pt x="789866" y="42222"/>
                </a:cubicBezTo>
                <a:cubicBezTo>
                  <a:pt x="791820" y="40480"/>
                  <a:pt x="794263" y="39084"/>
                  <a:pt x="797195" y="38036"/>
                </a:cubicBezTo>
                <a:cubicBezTo>
                  <a:pt x="800126" y="36986"/>
                  <a:pt x="803546" y="36461"/>
                  <a:pt x="807455" y="36461"/>
                </a:cubicBezTo>
                <a:cubicBezTo>
                  <a:pt x="809171" y="36461"/>
                  <a:pt x="810887" y="36606"/>
                  <a:pt x="812603" y="36896"/>
                </a:cubicBezTo>
                <a:cubicBezTo>
                  <a:pt x="814319" y="37187"/>
                  <a:pt x="815868" y="37549"/>
                  <a:pt x="817251" y="37984"/>
                </a:cubicBezTo>
                <a:cubicBezTo>
                  <a:pt x="818633" y="38419"/>
                  <a:pt x="819813" y="38891"/>
                  <a:pt x="820790" y="39399"/>
                </a:cubicBezTo>
                <a:cubicBezTo>
                  <a:pt x="821767" y="39906"/>
                  <a:pt x="822506" y="40354"/>
                  <a:pt x="823007" y="40741"/>
                </a:cubicBezTo>
                <a:cubicBezTo>
                  <a:pt x="823507" y="41128"/>
                  <a:pt x="823841" y="41465"/>
                  <a:pt x="824008" y="41751"/>
                </a:cubicBezTo>
                <a:cubicBezTo>
                  <a:pt x="824174" y="42037"/>
                  <a:pt x="824294" y="42359"/>
                  <a:pt x="824365" y="42716"/>
                </a:cubicBezTo>
                <a:cubicBezTo>
                  <a:pt x="824437" y="43074"/>
                  <a:pt x="824508" y="43515"/>
                  <a:pt x="824580" y="44039"/>
                </a:cubicBezTo>
                <a:cubicBezTo>
                  <a:pt x="824651" y="44563"/>
                  <a:pt x="824687" y="45206"/>
                  <a:pt x="824687" y="45969"/>
                </a:cubicBezTo>
                <a:cubicBezTo>
                  <a:pt x="824687" y="46779"/>
                  <a:pt x="824651" y="47482"/>
                  <a:pt x="824580" y="48078"/>
                </a:cubicBezTo>
                <a:cubicBezTo>
                  <a:pt x="824508" y="48674"/>
                  <a:pt x="824389" y="49162"/>
                  <a:pt x="824222" y="49544"/>
                </a:cubicBezTo>
                <a:cubicBezTo>
                  <a:pt x="824055" y="49925"/>
                  <a:pt x="823853" y="50199"/>
                  <a:pt x="823614" y="50366"/>
                </a:cubicBezTo>
                <a:cubicBezTo>
                  <a:pt x="823376" y="50533"/>
                  <a:pt x="823114" y="50616"/>
                  <a:pt x="822828" y="50616"/>
                </a:cubicBezTo>
                <a:cubicBezTo>
                  <a:pt x="822399" y="50616"/>
                  <a:pt x="821779" y="50350"/>
                  <a:pt x="820969" y="49818"/>
                </a:cubicBezTo>
                <a:cubicBezTo>
                  <a:pt x="820158" y="49287"/>
                  <a:pt x="819110" y="48718"/>
                  <a:pt x="817823" y="48114"/>
                </a:cubicBezTo>
                <a:cubicBezTo>
                  <a:pt x="816536" y="47509"/>
                  <a:pt x="815022" y="46941"/>
                  <a:pt x="813282" y="46409"/>
                </a:cubicBezTo>
                <a:cubicBezTo>
                  <a:pt x="811543" y="45877"/>
                  <a:pt x="809552" y="45612"/>
                  <a:pt x="807312" y="45612"/>
                </a:cubicBezTo>
                <a:cubicBezTo>
                  <a:pt x="805310" y="45612"/>
                  <a:pt x="803546" y="45839"/>
                  <a:pt x="802021" y="46293"/>
                </a:cubicBezTo>
                <a:cubicBezTo>
                  <a:pt x="800496" y="46746"/>
                  <a:pt x="799244" y="47390"/>
                  <a:pt x="798267" y="48225"/>
                </a:cubicBezTo>
                <a:cubicBezTo>
                  <a:pt x="797290" y="49061"/>
                  <a:pt x="796551" y="50052"/>
                  <a:pt x="796051" y="51199"/>
                </a:cubicBezTo>
                <a:cubicBezTo>
                  <a:pt x="795550" y="52344"/>
                  <a:pt x="795300" y="53586"/>
                  <a:pt x="795300" y="54923"/>
                </a:cubicBezTo>
                <a:cubicBezTo>
                  <a:pt x="795300" y="56784"/>
                  <a:pt x="795777" y="58346"/>
                  <a:pt x="796730" y="59611"/>
                </a:cubicBezTo>
                <a:cubicBezTo>
                  <a:pt x="797683" y="60875"/>
                  <a:pt x="798923" y="61985"/>
                  <a:pt x="800448" y="62939"/>
                </a:cubicBezTo>
                <a:cubicBezTo>
                  <a:pt x="801973" y="63893"/>
                  <a:pt x="803713" y="64751"/>
                  <a:pt x="805668" y="65515"/>
                </a:cubicBezTo>
                <a:cubicBezTo>
                  <a:pt x="807622" y="66278"/>
                  <a:pt x="809612" y="67065"/>
                  <a:pt x="811638" y="67877"/>
                </a:cubicBezTo>
                <a:cubicBezTo>
                  <a:pt x="813664" y="68687"/>
                  <a:pt x="815666" y="69593"/>
                  <a:pt x="817644" y="70596"/>
                </a:cubicBezTo>
                <a:cubicBezTo>
                  <a:pt x="819622" y="71598"/>
                  <a:pt x="821374" y="72815"/>
                  <a:pt x="822899" y="74246"/>
                </a:cubicBezTo>
                <a:cubicBezTo>
                  <a:pt x="824425" y="75677"/>
                  <a:pt x="825652" y="77396"/>
                  <a:pt x="826582" y="79400"/>
                </a:cubicBezTo>
                <a:cubicBezTo>
                  <a:pt x="827511" y="81404"/>
                  <a:pt x="827976" y="83789"/>
                  <a:pt x="827976" y="865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pGranular：modularrelation">
            <a:extLst xmlns:a="http://schemas.openxmlformats.org/drawingml/2006/main">
              <a:ext uri="{FF2B5EF4-FFF2-40B4-BE49-F238E27FC236}">
                <a16:creationId xmlns:a16="http://schemas.microsoft.com/office/drawing/2014/main" id="{31249037-5EDA-4F94-BCC8-3D4E26E7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556" y="1594923"/>
            <a:ext cx="1812646" cy="107595"/>
          </a:xfrm>
          <a:custGeom xmlns:a="http://schemas.openxmlformats.org/drawingml/2006/main">
            <a:pathLst>
              <a:path w="1812646" h="107595">
                <a:moveTo>
                  <a:pt x="21164" y="84646"/>
                </a:moveTo>
                <a:lnTo>
                  <a:pt x="84657" y="84646"/>
                </a:lnTo>
                <a:lnTo>
                  <a:pt x="84657" y="21161"/>
                </a:lnTo>
                <a:lnTo>
                  <a:pt x="21164" y="21161"/>
                </a:lnTo>
                <a:lnTo>
                  <a:pt x="21164" y="84646"/>
                </a:lnTo>
                <a:moveTo>
                  <a:pt x="0" y="105807"/>
                </a:moveTo>
                <a:lnTo>
                  <a:pt x="0" y="0"/>
                </a:lnTo>
                <a:lnTo>
                  <a:pt x="105822" y="0"/>
                </a:lnTo>
                <a:lnTo>
                  <a:pt x="105822" y="105807"/>
                </a:lnTo>
                <a:lnTo>
                  <a:pt x="0" y="105807"/>
                </a:lnTo>
                <a:close/>
                <a:moveTo>
                  <a:pt x="271673" y="25880"/>
                </a:moveTo>
                <a:cubicBezTo>
                  <a:pt x="271673" y="26785"/>
                  <a:pt x="271625" y="27584"/>
                  <a:pt x="271530" y="28275"/>
                </a:cubicBezTo>
                <a:cubicBezTo>
                  <a:pt x="271435" y="28966"/>
                  <a:pt x="271292" y="29538"/>
                  <a:pt x="271101" y="29991"/>
                </a:cubicBezTo>
                <a:cubicBezTo>
                  <a:pt x="270910" y="30443"/>
                  <a:pt x="270672" y="30765"/>
                  <a:pt x="270386" y="30956"/>
                </a:cubicBezTo>
                <a:cubicBezTo>
                  <a:pt x="270100" y="31146"/>
                  <a:pt x="269790" y="31242"/>
                  <a:pt x="269457" y="31242"/>
                </a:cubicBezTo>
                <a:cubicBezTo>
                  <a:pt x="268885" y="31242"/>
                  <a:pt x="267931" y="30789"/>
                  <a:pt x="266597" y="29883"/>
                </a:cubicBezTo>
                <a:cubicBezTo>
                  <a:pt x="265262" y="28978"/>
                  <a:pt x="263474" y="27977"/>
                  <a:pt x="261234" y="26881"/>
                </a:cubicBezTo>
                <a:cubicBezTo>
                  <a:pt x="258994" y="25785"/>
                  <a:pt x="256312" y="24784"/>
                  <a:pt x="253190" y="23878"/>
                </a:cubicBezTo>
                <a:cubicBezTo>
                  <a:pt x="250068" y="22973"/>
                  <a:pt x="246362" y="22520"/>
                  <a:pt x="242072" y="22520"/>
                </a:cubicBezTo>
                <a:cubicBezTo>
                  <a:pt x="236971" y="22520"/>
                  <a:pt x="232395" y="23449"/>
                  <a:pt x="228343" y="25308"/>
                </a:cubicBezTo>
                <a:cubicBezTo>
                  <a:pt x="224292" y="27167"/>
                  <a:pt x="220860" y="29740"/>
                  <a:pt x="218047" y="33029"/>
                </a:cubicBezTo>
                <a:cubicBezTo>
                  <a:pt x="215235" y="36318"/>
                  <a:pt x="213078" y="40226"/>
                  <a:pt x="211576" y="44754"/>
                </a:cubicBezTo>
                <a:cubicBezTo>
                  <a:pt x="210075" y="49281"/>
                  <a:pt x="209324" y="54191"/>
                  <a:pt x="209324" y="59481"/>
                </a:cubicBezTo>
                <a:cubicBezTo>
                  <a:pt x="209324" y="65391"/>
                  <a:pt x="210146" y="70634"/>
                  <a:pt x="211791" y="75209"/>
                </a:cubicBezTo>
                <a:cubicBezTo>
                  <a:pt x="213435" y="79785"/>
                  <a:pt x="215712" y="83645"/>
                  <a:pt x="218619" y="86791"/>
                </a:cubicBezTo>
                <a:cubicBezTo>
                  <a:pt x="221527" y="89936"/>
                  <a:pt x="224995" y="92319"/>
                  <a:pt x="229023" y="93940"/>
                </a:cubicBezTo>
                <a:cubicBezTo>
                  <a:pt x="233051" y="95560"/>
                  <a:pt x="237472" y="96371"/>
                  <a:pt x="242286" y="96371"/>
                </a:cubicBezTo>
                <a:cubicBezTo>
                  <a:pt x="245146" y="96371"/>
                  <a:pt x="248042" y="96025"/>
                  <a:pt x="250974" y="95334"/>
                </a:cubicBezTo>
                <a:cubicBezTo>
                  <a:pt x="253905" y="94643"/>
                  <a:pt x="256634" y="93606"/>
                  <a:pt x="259160" y="92224"/>
                </a:cubicBezTo>
                <a:lnTo>
                  <a:pt x="259160" y="65272"/>
                </a:lnTo>
                <a:lnTo>
                  <a:pt x="237710" y="65272"/>
                </a:lnTo>
                <a:cubicBezTo>
                  <a:pt x="236900" y="65272"/>
                  <a:pt x="236292" y="64867"/>
                  <a:pt x="235887" y="64056"/>
                </a:cubicBezTo>
                <a:cubicBezTo>
                  <a:pt x="235482" y="63246"/>
                  <a:pt x="235279" y="61983"/>
                  <a:pt x="235279" y="60267"/>
                </a:cubicBezTo>
                <a:cubicBezTo>
                  <a:pt x="235279" y="59362"/>
                  <a:pt x="235327" y="58587"/>
                  <a:pt x="235422" y="57944"/>
                </a:cubicBezTo>
                <a:cubicBezTo>
                  <a:pt x="235517" y="57300"/>
                  <a:pt x="235672" y="56776"/>
                  <a:pt x="235887" y="56371"/>
                </a:cubicBezTo>
                <a:cubicBezTo>
                  <a:pt x="236101" y="55966"/>
                  <a:pt x="236352" y="55668"/>
                  <a:pt x="236638" y="55477"/>
                </a:cubicBezTo>
                <a:cubicBezTo>
                  <a:pt x="236924" y="55287"/>
                  <a:pt x="237281" y="55191"/>
                  <a:pt x="237710" y="55191"/>
                </a:cubicBezTo>
                <a:lnTo>
                  <a:pt x="267097" y="55191"/>
                </a:lnTo>
                <a:cubicBezTo>
                  <a:pt x="267621" y="55191"/>
                  <a:pt x="268146" y="55287"/>
                  <a:pt x="268670" y="55477"/>
                </a:cubicBezTo>
                <a:cubicBezTo>
                  <a:pt x="269194" y="55668"/>
                  <a:pt x="269671" y="55954"/>
                  <a:pt x="270100" y="56335"/>
                </a:cubicBezTo>
                <a:cubicBezTo>
                  <a:pt x="270529" y="56717"/>
                  <a:pt x="270863" y="57241"/>
                  <a:pt x="271101" y="57908"/>
                </a:cubicBezTo>
                <a:cubicBezTo>
                  <a:pt x="271339" y="58575"/>
                  <a:pt x="271459" y="59338"/>
                  <a:pt x="271459" y="60196"/>
                </a:cubicBezTo>
                <a:lnTo>
                  <a:pt x="271459" y="95441"/>
                </a:lnTo>
                <a:cubicBezTo>
                  <a:pt x="271459" y="96680"/>
                  <a:pt x="271244" y="97753"/>
                  <a:pt x="270815" y="98658"/>
                </a:cubicBezTo>
                <a:cubicBezTo>
                  <a:pt x="270386" y="99564"/>
                  <a:pt x="269480" y="100362"/>
                  <a:pt x="268098" y="101053"/>
                </a:cubicBezTo>
                <a:cubicBezTo>
                  <a:pt x="266716" y="101744"/>
                  <a:pt x="264928" y="102495"/>
                  <a:pt x="262736" y="103305"/>
                </a:cubicBezTo>
                <a:cubicBezTo>
                  <a:pt x="260543" y="104115"/>
                  <a:pt x="258279" y="104807"/>
                  <a:pt x="255943" y="105378"/>
                </a:cubicBezTo>
                <a:cubicBezTo>
                  <a:pt x="253607" y="105950"/>
                  <a:pt x="251248" y="106379"/>
                  <a:pt x="248864" y="106665"/>
                </a:cubicBezTo>
                <a:cubicBezTo>
                  <a:pt x="246481" y="106951"/>
                  <a:pt x="244121" y="107094"/>
                  <a:pt x="241786" y="107094"/>
                </a:cubicBezTo>
                <a:cubicBezTo>
                  <a:pt x="234636" y="107094"/>
                  <a:pt x="228248" y="105986"/>
                  <a:pt x="222623" y="103770"/>
                </a:cubicBezTo>
                <a:cubicBezTo>
                  <a:pt x="216999" y="101554"/>
                  <a:pt x="212244" y="98396"/>
                  <a:pt x="208359" y="94297"/>
                </a:cubicBezTo>
                <a:cubicBezTo>
                  <a:pt x="204474" y="90198"/>
                  <a:pt x="201507" y="85289"/>
                  <a:pt x="199457" y="79570"/>
                </a:cubicBezTo>
                <a:cubicBezTo>
                  <a:pt x="197407" y="73851"/>
                  <a:pt x="196382" y="67464"/>
                  <a:pt x="196382" y="60410"/>
                </a:cubicBezTo>
                <a:cubicBezTo>
                  <a:pt x="196382" y="53071"/>
                  <a:pt x="197491" y="46422"/>
                  <a:pt x="199707" y="40464"/>
                </a:cubicBezTo>
                <a:cubicBezTo>
                  <a:pt x="201924" y="34507"/>
                  <a:pt x="205046" y="29431"/>
                  <a:pt x="209074" y="25237"/>
                </a:cubicBezTo>
                <a:cubicBezTo>
                  <a:pt x="213102" y="21042"/>
                  <a:pt x="217940" y="17789"/>
                  <a:pt x="223589" y="15478"/>
                </a:cubicBezTo>
                <a:cubicBezTo>
                  <a:pt x="229237" y="13166"/>
                  <a:pt x="235494" y="12011"/>
                  <a:pt x="242358" y="12011"/>
                </a:cubicBezTo>
                <a:cubicBezTo>
                  <a:pt x="245885" y="12011"/>
                  <a:pt x="249198" y="12320"/>
                  <a:pt x="252296" y="12940"/>
                </a:cubicBezTo>
                <a:cubicBezTo>
                  <a:pt x="255395" y="13560"/>
                  <a:pt x="258148" y="14286"/>
                  <a:pt x="260555" y="15120"/>
                </a:cubicBezTo>
                <a:cubicBezTo>
                  <a:pt x="262962" y="15955"/>
                  <a:pt x="264988" y="16860"/>
                  <a:pt x="266632" y="17837"/>
                </a:cubicBezTo>
                <a:cubicBezTo>
                  <a:pt x="268277" y="18814"/>
                  <a:pt x="269409" y="19613"/>
                  <a:pt x="270029" y="20232"/>
                </a:cubicBezTo>
                <a:cubicBezTo>
                  <a:pt x="270648" y="20852"/>
                  <a:pt x="271077" y="21567"/>
                  <a:pt x="271316" y="22377"/>
                </a:cubicBezTo>
                <a:cubicBezTo>
                  <a:pt x="271554" y="23187"/>
                  <a:pt x="271673" y="24355"/>
                  <a:pt x="271673" y="25880"/>
                </a:cubicBezTo>
                <a:close/>
                <a:moveTo>
                  <a:pt x="329434" y="43896"/>
                </a:moveTo>
                <a:cubicBezTo>
                  <a:pt x="329434" y="44944"/>
                  <a:pt x="329410" y="45826"/>
                  <a:pt x="329362" y="46541"/>
                </a:cubicBezTo>
                <a:cubicBezTo>
                  <a:pt x="329315" y="47256"/>
                  <a:pt x="329219" y="47816"/>
                  <a:pt x="329076" y="48221"/>
                </a:cubicBezTo>
                <a:cubicBezTo>
                  <a:pt x="328933" y="48626"/>
                  <a:pt x="328755" y="48936"/>
                  <a:pt x="328540" y="49150"/>
                </a:cubicBezTo>
                <a:cubicBezTo>
                  <a:pt x="328326" y="49365"/>
                  <a:pt x="328028" y="49472"/>
                  <a:pt x="327646" y="49472"/>
                </a:cubicBezTo>
                <a:cubicBezTo>
                  <a:pt x="327265" y="49472"/>
                  <a:pt x="326800" y="49365"/>
                  <a:pt x="326252" y="49150"/>
                </a:cubicBezTo>
                <a:cubicBezTo>
                  <a:pt x="325704" y="48936"/>
                  <a:pt x="325084" y="48721"/>
                  <a:pt x="324393" y="48507"/>
                </a:cubicBezTo>
                <a:cubicBezTo>
                  <a:pt x="323702" y="48293"/>
                  <a:pt x="322927" y="48090"/>
                  <a:pt x="322069" y="47899"/>
                </a:cubicBezTo>
                <a:cubicBezTo>
                  <a:pt x="321211" y="47709"/>
                  <a:pt x="320282" y="47613"/>
                  <a:pt x="319281" y="47613"/>
                </a:cubicBezTo>
                <a:cubicBezTo>
                  <a:pt x="318089" y="47613"/>
                  <a:pt x="316921" y="47852"/>
                  <a:pt x="315777" y="48328"/>
                </a:cubicBezTo>
                <a:cubicBezTo>
                  <a:pt x="314633" y="48805"/>
                  <a:pt x="313430" y="49591"/>
                  <a:pt x="312166" y="50687"/>
                </a:cubicBezTo>
                <a:cubicBezTo>
                  <a:pt x="310903" y="51784"/>
                  <a:pt x="309580" y="53237"/>
                  <a:pt x="308198" y="55048"/>
                </a:cubicBezTo>
                <a:cubicBezTo>
                  <a:pt x="306816" y="56860"/>
                  <a:pt x="305290" y="59076"/>
                  <a:pt x="303622" y="61697"/>
                </a:cubicBezTo>
                <a:lnTo>
                  <a:pt x="303622" y="104020"/>
                </a:lnTo>
                <a:cubicBezTo>
                  <a:pt x="303622" y="104401"/>
                  <a:pt x="303527" y="104723"/>
                  <a:pt x="303336" y="104985"/>
                </a:cubicBezTo>
                <a:cubicBezTo>
                  <a:pt x="303145" y="105247"/>
                  <a:pt x="302836" y="105474"/>
                  <a:pt x="302407" y="105664"/>
                </a:cubicBezTo>
                <a:cubicBezTo>
                  <a:pt x="301978" y="105855"/>
                  <a:pt x="301382" y="105998"/>
                  <a:pt x="300619" y="106093"/>
                </a:cubicBezTo>
                <a:cubicBezTo>
                  <a:pt x="299856" y="106189"/>
                  <a:pt x="298879" y="106236"/>
                  <a:pt x="297687" y="106236"/>
                </a:cubicBezTo>
                <a:cubicBezTo>
                  <a:pt x="296543" y="106236"/>
                  <a:pt x="295590" y="106189"/>
                  <a:pt x="294827" y="106093"/>
                </a:cubicBezTo>
                <a:cubicBezTo>
                  <a:pt x="294065" y="105998"/>
                  <a:pt x="293457" y="105855"/>
                  <a:pt x="293004" y="105664"/>
                </a:cubicBezTo>
                <a:cubicBezTo>
                  <a:pt x="292551" y="105474"/>
                  <a:pt x="292241" y="105247"/>
                  <a:pt x="292075" y="104985"/>
                </a:cubicBezTo>
                <a:cubicBezTo>
                  <a:pt x="291908" y="104723"/>
                  <a:pt x="291824" y="104401"/>
                  <a:pt x="291824" y="104020"/>
                </a:cubicBezTo>
                <a:lnTo>
                  <a:pt x="291824" y="39678"/>
                </a:lnTo>
                <a:cubicBezTo>
                  <a:pt x="291824" y="39297"/>
                  <a:pt x="291896" y="38975"/>
                  <a:pt x="292039" y="38713"/>
                </a:cubicBezTo>
                <a:cubicBezTo>
                  <a:pt x="292182" y="38451"/>
                  <a:pt x="292468" y="38212"/>
                  <a:pt x="292897" y="37998"/>
                </a:cubicBezTo>
                <a:cubicBezTo>
                  <a:pt x="293326" y="37783"/>
                  <a:pt x="293874" y="37640"/>
                  <a:pt x="294541" y="37569"/>
                </a:cubicBezTo>
                <a:cubicBezTo>
                  <a:pt x="295209" y="37497"/>
                  <a:pt x="296091" y="37462"/>
                  <a:pt x="297187" y="37462"/>
                </a:cubicBezTo>
                <a:cubicBezTo>
                  <a:pt x="298236" y="37462"/>
                  <a:pt x="299106" y="37497"/>
                  <a:pt x="299797" y="37569"/>
                </a:cubicBezTo>
                <a:cubicBezTo>
                  <a:pt x="300488" y="37640"/>
                  <a:pt x="301024" y="37783"/>
                  <a:pt x="301405" y="37998"/>
                </a:cubicBezTo>
                <a:cubicBezTo>
                  <a:pt x="301787" y="38212"/>
                  <a:pt x="302061" y="38451"/>
                  <a:pt x="302228" y="38713"/>
                </a:cubicBezTo>
                <a:cubicBezTo>
                  <a:pt x="302395" y="38975"/>
                  <a:pt x="302478" y="39297"/>
                  <a:pt x="302478" y="39678"/>
                </a:cubicBezTo>
                <a:lnTo>
                  <a:pt x="302478" y="49043"/>
                </a:lnTo>
                <a:cubicBezTo>
                  <a:pt x="304242" y="46469"/>
                  <a:pt x="305898" y="44372"/>
                  <a:pt x="307447" y="42752"/>
                </a:cubicBezTo>
                <a:cubicBezTo>
                  <a:pt x="308997" y="41131"/>
                  <a:pt x="310462" y="39857"/>
                  <a:pt x="311845" y="38927"/>
                </a:cubicBezTo>
                <a:cubicBezTo>
                  <a:pt x="313227" y="37998"/>
                  <a:pt x="314597" y="37354"/>
                  <a:pt x="315956" y="36997"/>
                </a:cubicBezTo>
                <a:cubicBezTo>
                  <a:pt x="317314" y="36639"/>
                  <a:pt x="318685" y="36461"/>
                  <a:pt x="320067" y="36461"/>
                </a:cubicBezTo>
                <a:cubicBezTo>
                  <a:pt x="320687" y="36461"/>
                  <a:pt x="321390" y="36496"/>
                  <a:pt x="322177" y="36568"/>
                </a:cubicBezTo>
                <a:cubicBezTo>
                  <a:pt x="322963" y="36639"/>
                  <a:pt x="323785" y="36770"/>
                  <a:pt x="324643" y="36961"/>
                </a:cubicBezTo>
                <a:cubicBezTo>
                  <a:pt x="325501" y="37152"/>
                  <a:pt x="326276" y="37366"/>
                  <a:pt x="326967" y="37605"/>
                </a:cubicBezTo>
                <a:cubicBezTo>
                  <a:pt x="327658" y="37843"/>
                  <a:pt x="328147" y="38081"/>
                  <a:pt x="328433" y="38319"/>
                </a:cubicBezTo>
                <a:cubicBezTo>
                  <a:pt x="328719" y="38558"/>
                  <a:pt x="328910" y="38784"/>
                  <a:pt x="329005" y="38999"/>
                </a:cubicBezTo>
                <a:cubicBezTo>
                  <a:pt x="329100" y="39213"/>
                  <a:pt x="329184" y="39487"/>
                  <a:pt x="329255" y="39821"/>
                </a:cubicBezTo>
                <a:cubicBezTo>
                  <a:pt x="329327" y="40154"/>
                  <a:pt x="329374" y="40643"/>
                  <a:pt x="329398" y="41286"/>
                </a:cubicBezTo>
                <a:cubicBezTo>
                  <a:pt x="329422" y="41930"/>
                  <a:pt x="329434" y="42800"/>
                  <a:pt x="329434" y="43896"/>
                </a:cubicBezTo>
                <a:close/>
                <a:moveTo>
                  <a:pt x="387820" y="104092"/>
                </a:moveTo>
                <a:cubicBezTo>
                  <a:pt x="387820" y="104664"/>
                  <a:pt x="387629" y="105093"/>
                  <a:pt x="387248" y="105378"/>
                </a:cubicBezTo>
                <a:cubicBezTo>
                  <a:pt x="386867" y="105664"/>
                  <a:pt x="386342" y="105879"/>
                  <a:pt x="385675" y="106022"/>
                </a:cubicBezTo>
                <a:cubicBezTo>
                  <a:pt x="385008" y="106165"/>
                  <a:pt x="384030" y="106236"/>
                  <a:pt x="382743" y="106236"/>
                </a:cubicBezTo>
                <a:cubicBezTo>
                  <a:pt x="381504" y="106236"/>
                  <a:pt x="380515" y="106165"/>
                  <a:pt x="379776" y="106022"/>
                </a:cubicBezTo>
                <a:cubicBezTo>
                  <a:pt x="379037" y="105879"/>
                  <a:pt x="378501" y="105664"/>
                  <a:pt x="378167" y="105378"/>
                </a:cubicBezTo>
                <a:cubicBezTo>
                  <a:pt x="377834" y="105093"/>
                  <a:pt x="377667" y="104664"/>
                  <a:pt x="377667" y="104092"/>
                </a:cubicBezTo>
                <a:lnTo>
                  <a:pt x="377667" y="97657"/>
                </a:lnTo>
                <a:cubicBezTo>
                  <a:pt x="374855" y="100660"/>
                  <a:pt x="371720" y="103007"/>
                  <a:pt x="368264" y="104699"/>
                </a:cubicBezTo>
                <a:cubicBezTo>
                  <a:pt x="364809" y="106391"/>
                  <a:pt x="361150" y="107237"/>
                  <a:pt x="357289" y="107237"/>
                </a:cubicBezTo>
                <a:cubicBezTo>
                  <a:pt x="353905" y="107237"/>
                  <a:pt x="350842" y="106795"/>
                  <a:pt x="348101" y="105910"/>
                </a:cubicBezTo>
                <a:cubicBezTo>
                  <a:pt x="345360" y="105026"/>
                  <a:pt x="343025" y="103746"/>
                  <a:pt x="341094" y="102072"/>
                </a:cubicBezTo>
                <a:cubicBezTo>
                  <a:pt x="339164" y="100398"/>
                  <a:pt x="337662" y="98342"/>
                  <a:pt x="336589" y="95904"/>
                </a:cubicBezTo>
                <a:cubicBezTo>
                  <a:pt x="335517" y="93464"/>
                  <a:pt x="334981" y="90689"/>
                  <a:pt x="334981" y="87579"/>
                </a:cubicBezTo>
                <a:cubicBezTo>
                  <a:pt x="334981" y="83945"/>
                  <a:pt x="335720" y="80789"/>
                  <a:pt x="337197" y="78111"/>
                </a:cubicBezTo>
                <a:cubicBezTo>
                  <a:pt x="338675" y="75432"/>
                  <a:pt x="340796" y="73207"/>
                  <a:pt x="343561" y="71438"/>
                </a:cubicBezTo>
                <a:cubicBezTo>
                  <a:pt x="346326" y="69668"/>
                  <a:pt x="349710" y="68341"/>
                  <a:pt x="353714" y="67457"/>
                </a:cubicBezTo>
                <a:cubicBezTo>
                  <a:pt x="357718" y="66572"/>
                  <a:pt x="362223" y="66130"/>
                  <a:pt x="367228" y="66130"/>
                </a:cubicBezTo>
                <a:lnTo>
                  <a:pt x="376094" y="66130"/>
                </a:lnTo>
                <a:lnTo>
                  <a:pt x="376094" y="61143"/>
                </a:lnTo>
                <a:cubicBezTo>
                  <a:pt x="376094" y="58674"/>
                  <a:pt x="375832" y="56489"/>
                  <a:pt x="375307" y="54590"/>
                </a:cubicBezTo>
                <a:cubicBezTo>
                  <a:pt x="374783" y="52690"/>
                  <a:pt x="373937" y="51110"/>
                  <a:pt x="372769" y="49852"/>
                </a:cubicBezTo>
                <a:cubicBezTo>
                  <a:pt x="371601" y="48593"/>
                  <a:pt x="370088" y="47644"/>
                  <a:pt x="368229" y="47003"/>
                </a:cubicBezTo>
                <a:cubicBezTo>
                  <a:pt x="366370" y="46361"/>
                  <a:pt x="364082" y="46041"/>
                  <a:pt x="361365" y="46041"/>
                </a:cubicBezTo>
                <a:cubicBezTo>
                  <a:pt x="358457" y="46041"/>
                  <a:pt x="355847" y="46382"/>
                  <a:pt x="353535" y="47066"/>
                </a:cubicBezTo>
                <a:cubicBezTo>
                  <a:pt x="351223" y="47750"/>
                  <a:pt x="349198" y="48504"/>
                  <a:pt x="347458" y="49329"/>
                </a:cubicBezTo>
                <a:cubicBezTo>
                  <a:pt x="345718" y="50154"/>
                  <a:pt x="344264" y="50909"/>
                  <a:pt x="343096" y="51592"/>
                </a:cubicBezTo>
                <a:cubicBezTo>
                  <a:pt x="341928" y="52276"/>
                  <a:pt x="341058" y="52618"/>
                  <a:pt x="340486" y="52618"/>
                </a:cubicBezTo>
                <a:cubicBezTo>
                  <a:pt x="340105" y="52618"/>
                  <a:pt x="339771" y="52522"/>
                  <a:pt x="339485" y="52332"/>
                </a:cubicBezTo>
                <a:cubicBezTo>
                  <a:pt x="339199" y="52141"/>
                  <a:pt x="338949" y="51855"/>
                  <a:pt x="338735" y="51474"/>
                </a:cubicBezTo>
                <a:cubicBezTo>
                  <a:pt x="338520" y="51093"/>
                  <a:pt x="338365" y="50604"/>
                  <a:pt x="338270" y="50008"/>
                </a:cubicBezTo>
                <a:cubicBezTo>
                  <a:pt x="338174" y="49413"/>
                  <a:pt x="338127" y="48757"/>
                  <a:pt x="338127" y="48042"/>
                </a:cubicBezTo>
                <a:cubicBezTo>
                  <a:pt x="338127" y="46851"/>
                  <a:pt x="338210" y="45909"/>
                  <a:pt x="338377" y="45218"/>
                </a:cubicBezTo>
                <a:cubicBezTo>
                  <a:pt x="338544" y="44527"/>
                  <a:pt x="338949" y="43872"/>
                  <a:pt x="339593" y="43252"/>
                </a:cubicBezTo>
                <a:cubicBezTo>
                  <a:pt x="340236" y="42633"/>
                  <a:pt x="341344" y="41911"/>
                  <a:pt x="342917" y="41088"/>
                </a:cubicBezTo>
                <a:cubicBezTo>
                  <a:pt x="344490" y="40262"/>
                  <a:pt x="346302" y="39509"/>
                  <a:pt x="348351" y="38827"/>
                </a:cubicBezTo>
                <a:cubicBezTo>
                  <a:pt x="350401" y="38144"/>
                  <a:pt x="352641" y="37580"/>
                  <a:pt x="355073" y="37133"/>
                </a:cubicBezTo>
                <a:cubicBezTo>
                  <a:pt x="357504" y="36685"/>
                  <a:pt x="359958" y="36461"/>
                  <a:pt x="362437" y="36461"/>
                </a:cubicBezTo>
                <a:cubicBezTo>
                  <a:pt x="367061" y="36461"/>
                  <a:pt x="370993" y="36985"/>
                  <a:pt x="374235" y="38033"/>
                </a:cubicBezTo>
                <a:cubicBezTo>
                  <a:pt x="377476" y="39082"/>
                  <a:pt x="380098" y="40619"/>
                  <a:pt x="382100" y="42645"/>
                </a:cubicBezTo>
                <a:cubicBezTo>
                  <a:pt x="384102" y="44670"/>
                  <a:pt x="385556" y="47184"/>
                  <a:pt x="386462" y="50187"/>
                </a:cubicBezTo>
                <a:cubicBezTo>
                  <a:pt x="387367" y="53190"/>
                  <a:pt x="387820" y="56693"/>
                  <a:pt x="387820" y="60696"/>
                </a:cubicBezTo>
                <a:lnTo>
                  <a:pt x="387820" y="104092"/>
                </a:lnTo>
                <a:moveTo>
                  <a:pt x="376094" y="74637"/>
                </a:moveTo>
                <a:lnTo>
                  <a:pt x="366012" y="74637"/>
                </a:lnTo>
                <a:cubicBezTo>
                  <a:pt x="362771" y="74637"/>
                  <a:pt x="359958" y="74913"/>
                  <a:pt x="357575" y="75466"/>
                </a:cubicBezTo>
                <a:cubicBezTo>
                  <a:pt x="355192" y="76017"/>
                  <a:pt x="353214" y="76832"/>
                  <a:pt x="351640" y="77910"/>
                </a:cubicBezTo>
                <a:cubicBezTo>
                  <a:pt x="350067" y="78988"/>
                  <a:pt x="348912" y="80283"/>
                  <a:pt x="348173" y="81795"/>
                </a:cubicBezTo>
                <a:cubicBezTo>
                  <a:pt x="347434" y="83305"/>
                  <a:pt x="347064" y="85044"/>
                  <a:pt x="347064" y="87010"/>
                </a:cubicBezTo>
                <a:cubicBezTo>
                  <a:pt x="347064" y="90367"/>
                  <a:pt x="348125" y="93040"/>
                  <a:pt x="350246" y="95030"/>
                </a:cubicBezTo>
                <a:cubicBezTo>
                  <a:pt x="352367" y="97020"/>
                  <a:pt x="355335" y="98015"/>
                  <a:pt x="359148" y="98015"/>
                </a:cubicBezTo>
                <a:cubicBezTo>
                  <a:pt x="362246" y="98015"/>
                  <a:pt x="365118" y="97224"/>
                  <a:pt x="367764" y="95642"/>
                </a:cubicBezTo>
                <a:cubicBezTo>
                  <a:pt x="370410" y="94059"/>
                  <a:pt x="373186" y="91637"/>
                  <a:pt x="376094" y="88377"/>
                </a:cubicBezTo>
                <a:lnTo>
                  <a:pt x="376094" y="74637"/>
                </a:lnTo>
                <a:close/>
                <a:moveTo>
                  <a:pt x="463360" y="104020"/>
                </a:moveTo>
                <a:cubicBezTo>
                  <a:pt x="463360" y="104401"/>
                  <a:pt x="463265" y="104723"/>
                  <a:pt x="463074" y="104985"/>
                </a:cubicBezTo>
                <a:cubicBezTo>
                  <a:pt x="462884" y="105247"/>
                  <a:pt x="462574" y="105474"/>
                  <a:pt x="462145" y="105664"/>
                </a:cubicBezTo>
                <a:cubicBezTo>
                  <a:pt x="461716" y="105855"/>
                  <a:pt x="461120" y="105998"/>
                  <a:pt x="460357" y="106093"/>
                </a:cubicBezTo>
                <a:cubicBezTo>
                  <a:pt x="459594" y="106189"/>
                  <a:pt x="458641" y="106236"/>
                  <a:pt x="457497" y="106236"/>
                </a:cubicBezTo>
                <a:cubicBezTo>
                  <a:pt x="456305" y="106236"/>
                  <a:pt x="455328" y="106189"/>
                  <a:pt x="454566" y="106093"/>
                </a:cubicBezTo>
                <a:cubicBezTo>
                  <a:pt x="453803" y="105998"/>
                  <a:pt x="453207" y="105855"/>
                  <a:pt x="452778" y="105664"/>
                </a:cubicBezTo>
                <a:cubicBezTo>
                  <a:pt x="452349" y="105474"/>
                  <a:pt x="452039" y="105247"/>
                  <a:pt x="451849" y="104985"/>
                </a:cubicBezTo>
                <a:cubicBezTo>
                  <a:pt x="451658" y="104723"/>
                  <a:pt x="451563" y="104401"/>
                  <a:pt x="451563" y="104020"/>
                </a:cubicBezTo>
                <a:lnTo>
                  <a:pt x="451563" y="66344"/>
                </a:lnTo>
                <a:cubicBezTo>
                  <a:pt x="451563" y="62674"/>
                  <a:pt x="451277" y="59719"/>
                  <a:pt x="450705" y="57479"/>
                </a:cubicBezTo>
                <a:cubicBezTo>
                  <a:pt x="450132" y="55239"/>
                  <a:pt x="449298" y="53309"/>
                  <a:pt x="448202" y="51688"/>
                </a:cubicBezTo>
                <a:cubicBezTo>
                  <a:pt x="447106" y="50068"/>
                  <a:pt x="445688" y="48829"/>
                  <a:pt x="443948" y="47971"/>
                </a:cubicBezTo>
                <a:cubicBezTo>
                  <a:pt x="442208" y="47113"/>
                  <a:pt x="440194" y="46684"/>
                  <a:pt x="437906" y="46684"/>
                </a:cubicBezTo>
                <a:cubicBezTo>
                  <a:pt x="434950" y="46684"/>
                  <a:pt x="431995" y="47733"/>
                  <a:pt x="429040" y="49830"/>
                </a:cubicBezTo>
                <a:cubicBezTo>
                  <a:pt x="426084" y="51927"/>
                  <a:pt x="422986" y="55001"/>
                  <a:pt x="419745" y="59052"/>
                </a:cubicBezTo>
                <a:lnTo>
                  <a:pt x="419745" y="104020"/>
                </a:lnTo>
                <a:cubicBezTo>
                  <a:pt x="419745" y="104401"/>
                  <a:pt x="419649" y="104723"/>
                  <a:pt x="419459" y="104985"/>
                </a:cubicBezTo>
                <a:cubicBezTo>
                  <a:pt x="419268" y="105247"/>
                  <a:pt x="418958" y="105474"/>
                  <a:pt x="418529" y="105664"/>
                </a:cubicBezTo>
                <a:cubicBezTo>
                  <a:pt x="418100" y="105855"/>
                  <a:pt x="417504" y="105998"/>
                  <a:pt x="416741" y="106093"/>
                </a:cubicBezTo>
                <a:cubicBezTo>
                  <a:pt x="415979" y="106189"/>
                  <a:pt x="415002" y="106236"/>
                  <a:pt x="413810" y="106236"/>
                </a:cubicBezTo>
                <a:cubicBezTo>
                  <a:pt x="412666" y="106236"/>
                  <a:pt x="411713" y="106189"/>
                  <a:pt x="410950" y="106093"/>
                </a:cubicBezTo>
                <a:cubicBezTo>
                  <a:pt x="410187" y="105998"/>
                  <a:pt x="409579" y="105855"/>
                  <a:pt x="409127" y="105664"/>
                </a:cubicBezTo>
                <a:cubicBezTo>
                  <a:pt x="408674" y="105474"/>
                  <a:pt x="408364" y="105247"/>
                  <a:pt x="408197" y="104985"/>
                </a:cubicBezTo>
                <a:cubicBezTo>
                  <a:pt x="408030" y="104723"/>
                  <a:pt x="407947" y="104401"/>
                  <a:pt x="407947" y="104020"/>
                </a:cubicBezTo>
                <a:lnTo>
                  <a:pt x="407947" y="39678"/>
                </a:lnTo>
                <a:cubicBezTo>
                  <a:pt x="407947" y="39297"/>
                  <a:pt x="408018" y="38975"/>
                  <a:pt x="408161" y="38713"/>
                </a:cubicBezTo>
                <a:cubicBezTo>
                  <a:pt x="408304" y="38451"/>
                  <a:pt x="408590" y="38212"/>
                  <a:pt x="409019" y="37998"/>
                </a:cubicBezTo>
                <a:cubicBezTo>
                  <a:pt x="409448" y="37783"/>
                  <a:pt x="409997" y="37640"/>
                  <a:pt x="410664" y="37569"/>
                </a:cubicBezTo>
                <a:cubicBezTo>
                  <a:pt x="411331" y="37497"/>
                  <a:pt x="412213" y="37462"/>
                  <a:pt x="413309" y="37462"/>
                </a:cubicBezTo>
                <a:cubicBezTo>
                  <a:pt x="414358" y="37462"/>
                  <a:pt x="415228" y="37497"/>
                  <a:pt x="415919" y="37569"/>
                </a:cubicBezTo>
                <a:cubicBezTo>
                  <a:pt x="416610" y="37640"/>
                  <a:pt x="417147" y="37783"/>
                  <a:pt x="417528" y="37998"/>
                </a:cubicBezTo>
                <a:cubicBezTo>
                  <a:pt x="417909" y="38212"/>
                  <a:pt x="418183" y="38451"/>
                  <a:pt x="418350" y="38713"/>
                </a:cubicBezTo>
                <a:cubicBezTo>
                  <a:pt x="418517" y="38975"/>
                  <a:pt x="418600" y="39297"/>
                  <a:pt x="418600" y="39678"/>
                </a:cubicBezTo>
                <a:lnTo>
                  <a:pt x="418600" y="48185"/>
                </a:lnTo>
                <a:cubicBezTo>
                  <a:pt x="422223" y="44134"/>
                  <a:pt x="425834" y="41167"/>
                  <a:pt x="429433" y="39285"/>
                </a:cubicBezTo>
                <a:cubicBezTo>
                  <a:pt x="433032" y="37402"/>
                  <a:pt x="436666" y="36461"/>
                  <a:pt x="440337" y="36461"/>
                </a:cubicBezTo>
                <a:cubicBezTo>
                  <a:pt x="444627" y="36461"/>
                  <a:pt x="448238" y="37188"/>
                  <a:pt x="451169" y="38641"/>
                </a:cubicBezTo>
                <a:cubicBezTo>
                  <a:pt x="454101" y="40095"/>
                  <a:pt x="456472" y="42037"/>
                  <a:pt x="458284" y="44468"/>
                </a:cubicBezTo>
                <a:cubicBezTo>
                  <a:pt x="460095" y="46898"/>
                  <a:pt x="461394" y="49746"/>
                  <a:pt x="462180" y="53011"/>
                </a:cubicBezTo>
                <a:cubicBezTo>
                  <a:pt x="462967" y="56276"/>
                  <a:pt x="463360" y="60196"/>
                  <a:pt x="463360" y="64771"/>
                </a:cubicBezTo>
                <a:lnTo>
                  <a:pt x="463360" y="104020"/>
                </a:lnTo>
                <a:close/>
                <a:moveTo>
                  <a:pt x="538415" y="104020"/>
                </a:moveTo>
                <a:cubicBezTo>
                  <a:pt x="538415" y="104401"/>
                  <a:pt x="538331" y="104723"/>
                  <a:pt x="538164" y="104985"/>
                </a:cubicBezTo>
                <a:cubicBezTo>
                  <a:pt x="537998" y="105247"/>
                  <a:pt x="537700" y="105474"/>
                  <a:pt x="537271" y="105664"/>
                </a:cubicBezTo>
                <a:cubicBezTo>
                  <a:pt x="536842" y="105855"/>
                  <a:pt x="536282" y="105998"/>
                  <a:pt x="535590" y="106093"/>
                </a:cubicBezTo>
                <a:cubicBezTo>
                  <a:pt x="534899" y="106189"/>
                  <a:pt x="534053" y="106236"/>
                  <a:pt x="533052" y="106236"/>
                </a:cubicBezTo>
                <a:cubicBezTo>
                  <a:pt x="531956" y="106236"/>
                  <a:pt x="531062" y="106189"/>
                  <a:pt x="530371" y="106093"/>
                </a:cubicBezTo>
                <a:cubicBezTo>
                  <a:pt x="529680" y="105998"/>
                  <a:pt x="529132" y="105855"/>
                  <a:pt x="528726" y="105664"/>
                </a:cubicBezTo>
                <a:cubicBezTo>
                  <a:pt x="528321" y="105474"/>
                  <a:pt x="528047" y="105247"/>
                  <a:pt x="527904" y="104985"/>
                </a:cubicBezTo>
                <a:cubicBezTo>
                  <a:pt x="527761" y="104723"/>
                  <a:pt x="527690" y="104401"/>
                  <a:pt x="527690" y="104020"/>
                </a:cubicBezTo>
                <a:lnTo>
                  <a:pt x="527690" y="95513"/>
                </a:lnTo>
                <a:cubicBezTo>
                  <a:pt x="524019" y="99589"/>
                  <a:pt x="520396" y="102563"/>
                  <a:pt x="516821" y="104433"/>
                </a:cubicBezTo>
                <a:cubicBezTo>
                  <a:pt x="513246" y="106303"/>
                  <a:pt x="509624" y="107237"/>
                  <a:pt x="505953" y="107237"/>
                </a:cubicBezTo>
                <a:cubicBezTo>
                  <a:pt x="501663" y="107237"/>
                  <a:pt x="498052" y="106522"/>
                  <a:pt x="495121" y="105090"/>
                </a:cubicBezTo>
                <a:cubicBezTo>
                  <a:pt x="492189" y="103659"/>
                  <a:pt x="489818" y="101715"/>
                  <a:pt x="488006" y="99259"/>
                </a:cubicBezTo>
                <a:cubicBezTo>
                  <a:pt x="486195" y="96802"/>
                  <a:pt x="484896" y="93939"/>
                  <a:pt x="484110" y="90671"/>
                </a:cubicBezTo>
                <a:cubicBezTo>
                  <a:pt x="483323" y="87402"/>
                  <a:pt x="482930" y="83430"/>
                  <a:pt x="482930" y="78755"/>
                </a:cubicBezTo>
                <a:lnTo>
                  <a:pt x="482930" y="39680"/>
                </a:lnTo>
                <a:cubicBezTo>
                  <a:pt x="482930" y="39299"/>
                  <a:pt x="483013" y="38977"/>
                  <a:pt x="483180" y="38715"/>
                </a:cubicBezTo>
                <a:cubicBezTo>
                  <a:pt x="483347" y="38451"/>
                  <a:pt x="483669" y="38212"/>
                  <a:pt x="484145" y="37998"/>
                </a:cubicBezTo>
                <a:cubicBezTo>
                  <a:pt x="484622" y="37783"/>
                  <a:pt x="485242" y="37640"/>
                  <a:pt x="486004" y="37569"/>
                </a:cubicBezTo>
                <a:cubicBezTo>
                  <a:pt x="486767" y="37497"/>
                  <a:pt x="487720" y="37462"/>
                  <a:pt x="488864" y="37462"/>
                </a:cubicBezTo>
                <a:cubicBezTo>
                  <a:pt x="490008" y="37462"/>
                  <a:pt x="490962" y="37497"/>
                  <a:pt x="491724" y="37569"/>
                </a:cubicBezTo>
                <a:cubicBezTo>
                  <a:pt x="492487" y="37640"/>
                  <a:pt x="493095" y="37783"/>
                  <a:pt x="493548" y="37998"/>
                </a:cubicBezTo>
                <a:cubicBezTo>
                  <a:pt x="494001" y="38212"/>
                  <a:pt x="494322" y="38451"/>
                  <a:pt x="494513" y="38715"/>
                </a:cubicBezTo>
                <a:cubicBezTo>
                  <a:pt x="494704" y="38977"/>
                  <a:pt x="494799" y="39299"/>
                  <a:pt x="494799" y="39680"/>
                </a:cubicBezTo>
                <a:lnTo>
                  <a:pt x="494799" y="77186"/>
                </a:lnTo>
                <a:cubicBezTo>
                  <a:pt x="494799" y="80956"/>
                  <a:pt x="495073" y="83974"/>
                  <a:pt x="495621" y="86241"/>
                </a:cubicBezTo>
                <a:cubicBezTo>
                  <a:pt x="496169" y="88508"/>
                  <a:pt x="497004" y="90441"/>
                  <a:pt x="498124" y="92041"/>
                </a:cubicBezTo>
                <a:cubicBezTo>
                  <a:pt x="499244" y="93639"/>
                  <a:pt x="500662" y="94880"/>
                  <a:pt x="502378" y="95763"/>
                </a:cubicBezTo>
                <a:cubicBezTo>
                  <a:pt x="504094" y="96645"/>
                  <a:pt x="506096" y="97085"/>
                  <a:pt x="508384" y="97085"/>
                </a:cubicBezTo>
                <a:cubicBezTo>
                  <a:pt x="511340" y="97085"/>
                  <a:pt x="514283" y="96031"/>
                  <a:pt x="517215" y="93922"/>
                </a:cubicBezTo>
                <a:cubicBezTo>
                  <a:pt x="520146" y="91813"/>
                  <a:pt x="523256" y="88721"/>
                  <a:pt x="526546" y="84646"/>
                </a:cubicBezTo>
                <a:lnTo>
                  <a:pt x="526546" y="39678"/>
                </a:lnTo>
                <a:cubicBezTo>
                  <a:pt x="526546" y="39297"/>
                  <a:pt x="526629" y="38975"/>
                  <a:pt x="526796" y="38713"/>
                </a:cubicBezTo>
                <a:cubicBezTo>
                  <a:pt x="526963" y="38451"/>
                  <a:pt x="527284" y="38212"/>
                  <a:pt x="527761" y="37998"/>
                </a:cubicBezTo>
                <a:cubicBezTo>
                  <a:pt x="528238" y="37783"/>
                  <a:pt x="528845" y="37640"/>
                  <a:pt x="529584" y="37569"/>
                </a:cubicBezTo>
                <a:cubicBezTo>
                  <a:pt x="530323" y="37497"/>
                  <a:pt x="531288" y="37462"/>
                  <a:pt x="532480" y="37462"/>
                </a:cubicBezTo>
                <a:cubicBezTo>
                  <a:pt x="533624" y="37462"/>
                  <a:pt x="534578" y="37497"/>
                  <a:pt x="535340" y="37569"/>
                </a:cubicBezTo>
                <a:cubicBezTo>
                  <a:pt x="536103" y="37640"/>
                  <a:pt x="536699" y="37783"/>
                  <a:pt x="537128" y="37998"/>
                </a:cubicBezTo>
                <a:cubicBezTo>
                  <a:pt x="537557" y="38212"/>
                  <a:pt x="537878" y="38451"/>
                  <a:pt x="538093" y="38713"/>
                </a:cubicBezTo>
                <a:cubicBezTo>
                  <a:pt x="538307" y="38975"/>
                  <a:pt x="538415" y="39297"/>
                  <a:pt x="538415" y="39678"/>
                </a:cubicBezTo>
                <a:lnTo>
                  <a:pt x="538415" y="104020"/>
                </a:lnTo>
                <a:close/>
                <a:moveTo>
                  <a:pt x="570426" y="104018"/>
                </a:moveTo>
                <a:cubicBezTo>
                  <a:pt x="570426" y="104399"/>
                  <a:pt x="570330" y="104722"/>
                  <a:pt x="570140" y="104985"/>
                </a:cubicBezTo>
                <a:cubicBezTo>
                  <a:pt x="569949" y="105247"/>
                  <a:pt x="569639" y="105474"/>
                  <a:pt x="569210" y="105664"/>
                </a:cubicBezTo>
                <a:cubicBezTo>
                  <a:pt x="568781" y="105855"/>
                  <a:pt x="568185" y="105998"/>
                  <a:pt x="567423" y="106093"/>
                </a:cubicBezTo>
                <a:cubicBezTo>
                  <a:pt x="566660" y="106189"/>
                  <a:pt x="565683" y="106236"/>
                  <a:pt x="564491" y="106236"/>
                </a:cubicBezTo>
                <a:cubicBezTo>
                  <a:pt x="563347" y="106236"/>
                  <a:pt x="562394" y="106189"/>
                  <a:pt x="561631" y="106093"/>
                </a:cubicBezTo>
                <a:cubicBezTo>
                  <a:pt x="560868" y="105998"/>
                  <a:pt x="560260" y="105855"/>
                  <a:pt x="559808" y="105664"/>
                </a:cubicBezTo>
                <a:cubicBezTo>
                  <a:pt x="559355" y="105474"/>
                  <a:pt x="559045" y="105247"/>
                  <a:pt x="558878" y="104985"/>
                </a:cubicBezTo>
                <a:cubicBezTo>
                  <a:pt x="558711" y="104722"/>
                  <a:pt x="558628" y="104399"/>
                  <a:pt x="558628" y="104018"/>
                </a:cubicBezTo>
                <a:lnTo>
                  <a:pt x="558628" y="8438"/>
                </a:lnTo>
                <a:cubicBezTo>
                  <a:pt x="558628" y="8057"/>
                  <a:pt x="558711" y="7723"/>
                  <a:pt x="558878" y="7437"/>
                </a:cubicBezTo>
                <a:cubicBezTo>
                  <a:pt x="559045" y="7150"/>
                  <a:pt x="559355" y="6911"/>
                  <a:pt x="559808" y="6720"/>
                </a:cubicBezTo>
                <a:cubicBezTo>
                  <a:pt x="560260" y="6530"/>
                  <a:pt x="560868" y="6387"/>
                  <a:pt x="561631" y="6291"/>
                </a:cubicBezTo>
                <a:cubicBezTo>
                  <a:pt x="562394" y="6196"/>
                  <a:pt x="563347" y="6148"/>
                  <a:pt x="564491" y="6148"/>
                </a:cubicBezTo>
                <a:cubicBezTo>
                  <a:pt x="565683" y="6148"/>
                  <a:pt x="566660" y="6196"/>
                  <a:pt x="567423" y="6291"/>
                </a:cubicBezTo>
                <a:cubicBezTo>
                  <a:pt x="568185" y="6387"/>
                  <a:pt x="568781" y="6530"/>
                  <a:pt x="569210" y="6720"/>
                </a:cubicBezTo>
                <a:cubicBezTo>
                  <a:pt x="569639" y="6911"/>
                  <a:pt x="569949" y="7150"/>
                  <a:pt x="570140" y="7437"/>
                </a:cubicBezTo>
                <a:cubicBezTo>
                  <a:pt x="570330" y="7723"/>
                  <a:pt x="570426" y="8057"/>
                  <a:pt x="570426" y="8438"/>
                </a:cubicBezTo>
                <a:lnTo>
                  <a:pt x="570426" y="104018"/>
                </a:lnTo>
                <a:close/>
                <a:moveTo>
                  <a:pt x="639687" y="104092"/>
                </a:moveTo>
                <a:cubicBezTo>
                  <a:pt x="639687" y="104664"/>
                  <a:pt x="639497" y="105093"/>
                  <a:pt x="639115" y="105378"/>
                </a:cubicBezTo>
                <a:cubicBezTo>
                  <a:pt x="638734" y="105664"/>
                  <a:pt x="638210" y="105879"/>
                  <a:pt x="637542" y="106022"/>
                </a:cubicBezTo>
                <a:cubicBezTo>
                  <a:pt x="636875" y="106165"/>
                  <a:pt x="635898" y="106236"/>
                  <a:pt x="634611" y="106236"/>
                </a:cubicBezTo>
                <a:cubicBezTo>
                  <a:pt x="633371" y="106236"/>
                  <a:pt x="632382" y="106165"/>
                  <a:pt x="631643" y="106022"/>
                </a:cubicBezTo>
                <a:cubicBezTo>
                  <a:pt x="630905" y="105879"/>
                  <a:pt x="630368" y="105664"/>
                  <a:pt x="630035" y="105378"/>
                </a:cubicBezTo>
                <a:cubicBezTo>
                  <a:pt x="629701" y="105093"/>
                  <a:pt x="629534" y="104664"/>
                  <a:pt x="629534" y="104092"/>
                </a:cubicBezTo>
                <a:lnTo>
                  <a:pt x="629534" y="97657"/>
                </a:lnTo>
                <a:cubicBezTo>
                  <a:pt x="626722" y="100660"/>
                  <a:pt x="623588" y="103007"/>
                  <a:pt x="620132" y="104699"/>
                </a:cubicBezTo>
                <a:cubicBezTo>
                  <a:pt x="616676" y="106391"/>
                  <a:pt x="613017" y="107237"/>
                  <a:pt x="609156" y="107237"/>
                </a:cubicBezTo>
                <a:cubicBezTo>
                  <a:pt x="605772" y="107237"/>
                  <a:pt x="602709" y="106795"/>
                  <a:pt x="599968" y="105910"/>
                </a:cubicBezTo>
                <a:cubicBezTo>
                  <a:pt x="597227" y="105026"/>
                  <a:pt x="594892" y="103746"/>
                  <a:pt x="592961" y="102072"/>
                </a:cubicBezTo>
                <a:cubicBezTo>
                  <a:pt x="591031" y="100398"/>
                  <a:pt x="589529" y="98342"/>
                  <a:pt x="588457" y="95904"/>
                </a:cubicBezTo>
                <a:cubicBezTo>
                  <a:pt x="587384" y="93464"/>
                  <a:pt x="586848" y="90689"/>
                  <a:pt x="586848" y="87579"/>
                </a:cubicBezTo>
                <a:cubicBezTo>
                  <a:pt x="586848" y="83945"/>
                  <a:pt x="587587" y="80789"/>
                  <a:pt x="589064" y="78111"/>
                </a:cubicBezTo>
                <a:cubicBezTo>
                  <a:pt x="590542" y="75432"/>
                  <a:pt x="592663" y="73207"/>
                  <a:pt x="595428" y="71438"/>
                </a:cubicBezTo>
                <a:cubicBezTo>
                  <a:pt x="598193" y="69668"/>
                  <a:pt x="601577" y="68341"/>
                  <a:pt x="605581" y="67457"/>
                </a:cubicBezTo>
                <a:cubicBezTo>
                  <a:pt x="609585" y="66572"/>
                  <a:pt x="614090" y="66130"/>
                  <a:pt x="619095" y="66130"/>
                </a:cubicBezTo>
                <a:lnTo>
                  <a:pt x="627961" y="66130"/>
                </a:lnTo>
                <a:lnTo>
                  <a:pt x="627961" y="61143"/>
                </a:lnTo>
                <a:cubicBezTo>
                  <a:pt x="627961" y="58674"/>
                  <a:pt x="627699" y="56489"/>
                  <a:pt x="627175" y="54590"/>
                </a:cubicBezTo>
                <a:cubicBezTo>
                  <a:pt x="626650" y="52690"/>
                  <a:pt x="625804" y="51110"/>
                  <a:pt x="624636" y="49852"/>
                </a:cubicBezTo>
                <a:cubicBezTo>
                  <a:pt x="623468" y="48593"/>
                  <a:pt x="621955" y="47644"/>
                  <a:pt x="620096" y="47003"/>
                </a:cubicBezTo>
                <a:cubicBezTo>
                  <a:pt x="618237" y="46361"/>
                  <a:pt x="615949" y="46041"/>
                  <a:pt x="613232" y="46041"/>
                </a:cubicBezTo>
                <a:cubicBezTo>
                  <a:pt x="610324" y="46041"/>
                  <a:pt x="607714" y="46382"/>
                  <a:pt x="605402" y="47066"/>
                </a:cubicBezTo>
                <a:cubicBezTo>
                  <a:pt x="603091" y="47750"/>
                  <a:pt x="601065" y="48504"/>
                  <a:pt x="599325" y="49329"/>
                </a:cubicBezTo>
                <a:cubicBezTo>
                  <a:pt x="597585" y="50154"/>
                  <a:pt x="596131" y="50909"/>
                  <a:pt x="594963" y="51592"/>
                </a:cubicBezTo>
                <a:cubicBezTo>
                  <a:pt x="593795" y="52276"/>
                  <a:pt x="592926" y="52618"/>
                  <a:pt x="592353" y="52618"/>
                </a:cubicBezTo>
                <a:cubicBezTo>
                  <a:pt x="591972" y="52618"/>
                  <a:pt x="591638" y="52522"/>
                  <a:pt x="591352" y="52332"/>
                </a:cubicBezTo>
                <a:cubicBezTo>
                  <a:pt x="591066" y="52141"/>
                  <a:pt x="590816" y="51855"/>
                  <a:pt x="590602" y="51474"/>
                </a:cubicBezTo>
                <a:cubicBezTo>
                  <a:pt x="590387" y="51093"/>
                  <a:pt x="590232" y="50604"/>
                  <a:pt x="590137" y="50008"/>
                </a:cubicBezTo>
                <a:cubicBezTo>
                  <a:pt x="590042" y="49413"/>
                  <a:pt x="589994" y="48757"/>
                  <a:pt x="589994" y="48042"/>
                </a:cubicBezTo>
                <a:cubicBezTo>
                  <a:pt x="589994" y="46851"/>
                  <a:pt x="590077" y="45909"/>
                  <a:pt x="590244" y="45218"/>
                </a:cubicBezTo>
                <a:cubicBezTo>
                  <a:pt x="590411" y="44527"/>
                  <a:pt x="590816" y="43872"/>
                  <a:pt x="591460" y="43252"/>
                </a:cubicBezTo>
                <a:cubicBezTo>
                  <a:pt x="592103" y="42633"/>
                  <a:pt x="593212" y="41911"/>
                  <a:pt x="594785" y="41088"/>
                </a:cubicBezTo>
                <a:cubicBezTo>
                  <a:pt x="596358" y="40262"/>
                  <a:pt x="598169" y="39509"/>
                  <a:pt x="600219" y="38827"/>
                </a:cubicBezTo>
                <a:cubicBezTo>
                  <a:pt x="602268" y="38144"/>
                  <a:pt x="604509" y="37580"/>
                  <a:pt x="606940" y="37133"/>
                </a:cubicBezTo>
                <a:cubicBezTo>
                  <a:pt x="609371" y="36685"/>
                  <a:pt x="611826" y="36461"/>
                  <a:pt x="614304" y="36461"/>
                </a:cubicBezTo>
                <a:cubicBezTo>
                  <a:pt x="618928" y="36461"/>
                  <a:pt x="622861" y="36985"/>
                  <a:pt x="626102" y="38033"/>
                </a:cubicBezTo>
                <a:cubicBezTo>
                  <a:pt x="629343" y="39082"/>
                  <a:pt x="631965" y="40619"/>
                  <a:pt x="633967" y="42645"/>
                </a:cubicBezTo>
                <a:cubicBezTo>
                  <a:pt x="635969" y="44670"/>
                  <a:pt x="637423" y="47184"/>
                  <a:pt x="638329" y="50187"/>
                </a:cubicBezTo>
                <a:cubicBezTo>
                  <a:pt x="639234" y="53190"/>
                  <a:pt x="639687" y="56693"/>
                  <a:pt x="639687" y="60696"/>
                </a:cubicBezTo>
                <a:lnTo>
                  <a:pt x="639687" y="104092"/>
                </a:lnTo>
                <a:moveTo>
                  <a:pt x="627961" y="74637"/>
                </a:moveTo>
                <a:lnTo>
                  <a:pt x="617879" y="74637"/>
                </a:lnTo>
                <a:cubicBezTo>
                  <a:pt x="614638" y="74637"/>
                  <a:pt x="611826" y="74913"/>
                  <a:pt x="609442" y="75466"/>
                </a:cubicBezTo>
                <a:cubicBezTo>
                  <a:pt x="607059" y="76017"/>
                  <a:pt x="605081" y="76832"/>
                  <a:pt x="603508" y="77910"/>
                </a:cubicBezTo>
                <a:cubicBezTo>
                  <a:pt x="601935" y="78988"/>
                  <a:pt x="600779" y="80283"/>
                  <a:pt x="600040" y="81795"/>
                </a:cubicBezTo>
                <a:cubicBezTo>
                  <a:pt x="599301" y="83305"/>
                  <a:pt x="598932" y="85044"/>
                  <a:pt x="598932" y="87010"/>
                </a:cubicBezTo>
                <a:cubicBezTo>
                  <a:pt x="598932" y="90367"/>
                  <a:pt x="599992" y="93040"/>
                  <a:pt x="602113" y="95030"/>
                </a:cubicBezTo>
                <a:cubicBezTo>
                  <a:pt x="604235" y="97020"/>
                  <a:pt x="607202" y="98015"/>
                  <a:pt x="611015" y="98015"/>
                </a:cubicBezTo>
                <a:cubicBezTo>
                  <a:pt x="614114" y="98015"/>
                  <a:pt x="616986" y="97224"/>
                  <a:pt x="619631" y="95642"/>
                </a:cubicBezTo>
                <a:cubicBezTo>
                  <a:pt x="622277" y="94059"/>
                  <a:pt x="625053" y="91637"/>
                  <a:pt x="627961" y="88377"/>
                </a:cubicBezTo>
                <a:lnTo>
                  <a:pt x="627961" y="74637"/>
                </a:lnTo>
                <a:close/>
                <a:moveTo>
                  <a:pt x="697423" y="43896"/>
                </a:moveTo>
                <a:cubicBezTo>
                  <a:pt x="697423" y="44944"/>
                  <a:pt x="697400" y="45826"/>
                  <a:pt x="697352" y="46541"/>
                </a:cubicBezTo>
                <a:cubicBezTo>
                  <a:pt x="697304" y="47256"/>
                  <a:pt x="697209" y="47816"/>
                  <a:pt x="697066" y="48221"/>
                </a:cubicBezTo>
                <a:cubicBezTo>
                  <a:pt x="696923" y="48626"/>
                  <a:pt x="696744" y="48936"/>
                  <a:pt x="696530" y="49150"/>
                </a:cubicBezTo>
                <a:cubicBezTo>
                  <a:pt x="696315" y="49365"/>
                  <a:pt x="696017" y="49472"/>
                  <a:pt x="695636" y="49472"/>
                </a:cubicBezTo>
                <a:cubicBezTo>
                  <a:pt x="695254" y="49472"/>
                  <a:pt x="694790" y="49365"/>
                  <a:pt x="694242" y="49150"/>
                </a:cubicBezTo>
                <a:cubicBezTo>
                  <a:pt x="693693" y="48936"/>
                  <a:pt x="693074" y="48721"/>
                  <a:pt x="692383" y="48507"/>
                </a:cubicBezTo>
                <a:cubicBezTo>
                  <a:pt x="691691" y="48293"/>
                  <a:pt x="690917" y="48090"/>
                  <a:pt x="690059" y="47899"/>
                </a:cubicBezTo>
                <a:cubicBezTo>
                  <a:pt x="689201" y="47709"/>
                  <a:pt x="688271" y="47613"/>
                  <a:pt x="687270" y="47613"/>
                </a:cubicBezTo>
                <a:cubicBezTo>
                  <a:pt x="686079" y="47613"/>
                  <a:pt x="684911" y="47852"/>
                  <a:pt x="683767" y="48328"/>
                </a:cubicBezTo>
                <a:cubicBezTo>
                  <a:pt x="682623" y="48805"/>
                  <a:pt x="681419" y="49591"/>
                  <a:pt x="680156" y="50687"/>
                </a:cubicBezTo>
                <a:cubicBezTo>
                  <a:pt x="678893" y="51784"/>
                  <a:pt x="677570" y="53237"/>
                  <a:pt x="676188" y="55048"/>
                </a:cubicBezTo>
                <a:cubicBezTo>
                  <a:pt x="674805" y="56860"/>
                  <a:pt x="673280" y="59076"/>
                  <a:pt x="671611" y="61697"/>
                </a:cubicBezTo>
                <a:lnTo>
                  <a:pt x="671611" y="104020"/>
                </a:lnTo>
                <a:cubicBezTo>
                  <a:pt x="671611" y="104401"/>
                  <a:pt x="671516" y="104723"/>
                  <a:pt x="671325" y="104985"/>
                </a:cubicBezTo>
                <a:cubicBezTo>
                  <a:pt x="671135" y="105247"/>
                  <a:pt x="670825" y="105474"/>
                  <a:pt x="670396" y="105664"/>
                </a:cubicBezTo>
                <a:cubicBezTo>
                  <a:pt x="669967" y="105855"/>
                  <a:pt x="669371" y="105998"/>
                  <a:pt x="668608" y="106093"/>
                </a:cubicBezTo>
                <a:cubicBezTo>
                  <a:pt x="667846" y="106189"/>
                  <a:pt x="666869" y="106236"/>
                  <a:pt x="665677" y="106236"/>
                </a:cubicBezTo>
                <a:cubicBezTo>
                  <a:pt x="664533" y="106236"/>
                  <a:pt x="663579" y="106189"/>
                  <a:pt x="662817" y="106093"/>
                </a:cubicBezTo>
                <a:cubicBezTo>
                  <a:pt x="662054" y="105998"/>
                  <a:pt x="661446" y="105855"/>
                  <a:pt x="660994" y="105664"/>
                </a:cubicBezTo>
                <a:cubicBezTo>
                  <a:pt x="660541" y="105474"/>
                  <a:pt x="660231" y="105247"/>
                  <a:pt x="660064" y="104985"/>
                </a:cubicBezTo>
                <a:cubicBezTo>
                  <a:pt x="659897" y="104723"/>
                  <a:pt x="659814" y="104401"/>
                  <a:pt x="659814" y="104020"/>
                </a:cubicBezTo>
                <a:lnTo>
                  <a:pt x="659814" y="39678"/>
                </a:lnTo>
                <a:cubicBezTo>
                  <a:pt x="659814" y="39297"/>
                  <a:pt x="659885" y="38975"/>
                  <a:pt x="660028" y="38713"/>
                </a:cubicBezTo>
                <a:cubicBezTo>
                  <a:pt x="660171" y="38451"/>
                  <a:pt x="660457" y="38212"/>
                  <a:pt x="660886" y="37998"/>
                </a:cubicBezTo>
                <a:cubicBezTo>
                  <a:pt x="661315" y="37783"/>
                  <a:pt x="661863" y="37640"/>
                  <a:pt x="662531" y="37569"/>
                </a:cubicBezTo>
                <a:cubicBezTo>
                  <a:pt x="663198" y="37497"/>
                  <a:pt x="664080" y="37462"/>
                  <a:pt x="665176" y="37462"/>
                </a:cubicBezTo>
                <a:cubicBezTo>
                  <a:pt x="666225" y="37462"/>
                  <a:pt x="667095" y="37497"/>
                  <a:pt x="667786" y="37569"/>
                </a:cubicBezTo>
                <a:cubicBezTo>
                  <a:pt x="668477" y="37640"/>
                  <a:pt x="669014" y="37783"/>
                  <a:pt x="669395" y="37998"/>
                </a:cubicBezTo>
                <a:cubicBezTo>
                  <a:pt x="669776" y="38212"/>
                  <a:pt x="670050" y="38451"/>
                  <a:pt x="670217" y="38713"/>
                </a:cubicBezTo>
                <a:cubicBezTo>
                  <a:pt x="670384" y="38975"/>
                  <a:pt x="670467" y="39297"/>
                  <a:pt x="670467" y="39678"/>
                </a:cubicBezTo>
                <a:lnTo>
                  <a:pt x="670467" y="49043"/>
                </a:lnTo>
                <a:cubicBezTo>
                  <a:pt x="672231" y="46469"/>
                  <a:pt x="673888" y="44372"/>
                  <a:pt x="675437" y="42752"/>
                </a:cubicBezTo>
                <a:cubicBezTo>
                  <a:pt x="676986" y="41131"/>
                  <a:pt x="678452" y="39857"/>
                  <a:pt x="679834" y="38927"/>
                </a:cubicBezTo>
                <a:cubicBezTo>
                  <a:pt x="681216" y="37998"/>
                  <a:pt x="682587" y="37354"/>
                  <a:pt x="683945" y="36997"/>
                </a:cubicBezTo>
                <a:cubicBezTo>
                  <a:pt x="685304" y="36639"/>
                  <a:pt x="686674" y="36461"/>
                  <a:pt x="688057" y="36461"/>
                </a:cubicBezTo>
                <a:cubicBezTo>
                  <a:pt x="688676" y="36461"/>
                  <a:pt x="689379" y="36496"/>
                  <a:pt x="690166" y="36568"/>
                </a:cubicBezTo>
                <a:cubicBezTo>
                  <a:pt x="690953" y="36639"/>
                  <a:pt x="691775" y="36770"/>
                  <a:pt x="692633" y="36961"/>
                </a:cubicBezTo>
                <a:cubicBezTo>
                  <a:pt x="693491" y="37152"/>
                  <a:pt x="694265" y="37366"/>
                  <a:pt x="694957" y="37605"/>
                </a:cubicBezTo>
                <a:cubicBezTo>
                  <a:pt x="695648" y="37843"/>
                  <a:pt x="696136" y="38081"/>
                  <a:pt x="696422" y="38319"/>
                </a:cubicBezTo>
                <a:cubicBezTo>
                  <a:pt x="696708" y="38558"/>
                  <a:pt x="696899" y="38784"/>
                  <a:pt x="696994" y="38999"/>
                </a:cubicBezTo>
                <a:cubicBezTo>
                  <a:pt x="697090" y="39213"/>
                  <a:pt x="697173" y="39487"/>
                  <a:pt x="697245" y="39821"/>
                </a:cubicBezTo>
                <a:cubicBezTo>
                  <a:pt x="697316" y="40154"/>
                  <a:pt x="697364" y="40643"/>
                  <a:pt x="697388" y="41286"/>
                </a:cubicBezTo>
                <a:cubicBezTo>
                  <a:pt x="697411" y="41930"/>
                  <a:pt x="697423" y="42800"/>
                  <a:pt x="697423" y="43896"/>
                </a:cubicBezTo>
                <a:close/>
                <a:moveTo>
                  <a:pt x="736018" y="25022"/>
                </a:moveTo>
                <a:cubicBezTo>
                  <a:pt x="738544" y="25022"/>
                  <a:pt x="740713" y="25904"/>
                  <a:pt x="742525" y="27667"/>
                </a:cubicBezTo>
                <a:cubicBezTo>
                  <a:pt x="744336" y="29431"/>
                  <a:pt x="745242" y="31552"/>
                  <a:pt x="745242" y="34030"/>
                </a:cubicBezTo>
                <a:cubicBezTo>
                  <a:pt x="745242" y="36508"/>
                  <a:pt x="744360" y="38641"/>
                  <a:pt x="742596" y="40428"/>
                </a:cubicBezTo>
                <a:cubicBezTo>
                  <a:pt x="740832" y="42216"/>
                  <a:pt x="738640" y="43109"/>
                  <a:pt x="736018" y="43109"/>
                </a:cubicBezTo>
                <a:cubicBezTo>
                  <a:pt x="733396" y="43109"/>
                  <a:pt x="731204" y="42216"/>
                  <a:pt x="729440" y="40428"/>
                </a:cubicBezTo>
                <a:cubicBezTo>
                  <a:pt x="727676" y="38641"/>
                  <a:pt x="726794" y="36508"/>
                  <a:pt x="726794" y="34030"/>
                </a:cubicBezTo>
                <a:cubicBezTo>
                  <a:pt x="726794" y="31552"/>
                  <a:pt x="727700" y="29431"/>
                  <a:pt x="729511" y="27667"/>
                </a:cubicBezTo>
                <a:cubicBezTo>
                  <a:pt x="731323" y="25904"/>
                  <a:pt x="733492" y="25022"/>
                  <a:pt x="736018" y="25022"/>
                </a:cubicBezTo>
                <a:moveTo>
                  <a:pt x="736018" y="89436"/>
                </a:moveTo>
                <a:cubicBezTo>
                  <a:pt x="738544" y="89436"/>
                  <a:pt x="740713" y="90318"/>
                  <a:pt x="742525" y="92081"/>
                </a:cubicBezTo>
                <a:cubicBezTo>
                  <a:pt x="744336" y="93845"/>
                  <a:pt x="745242" y="95989"/>
                  <a:pt x="745242" y="98515"/>
                </a:cubicBezTo>
                <a:cubicBezTo>
                  <a:pt x="745242" y="101089"/>
                  <a:pt x="744336" y="103246"/>
                  <a:pt x="742525" y="104985"/>
                </a:cubicBezTo>
                <a:cubicBezTo>
                  <a:pt x="740713" y="106725"/>
                  <a:pt x="738544" y="107595"/>
                  <a:pt x="736018" y="107595"/>
                </a:cubicBezTo>
                <a:cubicBezTo>
                  <a:pt x="733492" y="107595"/>
                  <a:pt x="731323" y="106725"/>
                  <a:pt x="729511" y="104985"/>
                </a:cubicBezTo>
                <a:cubicBezTo>
                  <a:pt x="727700" y="103246"/>
                  <a:pt x="726794" y="101089"/>
                  <a:pt x="726794" y="98515"/>
                </a:cubicBezTo>
                <a:cubicBezTo>
                  <a:pt x="726794" y="95989"/>
                  <a:pt x="727700" y="93845"/>
                  <a:pt x="729511" y="92081"/>
                </a:cubicBezTo>
                <a:cubicBezTo>
                  <a:pt x="731323" y="90318"/>
                  <a:pt x="733492" y="89436"/>
                  <a:pt x="736018" y="89436"/>
                </a:cubicBezTo>
                <a:close/>
                <a:moveTo>
                  <a:pt x="949479" y="104020"/>
                </a:moveTo>
                <a:cubicBezTo>
                  <a:pt x="949479" y="104401"/>
                  <a:pt x="949384" y="104723"/>
                  <a:pt x="949193" y="104985"/>
                </a:cubicBezTo>
                <a:cubicBezTo>
                  <a:pt x="949003" y="105247"/>
                  <a:pt x="948693" y="105474"/>
                  <a:pt x="948264" y="105664"/>
                </a:cubicBezTo>
                <a:cubicBezTo>
                  <a:pt x="947835" y="105855"/>
                  <a:pt x="947239" y="105998"/>
                  <a:pt x="946476" y="106093"/>
                </a:cubicBezTo>
                <a:cubicBezTo>
                  <a:pt x="945714" y="106189"/>
                  <a:pt x="944760" y="106236"/>
                  <a:pt x="943616" y="106236"/>
                </a:cubicBezTo>
                <a:cubicBezTo>
                  <a:pt x="942425" y="106236"/>
                  <a:pt x="941448" y="106189"/>
                  <a:pt x="940685" y="106093"/>
                </a:cubicBezTo>
                <a:cubicBezTo>
                  <a:pt x="939922" y="105998"/>
                  <a:pt x="939314" y="105855"/>
                  <a:pt x="938862" y="105664"/>
                </a:cubicBezTo>
                <a:cubicBezTo>
                  <a:pt x="938409" y="105474"/>
                  <a:pt x="938087" y="105247"/>
                  <a:pt x="937896" y="104985"/>
                </a:cubicBezTo>
                <a:cubicBezTo>
                  <a:pt x="937706" y="104723"/>
                  <a:pt x="937610" y="104401"/>
                  <a:pt x="937610" y="104020"/>
                </a:cubicBezTo>
                <a:lnTo>
                  <a:pt x="937610" y="64914"/>
                </a:lnTo>
                <a:cubicBezTo>
                  <a:pt x="937610" y="62198"/>
                  <a:pt x="937372" y="59719"/>
                  <a:pt x="936895" y="57479"/>
                </a:cubicBezTo>
                <a:cubicBezTo>
                  <a:pt x="936419" y="55239"/>
                  <a:pt x="935656" y="53309"/>
                  <a:pt x="934607" y="51688"/>
                </a:cubicBezTo>
                <a:cubicBezTo>
                  <a:pt x="933559" y="50068"/>
                  <a:pt x="932224" y="48829"/>
                  <a:pt x="930603" y="47971"/>
                </a:cubicBezTo>
                <a:cubicBezTo>
                  <a:pt x="928982" y="47113"/>
                  <a:pt x="927076" y="46684"/>
                  <a:pt x="924883" y="46684"/>
                </a:cubicBezTo>
                <a:cubicBezTo>
                  <a:pt x="922166" y="46684"/>
                  <a:pt x="919437" y="47733"/>
                  <a:pt x="916696" y="49830"/>
                </a:cubicBezTo>
                <a:cubicBezTo>
                  <a:pt x="913955" y="51927"/>
                  <a:pt x="910940" y="55001"/>
                  <a:pt x="907651" y="59052"/>
                </a:cubicBezTo>
                <a:lnTo>
                  <a:pt x="907651" y="104020"/>
                </a:lnTo>
                <a:cubicBezTo>
                  <a:pt x="907651" y="104401"/>
                  <a:pt x="907556" y="104723"/>
                  <a:pt x="907365" y="104985"/>
                </a:cubicBezTo>
                <a:cubicBezTo>
                  <a:pt x="907175" y="105247"/>
                  <a:pt x="906853" y="105474"/>
                  <a:pt x="906400" y="105664"/>
                </a:cubicBezTo>
                <a:cubicBezTo>
                  <a:pt x="905947" y="105855"/>
                  <a:pt x="905339" y="105998"/>
                  <a:pt x="904577" y="106093"/>
                </a:cubicBezTo>
                <a:cubicBezTo>
                  <a:pt x="903814" y="106189"/>
                  <a:pt x="902861" y="106236"/>
                  <a:pt x="901717" y="106236"/>
                </a:cubicBezTo>
                <a:cubicBezTo>
                  <a:pt x="900620" y="106236"/>
                  <a:pt x="899679" y="106189"/>
                  <a:pt x="898892" y="106093"/>
                </a:cubicBezTo>
                <a:cubicBezTo>
                  <a:pt x="898106" y="105998"/>
                  <a:pt x="897486" y="105855"/>
                  <a:pt x="897033" y="105664"/>
                </a:cubicBezTo>
                <a:cubicBezTo>
                  <a:pt x="896581" y="105474"/>
                  <a:pt x="896271" y="105247"/>
                  <a:pt x="896104" y="104985"/>
                </a:cubicBezTo>
                <a:cubicBezTo>
                  <a:pt x="895937" y="104723"/>
                  <a:pt x="895854" y="104401"/>
                  <a:pt x="895854" y="104020"/>
                </a:cubicBezTo>
                <a:lnTo>
                  <a:pt x="895854" y="64914"/>
                </a:lnTo>
                <a:cubicBezTo>
                  <a:pt x="895854" y="62198"/>
                  <a:pt x="895591" y="59719"/>
                  <a:pt x="895067" y="57479"/>
                </a:cubicBezTo>
                <a:cubicBezTo>
                  <a:pt x="894543" y="55239"/>
                  <a:pt x="893756" y="53309"/>
                  <a:pt x="892708" y="51688"/>
                </a:cubicBezTo>
                <a:cubicBezTo>
                  <a:pt x="891659" y="50068"/>
                  <a:pt x="890336" y="48829"/>
                  <a:pt x="888739" y="47971"/>
                </a:cubicBezTo>
                <a:cubicBezTo>
                  <a:pt x="887142" y="47113"/>
                  <a:pt x="885248" y="46684"/>
                  <a:pt x="883055" y="46684"/>
                </a:cubicBezTo>
                <a:cubicBezTo>
                  <a:pt x="880338" y="46684"/>
                  <a:pt x="877597" y="47733"/>
                  <a:pt x="874832" y="49830"/>
                </a:cubicBezTo>
                <a:cubicBezTo>
                  <a:pt x="872068" y="51927"/>
                  <a:pt x="869065" y="55001"/>
                  <a:pt x="865823" y="59052"/>
                </a:cubicBezTo>
                <a:lnTo>
                  <a:pt x="865823" y="104020"/>
                </a:lnTo>
                <a:cubicBezTo>
                  <a:pt x="865823" y="104401"/>
                  <a:pt x="865728" y="104723"/>
                  <a:pt x="865537" y="104985"/>
                </a:cubicBezTo>
                <a:cubicBezTo>
                  <a:pt x="865346" y="105247"/>
                  <a:pt x="865037" y="105474"/>
                  <a:pt x="864608" y="105664"/>
                </a:cubicBezTo>
                <a:cubicBezTo>
                  <a:pt x="864179" y="105855"/>
                  <a:pt x="863583" y="105998"/>
                  <a:pt x="862820" y="106093"/>
                </a:cubicBezTo>
                <a:cubicBezTo>
                  <a:pt x="862057" y="106189"/>
                  <a:pt x="861080" y="106236"/>
                  <a:pt x="859889" y="106236"/>
                </a:cubicBezTo>
                <a:cubicBezTo>
                  <a:pt x="858745" y="106236"/>
                  <a:pt x="857791" y="106189"/>
                  <a:pt x="857029" y="106093"/>
                </a:cubicBezTo>
                <a:cubicBezTo>
                  <a:pt x="856266" y="105998"/>
                  <a:pt x="855658" y="105855"/>
                  <a:pt x="855205" y="105664"/>
                </a:cubicBezTo>
                <a:cubicBezTo>
                  <a:pt x="854752" y="105474"/>
                  <a:pt x="854443" y="105247"/>
                  <a:pt x="854276" y="104985"/>
                </a:cubicBezTo>
                <a:cubicBezTo>
                  <a:pt x="854109" y="104723"/>
                  <a:pt x="854025" y="104401"/>
                  <a:pt x="854025" y="104020"/>
                </a:cubicBezTo>
                <a:lnTo>
                  <a:pt x="854025" y="39678"/>
                </a:lnTo>
                <a:cubicBezTo>
                  <a:pt x="854025" y="39297"/>
                  <a:pt x="854097" y="38975"/>
                  <a:pt x="854240" y="38713"/>
                </a:cubicBezTo>
                <a:cubicBezTo>
                  <a:pt x="854383" y="38451"/>
                  <a:pt x="854669" y="38212"/>
                  <a:pt x="855098" y="37998"/>
                </a:cubicBezTo>
                <a:cubicBezTo>
                  <a:pt x="855527" y="37783"/>
                  <a:pt x="856075" y="37640"/>
                  <a:pt x="856743" y="37569"/>
                </a:cubicBezTo>
                <a:cubicBezTo>
                  <a:pt x="857410" y="37497"/>
                  <a:pt x="858292" y="37462"/>
                  <a:pt x="859388" y="37462"/>
                </a:cubicBezTo>
                <a:cubicBezTo>
                  <a:pt x="860437" y="37462"/>
                  <a:pt x="861307" y="37497"/>
                  <a:pt x="861998" y="37569"/>
                </a:cubicBezTo>
                <a:cubicBezTo>
                  <a:pt x="862689" y="37640"/>
                  <a:pt x="863225" y="37783"/>
                  <a:pt x="863607" y="37998"/>
                </a:cubicBezTo>
                <a:cubicBezTo>
                  <a:pt x="863988" y="38212"/>
                  <a:pt x="864262" y="38451"/>
                  <a:pt x="864429" y="38713"/>
                </a:cubicBezTo>
                <a:cubicBezTo>
                  <a:pt x="864596" y="38975"/>
                  <a:pt x="864679" y="39297"/>
                  <a:pt x="864679" y="39678"/>
                </a:cubicBezTo>
                <a:lnTo>
                  <a:pt x="864679" y="48185"/>
                </a:lnTo>
                <a:cubicBezTo>
                  <a:pt x="868302" y="44134"/>
                  <a:pt x="871817" y="41167"/>
                  <a:pt x="875226" y="39285"/>
                </a:cubicBezTo>
                <a:cubicBezTo>
                  <a:pt x="878634" y="37402"/>
                  <a:pt x="882078" y="36461"/>
                  <a:pt x="885557" y="36461"/>
                </a:cubicBezTo>
                <a:cubicBezTo>
                  <a:pt x="888227" y="36461"/>
                  <a:pt x="890622" y="36770"/>
                  <a:pt x="892743" y="37390"/>
                </a:cubicBezTo>
                <a:cubicBezTo>
                  <a:pt x="894865" y="38010"/>
                  <a:pt x="896735" y="38879"/>
                  <a:pt x="898356" y="40000"/>
                </a:cubicBezTo>
                <a:cubicBezTo>
                  <a:pt x="899977" y="41120"/>
                  <a:pt x="901359" y="42454"/>
                  <a:pt x="902503" y="44003"/>
                </a:cubicBezTo>
                <a:cubicBezTo>
                  <a:pt x="903647" y="45552"/>
                  <a:pt x="904601" y="47280"/>
                  <a:pt x="905363" y="49186"/>
                </a:cubicBezTo>
                <a:cubicBezTo>
                  <a:pt x="907508" y="46851"/>
                  <a:pt x="909546" y="44873"/>
                  <a:pt x="911477" y="43252"/>
                </a:cubicBezTo>
                <a:cubicBezTo>
                  <a:pt x="913407" y="41632"/>
                  <a:pt x="915266" y="40321"/>
                  <a:pt x="917054" y="39320"/>
                </a:cubicBezTo>
                <a:cubicBezTo>
                  <a:pt x="918841" y="38319"/>
                  <a:pt x="920581" y="37593"/>
                  <a:pt x="922273" y="37140"/>
                </a:cubicBezTo>
                <a:cubicBezTo>
                  <a:pt x="923965" y="36687"/>
                  <a:pt x="925670" y="36461"/>
                  <a:pt x="927386" y="36461"/>
                </a:cubicBezTo>
                <a:cubicBezTo>
                  <a:pt x="931533" y="36461"/>
                  <a:pt x="935012" y="37188"/>
                  <a:pt x="937825" y="38641"/>
                </a:cubicBezTo>
                <a:cubicBezTo>
                  <a:pt x="940637" y="40095"/>
                  <a:pt x="942913" y="42037"/>
                  <a:pt x="944653" y="44468"/>
                </a:cubicBezTo>
                <a:cubicBezTo>
                  <a:pt x="946393" y="46898"/>
                  <a:pt x="947632" y="49746"/>
                  <a:pt x="948371" y="53011"/>
                </a:cubicBezTo>
                <a:cubicBezTo>
                  <a:pt x="949110" y="56276"/>
                  <a:pt x="949479" y="59719"/>
                  <a:pt x="949479" y="63341"/>
                </a:cubicBezTo>
                <a:lnTo>
                  <a:pt x="949479" y="104020"/>
                </a:lnTo>
                <a:close/>
                <a:moveTo>
                  <a:pt x="1028471" y="71170"/>
                </a:moveTo>
                <a:cubicBezTo>
                  <a:pt x="1028471" y="76417"/>
                  <a:pt x="1027780" y="81247"/>
                  <a:pt x="1026398" y="85660"/>
                </a:cubicBezTo>
                <a:cubicBezTo>
                  <a:pt x="1025015" y="90073"/>
                  <a:pt x="1022954" y="93879"/>
                  <a:pt x="1020213" y="97077"/>
                </a:cubicBezTo>
                <a:cubicBezTo>
                  <a:pt x="1017472" y="100273"/>
                  <a:pt x="1014040" y="102765"/>
                  <a:pt x="1009917" y="104554"/>
                </a:cubicBezTo>
                <a:cubicBezTo>
                  <a:pt x="1005794" y="106343"/>
                  <a:pt x="1001015" y="107237"/>
                  <a:pt x="995581" y="107237"/>
                </a:cubicBezTo>
                <a:cubicBezTo>
                  <a:pt x="990290" y="107237"/>
                  <a:pt x="985678" y="106450"/>
                  <a:pt x="981745" y="104876"/>
                </a:cubicBezTo>
                <a:cubicBezTo>
                  <a:pt x="977813" y="103302"/>
                  <a:pt x="974536" y="101012"/>
                  <a:pt x="971914" y="98006"/>
                </a:cubicBezTo>
                <a:cubicBezTo>
                  <a:pt x="969292" y="95000"/>
                  <a:pt x="967338" y="91351"/>
                  <a:pt x="966051" y="87057"/>
                </a:cubicBezTo>
                <a:cubicBezTo>
                  <a:pt x="964764" y="82763"/>
                  <a:pt x="964120" y="77896"/>
                  <a:pt x="964120" y="72457"/>
                </a:cubicBezTo>
                <a:cubicBezTo>
                  <a:pt x="964120" y="67209"/>
                  <a:pt x="964800" y="62379"/>
                  <a:pt x="966158" y="57966"/>
                </a:cubicBezTo>
                <a:cubicBezTo>
                  <a:pt x="967517" y="53553"/>
                  <a:pt x="969566" y="49748"/>
                  <a:pt x="972307" y="46552"/>
                </a:cubicBezTo>
                <a:cubicBezTo>
                  <a:pt x="975048" y="43354"/>
                  <a:pt x="978468" y="40873"/>
                  <a:pt x="982568" y="39108"/>
                </a:cubicBezTo>
                <a:cubicBezTo>
                  <a:pt x="986667" y="37343"/>
                  <a:pt x="991458" y="36461"/>
                  <a:pt x="996939" y="36461"/>
                </a:cubicBezTo>
                <a:cubicBezTo>
                  <a:pt x="1002230" y="36461"/>
                  <a:pt x="1006842" y="37248"/>
                  <a:pt x="1010775" y="38822"/>
                </a:cubicBezTo>
                <a:cubicBezTo>
                  <a:pt x="1014707" y="40396"/>
                  <a:pt x="1017985" y="42686"/>
                  <a:pt x="1020606" y="45692"/>
                </a:cubicBezTo>
                <a:cubicBezTo>
                  <a:pt x="1023228" y="48698"/>
                  <a:pt x="1025194" y="52347"/>
                  <a:pt x="1026505" y="56641"/>
                </a:cubicBezTo>
                <a:cubicBezTo>
                  <a:pt x="1027816" y="60935"/>
                  <a:pt x="1028471" y="65778"/>
                  <a:pt x="1028471" y="71170"/>
                </a:cubicBezTo>
                <a:moveTo>
                  <a:pt x="1016030" y="71956"/>
                </a:moveTo>
                <a:cubicBezTo>
                  <a:pt x="1016030" y="68472"/>
                  <a:pt x="1015708" y="65179"/>
                  <a:pt x="1015065" y="62077"/>
                </a:cubicBezTo>
                <a:cubicBezTo>
                  <a:pt x="1014421" y="58975"/>
                  <a:pt x="1013361" y="56254"/>
                  <a:pt x="1011883" y="53916"/>
                </a:cubicBezTo>
                <a:cubicBezTo>
                  <a:pt x="1010405" y="51577"/>
                  <a:pt x="1008403" y="49728"/>
                  <a:pt x="1005877" y="48368"/>
                </a:cubicBezTo>
                <a:cubicBezTo>
                  <a:pt x="1003351" y="47007"/>
                  <a:pt x="1000205" y="46327"/>
                  <a:pt x="996439" y="46327"/>
                </a:cubicBezTo>
                <a:cubicBezTo>
                  <a:pt x="992959" y="46327"/>
                  <a:pt x="989968" y="46947"/>
                  <a:pt x="987465" y="48188"/>
                </a:cubicBezTo>
                <a:cubicBezTo>
                  <a:pt x="984963" y="49428"/>
                  <a:pt x="982901" y="51183"/>
                  <a:pt x="981281" y="53451"/>
                </a:cubicBezTo>
                <a:cubicBezTo>
                  <a:pt x="979660" y="55718"/>
                  <a:pt x="978456" y="58403"/>
                  <a:pt x="977670" y="61505"/>
                </a:cubicBezTo>
                <a:cubicBezTo>
                  <a:pt x="976883" y="64606"/>
                  <a:pt x="976490" y="67994"/>
                  <a:pt x="976490" y="71670"/>
                </a:cubicBezTo>
                <a:cubicBezTo>
                  <a:pt x="976490" y="75202"/>
                  <a:pt x="976812" y="78519"/>
                  <a:pt x="977455" y="81621"/>
                </a:cubicBezTo>
                <a:cubicBezTo>
                  <a:pt x="978099" y="84723"/>
                  <a:pt x="979171" y="87432"/>
                  <a:pt x="980673" y="89746"/>
                </a:cubicBezTo>
                <a:cubicBezTo>
                  <a:pt x="982174" y="92061"/>
                  <a:pt x="984188" y="93899"/>
                  <a:pt x="986715" y="95260"/>
                </a:cubicBezTo>
                <a:cubicBezTo>
                  <a:pt x="989241" y="96620"/>
                  <a:pt x="992387" y="97300"/>
                  <a:pt x="996153" y="97300"/>
                </a:cubicBezTo>
                <a:cubicBezTo>
                  <a:pt x="999585" y="97300"/>
                  <a:pt x="1002564" y="96680"/>
                  <a:pt x="1005091" y="95439"/>
                </a:cubicBezTo>
                <a:cubicBezTo>
                  <a:pt x="1007617" y="94198"/>
                  <a:pt x="1009690" y="92456"/>
                  <a:pt x="1011311" y="90213"/>
                </a:cubicBezTo>
                <a:cubicBezTo>
                  <a:pt x="1012932" y="87969"/>
                  <a:pt x="1014123" y="85296"/>
                  <a:pt x="1014886" y="82195"/>
                </a:cubicBezTo>
                <a:cubicBezTo>
                  <a:pt x="1015649" y="79093"/>
                  <a:pt x="1016030" y="75680"/>
                  <a:pt x="1016030" y="71956"/>
                </a:cubicBezTo>
                <a:close/>
                <a:moveTo>
                  <a:pt x="1100133" y="104018"/>
                </a:moveTo>
                <a:cubicBezTo>
                  <a:pt x="1100133" y="104399"/>
                  <a:pt x="1100049" y="104734"/>
                  <a:pt x="1099882" y="105021"/>
                </a:cubicBezTo>
                <a:cubicBezTo>
                  <a:pt x="1099716" y="105307"/>
                  <a:pt x="1099430" y="105533"/>
                  <a:pt x="1099024" y="105700"/>
                </a:cubicBezTo>
                <a:cubicBezTo>
                  <a:pt x="1098619" y="105867"/>
                  <a:pt x="1098083" y="105998"/>
                  <a:pt x="1097416" y="106093"/>
                </a:cubicBezTo>
                <a:cubicBezTo>
                  <a:pt x="1096748" y="106189"/>
                  <a:pt x="1095938" y="106236"/>
                  <a:pt x="1094985" y="106236"/>
                </a:cubicBezTo>
                <a:cubicBezTo>
                  <a:pt x="1093984" y="106236"/>
                  <a:pt x="1093149" y="106189"/>
                  <a:pt x="1092482" y="106093"/>
                </a:cubicBezTo>
                <a:cubicBezTo>
                  <a:pt x="1091815" y="106000"/>
                  <a:pt x="1091266" y="105870"/>
                  <a:pt x="1090837" y="105705"/>
                </a:cubicBezTo>
                <a:cubicBezTo>
                  <a:pt x="1090408" y="105538"/>
                  <a:pt x="1090099" y="105312"/>
                  <a:pt x="1089908" y="105028"/>
                </a:cubicBezTo>
                <a:cubicBezTo>
                  <a:pt x="1089717" y="104743"/>
                  <a:pt x="1089622" y="104412"/>
                  <a:pt x="1089622" y="104034"/>
                </a:cubicBezTo>
                <a:lnTo>
                  <a:pt x="1089622" y="95573"/>
                </a:lnTo>
                <a:cubicBezTo>
                  <a:pt x="1086238" y="99246"/>
                  <a:pt x="1082722" y="102108"/>
                  <a:pt x="1079076" y="104161"/>
                </a:cubicBezTo>
                <a:cubicBezTo>
                  <a:pt x="1075429" y="106212"/>
                  <a:pt x="1071437" y="107237"/>
                  <a:pt x="1067099" y="107237"/>
                </a:cubicBezTo>
                <a:cubicBezTo>
                  <a:pt x="1062380" y="107237"/>
                  <a:pt x="1058352" y="106319"/>
                  <a:pt x="1055015" y="104483"/>
                </a:cubicBezTo>
                <a:cubicBezTo>
                  <a:pt x="1051679" y="102646"/>
                  <a:pt x="1048974" y="100166"/>
                  <a:pt x="1046900" y="97041"/>
                </a:cubicBezTo>
                <a:cubicBezTo>
                  <a:pt x="1044826" y="93915"/>
                  <a:pt x="1043313" y="90241"/>
                  <a:pt x="1042360" y="86020"/>
                </a:cubicBezTo>
                <a:cubicBezTo>
                  <a:pt x="1041406" y="81797"/>
                  <a:pt x="1040930" y="77348"/>
                  <a:pt x="1040930" y="72671"/>
                </a:cubicBezTo>
                <a:cubicBezTo>
                  <a:pt x="1040930" y="67138"/>
                  <a:pt x="1041526" y="62141"/>
                  <a:pt x="1042717" y="57680"/>
                </a:cubicBezTo>
                <a:cubicBezTo>
                  <a:pt x="1043909" y="53219"/>
                  <a:pt x="1045673" y="49415"/>
                  <a:pt x="1048008" y="46266"/>
                </a:cubicBezTo>
                <a:cubicBezTo>
                  <a:pt x="1050344" y="43116"/>
                  <a:pt x="1053240" y="40694"/>
                  <a:pt x="1056696" y="39001"/>
                </a:cubicBezTo>
                <a:cubicBezTo>
                  <a:pt x="1060152" y="37307"/>
                  <a:pt x="1064144" y="36461"/>
                  <a:pt x="1068672" y="36461"/>
                </a:cubicBezTo>
                <a:cubicBezTo>
                  <a:pt x="1072438" y="36461"/>
                  <a:pt x="1075882" y="37284"/>
                  <a:pt x="1079004" y="38929"/>
                </a:cubicBezTo>
                <a:cubicBezTo>
                  <a:pt x="1082126" y="40575"/>
                  <a:pt x="1085213" y="42996"/>
                  <a:pt x="1088263" y="46192"/>
                </a:cubicBezTo>
                <a:lnTo>
                  <a:pt x="1088263" y="8726"/>
                </a:lnTo>
                <a:cubicBezTo>
                  <a:pt x="1088263" y="8393"/>
                  <a:pt x="1088347" y="8071"/>
                  <a:pt x="1088514" y="7761"/>
                </a:cubicBezTo>
                <a:cubicBezTo>
                  <a:pt x="1088681" y="7450"/>
                  <a:pt x="1089002" y="7211"/>
                  <a:pt x="1089479" y="7044"/>
                </a:cubicBezTo>
                <a:cubicBezTo>
                  <a:pt x="1089956" y="6876"/>
                  <a:pt x="1090563" y="6732"/>
                  <a:pt x="1091302" y="6613"/>
                </a:cubicBezTo>
                <a:cubicBezTo>
                  <a:pt x="1092041" y="6494"/>
                  <a:pt x="1092983" y="6434"/>
                  <a:pt x="1094127" y="6434"/>
                </a:cubicBezTo>
                <a:cubicBezTo>
                  <a:pt x="1095318" y="6434"/>
                  <a:pt x="1096295" y="6494"/>
                  <a:pt x="1097058" y="6613"/>
                </a:cubicBezTo>
                <a:cubicBezTo>
                  <a:pt x="1097821" y="6732"/>
                  <a:pt x="1098417" y="6875"/>
                  <a:pt x="1098846" y="7042"/>
                </a:cubicBezTo>
                <a:cubicBezTo>
                  <a:pt x="1099275" y="7209"/>
                  <a:pt x="1099596" y="7448"/>
                  <a:pt x="1099811" y="7759"/>
                </a:cubicBezTo>
                <a:cubicBezTo>
                  <a:pt x="1100025" y="8069"/>
                  <a:pt x="1100133" y="8391"/>
                  <a:pt x="1100133" y="8724"/>
                </a:cubicBezTo>
                <a:lnTo>
                  <a:pt x="1100133" y="104018"/>
                </a:lnTo>
                <a:moveTo>
                  <a:pt x="1088263" y="58788"/>
                </a:moveTo>
                <a:cubicBezTo>
                  <a:pt x="1085070" y="54825"/>
                  <a:pt x="1081983" y="51805"/>
                  <a:pt x="1079004" y="49729"/>
                </a:cubicBezTo>
                <a:cubicBezTo>
                  <a:pt x="1076025" y="47651"/>
                  <a:pt x="1072915" y="46612"/>
                  <a:pt x="1069673" y="46612"/>
                </a:cubicBezTo>
                <a:cubicBezTo>
                  <a:pt x="1066670" y="46612"/>
                  <a:pt x="1064120" y="47329"/>
                  <a:pt x="1062023" y="48762"/>
                </a:cubicBezTo>
                <a:cubicBezTo>
                  <a:pt x="1059925" y="50193"/>
                  <a:pt x="1058221" y="52078"/>
                  <a:pt x="1056910" y="54416"/>
                </a:cubicBezTo>
                <a:cubicBezTo>
                  <a:pt x="1055599" y="56755"/>
                  <a:pt x="1054646" y="59403"/>
                  <a:pt x="1054050" y="62363"/>
                </a:cubicBezTo>
                <a:cubicBezTo>
                  <a:pt x="1053454" y="65322"/>
                  <a:pt x="1053156" y="68330"/>
                  <a:pt x="1053156" y="71384"/>
                </a:cubicBezTo>
                <a:cubicBezTo>
                  <a:pt x="1053156" y="74630"/>
                  <a:pt x="1053407" y="77804"/>
                  <a:pt x="1053907" y="80906"/>
                </a:cubicBezTo>
                <a:cubicBezTo>
                  <a:pt x="1054408" y="84008"/>
                  <a:pt x="1055278" y="86765"/>
                  <a:pt x="1056517" y="89174"/>
                </a:cubicBezTo>
                <a:cubicBezTo>
                  <a:pt x="1057756" y="91584"/>
                  <a:pt x="1059401" y="93518"/>
                  <a:pt x="1061451" y="94974"/>
                </a:cubicBezTo>
                <a:cubicBezTo>
                  <a:pt x="1063500" y="96429"/>
                  <a:pt x="1066074" y="97157"/>
                  <a:pt x="1069173" y="97157"/>
                </a:cubicBezTo>
                <a:cubicBezTo>
                  <a:pt x="1070746" y="97157"/>
                  <a:pt x="1072259" y="96942"/>
                  <a:pt x="1073713" y="96514"/>
                </a:cubicBezTo>
                <a:cubicBezTo>
                  <a:pt x="1075167" y="96083"/>
                  <a:pt x="1076656" y="95367"/>
                  <a:pt x="1078182" y="94364"/>
                </a:cubicBezTo>
                <a:cubicBezTo>
                  <a:pt x="1079707" y="93362"/>
                  <a:pt x="1081304" y="92061"/>
                  <a:pt x="1082972" y="90461"/>
                </a:cubicBezTo>
                <a:cubicBezTo>
                  <a:pt x="1084641" y="88862"/>
                  <a:pt x="1086404" y="86892"/>
                  <a:pt x="1088263" y="84552"/>
                </a:cubicBezTo>
                <a:lnTo>
                  <a:pt x="1088263" y="58788"/>
                </a:lnTo>
                <a:close/>
                <a:moveTo>
                  <a:pt x="1175341" y="104020"/>
                </a:moveTo>
                <a:cubicBezTo>
                  <a:pt x="1175341" y="104401"/>
                  <a:pt x="1175258" y="104723"/>
                  <a:pt x="1175091" y="104985"/>
                </a:cubicBezTo>
                <a:cubicBezTo>
                  <a:pt x="1174924" y="105247"/>
                  <a:pt x="1174626" y="105474"/>
                  <a:pt x="1174197" y="105664"/>
                </a:cubicBezTo>
                <a:cubicBezTo>
                  <a:pt x="1173768" y="105855"/>
                  <a:pt x="1173208" y="105998"/>
                  <a:pt x="1172517" y="106093"/>
                </a:cubicBezTo>
                <a:cubicBezTo>
                  <a:pt x="1171826" y="106189"/>
                  <a:pt x="1170980" y="106236"/>
                  <a:pt x="1169979" y="106236"/>
                </a:cubicBezTo>
                <a:cubicBezTo>
                  <a:pt x="1168882" y="106236"/>
                  <a:pt x="1167989" y="106189"/>
                  <a:pt x="1167297" y="106093"/>
                </a:cubicBezTo>
                <a:cubicBezTo>
                  <a:pt x="1166606" y="105998"/>
                  <a:pt x="1166058" y="105855"/>
                  <a:pt x="1165653" y="105664"/>
                </a:cubicBezTo>
                <a:cubicBezTo>
                  <a:pt x="1165248" y="105474"/>
                  <a:pt x="1164974" y="105247"/>
                  <a:pt x="1164831" y="104985"/>
                </a:cubicBezTo>
                <a:cubicBezTo>
                  <a:pt x="1164688" y="104723"/>
                  <a:pt x="1164616" y="104401"/>
                  <a:pt x="1164616" y="104020"/>
                </a:cubicBezTo>
                <a:lnTo>
                  <a:pt x="1164616" y="95513"/>
                </a:lnTo>
                <a:cubicBezTo>
                  <a:pt x="1160946" y="99589"/>
                  <a:pt x="1157323" y="102563"/>
                  <a:pt x="1153748" y="104433"/>
                </a:cubicBezTo>
                <a:cubicBezTo>
                  <a:pt x="1150173" y="106303"/>
                  <a:pt x="1146550" y="107237"/>
                  <a:pt x="1142880" y="107237"/>
                </a:cubicBezTo>
                <a:cubicBezTo>
                  <a:pt x="1138590" y="107237"/>
                  <a:pt x="1134979" y="106522"/>
                  <a:pt x="1132047" y="105090"/>
                </a:cubicBezTo>
                <a:cubicBezTo>
                  <a:pt x="1129116" y="103659"/>
                  <a:pt x="1126744" y="101715"/>
                  <a:pt x="1124933" y="99259"/>
                </a:cubicBezTo>
                <a:cubicBezTo>
                  <a:pt x="1123122" y="96802"/>
                  <a:pt x="1121823" y="93939"/>
                  <a:pt x="1121036" y="90671"/>
                </a:cubicBezTo>
                <a:cubicBezTo>
                  <a:pt x="1120250" y="87402"/>
                  <a:pt x="1119856" y="83430"/>
                  <a:pt x="1119856" y="78755"/>
                </a:cubicBezTo>
                <a:lnTo>
                  <a:pt x="1119856" y="39680"/>
                </a:lnTo>
                <a:cubicBezTo>
                  <a:pt x="1119856" y="39299"/>
                  <a:pt x="1119940" y="38977"/>
                  <a:pt x="1120107" y="38715"/>
                </a:cubicBezTo>
                <a:cubicBezTo>
                  <a:pt x="1120273" y="38451"/>
                  <a:pt x="1120595" y="38212"/>
                  <a:pt x="1121072" y="37998"/>
                </a:cubicBezTo>
                <a:cubicBezTo>
                  <a:pt x="1121549" y="37783"/>
                  <a:pt x="1122168" y="37640"/>
                  <a:pt x="1122931" y="37569"/>
                </a:cubicBezTo>
                <a:cubicBezTo>
                  <a:pt x="1123694" y="37497"/>
                  <a:pt x="1124647" y="37462"/>
                  <a:pt x="1125791" y="37462"/>
                </a:cubicBezTo>
                <a:cubicBezTo>
                  <a:pt x="1126935" y="37462"/>
                  <a:pt x="1127888" y="37497"/>
                  <a:pt x="1128651" y="37569"/>
                </a:cubicBezTo>
                <a:cubicBezTo>
                  <a:pt x="1129414" y="37640"/>
                  <a:pt x="1130021" y="37783"/>
                  <a:pt x="1130474" y="37998"/>
                </a:cubicBezTo>
                <a:cubicBezTo>
                  <a:pt x="1130927" y="38212"/>
                  <a:pt x="1131249" y="38451"/>
                  <a:pt x="1131440" y="38715"/>
                </a:cubicBezTo>
                <a:cubicBezTo>
                  <a:pt x="1131630" y="38977"/>
                  <a:pt x="1131726" y="39299"/>
                  <a:pt x="1131726" y="39680"/>
                </a:cubicBezTo>
                <a:lnTo>
                  <a:pt x="1131726" y="77186"/>
                </a:lnTo>
                <a:cubicBezTo>
                  <a:pt x="1131726" y="80956"/>
                  <a:pt x="1132000" y="83974"/>
                  <a:pt x="1132548" y="86241"/>
                </a:cubicBezTo>
                <a:cubicBezTo>
                  <a:pt x="1133096" y="88508"/>
                  <a:pt x="1133930" y="90441"/>
                  <a:pt x="1135050" y="92041"/>
                </a:cubicBezTo>
                <a:cubicBezTo>
                  <a:pt x="1136171" y="93639"/>
                  <a:pt x="1137589" y="94880"/>
                  <a:pt x="1139305" y="95763"/>
                </a:cubicBezTo>
                <a:cubicBezTo>
                  <a:pt x="1141021" y="96645"/>
                  <a:pt x="1143023" y="97085"/>
                  <a:pt x="1145311" y="97085"/>
                </a:cubicBezTo>
                <a:cubicBezTo>
                  <a:pt x="1148266" y="97085"/>
                  <a:pt x="1151210" y="96031"/>
                  <a:pt x="1154141" y="93922"/>
                </a:cubicBezTo>
                <a:cubicBezTo>
                  <a:pt x="1157073" y="91813"/>
                  <a:pt x="1160183" y="88721"/>
                  <a:pt x="1163472" y="84646"/>
                </a:cubicBezTo>
                <a:lnTo>
                  <a:pt x="1163472" y="39678"/>
                </a:lnTo>
                <a:cubicBezTo>
                  <a:pt x="1163472" y="39297"/>
                  <a:pt x="1163555" y="38975"/>
                  <a:pt x="1163722" y="38713"/>
                </a:cubicBezTo>
                <a:cubicBezTo>
                  <a:pt x="1163889" y="38451"/>
                  <a:pt x="1164211" y="38212"/>
                  <a:pt x="1164688" y="37998"/>
                </a:cubicBezTo>
                <a:cubicBezTo>
                  <a:pt x="1165164" y="37783"/>
                  <a:pt x="1165772" y="37640"/>
                  <a:pt x="1166511" y="37569"/>
                </a:cubicBezTo>
                <a:cubicBezTo>
                  <a:pt x="1167250" y="37497"/>
                  <a:pt x="1168215" y="37462"/>
                  <a:pt x="1169407" y="37462"/>
                </a:cubicBezTo>
                <a:cubicBezTo>
                  <a:pt x="1170551" y="37462"/>
                  <a:pt x="1171504" y="37497"/>
                  <a:pt x="1172267" y="37569"/>
                </a:cubicBezTo>
                <a:cubicBezTo>
                  <a:pt x="1173029" y="37640"/>
                  <a:pt x="1173625" y="37783"/>
                  <a:pt x="1174054" y="37998"/>
                </a:cubicBezTo>
                <a:cubicBezTo>
                  <a:pt x="1174483" y="38212"/>
                  <a:pt x="1174805" y="38451"/>
                  <a:pt x="1175019" y="38713"/>
                </a:cubicBezTo>
                <a:cubicBezTo>
                  <a:pt x="1175234" y="38975"/>
                  <a:pt x="1175341" y="39297"/>
                  <a:pt x="1175341" y="39678"/>
                </a:cubicBezTo>
                <a:lnTo>
                  <a:pt x="1175341" y="104020"/>
                </a:lnTo>
                <a:close/>
                <a:moveTo>
                  <a:pt x="1207220" y="104018"/>
                </a:moveTo>
                <a:cubicBezTo>
                  <a:pt x="1207220" y="104399"/>
                  <a:pt x="1207125" y="104722"/>
                  <a:pt x="1206934" y="104985"/>
                </a:cubicBezTo>
                <a:cubicBezTo>
                  <a:pt x="1206743" y="105247"/>
                  <a:pt x="1206434" y="105474"/>
                  <a:pt x="1206005" y="105664"/>
                </a:cubicBezTo>
                <a:cubicBezTo>
                  <a:pt x="1205576" y="105855"/>
                  <a:pt x="1204980" y="105998"/>
                  <a:pt x="1204217" y="106093"/>
                </a:cubicBezTo>
                <a:cubicBezTo>
                  <a:pt x="1203454" y="106189"/>
                  <a:pt x="1202477" y="106236"/>
                  <a:pt x="1201286" y="106236"/>
                </a:cubicBezTo>
                <a:cubicBezTo>
                  <a:pt x="1200141" y="106236"/>
                  <a:pt x="1199188" y="106189"/>
                  <a:pt x="1198425" y="106093"/>
                </a:cubicBezTo>
                <a:cubicBezTo>
                  <a:pt x="1197663" y="105998"/>
                  <a:pt x="1197055" y="105855"/>
                  <a:pt x="1196602" y="105664"/>
                </a:cubicBezTo>
                <a:cubicBezTo>
                  <a:pt x="1196149" y="105474"/>
                  <a:pt x="1195840" y="105247"/>
                  <a:pt x="1195673" y="104985"/>
                </a:cubicBezTo>
                <a:cubicBezTo>
                  <a:pt x="1195506" y="104722"/>
                  <a:pt x="1195422" y="104399"/>
                  <a:pt x="1195422" y="104018"/>
                </a:cubicBezTo>
                <a:lnTo>
                  <a:pt x="1195422" y="8438"/>
                </a:lnTo>
                <a:cubicBezTo>
                  <a:pt x="1195422" y="8057"/>
                  <a:pt x="1195506" y="7723"/>
                  <a:pt x="1195673" y="7437"/>
                </a:cubicBezTo>
                <a:cubicBezTo>
                  <a:pt x="1195840" y="7150"/>
                  <a:pt x="1196149" y="6911"/>
                  <a:pt x="1196602" y="6720"/>
                </a:cubicBezTo>
                <a:cubicBezTo>
                  <a:pt x="1197055" y="6530"/>
                  <a:pt x="1197663" y="6387"/>
                  <a:pt x="1198425" y="6291"/>
                </a:cubicBezTo>
                <a:cubicBezTo>
                  <a:pt x="1199188" y="6196"/>
                  <a:pt x="1200141" y="6148"/>
                  <a:pt x="1201286" y="6148"/>
                </a:cubicBezTo>
                <a:cubicBezTo>
                  <a:pt x="1202477" y="6148"/>
                  <a:pt x="1203454" y="6196"/>
                  <a:pt x="1204217" y="6291"/>
                </a:cubicBezTo>
                <a:cubicBezTo>
                  <a:pt x="1204980" y="6387"/>
                  <a:pt x="1205576" y="6530"/>
                  <a:pt x="1206005" y="6720"/>
                </a:cubicBezTo>
                <a:cubicBezTo>
                  <a:pt x="1206434" y="6911"/>
                  <a:pt x="1206743" y="7150"/>
                  <a:pt x="1206934" y="7437"/>
                </a:cubicBezTo>
                <a:cubicBezTo>
                  <a:pt x="1207125" y="7723"/>
                  <a:pt x="1207220" y="8057"/>
                  <a:pt x="1207220" y="8438"/>
                </a:cubicBezTo>
                <a:lnTo>
                  <a:pt x="1207220" y="104018"/>
                </a:lnTo>
                <a:close/>
                <a:moveTo>
                  <a:pt x="1276496" y="104092"/>
                </a:moveTo>
                <a:cubicBezTo>
                  <a:pt x="1276496" y="104664"/>
                  <a:pt x="1276306" y="105093"/>
                  <a:pt x="1275924" y="105378"/>
                </a:cubicBezTo>
                <a:cubicBezTo>
                  <a:pt x="1275543" y="105664"/>
                  <a:pt x="1275019" y="105879"/>
                  <a:pt x="1274351" y="106022"/>
                </a:cubicBezTo>
                <a:cubicBezTo>
                  <a:pt x="1273684" y="106165"/>
                  <a:pt x="1272707" y="106236"/>
                  <a:pt x="1271420" y="106236"/>
                </a:cubicBezTo>
                <a:cubicBezTo>
                  <a:pt x="1270181" y="106236"/>
                  <a:pt x="1269191" y="106165"/>
                  <a:pt x="1268453" y="106022"/>
                </a:cubicBezTo>
                <a:cubicBezTo>
                  <a:pt x="1267714" y="105879"/>
                  <a:pt x="1267178" y="105664"/>
                  <a:pt x="1266844" y="105378"/>
                </a:cubicBezTo>
                <a:cubicBezTo>
                  <a:pt x="1266510" y="105093"/>
                  <a:pt x="1266343" y="104664"/>
                  <a:pt x="1266343" y="104092"/>
                </a:cubicBezTo>
                <a:lnTo>
                  <a:pt x="1266343" y="97657"/>
                </a:lnTo>
                <a:cubicBezTo>
                  <a:pt x="1263531" y="100660"/>
                  <a:pt x="1260397" y="103007"/>
                  <a:pt x="1256941" y="104699"/>
                </a:cubicBezTo>
                <a:cubicBezTo>
                  <a:pt x="1253485" y="106391"/>
                  <a:pt x="1249827" y="107237"/>
                  <a:pt x="1245966" y="107237"/>
                </a:cubicBezTo>
                <a:cubicBezTo>
                  <a:pt x="1242581" y="107237"/>
                  <a:pt x="1239518" y="106795"/>
                  <a:pt x="1236778" y="105910"/>
                </a:cubicBezTo>
                <a:cubicBezTo>
                  <a:pt x="1234037" y="105026"/>
                  <a:pt x="1231701" y="103746"/>
                  <a:pt x="1229771" y="102072"/>
                </a:cubicBezTo>
                <a:cubicBezTo>
                  <a:pt x="1227840" y="100398"/>
                  <a:pt x="1226338" y="98342"/>
                  <a:pt x="1225266" y="95904"/>
                </a:cubicBezTo>
                <a:cubicBezTo>
                  <a:pt x="1224193" y="93464"/>
                  <a:pt x="1223657" y="90689"/>
                  <a:pt x="1223657" y="87579"/>
                </a:cubicBezTo>
                <a:cubicBezTo>
                  <a:pt x="1223657" y="83945"/>
                  <a:pt x="1224396" y="80789"/>
                  <a:pt x="1225874" y="78111"/>
                </a:cubicBezTo>
                <a:cubicBezTo>
                  <a:pt x="1227351" y="75432"/>
                  <a:pt x="1229473" y="73207"/>
                  <a:pt x="1232237" y="71438"/>
                </a:cubicBezTo>
                <a:cubicBezTo>
                  <a:pt x="1235002" y="69668"/>
                  <a:pt x="1238386" y="68341"/>
                  <a:pt x="1242390" y="67457"/>
                </a:cubicBezTo>
                <a:cubicBezTo>
                  <a:pt x="1246395" y="66572"/>
                  <a:pt x="1250899" y="66130"/>
                  <a:pt x="1255904" y="66130"/>
                </a:cubicBezTo>
                <a:lnTo>
                  <a:pt x="1264770" y="66130"/>
                </a:lnTo>
                <a:lnTo>
                  <a:pt x="1264770" y="61143"/>
                </a:lnTo>
                <a:cubicBezTo>
                  <a:pt x="1264770" y="58674"/>
                  <a:pt x="1264508" y="56489"/>
                  <a:pt x="1263984" y="54590"/>
                </a:cubicBezTo>
                <a:cubicBezTo>
                  <a:pt x="1263459" y="52690"/>
                  <a:pt x="1262613" y="51110"/>
                  <a:pt x="1261446" y="49852"/>
                </a:cubicBezTo>
                <a:cubicBezTo>
                  <a:pt x="1260278" y="48593"/>
                  <a:pt x="1258764" y="47644"/>
                  <a:pt x="1256905" y="47003"/>
                </a:cubicBezTo>
                <a:cubicBezTo>
                  <a:pt x="1255046" y="46361"/>
                  <a:pt x="1252758" y="46041"/>
                  <a:pt x="1250041" y="46041"/>
                </a:cubicBezTo>
                <a:cubicBezTo>
                  <a:pt x="1247133" y="46041"/>
                  <a:pt x="1244524" y="46382"/>
                  <a:pt x="1242212" y="47066"/>
                </a:cubicBezTo>
                <a:cubicBezTo>
                  <a:pt x="1239900" y="47750"/>
                  <a:pt x="1237874" y="48504"/>
                  <a:pt x="1236134" y="49329"/>
                </a:cubicBezTo>
                <a:cubicBezTo>
                  <a:pt x="1234394" y="50154"/>
                  <a:pt x="1232940" y="50909"/>
                  <a:pt x="1231773" y="51592"/>
                </a:cubicBezTo>
                <a:cubicBezTo>
                  <a:pt x="1230605" y="52276"/>
                  <a:pt x="1229735" y="52618"/>
                  <a:pt x="1229163" y="52618"/>
                </a:cubicBezTo>
                <a:cubicBezTo>
                  <a:pt x="1228781" y="52618"/>
                  <a:pt x="1228448" y="52522"/>
                  <a:pt x="1228162" y="52332"/>
                </a:cubicBezTo>
                <a:cubicBezTo>
                  <a:pt x="1227876" y="52141"/>
                  <a:pt x="1227625" y="51855"/>
                  <a:pt x="1227411" y="51474"/>
                </a:cubicBezTo>
                <a:cubicBezTo>
                  <a:pt x="1227196" y="51093"/>
                  <a:pt x="1227042" y="50604"/>
                  <a:pt x="1226946" y="50008"/>
                </a:cubicBezTo>
                <a:cubicBezTo>
                  <a:pt x="1226851" y="49413"/>
                  <a:pt x="1226803" y="48757"/>
                  <a:pt x="1226803" y="48042"/>
                </a:cubicBezTo>
                <a:cubicBezTo>
                  <a:pt x="1226803" y="46851"/>
                  <a:pt x="1226887" y="45909"/>
                  <a:pt x="1227053" y="45218"/>
                </a:cubicBezTo>
                <a:cubicBezTo>
                  <a:pt x="1227220" y="44527"/>
                  <a:pt x="1227625" y="43872"/>
                  <a:pt x="1228269" y="43252"/>
                </a:cubicBezTo>
                <a:cubicBezTo>
                  <a:pt x="1228912" y="42633"/>
                  <a:pt x="1230021" y="41911"/>
                  <a:pt x="1231594" y="41088"/>
                </a:cubicBezTo>
                <a:cubicBezTo>
                  <a:pt x="1233167" y="40262"/>
                  <a:pt x="1234978" y="39509"/>
                  <a:pt x="1237028" y="38827"/>
                </a:cubicBezTo>
                <a:cubicBezTo>
                  <a:pt x="1239078" y="38144"/>
                  <a:pt x="1241318" y="37580"/>
                  <a:pt x="1243749" y="37133"/>
                </a:cubicBezTo>
                <a:cubicBezTo>
                  <a:pt x="1246180" y="36685"/>
                  <a:pt x="1248635" y="36461"/>
                  <a:pt x="1251114" y="36461"/>
                </a:cubicBezTo>
                <a:cubicBezTo>
                  <a:pt x="1255737" y="36461"/>
                  <a:pt x="1259670" y="36985"/>
                  <a:pt x="1262911" y="38033"/>
                </a:cubicBezTo>
                <a:cubicBezTo>
                  <a:pt x="1266153" y="39082"/>
                  <a:pt x="1268774" y="40619"/>
                  <a:pt x="1270776" y="42645"/>
                </a:cubicBezTo>
                <a:cubicBezTo>
                  <a:pt x="1272778" y="44670"/>
                  <a:pt x="1274232" y="47184"/>
                  <a:pt x="1275138" y="50187"/>
                </a:cubicBezTo>
                <a:cubicBezTo>
                  <a:pt x="1276044" y="53190"/>
                  <a:pt x="1276496" y="56693"/>
                  <a:pt x="1276496" y="60696"/>
                </a:cubicBezTo>
                <a:lnTo>
                  <a:pt x="1276496" y="104092"/>
                </a:lnTo>
                <a:moveTo>
                  <a:pt x="1264770" y="74637"/>
                </a:moveTo>
                <a:lnTo>
                  <a:pt x="1254689" y="74637"/>
                </a:lnTo>
                <a:cubicBezTo>
                  <a:pt x="1251447" y="74637"/>
                  <a:pt x="1248635" y="74913"/>
                  <a:pt x="1246252" y="75466"/>
                </a:cubicBezTo>
                <a:cubicBezTo>
                  <a:pt x="1243868" y="76017"/>
                  <a:pt x="1241890" y="76832"/>
                  <a:pt x="1240317" y="77910"/>
                </a:cubicBezTo>
                <a:cubicBezTo>
                  <a:pt x="1238744" y="78988"/>
                  <a:pt x="1237588" y="80283"/>
                  <a:pt x="1236849" y="81795"/>
                </a:cubicBezTo>
                <a:cubicBezTo>
                  <a:pt x="1236110" y="83305"/>
                  <a:pt x="1235741" y="85044"/>
                  <a:pt x="1235741" y="87010"/>
                </a:cubicBezTo>
                <a:cubicBezTo>
                  <a:pt x="1235741" y="90367"/>
                  <a:pt x="1236801" y="93040"/>
                  <a:pt x="1238923" y="95030"/>
                </a:cubicBezTo>
                <a:cubicBezTo>
                  <a:pt x="1241044" y="97020"/>
                  <a:pt x="1244011" y="98015"/>
                  <a:pt x="1247825" y="98015"/>
                </a:cubicBezTo>
                <a:cubicBezTo>
                  <a:pt x="1250923" y="98015"/>
                  <a:pt x="1253795" y="97224"/>
                  <a:pt x="1256440" y="95642"/>
                </a:cubicBezTo>
                <a:cubicBezTo>
                  <a:pt x="1259086" y="94059"/>
                  <a:pt x="1261863" y="91637"/>
                  <a:pt x="1264770" y="88377"/>
                </a:cubicBezTo>
                <a:lnTo>
                  <a:pt x="1264770" y="74637"/>
                </a:lnTo>
                <a:close/>
                <a:moveTo>
                  <a:pt x="1334101" y="43896"/>
                </a:moveTo>
                <a:cubicBezTo>
                  <a:pt x="1334101" y="44944"/>
                  <a:pt x="1334077" y="45826"/>
                  <a:pt x="1334029" y="46541"/>
                </a:cubicBezTo>
                <a:cubicBezTo>
                  <a:pt x="1333982" y="47256"/>
                  <a:pt x="1333886" y="47816"/>
                  <a:pt x="1333743" y="48221"/>
                </a:cubicBezTo>
                <a:cubicBezTo>
                  <a:pt x="1333600" y="48626"/>
                  <a:pt x="1333422" y="48936"/>
                  <a:pt x="1333207" y="49150"/>
                </a:cubicBezTo>
                <a:cubicBezTo>
                  <a:pt x="1332993" y="49365"/>
                  <a:pt x="1332695" y="49472"/>
                  <a:pt x="1332313" y="49472"/>
                </a:cubicBezTo>
                <a:cubicBezTo>
                  <a:pt x="1331932" y="49472"/>
                  <a:pt x="1331467" y="49365"/>
                  <a:pt x="1330919" y="49150"/>
                </a:cubicBezTo>
                <a:cubicBezTo>
                  <a:pt x="1330371" y="48936"/>
                  <a:pt x="1329751" y="48721"/>
                  <a:pt x="1329060" y="48507"/>
                </a:cubicBezTo>
                <a:cubicBezTo>
                  <a:pt x="1328369" y="48293"/>
                  <a:pt x="1327594" y="48090"/>
                  <a:pt x="1326736" y="47899"/>
                </a:cubicBezTo>
                <a:cubicBezTo>
                  <a:pt x="1325878" y="47709"/>
                  <a:pt x="1324949" y="47613"/>
                  <a:pt x="1323948" y="47613"/>
                </a:cubicBezTo>
                <a:cubicBezTo>
                  <a:pt x="1322756" y="47613"/>
                  <a:pt x="1321588" y="47852"/>
                  <a:pt x="1320444" y="48328"/>
                </a:cubicBezTo>
                <a:cubicBezTo>
                  <a:pt x="1319300" y="48805"/>
                  <a:pt x="1318097" y="49591"/>
                  <a:pt x="1316833" y="50687"/>
                </a:cubicBezTo>
                <a:cubicBezTo>
                  <a:pt x="1315570" y="51784"/>
                  <a:pt x="1314247" y="53237"/>
                  <a:pt x="1312865" y="55048"/>
                </a:cubicBezTo>
                <a:cubicBezTo>
                  <a:pt x="1311483" y="56860"/>
                  <a:pt x="1309957" y="59076"/>
                  <a:pt x="1308289" y="61697"/>
                </a:cubicBezTo>
                <a:lnTo>
                  <a:pt x="1308289" y="104020"/>
                </a:lnTo>
                <a:cubicBezTo>
                  <a:pt x="1308289" y="104401"/>
                  <a:pt x="1308194" y="104723"/>
                  <a:pt x="1308003" y="104985"/>
                </a:cubicBezTo>
                <a:cubicBezTo>
                  <a:pt x="1307812" y="105247"/>
                  <a:pt x="1307503" y="105474"/>
                  <a:pt x="1307074" y="105664"/>
                </a:cubicBezTo>
                <a:cubicBezTo>
                  <a:pt x="1306645" y="105855"/>
                  <a:pt x="1306049" y="105998"/>
                  <a:pt x="1305286" y="106093"/>
                </a:cubicBezTo>
                <a:cubicBezTo>
                  <a:pt x="1304523" y="106189"/>
                  <a:pt x="1303546" y="106236"/>
                  <a:pt x="1302354" y="106236"/>
                </a:cubicBezTo>
                <a:cubicBezTo>
                  <a:pt x="1301210" y="106236"/>
                  <a:pt x="1300257" y="106189"/>
                  <a:pt x="1299494" y="106093"/>
                </a:cubicBezTo>
                <a:cubicBezTo>
                  <a:pt x="1298732" y="105998"/>
                  <a:pt x="1298124" y="105855"/>
                  <a:pt x="1297671" y="105664"/>
                </a:cubicBezTo>
                <a:cubicBezTo>
                  <a:pt x="1297218" y="105474"/>
                  <a:pt x="1296908" y="105247"/>
                  <a:pt x="1296742" y="104985"/>
                </a:cubicBezTo>
                <a:cubicBezTo>
                  <a:pt x="1296575" y="104723"/>
                  <a:pt x="1296491" y="104401"/>
                  <a:pt x="1296491" y="104020"/>
                </a:cubicBezTo>
                <a:lnTo>
                  <a:pt x="1296491" y="39678"/>
                </a:lnTo>
                <a:cubicBezTo>
                  <a:pt x="1296491" y="39297"/>
                  <a:pt x="1296563" y="38975"/>
                  <a:pt x="1296706" y="38713"/>
                </a:cubicBezTo>
                <a:cubicBezTo>
                  <a:pt x="1296849" y="38451"/>
                  <a:pt x="1297135" y="38212"/>
                  <a:pt x="1297564" y="37998"/>
                </a:cubicBezTo>
                <a:cubicBezTo>
                  <a:pt x="1297993" y="37783"/>
                  <a:pt x="1298541" y="37640"/>
                  <a:pt x="1299208" y="37569"/>
                </a:cubicBezTo>
                <a:cubicBezTo>
                  <a:pt x="1299876" y="37497"/>
                  <a:pt x="1300758" y="37462"/>
                  <a:pt x="1301854" y="37462"/>
                </a:cubicBezTo>
                <a:cubicBezTo>
                  <a:pt x="1302903" y="37462"/>
                  <a:pt x="1303773" y="37497"/>
                  <a:pt x="1304464" y="37569"/>
                </a:cubicBezTo>
                <a:cubicBezTo>
                  <a:pt x="1305155" y="37640"/>
                  <a:pt x="1305691" y="37783"/>
                  <a:pt x="1306072" y="37998"/>
                </a:cubicBezTo>
                <a:cubicBezTo>
                  <a:pt x="1306454" y="38212"/>
                  <a:pt x="1306728" y="38451"/>
                  <a:pt x="1306895" y="38713"/>
                </a:cubicBezTo>
                <a:cubicBezTo>
                  <a:pt x="1307062" y="38975"/>
                  <a:pt x="1307145" y="39297"/>
                  <a:pt x="1307145" y="39678"/>
                </a:cubicBezTo>
                <a:lnTo>
                  <a:pt x="1307145" y="49043"/>
                </a:lnTo>
                <a:cubicBezTo>
                  <a:pt x="1308909" y="46469"/>
                  <a:pt x="1310565" y="44372"/>
                  <a:pt x="1312114" y="42752"/>
                </a:cubicBezTo>
                <a:cubicBezTo>
                  <a:pt x="1313664" y="41131"/>
                  <a:pt x="1315129" y="39857"/>
                  <a:pt x="1316512" y="38927"/>
                </a:cubicBezTo>
                <a:cubicBezTo>
                  <a:pt x="1317894" y="37998"/>
                  <a:pt x="1319264" y="37354"/>
                  <a:pt x="1320623" y="36997"/>
                </a:cubicBezTo>
                <a:cubicBezTo>
                  <a:pt x="1321981" y="36639"/>
                  <a:pt x="1323352" y="36461"/>
                  <a:pt x="1324734" y="36461"/>
                </a:cubicBezTo>
                <a:cubicBezTo>
                  <a:pt x="1325354" y="36461"/>
                  <a:pt x="1326057" y="36496"/>
                  <a:pt x="1326844" y="36568"/>
                </a:cubicBezTo>
                <a:cubicBezTo>
                  <a:pt x="1327630" y="36639"/>
                  <a:pt x="1328452" y="36770"/>
                  <a:pt x="1329310" y="36961"/>
                </a:cubicBezTo>
                <a:cubicBezTo>
                  <a:pt x="1330168" y="37152"/>
                  <a:pt x="1330943" y="37366"/>
                  <a:pt x="1331634" y="37605"/>
                </a:cubicBezTo>
                <a:cubicBezTo>
                  <a:pt x="1332325" y="37843"/>
                  <a:pt x="1332814" y="38081"/>
                  <a:pt x="1333100" y="38319"/>
                </a:cubicBezTo>
                <a:cubicBezTo>
                  <a:pt x="1333386" y="38558"/>
                  <a:pt x="1333577" y="38784"/>
                  <a:pt x="1333672" y="38999"/>
                </a:cubicBezTo>
                <a:cubicBezTo>
                  <a:pt x="1333767" y="39213"/>
                  <a:pt x="1333851" y="39487"/>
                  <a:pt x="1333922" y="39821"/>
                </a:cubicBezTo>
                <a:cubicBezTo>
                  <a:pt x="1333994" y="40154"/>
                  <a:pt x="1334041" y="40643"/>
                  <a:pt x="1334065" y="41286"/>
                </a:cubicBezTo>
                <a:cubicBezTo>
                  <a:pt x="1334089" y="41930"/>
                  <a:pt x="1334101" y="42800"/>
                  <a:pt x="1334101" y="43896"/>
                </a:cubicBezTo>
                <a:close/>
                <a:moveTo>
                  <a:pt x="1417305" y="43896"/>
                </a:moveTo>
                <a:cubicBezTo>
                  <a:pt x="1417305" y="44944"/>
                  <a:pt x="1417281" y="45826"/>
                  <a:pt x="1417234" y="46541"/>
                </a:cubicBezTo>
                <a:cubicBezTo>
                  <a:pt x="1417186" y="47256"/>
                  <a:pt x="1417091" y="47816"/>
                  <a:pt x="1416948" y="48221"/>
                </a:cubicBezTo>
                <a:cubicBezTo>
                  <a:pt x="1416805" y="48626"/>
                  <a:pt x="1416626" y="48936"/>
                  <a:pt x="1416411" y="49150"/>
                </a:cubicBezTo>
                <a:cubicBezTo>
                  <a:pt x="1416197" y="49365"/>
                  <a:pt x="1415899" y="49472"/>
                  <a:pt x="1415518" y="49472"/>
                </a:cubicBezTo>
                <a:cubicBezTo>
                  <a:pt x="1415136" y="49472"/>
                  <a:pt x="1414671" y="49365"/>
                  <a:pt x="1414123" y="49150"/>
                </a:cubicBezTo>
                <a:cubicBezTo>
                  <a:pt x="1413575" y="48936"/>
                  <a:pt x="1412955" y="48721"/>
                  <a:pt x="1412264" y="48507"/>
                </a:cubicBezTo>
                <a:cubicBezTo>
                  <a:pt x="1411573" y="48293"/>
                  <a:pt x="1410798" y="48090"/>
                  <a:pt x="1409940" y="47899"/>
                </a:cubicBezTo>
                <a:cubicBezTo>
                  <a:pt x="1409082" y="47709"/>
                  <a:pt x="1408153" y="47613"/>
                  <a:pt x="1407152" y="47613"/>
                </a:cubicBezTo>
                <a:cubicBezTo>
                  <a:pt x="1405960" y="47613"/>
                  <a:pt x="1404792" y="47852"/>
                  <a:pt x="1403648" y="48328"/>
                </a:cubicBezTo>
                <a:cubicBezTo>
                  <a:pt x="1402504" y="48805"/>
                  <a:pt x="1401301" y="49591"/>
                  <a:pt x="1400038" y="50687"/>
                </a:cubicBezTo>
                <a:cubicBezTo>
                  <a:pt x="1398774" y="51784"/>
                  <a:pt x="1397452" y="53237"/>
                  <a:pt x="1396069" y="55048"/>
                </a:cubicBezTo>
                <a:cubicBezTo>
                  <a:pt x="1394687" y="56860"/>
                  <a:pt x="1393162" y="59076"/>
                  <a:pt x="1391493" y="61697"/>
                </a:cubicBezTo>
                <a:lnTo>
                  <a:pt x="1391493" y="104020"/>
                </a:lnTo>
                <a:cubicBezTo>
                  <a:pt x="1391493" y="104401"/>
                  <a:pt x="1391398" y="104723"/>
                  <a:pt x="1391207" y="104985"/>
                </a:cubicBezTo>
                <a:cubicBezTo>
                  <a:pt x="1391016" y="105247"/>
                  <a:pt x="1390707" y="105474"/>
                  <a:pt x="1390278" y="105664"/>
                </a:cubicBezTo>
                <a:cubicBezTo>
                  <a:pt x="1389849" y="105855"/>
                  <a:pt x="1389253" y="105998"/>
                  <a:pt x="1388490" y="106093"/>
                </a:cubicBezTo>
                <a:cubicBezTo>
                  <a:pt x="1387727" y="106189"/>
                  <a:pt x="1386750" y="106236"/>
                  <a:pt x="1385559" y="106236"/>
                </a:cubicBezTo>
                <a:cubicBezTo>
                  <a:pt x="1384415" y="106236"/>
                  <a:pt x="1383461" y="106189"/>
                  <a:pt x="1382699" y="106093"/>
                </a:cubicBezTo>
                <a:cubicBezTo>
                  <a:pt x="1381936" y="105998"/>
                  <a:pt x="1381328" y="105855"/>
                  <a:pt x="1380875" y="105664"/>
                </a:cubicBezTo>
                <a:cubicBezTo>
                  <a:pt x="1380422" y="105474"/>
                  <a:pt x="1380113" y="105247"/>
                  <a:pt x="1379946" y="104985"/>
                </a:cubicBezTo>
                <a:cubicBezTo>
                  <a:pt x="1379779" y="104723"/>
                  <a:pt x="1379695" y="104401"/>
                  <a:pt x="1379695" y="104020"/>
                </a:cubicBezTo>
                <a:lnTo>
                  <a:pt x="1379695" y="39678"/>
                </a:lnTo>
                <a:cubicBezTo>
                  <a:pt x="1379695" y="39297"/>
                  <a:pt x="1379767" y="38975"/>
                  <a:pt x="1379910" y="38713"/>
                </a:cubicBezTo>
                <a:cubicBezTo>
                  <a:pt x="1380053" y="38451"/>
                  <a:pt x="1380339" y="38212"/>
                  <a:pt x="1380768" y="37998"/>
                </a:cubicBezTo>
                <a:cubicBezTo>
                  <a:pt x="1381197" y="37783"/>
                  <a:pt x="1381745" y="37640"/>
                  <a:pt x="1382412" y="37569"/>
                </a:cubicBezTo>
                <a:cubicBezTo>
                  <a:pt x="1383080" y="37497"/>
                  <a:pt x="1383962" y="37462"/>
                  <a:pt x="1385058" y="37462"/>
                </a:cubicBezTo>
                <a:cubicBezTo>
                  <a:pt x="1386107" y="37462"/>
                  <a:pt x="1386977" y="37497"/>
                  <a:pt x="1387668" y="37569"/>
                </a:cubicBezTo>
                <a:cubicBezTo>
                  <a:pt x="1388359" y="37640"/>
                  <a:pt x="1388895" y="37783"/>
                  <a:pt x="1389277" y="37998"/>
                </a:cubicBezTo>
                <a:cubicBezTo>
                  <a:pt x="1389658" y="38212"/>
                  <a:pt x="1389932" y="38451"/>
                  <a:pt x="1390099" y="38713"/>
                </a:cubicBezTo>
                <a:cubicBezTo>
                  <a:pt x="1390266" y="38975"/>
                  <a:pt x="1390349" y="39297"/>
                  <a:pt x="1390349" y="39678"/>
                </a:cubicBezTo>
                <a:lnTo>
                  <a:pt x="1390349" y="49043"/>
                </a:lnTo>
                <a:cubicBezTo>
                  <a:pt x="1392113" y="46469"/>
                  <a:pt x="1393769" y="44372"/>
                  <a:pt x="1395318" y="42752"/>
                </a:cubicBezTo>
                <a:cubicBezTo>
                  <a:pt x="1396868" y="41131"/>
                  <a:pt x="1398333" y="39857"/>
                  <a:pt x="1399716" y="38927"/>
                </a:cubicBezTo>
                <a:cubicBezTo>
                  <a:pt x="1401098" y="37998"/>
                  <a:pt x="1402469" y="37354"/>
                  <a:pt x="1403827" y="36997"/>
                </a:cubicBezTo>
                <a:cubicBezTo>
                  <a:pt x="1405186" y="36639"/>
                  <a:pt x="1406556" y="36461"/>
                  <a:pt x="1407938" y="36461"/>
                </a:cubicBezTo>
                <a:cubicBezTo>
                  <a:pt x="1408558" y="36461"/>
                  <a:pt x="1409261" y="36496"/>
                  <a:pt x="1410048" y="36568"/>
                </a:cubicBezTo>
                <a:cubicBezTo>
                  <a:pt x="1410834" y="36639"/>
                  <a:pt x="1411656" y="36770"/>
                  <a:pt x="1412514" y="36961"/>
                </a:cubicBezTo>
                <a:cubicBezTo>
                  <a:pt x="1413372" y="37152"/>
                  <a:pt x="1414147" y="37366"/>
                  <a:pt x="1414838" y="37605"/>
                </a:cubicBezTo>
                <a:cubicBezTo>
                  <a:pt x="1415529" y="37843"/>
                  <a:pt x="1416018" y="38081"/>
                  <a:pt x="1416304" y="38319"/>
                </a:cubicBezTo>
                <a:cubicBezTo>
                  <a:pt x="1416590" y="38558"/>
                  <a:pt x="1416781" y="38784"/>
                  <a:pt x="1416876" y="38999"/>
                </a:cubicBezTo>
                <a:cubicBezTo>
                  <a:pt x="1416971" y="39213"/>
                  <a:pt x="1417055" y="39487"/>
                  <a:pt x="1417126" y="39821"/>
                </a:cubicBezTo>
                <a:cubicBezTo>
                  <a:pt x="1417198" y="40154"/>
                  <a:pt x="1417245" y="40643"/>
                  <a:pt x="1417269" y="41286"/>
                </a:cubicBezTo>
                <a:cubicBezTo>
                  <a:pt x="1417293" y="41930"/>
                  <a:pt x="1417305" y="42800"/>
                  <a:pt x="1417305" y="43896"/>
                </a:cubicBezTo>
                <a:close/>
                <a:moveTo>
                  <a:pt x="1483312" y="69061"/>
                </a:moveTo>
                <a:cubicBezTo>
                  <a:pt x="1483312" y="70920"/>
                  <a:pt x="1482848" y="72242"/>
                  <a:pt x="1481918" y="73029"/>
                </a:cubicBezTo>
                <a:cubicBezTo>
                  <a:pt x="1480989" y="73815"/>
                  <a:pt x="1479928" y="74208"/>
                  <a:pt x="1478736" y="74208"/>
                </a:cubicBezTo>
                <a:lnTo>
                  <a:pt x="1436551" y="74208"/>
                </a:lnTo>
                <a:cubicBezTo>
                  <a:pt x="1436551" y="77793"/>
                  <a:pt x="1436908" y="81020"/>
                  <a:pt x="1437623" y="83889"/>
                </a:cubicBezTo>
                <a:cubicBezTo>
                  <a:pt x="1438338" y="86757"/>
                  <a:pt x="1439530" y="89219"/>
                  <a:pt x="1441198" y="91275"/>
                </a:cubicBezTo>
                <a:cubicBezTo>
                  <a:pt x="1442867" y="93330"/>
                  <a:pt x="1445035" y="94908"/>
                  <a:pt x="1447705" y="96009"/>
                </a:cubicBezTo>
                <a:cubicBezTo>
                  <a:pt x="1450374" y="97108"/>
                  <a:pt x="1453639" y="97657"/>
                  <a:pt x="1457500" y="97657"/>
                </a:cubicBezTo>
                <a:cubicBezTo>
                  <a:pt x="1460551" y="97657"/>
                  <a:pt x="1463268" y="97407"/>
                  <a:pt x="1465652" y="96907"/>
                </a:cubicBezTo>
                <a:cubicBezTo>
                  <a:pt x="1468035" y="96406"/>
                  <a:pt x="1470097" y="95846"/>
                  <a:pt x="1471836" y="95227"/>
                </a:cubicBezTo>
                <a:cubicBezTo>
                  <a:pt x="1473576" y="94607"/>
                  <a:pt x="1475006" y="94047"/>
                  <a:pt x="1476127" y="93547"/>
                </a:cubicBezTo>
                <a:cubicBezTo>
                  <a:pt x="1477247" y="93046"/>
                  <a:pt x="1478093" y="92796"/>
                  <a:pt x="1478665" y="92796"/>
                </a:cubicBezTo>
                <a:cubicBezTo>
                  <a:pt x="1478998" y="92796"/>
                  <a:pt x="1479296" y="92879"/>
                  <a:pt x="1479559" y="93046"/>
                </a:cubicBezTo>
                <a:cubicBezTo>
                  <a:pt x="1479821" y="93213"/>
                  <a:pt x="1480023" y="93463"/>
                  <a:pt x="1480166" y="93797"/>
                </a:cubicBezTo>
                <a:cubicBezTo>
                  <a:pt x="1480309" y="94130"/>
                  <a:pt x="1480417" y="94595"/>
                  <a:pt x="1480488" y="95191"/>
                </a:cubicBezTo>
                <a:cubicBezTo>
                  <a:pt x="1480560" y="95787"/>
                  <a:pt x="1480595" y="96514"/>
                  <a:pt x="1480595" y="97371"/>
                </a:cubicBezTo>
                <a:cubicBezTo>
                  <a:pt x="1480595" y="97991"/>
                  <a:pt x="1480572" y="98527"/>
                  <a:pt x="1480524" y="98980"/>
                </a:cubicBezTo>
                <a:cubicBezTo>
                  <a:pt x="1480476" y="99433"/>
                  <a:pt x="1480417" y="99838"/>
                  <a:pt x="1480345" y="100195"/>
                </a:cubicBezTo>
                <a:cubicBezTo>
                  <a:pt x="1480274" y="100553"/>
                  <a:pt x="1480154" y="100875"/>
                  <a:pt x="1479988" y="101160"/>
                </a:cubicBezTo>
                <a:cubicBezTo>
                  <a:pt x="1479821" y="101446"/>
                  <a:pt x="1479606" y="101721"/>
                  <a:pt x="1479344" y="101983"/>
                </a:cubicBezTo>
                <a:cubicBezTo>
                  <a:pt x="1479082" y="102245"/>
                  <a:pt x="1478307" y="102674"/>
                  <a:pt x="1477020" y="103269"/>
                </a:cubicBezTo>
                <a:cubicBezTo>
                  <a:pt x="1475733" y="103865"/>
                  <a:pt x="1474065" y="104449"/>
                  <a:pt x="1472015" y="105021"/>
                </a:cubicBezTo>
                <a:cubicBezTo>
                  <a:pt x="1469966" y="105593"/>
                  <a:pt x="1467594" y="106105"/>
                  <a:pt x="1464901" y="106558"/>
                </a:cubicBezTo>
                <a:cubicBezTo>
                  <a:pt x="1462208" y="107011"/>
                  <a:pt x="1459336" y="107237"/>
                  <a:pt x="1456285" y="107237"/>
                </a:cubicBezTo>
                <a:cubicBezTo>
                  <a:pt x="1450994" y="107237"/>
                  <a:pt x="1446358" y="106498"/>
                  <a:pt x="1442378" y="105019"/>
                </a:cubicBezTo>
                <a:cubicBezTo>
                  <a:pt x="1438398" y="103540"/>
                  <a:pt x="1435049" y="101345"/>
                  <a:pt x="1432332" y="98435"/>
                </a:cubicBezTo>
                <a:cubicBezTo>
                  <a:pt x="1429615" y="95525"/>
                  <a:pt x="1427565" y="91875"/>
                  <a:pt x="1426183" y="87486"/>
                </a:cubicBezTo>
                <a:cubicBezTo>
                  <a:pt x="1424801" y="83096"/>
                  <a:pt x="1424109" y="77991"/>
                  <a:pt x="1424109" y="72171"/>
                </a:cubicBezTo>
                <a:cubicBezTo>
                  <a:pt x="1424109" y="66636"/>
                  <a:pt x="1424824" y="61662"/>
                  <a:pt x="1426254" y="57249"/>
                </a:cubicBezTo>
                <a:cubicBezTo>
                  <a:pt x="1427685" y="52836"/>
                  <a:pt x="1429746" y="49091"/>
                  <a:pt x="1432439" y="46014"/>
                </a:cubicBezTo>
                <a:cubicBezTo>
                  <a:pt x="1435133" y="42937"/>
                  <a:pt x="1438386" y="40575"/>
                  <a:pt x="1442199" y="38929"/>
                </a:cubicBezTo>
                <a:cubicBezTo>
                  <a:pt x="1446013" y="37284"/>
                  <a:pt x="1450279" y="36461"/>
                  <a:pt x="1454998" y="36461"/>
                </a:cubicBezTo>
                <a:cubicBezTo>
                  <a:pt x="1460051" y="36461"/>
                  <a:pt x="1464353" y="37271"/>
                  <a:pt x="1467904" y="38891"/>
                </a:cubicBezTo>
                <a:cubicBezTo>
                  <a:pt x="1471455" y="40512"/>
                  <a:pt x="1474375" y="42692"/>
                  <a:pt x="1476663" y="45433"/>
                </a:cubicBezTo>
                <a:cubicBezTo>
                  <a:pt x="1478951" y="48173"/>
                  <a:pt x="1480631" y="51390"/>
                  <a:pt x="1481704" y="55084"/>
                </a:cubicBezTo>
                <a:cubicBezTo>
                  <a:pt x="1482776" y="58778"/>
                  <a:pt x="1483312" y="62722"/>
                  <a:pt x="1483312" y="66916"/>
                </a:cubicBezTo>
                <a:lnTo>
                  <a:pt x="1483312" y="69061"/>
                </a:lnTo>
                <a:moveTo>
                  <a:pt x="1471443" y="65558"/>
                </a:moveTo>
                <a:cubicBezTo>
                  <a:pt x="1471586" y="59362"/>
                  <a:pt x="1470216" y="54500"/>
                  <a:pt x="1467332" y="50973"/>
                </a:cubicBezTo>
                <a:cubicBezTo>
                  <a:pt x="1464448" y="47447"/>
                  <a:pt x="1460170" y="45683"/>
                  <a:pt x="1454497" y="45683"/>
                </a:cubicBezTo>
                <a:cubicBezTo>
                  <a:pt x="1451590" y="45683"/>
                  <a:pt x="1449040" y="46231"/>
                  <a:pt x="1446847" y="47327"/>
                </a:cubicBezTo>
                <a:cubicBezTo>
                  <a:pt x="1444654" y="48424"/>
                  <a:pt x="1442819" y="49877"/>
                  <a:pt x="1441341" y="51688"/>
                </a:cubicBezTo>
                <a:cubicBezTo>
                  <a:pt x="1439864" y="53499"/>
                  <a:pt x="1438720" y="55608"/>
                  <a:pt x="1437909" y="58015"/>
                </a:cubicBezTo>
                <a:cubicBezTo>
                  <a:pt x="1437099" y="60422"/>
                  <a:pt x="1436646" y="62936"/>
                  <a:pt x="1436551" y="65558"/>
                </a:cubicBezTo>
                <a:lnTo>
                  <a:pt x="1471443" y="65558"/>
                </a:lnTo>
                <a:close/>
                <a:moveTo>
                  <a:pt x="1512038" y="104018"/>
                </a:moveTo>
                <a:cubicBezTo>
                  <a:pt x="1512038" y="104399"/>
                  <a:pt x="1511943" y="104722"/>
                  <a:pt x="1511752" y="104985"/>
                </a:cubicBezTo>
                <a:cubicBezTo>
                  <a:pt x="1511561" y="105247"/>
                  <a:pt x="1511251" y="105474"/>
                  <a:pt x="1510822" y="105664"/>
                </a:cubicBezTo>
                <a:cubicBezTo>
                  <a:pt x="1510393" y="105855"/>
                  <a:pt x="1509798" y="105998"/>
                  <a:pt x="1509035" y="106093"/>
                </a:cubicBezTo>
                <a:cubicBezTo>
                  <a:pt x="1508272" y="106189"/>
                  <a:pt x="1507295" y="106236"/>
                  <a:pt x="1506103" y="106236"/>
                </a:cubicBezTo>
                <a:cubicBezTo>
                  <a:pt x="1504959" y="106236"/>
                  <a:pt x="1504006" y="106189"/>
                  <a:pt x="1503243" y="106093"/>
                </a:cubicBezTo>
                <a:cubicBezTo>
                  <a:pt x="1502481" y="105998"/>
                  <a:pt x="1501873" y="105855"/>
                  <a:pt x="1501420" y="105664"/>
                </a:cubicBezTo>
                <a:cubicBezTo>
                  <a:pt x="1500967" y="105474"/>
                  <a:pt x="1500657" y="105247"/>
                  <a:pt x="1500490" y="104985"/>
                </a:cubicBezTo>
                <a:cubicBezTo>
                  <a:pt x="1500324" y="104722"/>
                  <a:pt x="1500240" y="104399"/>
                  <a:pt x="1500240" y="104018"/>
                </a:cubicBezTo>
                <a:lnTo>
                  <a:pt x="1500240" y="8438"/>
                </a:lnTo>
                <a:cubicBezTo>
                  <a:pt x="1500240" y="8057"/>
                  <a:pt x="1500324" y="7723"/>
                  <a:pt x="1500490" y="7437"/>
                </a:cubicBezTo>
                <a:cubicBezTo>
                  <a:pt x="1500657" y="7150"/>
                  <a:pt x="1500967" y="6911"/>
                  <a:pt x="1501420" y="6720"/>
                </a:cubicBezTo>
                <a:cubicBezTo>
                  <a:pt x="1501873" y="6530"/>
                  <a:pt x="1502481" y="6387"/>
                  <a:pt x="1503243" y="6291"/>
                </a:cubicBezTo>
                <a:cubicBezTo>
                  <a:pt x="1504006" y="6196"/>
                  <a:pt x="1504959" y="6148"/>
                  <a:pt x="1506103" y="6148"/>
                </a:cubicBezTo>
                <a:cubicBezTo>
                  <a:pt x="1507295" y="6148"/>
                  <a:pt x="1508272" y="6196"/>
                  <a:pt x="1509035" y="6291"/>
                </a:cubicBezTo>
                <a:cubicBezTo>
                  <a:pt x="1509798" y="6387"/>
                  <a:pt x="1510393" y="6530"/>
                  <a:pt x="1510822" y="6720"/>
                </a:cubicBezTo>
                <a:cubicBezTo>
                  <a:pt x="1511251" y="6911"/>
                  <a:pt x="1511561" y="7150"/>
                  <a:pt x="1511752" y="7437"/>
                </a:cubicBezTo>
                <a:cubicBezTo>
                  <a:pt x="1511943" y="7723"/>
                  <a:pt x="1512038" y="8057"/>
                  <a:pt x="1512038" y="8438"/>
                </a:cubicBezTo>
                <a:lnTo>
                  <a:pt x="1512038" y="104018"/>
                </a:lnTo>
                <a:close/>
                <a:moveTo>
                  <a:pt x="1581314" y="104092"/>
                </a:moveTo>
                <a:cubicBezTo>
                  <a:pt x="1581314" y="104664"/>
                  <a:pt x="1581124" y="105093"/>
                  <a:pt x="1580742" y="105378"/>
                </a:cubicBezTo>
                <a:cubicBezTo>
                  <a:pt x="1580361" y="105664"/>
                  <a:pt x="1579837" y="105879"/>
                  <a:pt x="1579169" y="106022"/>
                </a:cubicBezTo>
                <a:cubicBezTo>
                  <a:pt x="1578502" y="106165"/>
                  <a:pt x="1577525" y="106236"/>
                  <a:pt x="1576238" y="106236"/>
                </a:cubicBezTo>
                <a:cubicBezTo>
                  <a:pt x="1574998" y="106236"/>
                  <a:pt x="1574009" y="106165"/>
                  <a:pt x="1573270" y="106022"/>
                </a:cubicBezTo>
                <a:cubicBezTo>
                  <a:pt x="1572532" y="105879"/>
                  <a:pt x="1571995" y="105664"/>
                  <a:pt x="1571662" y="105378"/>
                </a:cubicBezTo>
                <a:cubicBezTo>
                  <a:pt x="1571328" y="105093"/>
                  <a:pt x="1571161" y="104664"/>
                  <a:pt x="1571161" y="104092"/>
                </a:cubicBezTo>
                <a:lnTo>
                  <a:pt x="1571161" y="97657"/>
                </a:lnTo>
                <a:cubicBezTo>
                  <a:pt x="1568349" y="100660"/>
                  <a:pt x="1565215" y="103007"/>
                  <a:pt x="1561759" y="104699"/>
                </a:cubicBezTo>
                <a:cubicBezTo>
                  <a:pt x="1558303" y="106391"/>
                  <a:pt x="1554644" y="107237"/>
                  <a:pt x="1550783" y="107237"/>
                </a:cubicBezTo>
                <a:cubicBezTo>
                  <a:pt x="1547399" y="107237"/>
                  <a:pt x="1544336" y="106795"/>
                  <a:pt x="1541595" y="105910"/>
                </a:cubicBezTo>
                <a:cubicBezTo>
                  <a:pt x="1538855" y="105026"/>
                  <a:pt x="1536519" y="103746"/>
                  <a:pt x="1534588" y="102072"/>
                </a:cubicBezTo>
                <a:cubicBezTo>
                  <a:pt x="1532658" y="100398"/>
                  <a:pt x="1531156" y="98342"/>
                  <a:pt x="1530084" y="95904"/>
                </a:cubicBezTo>
                <a:cubicBezTo>
                  <a:pt x="1529011" y="93464"/>
                  <a:pt x="1528475" y="90689"/>
                  <a:pt x="1528475" y="87579"/>
                </a:cubicBezTo>
                <a:cubicBezTo>
                  <a:pt x="1528475" y="83945"/>
                  <a:pt x="1529214" y="80789"/>
                  <a:pt x="1530692" y="78111"/>
                </a:cubicBezTo>
                <a:cubicBezTo>
                  <a:pt x="1532169" y="75432"/>
                  <a:pt x="1534290" y="73207"/>
                  <a:pt x="1537055" y="71438"/>
                </a:cubicBezTo>
                <a:cubicBezTo>
                  <a:pt x="1539820" y="69668"/>
                  <a:pt x="1543204" y="68341"/>
                  <a:pt x="1547208" y="67457"/>
                </a:cubicBezTo>
                <a:cubicBezTo>
                  <a:pt x="1551212" y="66572"/>
                  <a:pt x="1555717" y="66130"/>
                  <a:pt x="1560722" y="66130"/>
                </a:cubicBezTo>
                <a:lnTo>
                  <a:pt x="1569588" y="66130"/>
                </a:lnTo>
                <a:lnTo>
                  <a:pt x="1569588" y="61143"/>
                </a:lnTo>
                <a:cubicBezTo>
                  <a:pt x="1569588" y="58674"/>
                  <a:pt x="1569326" y="56489"/>
                  <a:pt x="1568802" y="54590"/>
                </a:cubicBezTo>
                <a:cubicBezTo>
                  <a:pt x="1568277" y="52690"/>
                  <a:pt x="1567431" y="51110"/>
                  <a:pt x="1566263" y="49852"/>
                </a:cubicBezTo>
                <a:cubicBezTo>
                  <a:pt x="1565096" y="48593"/>
                  <a:pt x="1563582" y="47644"/>
                  <a:pt x="1561723" y="47003"/>
                </a:cubicBezTo>
                <a:cubicBezTo>
                  <a:pt x="1559864" y="46361"/>
                  <a:pt x="1557576" y="46041"/>
                  <a:pt x="1554859" y="46041"/>
                </a:cubicBezTo>
                <a:cubicBezTo>
                  <a:pt x="1551951" y="46041"/>
                  <a:pt x="1549341" y="46382"/>
                  <a:pt x="1547030" y="47066"/>
                </a:cubicBezTo>
                <a:cubicBezTo>
                  <a:pt x="1544718" y="47750"/>
                  <a:pt x="1542692" y="48504"/>
                  <a:pt x="1540952" y="49329"/>
                </a:cubicBezTo>
                <a:cubicBezTo>
                  <a:pt x="1539212" y="50154"/>
                  <a:pt x="1537758" y="50909"/>
                  <a:pt x="1536590" y="51592"/>
                </a:cubicBezTo>
                <a:cubicBezTo>
                  <a:pt x="1535423" y="52276"/>
                  <a:pt x="1534553" y="52618"/>
                  <a:pt x="1533981" y="52618"/>
                </a:cubicBezTo>
                <a:cubicBezTo>
                  <a:pt x="1533599" y="52618"/>
                  <a:pt x="1533266" y="52522"/>
                  <a:pt x="1532980" y="52332"/>
                </a:cubicBezTo>
                <a:cubicBezTo>
                  <a:pt x="1532694" y="52141"/>
                  <a:pt x="1532443" y="51855"/>
                  <a:pt x="1532229" y="51474"/>
                </a:cubicBezTo>
                <a:cubicBezTo>
                  <a:pt x="1532014" y="51093"/>
                  <a:pt x="1531859" y="50604"/>
                  <a:pt x="1531764" y="50008"/>
                </a:cubicBezTo>
                <a:cubicBezTo>
                  <a:pt x="1531669" y="49413"/>
                  <a:pt x="1531621" y="48757"/>
                  <a:pt x="1531621" y="48042"/>
                </a:cubicBezTo>
                <a:cubicBezTo>
                  <a:pt x="1531621" y="46851"/>
                  <a:pt x="1531704" y="45909"/>
                  <a:pt x="1531871" y="45218"/>
                </a:cubicBezTo>
                <a:cubicBezTo>
                  <a:pt x="1532038" y="44527"/>
                  <a:pt x="1532443" y="43872"/>
                  <a:pt x="1533087" y="43252"/>
                </a:cubicBezTo>
                <a:cubicBezTo>
                  <a:pt x="1533730" y="42633"/>
                  <a:pt x="1534839" y="41911"/>
                  <a:pt x="1536412" y="41088"/>
                </a:cubicBezTo>
                <a:cubicBezTo>
                  <a:pt x="1537985" y="40262"/>
                  <a:pt x="1539796" y="39509"/>
                  <a:pt x="1541846" y="38827"/>
                </a:cubicBezTo>
                <a:cubicBezTo>
                  <a:pt x="1543895" y="38144"/>
                  <a:pt x="1546136" y="37580"/>
                  <a:pt x="1548567" y="37133"/>
                </a:cubicBezTo>
                <a:cubicBezTo>
                  <a:pt x="1550998" y="36685"/>
                  <a:pt x="1553453" y="36461"/>
                  <a:pt x="1555931" y="36461"/>
                </a:cubicBezTo>
                <a:cubicBezTo>
                  <a:pt x="1560555" y="36461"/>
                  <a:pt x="1564488" y="36985"/>
                  <a:pt x="1567729" y="38033"/>
                </a:cubicBezTo>
                <a:cubicBezTo>
                  <a:pt x="1570971" y="39082"/>
                  <a:pt x="1573592" y="40619"/>
                  <a:pt x="1575594" y="42645"/>
                </a:cubicBezTo>
                <a:cubicBezTo>
                  <a:pt x="1577596" y="44670"/>
                  <a:pt x="1579050" y="47184"/>
                  <a:pt x="1579956" y="50187"/>
                </a:cubicBezTo>
                <a:cubicBezTo>
                  <a:pt x="1580862" y="53190"/>
                  <a:pt x="1581314" y="56693"/>
                  <a:pt x="1581314" y="60696"/>
                </a:cubicBezTo>
                <a:lnTo>
                  <a:pt x="1581314" y="104092"/>
                </a:lnTo>
                <a:moveTo>
                  <a:pt x="1569588" y="74637"/>
                </a:moveTo>
                <a:lnTo>
                  <a:pt x="1559507" y="74637"/>
                </a:lnTo>
                <a:cubicBezTo>
                  <a:pt x="1556265" y="74637"/>
                  <a:pt x="1553453" y="74913"/>
                  <a:pt x="1551069" y="75466"/>
                </a:cubicBezTo>
                <a:cubicBezTo>
                  <a:pt x="1548686" y="76017"/>
                  <a:pt x="1546708" y="76832"/>
                  <a:pt x="1545135" y="77910"/>
                </a:cubicBezTo>
                <a:cubicBezTo>
                  <a:pt x="1543562" y="78988"/>
                  <a:pt x="1542406" y="80283"/>
                  <a:pt x="1541667" y="81795"/>
                </a:cubicBezTo>
                <a:cubicBezTo>
                  <a:pt x="1540928" y="83305"/>
                  <a:pt x="1540559" y="85044"/>
                  <a:pt x="1540559" y="87010"/>
                </a:cubicBezTo>
                <a:cubicBezTo>
                  <a:pt x="1540559" y="90367"/>
                  <a:pt x="1541619" y="93040"/>
                  <a:pt x="1543741" y="95030"/>
                </a:cubicBezTo>
                <a:cubicBezTo>
                  <a:pt x="1545862" y="97020"/>
                  <a:pt x="1548829" y="98015"/>
                  <a:pt x="1552642" y="98015"/>
                </a:cubicBezTo>
                <a:cubicBezTo>
                  <a:pt x="1555741" y="98015"/>
                  <a:pt x="1558613" y="97224"/>
                  <a:pt x="1561258" y="95642"/>
                </a:cubicBezTo>
                <a:cubicBezTo>
                  <a:pt x="1563904" y="94059"/>
                  <a:pt x="1566680" y="91637"/>
                  <a:pt x="1569588" y="88377"/>
                </a:cubicBezTo>
                <a:lnTo>
                  <a:pt x="1569588" y="74637"/>
                </a:lnTo>
                <a:close/>
                <a:moveTo>
                  <a:pt x="1633454" y="99373"/>
                </a:moveTo>
                <a:cubicBezTo>
                  <a:pt x="1633454" y="100755"/>
                  <a:pt x="1633359" y="101852"/>
                  <a:pt x="1633168" y="102662"/>
                </a:cubicBezTo>
                <a:cubicBezTo>
                  <a:pt x="1632977" y="103472"/>
                  <a:pt x="1632691" y="104068"/>
                  <a:pt x="1632310" y="104449"/>
                </a:cubicBezTo>
                <a:cubicBezTo>
                  <a:pt x="1631929" y="104830"/>
                  <a:pt x="1631357" y="105188"/>
                  <a:pt x="1630594" y="105521"/>
                </a:cubicBezTo>
                <a:cubicBezTo>
                  <a:pt x="1629831" y="105855"/>
                  <a:pt x="1628961" y="106129"/>
                  <a:pt x="1627984" y="106344"/>
                </a:cubicBezTo>
                <a:cubicBezTo>
                  <a:pt x="1627007" y="106558"/>
                  <a:pt x="1625970" y="106737"/>
                  <a:pt x="1624874" y="106880"/>
                </a:cubicBezTo>
                <a:cubicBezTo>
                  <a:pt x="1623778" y="107023"/>
                  <a:pt x="1622681" y="107094"/>
                  <a:pt x="1621585" y="107094"/>
                </a:cubicBezTo>
                <a:cubicBezTo>
                  <a:pt x="1618248" y="107094"/>
                  <a:pt x="1615388" y="106653"/>
                  <a:pt x="1613005" y="105769"/>
                </a:cubicBezTo>
                <a:cubicBezTo>
                  <a:pt x="1610621" y="104885"/>
                  <a:pt x="1608667" y="103547"/>
                  <a:pt x="1607142" y="101755"/>
                </a:cubicBezTo>
                <a:cubicBezTo>
                  <a:pt x="1605616" y="99963"/>
                  <a:pt x="1604508" y="97694"/>
                  <a:pt x="1603817" y="94947"/>
                </a:cubicBezTo>
                <a:cubicBezTo>
                  <a:pt x="1603126" y="92201"/>
                  <a:pt x="1602780" y="88964"/>
                  <a:pt x="1602780" y="85238"/>
                </a:cubicBezTo>
                <a:lnTo>
                  <a:pt x="1602780" y="47542"/>
                </a:lnTo>
                <a:lnTo>
                  <a:pt x="1593771" y="47542"/>
                </a:lnTo>
                <a:cubicBezTo>
                  <a:pt x="1593056" y="47542"/>
                  <a:pt x="1592484" y="47161"/>
                  <a:pt x="1592055" y="46398"/>
                </a:cubicBezTo>
                <a:cubicBezTo>
                  <a:pt x="1591626" y="45635"/>
                  <a:pt x="1591411" y="44396"/>
                  <a:pt x="1591411" y="42680"/>
                </a:cubicBezTo>
                <a:cubicBezTo>
                  <a:pt x="1591411" y="41775"/>
                  <a:pt x="1591471" y="41012"/>
                  <a:pt x="1591590" y="40393"/>
                </a:cubicBezTo>
                <a:cubicBezTo>
                  <a:pt x="1591709" y="39773"/>
                  <a:pt x="1591864" y="39261"/>
                  <a:pt x="1592055" y="38856"/>
                </a:cubicBezTo>
                <a:cubicBezTo>
                  <a:pt x="1592246" y="38451"/>
                  <a:pt x="1592496" y="38165"/>
                  <a:pt x="1592806" y="37998"/>
                </a:cubicBezTo>
                <a:cubicBezTo>
                  <a:pt x="1593116" y="37831"/>
                  <a:pt x="1593461" y="37748"/>
                  <a:pt x="1593842" y="37748"/>
                </a:cubicBezTo>
                <a:lnTo>
                  <a:pt x="1602780" y="37748"/>
                </a:lnTo>
                <a:lnTo>
                  <a:pt x="1602780" y="22448"/>
                </a:lnTo>
                <a:cubicBezTo>
                  <a:pt x="1602780" y="22115"/>
                  <a:pt x="1602864" y="21805"/>
                  <a:pt x="1603030" y="21519"/>
                </a:cubicBezTo>
                <a:cubicBezTo>
                  <a:pt x="1603197" y="21233"/>
                  <a:pt x="1603507" y="20983"/>
                  <a:pt x="1603960" y="20768"/>
                </a:cubicBezTo>
                <a:cubicBezTo>
                  <a:pt x="1604413" y="20554"/>
                  <a:pt x="1605020" y="20399"/>
                  <a:pt x="1605783" y="20304"/>
                </a:cubicBezTo>
                <a:cubicBezTo>
                  <a:pt x="1606546" y="20208"/>
                  <a:pt x="1607499" y="20161"/>
                  <a:pt x="1608643" y="20161"/>
                </a:cubicBezTo>
                <a:cubicBezTo>
                  <a:pt x="1609835" y="20161"/>
                  <a:pt x="1610812" y="20208"/>
                  <a:pt x="1611575" y="20304"/>
                </a:cubicBezTo>
                <a:cubicBezTo>
                  <a:pt x="1612337" y="20399"/>
                  <a:pt x="1612933" y="20554"/>
                  <a:pt x="1613362" y="20768"/>
                </a:cubicBezTo>
                <a:cubicBezTo>
                  <a:pt x="1613791" y="20983"/>
                  <a:pt x="1614101" y="21233"/>
                  <a:pt x="1614292" y="21519"/>
                </a:cubicBezTo>
                <a:cubicBezTo>
                  <a:pt x="1614482" y="21805"/>
                  <a:pt x="1614578" y="22115"/>
                  <a:pt x="1614578" y="22448"/>
                </a:cubicBezTo>
                <a:lnTo>
                  <a:pt x="1614578" y="37748"/>
                </a:lnTo>
                <a:lnTo>
                  <a:pt x="1631095" y="37748"/>
                </a:lnTo>
                <a:cubicBezTo>
                  <a:pt x="1631476" y="37748"/>
                  <a:pt x="1631810" y="37831"/>
                  <a:pt x="1632096" y="37998"/>
                </a:cubicBezTo>
                <a:cubicBezTo>
                  <a:pt x="1632382" y="38165"/>
                  <a:pt x="1632632" y="38451"/>
                  <a:pt x="1632846" y="38856"/>
                </a:cubicBezTo>
                <a:cubicBezTo>
                  <a:pt x="1633061" y="39261"/>
                  <a:pt x="1633216" y="39773"/>
                  <a:pt x="1633311" y="40393"/>
                </a:cubicBezTo>
                <a:cubicBezTo>
                  <a:pt x="1633406" y="41012"/>
                  <a:pt x="1633454" y="41775"/>
                  <a:pt x="1633454" y="42680"/>
                </a:cubicBezTo>
                <a:cubicBezTo>
                  <a:pt x="1633454" y="44396"/>
                  <a:pt x="1633240" y="45635"/>
                  <a:pt x="1632811" y="46398"/>
                </a:cubicBezTo>
                <a:cubicBezTo>
                  <a:pt x="1632382" y="47161"/>
                  <a:pt x="1631810" y="47542"/>
                  <a:pt x="1631095" y="47542"/>
                </a:cubicBezTo>
                <a:lnTo>
                  <a:pt x="1614578" y="47542"/>
                </a:lnTo>
                <a:lnTo>
                  <a:pt x="1614578" y="83536"/>
                </a:lnTo>
                <a:cubicBezTo>
                  <a:pt x="1614578" y="87980"/>
                  <a:pt x="1615233" y="91338"/>
                  <a:pt x="1616544" y="93609"/>
                </a:cubicBezTo>
                <a:cubicBezTo>
                  <a:pt x="1617855" y="95879"/>
                  <a:pt x="1620203" y="97014"/>
                  <a:pt x="1623587" y="97014"/>
                </a:cubicBezTo>
                <a:cubicBezTo>
                  <a:pt x="1624683" y="97014"/>
                  <a:pt x="1625660" y="96907"/>
                  <a:pt x="1626518" y="96692"/>
                </a:cubicBezTo>
                <a:cubicBezTo>
                  <a:pt x="1627376" y="96478"/>
                  <a:pt x="1628139" y="96251"/>
                  <a:pt x="1628807" y="96013"/>
                </a:cubicBezTo>
                <a:cubicBezTo>
                  <a:pt x="1629474" y="95775"/>
                  <a:pt x="1630046" y="95548"/>
                  <a:pt x="1630523" y="95334"/>
                </a:cubicBezTo>
                <a:cubicBezTo>
                  <a:pt x="1630999" y="95119"/>
                  <a:pt x="1631428" y="95012"/>
                  <a:pt x="1631810" y="95012"/>
                </a:cubicBezTo>
                <a:cubicBezTo>
                  <a:pt x="1632048" y="95012"/>
                  <a:pt x="1632274" y="95072"/>
                  <a:pt x="1632489" y="95191"/>
                </a:cubicBezTo>
                <a:cubicBezTo>
                  <a:pt x="1632703" y="95310"/>
                  <a:pt x="1632870" y="95536"/>
                  <a:pt x="1632989" y="95870"/>
                </a:cubicBezTo>
                <a:cubicBezTo>
                  <a:pt x="1633109" y="96204"/>
                  <a:pt x="1633216" y="96657"/>
                  <a:pt x="1633311" y="97228"/>
                </a:cubicBezTo>
                <a:cubicBezTo>
                  <a:pt x="1633406" y="97800"/>
                  <a:pt x="1633454" y="98515"/>
                  <a:pt x="1633454" y="99373"/>
                </a:cubicBezTo>
                <a:close/>
                <a:moveTo>
                  <a:pt x="1660054" y="104020"/>
                </a:moveTo>
                <a:cubicBezTo>
                  <a:pt x="1660054" y="104401"/>
                  <a:pt x="1659958" y="104723"/>
                  <a:pt x="1659768" y="104985"/>
                </a:cubicBezTo>
                <a:cubicBezTo>
                  <a:pt x="1659577" y="105247"/>
                  <a:pt x="1659267" y="105474"/>
                  <a:pt x="1658838" y="105664"/>
                </a:cubicBezTo>
                <a:cubicBezTo>
                  <a:pt x="1658409" y="105855"/>
                  <a:pt x="1657813" y="105998"/>
                  <a:pt x="1657051" y="106093"/>
                </a:cubicBezTo>
                <a:cubicBezTo>
                  <a:pt x="1656288" y="106189"/>
                  <a:pt x="1655311" y="106236"/>
                  <a:pt x="1654119" y="106236"/>
                </a:cubicBezTo>
                <a:cubicBezTo>
                  <a:pt x="1652975" y="106236"/>
                  <a:pt x="1652022" y="106189"/>
                  <a:pt x="1651259" y="106093"/>
                </a:cubicBezTo>
                <a:cubicBezTo>
                  <a:pt x="1650496" y="105998"/>
                  <a:pt x="1649888" y="105855"/>
                  <a:pt x="1649436" y="105664"/>
                </a:cubicBezTo>
                <a:cubicBezTo>
                  <a:pt x="1648983" y="105474"/>
                  <a:pt x="1648673" y="105247"/>
                  <a:pt x="1648506" y="104985"/>
                </a:cubicBezTo>
                <a:cubicBezTo>
                  <a:pt x="1648339" y="104723"/>
                  <a:pt x="1648256" y="104401"/>
                  <a:pt x="1648256" y="104020"/>
                </a:cubicBezTo>
                <a:lnTo>
                  <a:pt x="1648256" y="39678"/>
                </a:lnTo>
                <a:cubicBezTo>
                  <a:pt x="1648256" y="39344"/>
                  <a:pt x="1648339" y="39034"/>
                  <a:pt x="1648506" y="38748"/>
                </a:cubicBezTo>
                <a:cubicBezTo>
                  <a:pt x="1648673" y="38462"/>
                  <a:pt x="1648983" y="38224"/>
                  <a:pt x="1649436" y="38033"/>
                </a:cubicBezTo>
                <a:cubicBezTo>
                  <a:pt x="1649888" y="37843"/>
                  <a:pt x="1650496" y="37700"/>
                  <a:pt x="1651259" y="37605"/>
                </a:cubicBezTo>
                <a:cubicBezTo>
                  <a:pt x="1652022" y="37509"/>
                  <a:pt x="1652975" y="37462"/>
                  <a:pt x="1654119" y="37462"/>
                </a:cubicBezTo>
                <a:cubicBezTo>
                  <a:pt x="1655311" y="37462"/>
                  <a:pt x="1656288" y="37509"/>
                  <a:pt x="1657051" y="37605"/>
                </a:cubicBezTo>
                <a:cubicBezTo>
                  <a:pt x="1657813" y="37700"/>
                  <a:pt x="1658409" y="37843"/>
                  <a:pt x="1658838" y="38033"/>
                </a:cubicBezTo>
                <a:cubicBezTo>
                  <a:pt x="1659267" y="38224"/>
                  <a:pt x="1659577" y="38462"/>
                  <a:pt x="1659768" y="38748"/>
                </a:cubicBezTo>
                <a:cubicBezTo>
                  <a:pt x="1659958" y="39034"/>
                  <a:pt x="1660054" y="39344"/>
                  <a:pt x="1660054" y="39678"/>
                </a:cubicBezTo>
                <a:lnTo>
                  <a:pt x="1660054" y="104020"/>
                </a:lnTo>
                <a:moveTo>
                  <a:pt x="1661412" y="17873"/>
                </a:moveTo>
                <a:cubicBezTo>
                  <a:pt x="1661412" y="20637"/>
                  <a:pt x="1660888" y="22520"/>
                  <a:pt x="1659839" y="23521"/>
                </a:cubicBezTo>
                <a:cubicBezTo>
                  <a:pt x="1658790" y="24522"/>
                  <a:pt x="1656860" y="25022"/>
                  <a:pt x="1654047" y="25022"/>
                </a:cubicBezTo>
                <a:cubicBezTo>
                  <a:pt x="1651283" y="25022"/>
                  <a:pt x="1649388" y="24534"/>
                  <a:pt x="1648363" y="23556"/>
                </a:cubicBezTo>
                <a:cubicBezTo>
                  <a:pt x="1647338" y="22579"/>
                  <a:pt x="1646826" y="20733"/>
                  <a:pt x="1646826" y="18016"/>
                </a:cubicBezTo>
                <a:cubicBezTo>
                  <a:pt x="1646826" y="15252"/>
                  <a:pt x="1647350" y="13369"/>
                  <a:pt x="1648399" y="12368"/>
                </a:cubicBezTo>
                <a:cubicBezTo>
                  <a:pt x="1649448" y="11367"/>
                  <a:pt x="1651378" y="10867"/>
                  <a:pt x="1654190" y="10867"/>
                </a:cubicBezTo>
                <a:cubicBezTo>
                  <a:pt x="1656955" y="10867"/>
                  <a:pt x="1658850" y="11355"/>
                  <a:pt x="1659875" y="12332"/>
                </a:cubicBezTo>
                <a:cubicBezTo>
                  <a:pt x="1660900" y="13309"/>
                  <a:pt x="1661412" y="15156"/>
                  <a:pt x="1661412" y="17873"/>
                </a:cubicBezTo>
                <a:close/>
                <a:moveTo>
                  <a:pt x="1740699" y="71170"/>
                </a:moveTo>
                <a:cubicBezTo>
                  <a:pt x="1740699" y="76417"/>
                  <a:pt x="1740008" y="81247"/>
                  <a:pt x="1738625" y="85660"/>
                </a:cubicBezTo>
                <a:cubicBezTo>
                  <a:pt x="1737243" y="90073"/>
                  <a:pt x="1735181" y="93879"/>
                  <a:pt x="1732440" y="97077"/>
                </a:cubicBezTo>
                <a:cubicBezTo>
                  <a:pt x="1729699" y="100273"/>
                  <a:pt x="1726267" y="102765"/>
                  <a:pt x="1722144" y="104554"/>
                </a:cubicBezTo>
                <a:cubicBezTo>
                  <a:pt x="1718021" y="106343"/>
                  <a:pt x="1713242" y="107237"/>
                  <a:pt x="1707808" y="107237"/>
                </a:cubicBezTo>
                <a:cubicBezTo>
                  <a:pt x="1702517" y="107237"/>
                  <a:pt x="1697905" y="106450"/>
                  <a:pt x="1693973" y="104876"/>
                </a:cubicBezTo>
                <a:cubicBezTo>
                  <a:pt x="1690040" y="103302"/>
                  <a:pt x="1686763" y="101012"/>
                  <a:pt x="1684141" y="98006"/>
                </a:cubicBezTo>
                <a:cubicBezTo>
                  <a:pt x="1681520" y="95000"/>
                  <a:pt x="1679565" y="91351"/>
                  <a:pt x="1678278" y="87057"/>
                </a:cubicBezTo>
                <a:cubicBezTo>
                  <a:pt x="1676991" y="82763"/>
                  <a:pt x="1676348" y="77896"/>
                  <a:pt x="1676348" y="72457"/>
                </a:cubicBezTo>
                <a:cubicBezTo>
                  <a:pt x="1676348" y="67209"/>
                  <a:pt x="1677027" y="62379"/>
                  <a:pt x="1678385" y="57966"/>
                </a:cubicBezTo>
                <a:cubicBezTo>
                  <a:pt x="1679744" y="53553"/>
                  <a:pt x="1681794" y="49748"/>
                  <a:pt x="1684535" y="46552"/>
                </a:cubicBezTo>
                <a:cubicBezTo>
                  <a:pt x="1687275" y="43354"/>
                  <a:pt x="1690696" y="40873"/>
                  <a:pt x="1694795" y="39108"/>
                </a:cubicBezTo>
                <a:cubicBezTo>
                  <a:pt x="1698894" y="37343"/>
                  <a:pt x="1703685" y="36461"/>
                  <a:pt x="1709167" y="36461"/>
                </a:cubicBezTo>
                <a:cubicBezTo>
                  <a:pt x="1714458" y="36461"/>
                  <a:pt x="1719070" y="37248"/>
                  <a:pt x="1723002" y="38822"/>
                </a:cubicBezTo>
                <a:cubicBezTo>
                  <a:pt x="1726935" y="40396"/>
                  <a:pt x="1730212" y="42686"/>
                  <a:pt x="1732834" y="45692"/>
                </a:cubicBezTo>
                <a:cubicBezTo>
                  <a:pt x="1735455" y="48698"/>
                  <a:pt x="1737422" y="52347"/>
                  <a:pt x="1738732" y="56641"/>
                </a:cubicBezTo>
                <a:cubicBezTo>
                  <a:pt x="1740043" y="60935"/>
                  <a:pt x="1740699" y="65778"/>
                  <a:pt x="1740699" y="71170"/>
                </a:cubicBezTo>
                <a:moveTo>
                  <a:pt x="1728257" y="71956"/>
                </a:moveTo>
                <a:cubicBezTo>
                  <a:pt x="1728257" y="68472"/>
                  <a:pt x="1727936" y="65179"/>
                  <a:pt x="1727292" y="62077"/>
                </a:cubicBezTo>
                <a:cubicBezTo>
                  <a:pt x="1726649" y="58975"/>
                  <a:pt x="1725588" y="56254"/>
                  <a:pt x="1724110" y="53916"/>
                </a:cubicBezTo>
                <a:cubicBezTo>
                  <a:pt x="1722633" y="51577"/>
                  <a:pt x="1720631" y="49728"/>
                  <a:pt x="1718104" y="48368"/>
                </a:cubicBezTo>
                <a:cubicBezTo>
                  <a:pt x="1715578" y="47007"/>
                  <a:pt x="1712432" y="46327"/>
                  <a:pt x="1708666" y="46327"/>
                </a:cubicBezTo>
                <a:cubicBezTo>
                  <a:pt x="1705186" y="46327"/>
                  <a:pt x="1702195" y="46947"/>
                  <a:pt x="1699693" y="48188"/>
                </a:cubicBezTo>
                <a:cubicBezTo>
                  <a:pt x="1697190" y="49428"/>
                  <a:pt x="1695129" y="51183"/>
                  <a:pt x="1693508" y="53451"/>
                </a:cubicBezTo>
                <a:cubicBezTo>
                  <a:pt x="1691887" y="55718"/>
                  <a:pt x="1690684" y="58403"/>
                  <a:pt x="1689897" y="61505"/>
                </a:cubicBezTo>
                <a:cubicBezTo>
                  <a:pt x="1689111" y="64606"/>
                  <a:pt x="1688717" y="67994"/>
                  <a:pt x="1688717" y="71670"/>
                </a:cubicBezTo>
                <a:cubicBezTo>
                  <a:pt x="1688717" y="75202"/>
                  <a:pt x="1689039" y="78519"/>
                  <a:pt x="1689683" y="81621"/>
                </a:cubicBezTo>
                <a:cubicBezTo>
                  <a:pt x="1690326" y="84723"/>
                  <a:pt x="1691399" y="87432"/>
                  <a:pt x="1692900" y="89746"/>
                </a:cubicBezTo>
                <a:cubicBezTo>
                  <a:pt x="1694402" y="92061"/>
                  <a:pt x="1696416" y="93899"/>
                  <a:pt x="1698942" y="95260"/>
                </a:cubicBezTo>
                <a:cubicBezTo>
                  <a:pt x="1701468" y="96620"/>
                  <a:pt x="1704614" y="97300"/>
                  <a:pt x="1708380" y="97300"/>
                </a:cubicBezTo>
                <a:cubicBezTo>
                  <a:pt x="1711812" y="97300"/>
                  <a:pt x="1714791" y="96680"/>
                  <a:pt x="1717318" y="95439"/>
                </a:cubicBezTo>
                <a:cubicBezTo>
                  <a:pt x="1719844" y="94198"/>
                  <a:pt x="1721918" y="92456"/>
                  <a:pt x="1723538" y="90213"/>
                </a:cubicBezTo>
                <a:cubicBezTo>
                  <a:pt x="1725159" y="87969"/>
                  <a:pt x="1726351" y="85296"/>
                  <a:pt x="1727113" y="82195"/>
                </a:cubicBezTo>
                <a:cubicBezTo>
                  <a:pt x="1727876" y="79093"/>
                  <a:pt x="1728257" y="75680"/>
                  <a:pt x="1728257" y="71956"/>
                </a:cubicBezTo>
                <a:close/>
                <a:moveTo>
                  <a:pt x="1812646" y="104020"/>
                </a:moveTo>
                <a:cubicBezTo>
                  <a:pt x="1812646" y="104401"/>
                  <a:pt x="1812550" y="104723"/>
                  <a:pt x="1812360" y="104985"/>
                </a:cubicBezTo>
                <a:cubicBezTo>
                  <a:pt x="1812169" y="105247"/>
                  <a:pt x="1811859" y="105474"/>
                  <a:pt x="1811430" y="105664"/>
                </a:cubicBezTo>
                <a:cubicBezTo>
                  <a:pt x="1811001" y="105855"/>
                  <a:pt x="1810405" y="105998"/>
                  <a:pt x="1809643" y="106093"/>
                </a:cubicBezTo>
                <a:cubicBezTo>
                  <a:pt x="1808880" y="106189"/>
                  <a:pt x="1807927" y="106236"/>
                  <a:pt x="1806783" y="106236"/>
                </a:cubicBezTo>
                <a:cubicBezTo>
                  <a:pt x="1805591" y="106236"/>
                  <a:pt x="1804614" y="106189"/>
                  <a:pt x="1803851" y="106093"/>
                </a:cubicBezTo>
                <a:cubicBezTo>
                  <a:pt x="1803088" y="105998"/>
                  <a:pt x="1802493" y="105855"/>
                  <a:pt x="1802064" y="105664"/>
                </a:cubicBezTo>
                <a:cubicBezTo>
                  <a:pt x="1801635" y="105474"/>
                  <a:pt x="1801325" y="105247"/>
                  <a:pt x="1801134" y="104985"/>
                </a:cubicBezTo>
                <a:cubicBezTo>
                  <a:pt x="1800943" y="104723"/>
                  <a:pt x="1800848" y="104401"/>
                  <a:pt x="1800848" y="104020"/>
                </a:cubicBezTo>
                <a:lnTo>
                  <a:pt x="1800848" y="66344"/>
                </a:lnTo>
                <a:cubicBezTo>
                  <a:pt x="1800848" y="62674"/>
                  <a:pt x="1800562" y="59719"/>
                  <a:pt x="1799990" y="57479"/>
                </a:cubicBezTo>
                <a:cubicBezTo>
                  <a:pt x="1799418" y="55239"/>
                  <a:pt x="1798584" y="53309"/>
                  <a:pt x="1797487" y="51688"/>
                </a:cubicBezTo>
                <a:cubicBezTo>
                  <a:pt x="1796391" y="50068"/>
                  <a:pt x="1794973" y="48829"/>
                  <a:pt x="1793233" y="47971"/>
                </a:cubicBezTo>
                <a:cubicBezTo>
                  <a:pt x="1791493" y="47113"/>
                  <a:pt x="1789479" y="46684"/>
                  <a:pt x="1787191" y="46684"/>
                </a:cubicBezTo>
                <a:cubicBezTo>
                  <a:pt x="1784236" y="46684"/>
                  <a:pt x="1781281" y="47733"/>
                  <a:pt x="1778325" y="49830"/>
                </a:cubicBezTo>
                <a:cubicBezTo>
                  <a:pt x="1775370" y="51927"/>
                  <a:pt x="1772271" y="55001"/>
                  <a:pt x="1769030" y="59052"/>
                </a:cubicBezTo>
                <a:lnTo>
                  <a:pt x="1769030" y="104020"/>
                </a:lnTo>
                <a:cubicBezTo>
                  <a:pt x="1769030" y="104401"/>
                  <a:pt x="1768935" y="104723"/>
                  <a:pt x="1768744" y="104985"/>
                </a:cubicBezTo>
                <a:cubicBezTo>
                  <a:pt x="1768553" y="105247"/>
                  <a:pt x="1768244" y="105474"/>
                  <a:pt x="1767815" y="105664"/>
                </a:cubicBezTo>
                <a:cubicBezTo>
                  <a:pt x="1767386" y="105855"/>
                  <a:pt x="1766790" y="105998"/>
                  <a:pt x="1766027" y="106093"/>
                </a:cubicBezTo>
                <a:cubicBezTo>
                  <a:pt x="1765264" y="106189"/>
                  <a:pt x="1764287" y="106236"/>
                  <a:pt x="1763095" y="106236"/>
                </a:cubicBezTo>
                <a:cubicBezTo>
                  <a:pt x="1761951" y="106236"/>
                  <a:pt x="1760998" y="106189"/>
                  <a:pt x="1760235" y="106093"/>
                </a:cubicBezTo>
                <a:cubicBezTo>
                  <a:pt x="1759473" y="105998"/>
                  <a:pt x="1758865" y="105855"/>
                  <a:pt x="1758412" y="105664"/>
                </a:cubicBezTo>
                <a:cubicBezTo>
                  <a:pt x="1757959" y="105474"/>
                  <a:pt x="1757649" y="105247"/>
                  <a:pt x="1757483" y="104985"/>
                </a:cubicBezTo>
                <a:cubicBezTo>
                  <a:pt x="1757316" y="104723"/>
                  <a:pt x="1757232" y="104401"/>
                  <a:pt x="1757232" y="104020"/>
                </a:cubicBezTo>
                <a:lnTo>
                  <a:pt x="1757232" y="39678"/>
                </a:lnTo>
                <a:cubicBezTo>
                  <a:pt x="1757232" y="39297"/>
                  <a:pt x="1757304" y="38975"/>
                  <a:pt x="1757447" y="38713"/>
                </a:cubicBezTo>
                <a:cubicBezTo>
                  <a:pt x="1757590" y="38451"/>
                  <a:pt x="1757876" y="38212"/>
                  <a:pt x="1758305" y="37998"/>
                </a:cubicBezTo>
                <a:cubicBezTo>
                  <a:pt x="1758734" y="37783"/>
                  <a:pt x="1759282" y="37640"/>
                  <a:pt x="1759949" y="37569"/>
                </a:cubicBezTo>
                <a:cubicBezTo>
                  <a:pt x="1760617" y="37497"/>
                  <a:pt x="1761499" y="37462"/>
                  <a:pt x="1762595" y="37462"/>
                </a:cubicBezTo>
                <a:cubicBezTo>
                  <a:pt x="1763644" y="37462"/>
                  <a:pt x="1764514" y="37497"/>
                  <a:pt x="1765205" y="37569"/>
                </a:cubicBezTo>
                <a:cubicBezTo>
                  <a:pt x="1765896" y="37640"/>
                  <a:pt x="1766432" y="37783"/>
                  <a:pt x="1766814" y="37998"/>
                </a:cubicBezTo>
                <a:cubicBezTo>
                  <a:pt x="1767195" y="38212"/>
                  <a:pt x="1767469" y="38451"/>
                  <a:pt x="1767636" y="38713"/>
                </a:cubicBezTo>
                <a:cubicBezTo>
                  <a:pt x="1767803" y="38975"/>
                  <a:pt x="1767886" y="39297"/>
                  <a:pt x="1767886" y="39678"/>
                </a:cubicBezTo>
                <a:lnTo>
                  <a:pt x="1767886" y="48185"/>
                </a:lnTo>
                <a:cubicBezTo>
                  <a:pt x="1771509" y="44134"/>
                  <a:pt x="1775120" y="41167"/>
                  <a:pt x="1778718" y="39285"/>
                </a:cubicBezTo>
                <a:cubicBezTo>
                  <a:pt x="1782317" y="37402"/>
                  <a:pt x="1785952" y="36461"/>
                  <a:pt x="1789622" y="36461"/>
                </a:cubicBezTo>
                <a:cubicBezTo>
                  <a:pt x="1793912" y="36461"/>
                  <a:pt x="1797523" y="37188"/>
                  <a:pt x="1800455" y="38641"/>
                </a:cubicBezTo>
                <a:cubicBezTo>
                  <a:pt x="1803386" y="40095"/>
                  <a:pt x="1805758" y="42037"/>
                  <a:pt x="1807569" y="44468"/>
                </a:cubicBezTo>
                <a:cubicBezTo>
                  <a:pt x="1809381" y="46898"/>
                  <a:pt x="1810679" y="49746"/>
                  <a:pt x="1811466" y="53011"/>
                </a:cubicBezTo>
                <a:cubicBezTo>
                  <a:pt x="1812252" y="56276"/>
                  <a:pt x="1812646" y="60196"/>
                  <a:pt x="1812646" y="64771"/>
                </a:cubicBezTo>
                <a:lnTo>
                  <a:pt x="1812646" y="104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pIntermittent：codingandoperating">
            <a:extLst xmlns:a="http://schemas.openxmlformats.org/drawingml/2006/main">
              <a:ext uri="{FF2B5EF4-FFF2-40B4-BE49-F238E27FC236}">
                <a16:creationId xmlns:a16="http://schemas.microsoft.com/office/drawing/2014/main" id="{BD21CB2D-AFE8-4042-8AFC-D26ECAA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556" y="1845953"/>
            <a:ext cx="2277136" cy="131973"/>
          </a:xfrm>
          <a:custGeom xmlns:a="http://schemas.openxmlformats.org/drawingml/2006/main">
            <a:pathLst>
              <a:path w="2277136" h="131973">
                <a:moveTo>
                  <a:pt x="21164" y="84646"/>
                </a:moveTo>
                <a:lnTo>
                  <a:pt x="84657" y="84646"/>
                </a:lnTo>
                <a:lnTo>
                  <a:pt x="84657" y="21161"/>
                </a:lnTo>
                <a:lnTo>
                  <a:pt x="21164" y="21161"/>
                </a:lnTo>
                <a:lnTo>
                  <a:pt x="21164" y="84646"/>
                </a:lnTo>
                <a:moveTo>
                  <a:pt x="0" y="105807"/>
                </a:moveTo>
                <a:lnTo>
                  <a:pt x="0" y="0"/>
                </a:lnTo>
                <a:lnTo>
                  <a:pt x="105822" y="0"/>
                </a:lnTo>
                <a:lnTo>
                  <a:pt x="105822" y="105807"/>
                </a:lnTo>
                <a:lnTo>
                  <a:pt x="0" y="105807"/>
                </a:lnTo>
                <a:close/>
                <a:moveTo>
                  <a:pt x="214472" y="103949"/>
                </a:moveTo>
                <a:cubicBezTo>
                  <a:pt x="214472" y="104330"/>
                  <a:pt x="214377" y="104664"/>
                  <a:pt x="214186" y="104950"/>
                </a:cubicBezTo>
                <a:cubicBezTo>
                  <a:pt x="213996" y="105236"/>
                  <a:pt x="213662" y="105462"/>
                  <a:pt x="213185" y="105629"/>
                </a:cubicBezTo>
                <a:cubicBezTo>
                  <a:pt x="212709" y="105796"/>
                  <a:pt x="212077" y="105939"/>
                  <a:pt x="211290" y="106058"/>
                </a:cubicBezTo>
                <a:cubicBezTo>
                  <a:pt x="210504" y="106177"/>
                  <a:pt x="209515" y="106236"/>
                  <a:pt x="208323" y="106236"/>
                </a:cubicBezTo>
                <a:cubicBezTo>
                  <a:pt x="207179" y="106236"/>
                  <a:pt x="206202" y="106177"/>
                  <a:pt x="205392" y="106058"/>
                </a:cubicBezTo>
                <a:cubicBezTo>
                  <a:pt x="204581" y="105939"/>
                  <a:pt x="203938" y="105796"/>
                  <a:pt x="203461" y="105629"/>
                </a:cubicBezTo>
                <a:cubicBezTo>
                  <a:pt x="202984" y="105462"/>
                  <a:pt x="202651" y="105236"/>
                  <a:pt x="202460" y="104950"/>
                </a:cubicBezTo>
                <a:cubicBezTo>
                  <a:pt x="202269" y="104664"/>
                  <a:pt x="202174" y="104330"/>
                  <a:pt x="202174" y="103949"/>
                </a:cubicBezTo>
                <a:lnTo>
                  <a:pt x="202174" y="15156"/>
                </a:lnTo>
                <a:cubicBezTo>
                  <a:pt x="202174" y="14775"/>
                  <a:pt x="202281" y="14441"/>
                  <a:pt x="202496" y="14155"/>
                </a:cubicBezTo>
                <a:cubicBezTo>
                  <a:pt x="202710" y="13869"/>
                  <a:pt x="203068" y="13643"/>
                  <a:pt x="203568" y="13476"/>
                </a:cubicBezTo>
                <a:cubicBezTo>
                  <a:pt x="204069" y="13309"/>
                  <a:pt x="204712" y="13166"/>
                  <a:pt x="205499" y="13047"/>
                </a:cubicBezTo>
                <a:cubicBezTo>
                  <a:pt x="206285" y="12928"/>
                  <a:pt x="207227" y="12868"/>
                  <a:pt x="208323" y="12868"/>
                </a:cubicBezTo>
                <a:cubicBezTo>
                  <a:pt x="209515" y="12868"/>
                  <a:pt x="210504" y="12928"/>
                  <a:pt x="211290" y="13047"/>
                </a:cubicBezTo>
                <a:cubicBezTo>
                  <a:pt x="212077" y="13166"/>
                  <a:pt x="212709" y="13309"/>
                  <a:pt x="213185" y="13476"/>
                </a:cubicBezTo>
                <a:cubicBezTo>
                  <a:pt x="213662" y="13643"/>
                  <a:pt x="213996" y="13869"/>
                  <a:pt x="214186" y="14155"/>
                </a:cubicBezTo>
                <a:cubicBezTo>
                  <a:pt x="214377" y="14441"/>
                  <a:pt x="214472" y="14775"/>
                  <a:pt x="214472" y="15156"/>
                </a:cubicBezTo>
                <a:lnTo>
                  <a:pt x="214472" y="103949"/>
                </a:lnTo>
                <a:close/>
                <a:moveTo>
                  <a:pt x="292184" y="104020"/>
                </a:moveTo>
                <a:cubicBezTo>
                  <a:pt x="292184" y="104401"/>
                  <a:pt x="292088" y="104723"/>
                  <a:pt x="291898" y="104985"/>
                </a:cubicBezTo>
                <a:cubicBezTo>
                  <a:pt x="291707" y="105247"/>
                  <a:pt x="291397" y="105474"/>
                  <a:pt x="290968" y="105664"/>
                </a:cubicBezTo>
                <a:cubicBezTo>
                  <a:pt x="290539" y="105855"/>
                  <a:pt x="289943" y="105998"/>
                  <a:pt x="289181" y="106093"/>
                </a:cubicBezTo>
                <a:cubicBezTo>
                  <a:pt x="288418" y="106189"/>
                  <a:pt x="287465" y="106236"/>
                  <a:pt x="286321" y="106236"/>
                </a:cubicBezTo>
                <a:cubicBezTo>
                  <a:pt x="285129" y="106236"/>
                  <a:pt x="284152" y="106189"/>
                  <a:pt x="283389" y="106093"/>
                </a:cubicBezTo>
                <a:cubicBezTo>
                  <a:pt x="282626" y="105998"/>
                  <a:pt x="282031" y="105855"/>
                  <a:pt x="281602" y="105664"/>
                </a:cubicBezTo>
                <a:cubicBezTo>
                  <a:pt x="281173" y="105474"/>
                  <a:pt x="280863" y="105247"/>
                  <a:pt x="280672" y="104985"/>
                </a:cubicBezTo>
                <a:cubicBezTo>
                  <a:pt x="280481" y="104723"/>
                  <a:pt x="280386" y="104401"/>
                  <a:pt x="280386" y="104020"/>
                </a:cubicBezTo>
                <a:lnTo>
                  <a:pt x="280386" y="66344"/>
                </a:lnTo>
                <a:cubicBezTo>
                  <a:pt x="280386" y="62674"/>
                  <a:pt x="280100" y="59719"/>
                  <a:pt x="279528" y="57479"/>
                </a:cubicBezTo>
                <a:cubicBezTo>
                  <a:pt x="278956" y="55239"/>
                  <a:pt x="278122" y="53309"/>
                  <a:pt x="277025" y="51688"/>
                </a:cubicBezTo>
                <a:cubicBezTo>
                  <a:pt x="275929" y="50068"/>
                  <a:pt x="274511" y="48829"/>
                  <a:pt x="272771" y="47971"/>
                </a:cubicBezTo>
                <a:cubicBezTo>
                  <a:pt x="271031" y="47113"/>
                  <a:pt x="269017" y="46684"/>
                  <a:pt x="266729" y="46684"/>
                </a:cubicBezTo>
                <a:cubicBezTo>
                  <a:pt x="263774" y="46684"/>
                  <a:pt x="260819" y="47733"/>
                  <a:pt x="257863" y="49830"/>
                </a:cubicBezTo>
                <a:cubicBezTo>
                  <a:pt x="254908" y="51927"/>
                  <a:pt x="251809" y="55001"/>
                  <a:pt x="248568" y="59052"/>
                </a:cubicBezTo>
                <a:lnTo>
                  <a:pt x="248568" y="104020"/>
                </a:lnTo>
                <a:cubicBezTo>
                  <a:pt x="248568" y="104401"/>
                  <a:pt x="248473" y="104723"/>
                  <a:pt x="248282" y="104985"/>
                </a:cubicBezTo>
                <a:cubicBezTo>
                  <a:pt x="248091" y="105247"/>
                  <a:pt x="247781" y="105474"/>
                  <a:pt x="247352" y="105664"/>
                </a:cubicBezTo>
                <a:cubicBezTo>
                  <a:pt x="246923" y="105855"/>
                  <a:pt x="246328" y="105998"/>
                  <a:pt x="245565" y="106093"/>
                </a:cubicBezTo>
                <a:cubicBezTo>
                  <a:pt x="244802" y="106189"/>
                  <a:pt x="243825" y="106236"/>
                  <a:pt x="242633" y="106236"/>
                </a:cubicBezTo>
                <a:cubicBezTo>
                  <a:pt x="241489" y="106236"/>
                  <a:pt x="240536" y="106189"/>
                  <a:pt x="239773" y="106093"/>
                </a:cubicBezTo>
                <a:cubicBezTo>
                  <a:pt x="239011" y="105998"/>
                  <a:pt x="238403" y="105855"/>
                  <a:pt x="237950" y="105664"/>
                </a:cubicBezTo>
                <a:cubicBezTo>
                  <a:pt x="237497" y="105474"/>
                  <a:pt x="237187" y="105247"/>
                  <a:pt x="237021" y="104985"/>
                </a:cubicBezTo>
                <a:cubicBezTo>
                  <a:pt x="236854" y="104723"/>
                  <a:pt x="236770" y="104401"/>
                  <a:pt x="236770" y="104020"/>
                </a:cubicBezTo>
                <a:lnTo>
                  <a:pt x="236770" y="39678"/>
                </a:lnTo>
                <a:cubicBezTo>
                  <a:pt x="236770" y="39297"/>
                  <a:pt x="236842" y="38975"/>
                  <a:pt x="236985" y="38713"/>
                </a:cubicBezTo>
                <a:cubicBezTo>
                  <a:pt x="237128" y="38451"/>
                  <a:pt x="237414" y="38212"/>
                  <a:pt x="237843" y="37998"/>
                </a:cubicBezTo>
                <a:cubicBezTo>
                  <a:pt x="238272" y="37783"/>
                  <a:pt x="238820" y="37640"/>
                  <a:pt x="239487" y="37569"/>
                </a:cubicBezTo>
                <a:cubicBezTo>
                  <a:pt x="240155" y="37497"/>
                  <a:pt x="241037" y="37462"/>
                  <a:pt x="242133" y="37462"/>
                </a:cubicBezTo>
                <a:cubicBezTo>
                  <a:pt x="243182" y="37462"/>
                  <a:pt x="244052" y="37497"/>
                  <a:pt x="244743" y="37569"/>
                </a:cubicBezTo>
                <a:cubicBezTo>
                  <a:pt x="245434" y="37640"/>
                  <a:pt x="245970" y="37783"/>
                  <a:pt x="246351" y="37998"/>
                </a:cubicBezTo>
                <a:cubicBezTo>
                  <a:pt x="246733" y="38212"/>
                  <a:pt x="247007" y="38451"/>
                  <a:pt x="247174" y="38713"/>
                </a:cubicBezTo>
                <a:cubicBezTo>
                  <a:pt x="247341" y="38975"/>
                  <a:pt x="247424" y="39297"/>
                  <a:pt x="247424" y="39678"/>
                </a:cubicBezTo>
                <a:lnTo>
                  <a:pt x="247424" y="48185"/>
                </a:lnTo>
                <a:cubicBezTo>
                  <a:pt x="251047" y="44134"/>
                  <a:pt x="254658" y="41167"/>
                  <a:pt x="258256" y="39285"/>
                </a:cubicBezTo>
                <a:cubicBezTo>
                  <a:pt x="261855" y="37402"/>
                  <a:pt x="265490" y="36461"/>
                  <a:pt x="269160" y="36461"/>
                </a:cubicBezTo>
                <a:cubicBezTo>
                  <a:pt x="273450" y="36461"/>
                  <a:pt x="277061" y="37188"/>
                  <a:pt x="279993" y="38641"/>
                </a:cubicBezTo>
                <a:cubicBezTo>
                  <a:pt x="282924" y="40095"/>
                  <a:pt x="285296" y="42037"/>
                  <a:pt x="287107" y="44468"/>
                </a:cubicBezTo>
                <a:cubicBezTo>
                  <a:pt x="288918" y="46898"/>
                  <a:pt x="290217" y="49746"/>
                  <a:pt x="291004" y="53011"/>
                </a:cubicBezTo>
                <a:cubicBezTo>
                  <a:pt x="291790" y="56276"/>
                  <a:pt x="292184" y="60196"/>
                  <a:pt x="292184" y="64771"/>
                </a:cubicBezTo>
                <a:lnTo>
                  <a:pt x="292184" y="104020"/>
                </a:lnTo>
                <a:close/>
                <a:moveTo>
                  <a:pt x="344168" y="99373"/>
                </a:moveTo>
                <a:cubicBezTo>
                  <a:pt x="344168" y="100755"/>
                  <a:pt x="344072" y="101852"/>
                  <a:pt x="343882" y="102662"/>
                </a:cubicBezTo>
                <a:cubicBezTo>
                  <a:pt x="343691" y="103472"/>
                  <a:pt x="343405" y="104068"/>
                  <a:pt x="343024" y="104449"/>
                </a:cubicBezTo>
                <a:cubicBezTo>
                  <a:pt x="342642" y="104830"/>
                  <a:pt x="342070" y="105188"/>
                  <a:pt x="341307" y="105521"/>
                </a:cubicBezTo>
                <a:cubicBezTo>
                  <a:pt x="340545" y="105855"/>
                  <a:pt x="339675" y="106129"/>
                  <a:pt x="338698" y="106344"/>
                </a:cubicBezTo>
                <a:cubicBezTo>
                  <a:pt x="337720" y="106558"/>
                  <a:pt x="336684" y="106737"/>
                  <a:pt x="335587" y="106880"/>
                </a:cubicBezTo>
                <a:cubicBezTo>
                  <a:pt x="334491" y="107023"/>
                  <a:pt x="333395" y="107094"/>
                  <a:pt x="332298" y="107094"/>
                </a:cubicBezTo>
                <a:cubicBezTo>
                  <a:pt x="328962" y="107094"/>
                  <a:pt x="326102" y="106653"/>
                  <a:pt x="323718" y="105769"/>
                </a:cubicBezTo>
                <a:cubicBezTo>
                  <a:pt x="321335" y="104885"/>
                  <a:pt x="319380" y="103547"/>
                  <a:pt x="317855" y="101755"/>
                </a:cubicBezTo>
                <a:cubicBezTo>
                  <a:pt x="316330" y="99963"/>
                  <a:pt x="315221" y="97694"/>
                  <a:pt x="314530" y="94947"/>
                </a:cubicBezTo>
                <a:cubicBezTo>
                  <a:pt x="313839" y="92201"/>
                  <a:pt x="313494" y="88964"/>
                  <a:pt x="313494" y="85238"/>
                </a:cubicBezTo>
                <a:lnTo>
                  <a:pt x="313494" y="47542"/>
                </a:lnTo>
                <a:lnTo>
                  <a:pt x="304484" y="47542"/>
                </a:lnTo>
                <a:cubicBezTo>
                  <a:pt x="303769" y="47542"/>
                  <a:pt x="303197" y="47161"/>
                  <a:pt x="302768" y="46398"/>
                </a:cubicBezTo>
                <a:cubicBezTo>
                  <a:pt x="302339" y="45635"/>
                  <a:pt x="302125" y="44396"/>
                  <a:pt x="302125" y="42680"/>
                </a:cubicBezTo>
                <a:cubicBezTo>
                  <a:pt x="302125" y="41775"/>
                  <a:pt x="302184" y="41012"/>
                  <a:pt x="302304" y="40393"/>
                </a:cubicBezTo>
                <a:cubicBezTo>
                  <a:pt x="302423" y="39773"/>
                  <a:pt x="302578" y="39261"/>
                  <a:pt x="302768" y="38856"/>
                </a:cubicBezTo>
                <a:cubicBezTo>
                  <a:pt x="302959" y="38451"/>
                  <a:pt x="303209" y="38165"/>
                  <a:pt x="303519" y="37998"/>
                </a:cubicBezTo>
                <a:cubicBezTo>
                  <a:pt x="303829" y="37831"/>
                  <a:pt x="304175" y="37748"/>
                  <a:pt x="304556" y="37748"/>
                </a:cubicBezTo>
                <a:lnTo>
                  <a:pt x="313494" y="37748"/>
                </a:lnTo>
                <a:lnTo>
                  <a:pt x="313494" y="22448"/>
                </a:lnTo>
                <a:cubicBezTo>
                  <a:pt x="313494" y="22115"/>
                  <a:pt x="313577" y="21805"/>
                  <a:pt x="313744" y="21519"/>
                </a:cubicBezTo>
                <a:cubicBezTo>
                  <a:pt x="313911" y="21233"/>
                  <a:pt x="314220" y="20983"/>
                  <a:pt x="314673" y="20768"/>
                </a:cubicBezTo>
                <a:cubicBezTo>
                  <a:pt x="315126" y="20554"/>
                  <a:pt x="315734" y="20399"/>
                  <a:pt x="316497" y="20304"/>
                </a:cubicBezTo>
                <a:cubicBezTo>
                  <a:pt x="317259" y="20208"/>
                  <a:pt x="318213" y="20161"/>
                  <a:pt x="319357" y="20161"/>
                </a:cubicBezTo>
                <a:cubicBezTo>
                  <a:pt x="320548" y="20161"/>
                  <a:pt x="321525" y="20208"/>
                  <a:pt x="322288" y="20304"/>
                </a:cubicBezTo>
                <a:cubicBezTo>
                  <a:pt x="323051" y="20399"/>
                  <a:pt x="323647" y="20554"/>
                  <a:pt x="324076" y="20768"/>
                </a:cubicBezTo>
                <a:cubicBezTo>
                  <a:pt x="324505" y="20983"/>
                  <a:pt x="324815" y="21233"/>
                  <a:pt x="325005" y="21519"/>
                </a:cubicBezTo>
                <a:cubicBezTo>
                  <a:pt x="325196" y="21805"/>
                  <a:pt x="325291" y="22115"/>
                  <a:pt x="325291" y="22448"/>
                </a:cubicBezTo>
                <a:lnTo>
                  <a:pt x="325291" y="37748"/>
                </a:lnTo>
                <a:lnTo>
                  <a:pt x="341808" y="37748"/>
                </a:lnTo>
                <a:cubicBezTo>
                  <a:pt x="342189" y="37748"/>
                  <a:pt x="342523" y="37831"/>
                  <a:pt x="342809" y="37998"/>
                </a:cubicBezTo>
                <a:cubicBezTo>
                  <a:pt x="343095" y="38165"/>
                  <a:pt x="343345" y="38451"/>
                  <a:pt x="343560" y="38856"/>
                </a:cubicBezTo>
                <a:cubicBezTo>
                  <a:pt x="343774" y="39261"/>
                  <a:pt x="343929" y="39773"/>
                  <a:pt x="344025" y="40393"/>
                </a:cubicBezTo>
                <a:cubicBezTo>
                  <a:pt x="344120" y="41012"/>
                  <a:pt x="344168" y="41775"/>
                  <a:pt x="344168" y="42680"/>
                </a:cubicBezTo>
                <a:cubicBezTo>
                  <a:pt x="344168" y="44396"/>
                  <a:pt x="343953" y="45635"/>
                  <a:pt x="343524" y="46398"/>
                </a:cubicBezTo>
                <a:cubicBezTo>
                  <a:pt x="343095" y="47161"/>
                  <a:pt x="342523" y="47542"/>
                  <a:pt x="341808" y="47542"/>
                </a:cubicBezTo>
                <a:lnTo>
                  <a:pt x="325291" y="47542"/>
                </a:lnTo>
                <a:lnTo>
                  <a:pt x="325291" y="83536"/>
                </a:lnTo>
                <a:cubicBezTo>
                  <a:pt x="325291" y="87980"/>
                  <a:pt x="325947" y="91338"/>
                  <a:pt x="327258" y="93609"/>
                </a:cubicBezTo>
                <a:cubicBezTo>
                  <a:pt x="328568" y="95879"/>
                  <a:pt x="330916" y="97014"/>
                  <a:pt x="334300" y="97014"/>
                </a:cubicBezTo>
                <a:cubicBezTo>
                  <a:pt x="335397" y="97014"/>
                  <a:pt x="336374" y="96907"/>
                  <a:pt x="337232" y="96692"/>
                </a:cubicBezTo>
                <a:cubicBezTo>
                  <a:pt x="338090" y="96478"/>
                  <a:pt x="338853" y="96251"/>
                  <a:pt x="339520" y="96013"/>
                </a:cubicBezTo>
                <a:cubicBezTo>
                  <a:pt x="340187" y="95775"/>
                  <a:pt x="340759" y="95548"/>
                  <a:pt x="341236" y="95334"/>
                </a:cubicBezTo>
                <a:cubicBezTo>
                  <a:pt x="341713" y="95119"/>
                  <a:pt x="342142" y="95012"/>
                  <a:pt x="342523" y="95012"/>
                </a:cubicBezTo>
                <a:cubicBezTo>
                  <a:pt x="342761" y="95012"/>
                  <a:pt x="342988" y="95072"/>
                  <a:pt x="343202" y="95191"/>
                </a:cubicBezTo>
                <a:cubicBezTo>
                  <a:pt x="343417" y="95310"/>
                  <a:pt x="343584" y="95536"/>
                  <a:pt x="343703" y="95870"/>
                </a:cubicBezTo>
                <a:cubicBezTo>
                  <a:pt x="343822" y="96204"/>
                  <a:pt x="343929" y="96657"/>
                  <a:pt x="344025" y="97228"/>
                </a:cubicBezTo>
                <a:cubicBezTo>
                  <a:pt x="344120" y="97800"/>
                  <a:pt x="344168" y="98515"/>
                  <a:pt x="344168" y="99373"/>
                </a:cubicBezTo>
                <a:close/>
                <a:moveTo>
                  <a:pt x="412462" y="69061"/>
                </a:moveTo>
                <a:cubicBezTo>
                  <a:pt x="412462" y="70920"/>
                  <a:pt x="411998" y="72242"/>
                  <a:pt x="411068" y="73029"/>
                </a:cubicBezTo>
                <a:cubicBezTo>
                  <a:pt x="410138" y="73815"/>
                  <a:pt x="409078" y="74208"/>
                  <a:pt x="407886" y="74208"/>
                </a:cubicBezTo>
                <a:lnTo>
                  <a:pt x="365701" y="74208"/>
                </a:lnTo>
                <a:cubicBezTo>
                  <a:pt x="365701" y="77793"/>
                  <a:pt x="366058" y="81020"/>
                  <a:pt x="366773" y="83889"/>
                </a:cubicBezTo>
                <a:cubicBezTo>
                  <a:pt x="367488" y="86757"/>
                  <a:pt x="368680" y="89219"/>
                  <a:pt x="370348" y="91275"/>
                </a:cubicBezTo>
                <a:cubicBezTo>
                  <a:pt x="372016" y="93330"/>
                  <a:pt x="374185" y="94908"/>
                  <a:pt x="376855" y="96009"/>
                </a:cubicBezTo>
                <a:cubicBezTo>
                  <a:pt x="379524" y="97108"/>
                  <a:pt x="382789" y="97657"/>
                  <a:pt x="386650" y="97657"/>
                </a:cubicBezTo>
                <a:cubicBezTo>
                  <a:pt x="389701" y="97657"/>
                  <a:pt x="392418" y="97407"/>
                  <a:pt x="394802" y="96907"/>
                </a:cubicBezTo>
                <a:cubicBezTo>
                  <a:pt x="397185" y="96406"/>
                  <a:pt x="399246" y="95846"/>
                  <a:pt x="400986" y="95227"/>
                </a:cubicBezTo>
                <a:cubicBezTo>
                  <a:pt x="402726" y="94607"/>
                  <a:pt x="404156" y="94047"/>
                  <a:pt x="405276" y="93547"/>
                </a:cubicBezTo>
                <a:cubicBezTo>
                  <a:pt x="406397" y="93046"/>
                  <a:pt x="407243" y="92796"/>
                  <a:pt x="407815" y="92796"/>
                </a:cubicBezTo>
                <a:cubicBezTo>
                  <a:pt x="408148" y="92796"/>
                  <a:pt x="408446" y="92879"/>
                  <a:pt x="408708" y="93046"/>
                </a:cubicBezTo>
                <a:cubicBezTo>
                  <a:pt x="408971" y="93213"/>
                  <a:pt x="409173" y="93463"/>
                  <a:pt x="409316" y="93797"/>
                </a:cubicBezTo>
                <a:cubicBezTo>
                  <a:pt x="409459" y="94130"/>
                  <a:pt x="409566" y="94595"/>
                  <a:pt x="409638" y="95191"/>
                </a:cubicBezTo>
                <a:cubicBezTo>
                  <a:pt x="409709" y="95787"/>
                  <a:pt x="409745" y="96514"/>
                  <a:pt x="409745" y="97371"/>
                </a:cubicBezTo>
                <a:cubicBezTo>
                  <a:pt x="409745" y="97991"/>
                  <a:pt x="409721" y="98527"/>
                  <a:pt x="409674" y="98980"/>
                </a:cubicBezTo>
                <a:cubicBezTo>
                  <a:pt x="409626" y="99433"/>
                  <a:pt x="409566" y="99838"/>
                  <a:pt x="409495" y="100195"/>
                </a:cubicBezTo>
                <a:cubicBezTo>
                  <a:pt x="409423" y="100553"/>
                  <a:pt x="409304" y="100875"/>
                  <a:pt x="409137" y="101160"/>
                </a:cubicBezTo>
                <a:cubicBezTo>
                  <a:pt x="408971" y="101446"/>
                  <a:pt x="408756" y="101721"/>
                  <a:pt x="408494" y="101983"/>
                </a:cubicBezTo>
                <a:cubicBezTo>
                  <a:pt x="408232" y="102245"/>
                  <a:pt x="407457" y="102674"/>
                  <a:pt x="406170" y="103269"/>
                </a:cubicBezTo>
                <a:cubicBezTo>
                  <a:pt x="404883" y="103865"/>
                  <a:pt x="403215" y="104449"/>
                  <a:pt x="401165" y="105021"/>
                </a:cubicBezTo>
                <a:cubicBezTo>
                  <a:pt x="399115" y="105593"/>
                  <a:pt x="396744" y="106105"/>
                  <a:pt x="394051" y="106558"/>
                </a:cubicBezTo>
                <a:cubicBezTo>
                  <a:pt x="391358" y="107011"/>
                  <a:pt x="388486" y="107237"/>
                  <a:pt x="385435" y="107237"/>
                </a:cubicBezTo>
                <a:cubicBezTo>
                  <a:pt x="380144" y="107237"/>
                  <a:pt x="375508" y="106498"/>
                  <a:pt x="371528" y="105019"/>
                </a:cubicBezTo>
                <a:cubicBezTo>
                  <a:pt x="367548" y="103540"/>
                  <a:pt x="364199" y="101345"/>
                  <a:pt x="361482" y="98435"/>
                </a:cubicBezTo>
                <a:cubicBezTo>
                  <a:pt x="358765" y="95525"/>
                  <a:pt x="356715" y="91875"/>
                  <a:pt x="355333" y="87486"/>
                </a:cubicBezTo>
                <a:cubicBezTo>
                  <a:pt x="353951" y="83096"/>
                  <a:pt x="353259" y="77991"/>
                  <a:pt x="353259" y="72171"/>
                </a:cubicBezTo>
                <a:cubicBezTo>
                  <a:pt x="353259" y="66636"/>
                  <a:pt x="353974" y="61662"/>
                  <a:pt x="355404" y="57249"/>
                </a:cubicBezTo>
                <a:cubicBezTo>
                  <a:pt x="356834" y="52836"/>
                  <a:pt x="358896" y="49091"/>
                  <a:pt x="361589" y="46014"/>
                </a:cubicBezTo>
                <a:cubicBezTo>
                  <a:pt x="364282" y="42937"/>
                  <a:pt x="367536" y="40575"/>
                  <a:pt x="371349" y="38929"/>
                </a:cubicBezTo>
                <a:cubicBezTo>
                  <a:pt x="375163" y="37284"/>
                  <a:pt x="379429" y="36461"/>
                  <a:pt x="384148" y="36461"/>
                </a:cubicBezTo>
                <a:cubicBezTo>
                  <a:pt x="389201" y="36461"/>
                  <a:pt x="393503" y="37271"/>
                  <a:pt x="397054" y="38891"/>
                </a:cubicBezTo>
                <a:cubicBezTo>
                  <a:pt x="400605" y="40512"/>
                  <a:pt x="403525" y="42692"/>
                  <a:pt x="405813" y="45433"/>
                </a:cubicBezTo>
                <a:cubicBezTo>
                  <a:pt x="408101" y="48173"/>
                  <a:pt x="409781" y="51390"/>
                  <a:pt x="410854" y="55084"/>
                </a:cubicBezTo>
                <a:cubicBezTo>
                  <a:pt x="411926" y="58778"/>
                  <a:pt x="412462" y="62722"/>
                  <a:pt x="412462" y="66916"/>
                </a:cubicBezTo>
                <a:lnTo>
                  <a:pt x="412462" y="69061"/>
                </a:lnTo>
                <a:moveTo>
                  <a:pt x="400593" y="65558"/>
                </a:moveTo>
                <a:cubicBezTo>
                  <a:pt x="400736" y="59362"/>
                  <a:pt x="399366" y="54500"/>
                  <a:pt x="396482" y="50973"/>
                </a:cubicBezTo>
                <a:cubicBezTo>
                  <a:pt x="393598" y="47447"/>
                  <a:pt x="389320" y="45683"/>
                  <a:pt x="383647" y="45683"/>
                </a:cubicBezTo>
                <a:cubicBezTo>
                  <a:pt x="380740" y="45683"/>
                  <a:pt x="378189" y="46231"/>
                  <a:pt x="375997" y="47327"/>
                </a:cubicBezTo>
                <a:cubicBezTo>
                  <a:pt x="373804" y="48424"/>
                  <a:pt x="371969" y="49877"/>
                  <a:pt x="370491" y="51688"/>
                </a:cubicBezTo>
                <a:cubicBezTo>
                  <a:pt x="369013" y="53499"/>
                  <a:pt x="367869" y="55608"/>
                  <a:pt x="367059" y="58015"/>
                </a:cubicBezTo>
                <a:cubicBezTo>
                  <a:pt x="366249" y="60422"/>
                  <a:pt x="365796" y="62936"/>
                  <a:pt x="365701" y="65558"/>
                </a:cubicBezTo>
                <a:lnTo>
                  <a:pt x="400593" y="65558"/>
                </a:lnTo>
                <a:close/>
                <a:moveTo>
                  <a:pt x="467044" y="43896"/>
                </a:moveTo>
                <a:cubicBezTo>
                  <a:pt x="467044" y="44944"/>
                  <a:pt x="467020" y="45826"/>
                  <a:pt x="466972" y="46541"/>
                </a:cubicBezTo>
                <a:cubicBezTo>
                  <a:pt x="466925" y="47256"/>
                  <a:pt x="466829" y="47816"/>
                  <a:pt x="466686" y="48221"/>
                </a:cubicBezTo>
                <a:cubicBezTo>
                  <a:pt x="466543" y="48626"/>
                  <a:pt x="466364" y="48936"/>
                  <a:pt x="466150" y="49150"/>
                </a:cubicBezTo>
                <a:cubicBezTo>
                  <a:pt x="465935" y="49365"/>
                  <a:pt x="465638" y="49472"/>
                  <a:pt x="465256" y="49472"/>
                </a:cubicBezTo>
                <a:cubicBezTo>
                  <a:pt x="464875" y="49472"/>
                  <a:pt x="464410" y="49365"/>
                  <a:pt x="463862" y="49150"/>
                </a:cubicBezTo>
                <a:cubicBezTo>
                  <a:pt x="463314" y="48936"/>
                  <a:pt x="462694" y="48721"/>
                  <a:pt x="462003" y="48507"/>
                </a:cubicBezTo>
                <a:cubicBezTo>
                  <a:pt x="461312" y="48293"/>
                  <a:pt x="460537" y="48090"/>
                  <a:pt x="459679" y="47899"/>
                </a:cubicBezTo>
                <a:cubicBezTo>
                  <a:pt x="458821" y="47709"/>
                  <a:pt x="457892" y="47613"/>
                  <a:pt x="456891" y="47613"/>
                </a:cubicBezTo>
                <a:cubicBezTo>
                  <a:pt x="455699" y="47613"/>
                  <a:pt x="454531" y="47852"/>
                  <a:pt x="453387" y="48328"/>
                </a:cubicBezTo>
                <a:cubicBezTo>
                  <a:pt x="452243" y="48805"/>
                  <a:pt x="451039" y="49591"/>
                  <a:pt x="449776" y="50687"/>
                </a:cubicBezTo>
                <a:cubicBezTo>
                  <a:pt x="448513" y="51784"/>
                  <a:pt x="447190" y="53237"/>
                  <a:pt x="445808" y="55048"/>
                </a:cubicBezTo>
                <a:cubicBezTo>
                  <a:pt x="444426" y="56860"/>
                  <a:pt x="442900" y="59076"/>
                  <a:pt x="441232" y="61697"/>
                </a:cubicBezTo>
                <a:lnTo>
                  <a:pt x="441232" y="104020"/>
                </a:lnTo>
                <a:cubicBezTo>
                  <a:pt x="441232" y="104401"/>
                  <a:pt x="441136" y="104723"/>
                  <a:pt x="440946" y="104985"/>
                </a:cubicBezTo>
                <a:cubicBezTo>
                  <a:pt x="440755" y="105247"/>
                  <a:pt x="440445" y="105474"/>
                  <a:pt x="440016" y="105664"/>
                </a:cubicBezTo>
                <a:cubicBezTo>
                  <a:pt x="439587" y="105855"/>
                  <a:pt x="438991" y="105998"/>
                  <a:pt x="438229" y="106093"/>
                </a:cubicBezTo>
                <a:cubicBezTo>
                  <a:pt x="437466" y="106189"/>
                  <a:pt x="436489" y="106236"/>
                  <a:pt x="435297" y="106236"/>
                </a:cubicBezTo>
                <a:cubicBezTo>
                  <a:pt x="434153" y="106236"/>
                  <a:pt x="433200" y="106189"/>
                  <a:pt x="432437" y="106093"/>
                </a:cubicBezTo>
                <a:cubicBezTo>
                  <a:pt x="431674" y="105998"/>
                  <a:pt x="431067" y="105855"/>
                  <a:pt x="430614" y="105664"/>
                </a:cubicBezTo>
                <a:cubicBezTo>
                  <a:pt x="430161" y="105474"/>
                  <a:pt x="429851" y="105247"/>
                  <a:pt x="429684" y="104985"/>
                </a:cubicBezTo>
                <a:cubicBezTo>
                  <a:pt x="429518" y="104723"/>
                  <a:pt x="429434" y="104401"/>
                  <a:pt x="429434" y="104020"/>
                </a:cubicBezTo>
                <a:lnTo>
                  <a:pt x="429434" y="39678"/>
                </a:lnTo>
                <a:cubicBezTo>
                  <a:pt x="429434" y="39297"/>
                  <a:pt x="429506" y="38975"/>
                  <a:pt x="429649" y="38713"/>
                </a:cubicBezTo>
                <a:cubicBezTo>
                  <a:pt x="429792" y="38451"/>
                  <a:pt x="430078" y="38212"/>
                  <a:pt x="430507" y="37998"/>
                </a:cubicBezTo>
                <a:cubicBezTo>
                  <a:pt x="430936" y="37783"/>
                  <a:pt x="431484" y="37640"/>
                  <a:pt x="432151" y="37569"/>
                </a:cubicBezTo>
                <a:cubicBezTo>
                  <a:pt x="432819" y="37497"/>
                  <a:pt x="433700" y="37462"/>
                  <a:pt x="434797" y="37462"/>
                </a:cubicBezTo>
                <a:cubicBezTo>
                  <a:pt x="435845" y="37462"/>
                  <a:pt x="436715" y="37497"/>
                  <a:pt x="437406" y="37569"/>
                </a:cubicBezTo>
                <a:cubicBezTo>
                  <a:pt x="438098" y="37640"/>
                  <a:pt x="438634" y="37783"/>
                  <a:pt x="439015" y="37998"/>
                </a:cubicBezTo>
                <a:cubicBezTo>
                  <a:pt x="439397" y="38212"/>
                  <a:pt x="439671" y="38451"/>
                  <a:pt x="439838" y="38713"/>
                </a:cubicBezTo>
                <a:cubicBezTo>
                  <a:pt x="440004" y="38975"/>
                  <a:pt x="440088" y="39297"/>
                  <a:pt x="440088" y="39678"/>
                </a:cubicBezTo>
                <a:lnTo>
                  <a:pt x="440088" y="49043"/>
                </a:lnTo>
                <a:cubicBezTo>
                  <a:pt x="441851" y="46469"/>
                  <a:pt x="443508" y="44372"/>
                  <a:pt x="445057" y="42752"/>
                </a:cubicBezTo>
                <a:cubicBezTo>
                  <a:pt x="446606" y="41131"/>
                  <a:pt x="448072" y="39857"/>
                  <a:pt x="449454" y="38927"/>
                </a:cubicBezTo>
                <a:cubicBezTo>
                  <a:pt x="450837" y="37998"/>
                  <a:pt x="452207" y="37354"/>
                  <a:pt x="453566" y="36997"/>
                </a:cubicBezTo>
                <a:cubicBezTo>
                  <a:pt x="454924" y="36639"/>
                  <a:pt x="456295" y="36461"/>
                  <a:pt x="457677" y="36461"/>
                </a:cubicBezTo>
                <a:cubicBezTo>
                  <a:pt x="458297" y="36461"/>
                  <a:pt x="459000" y="36496"/>
                  <a:pt x="459786" y="36568"/>
                </a:cubicBezTo>
                <a:cubicBezTo>
                  <a:pt x="460573" y="36639"/>
                  <a:pt x="461395" y="36770"/>
                  <a:pt x="462253" y="36961"/>
                </a:cubicBezTo>
                <a:cubicBezTo>
                  <a:pt x="463111" y="37152"/>
                  <a:pt x="463886" y="37366"/>
                  <a:pt x="464577" y="37605"/>
                </a:cubicBezTo>
                <a:cubicBezTo>
                  <a:pt x="465268" y="37843"/>
                  <a:pt x="465757" y="38081"/>
                  <a:pt x="466043" y="38319"/>
                </a:cubicBezTo>
                <a:cubicBezTo>
                  <a:pt x="466329" y="38558"/>
                  <a:pt x="466519" y="38784"/>
                  <a:pt x="466615" y="38999"/>
                </a:cubicBezTo>
                <a:cubicBezTo>
                  <a:pt x="466710" y="39213"/>
                  <a:pt x="466793" y="39487"/>
                  <a:pt x="466865" y="39821"/>
                </a:cubicBezTo>
                <a:cubicBezTo>
                  <a:pt x="466936" y="40154"/>
                  <a:pt x="466984" y="40643"/>
                  <a:pt x="467008" y="41286"/>
                </a:cubicBezTo>
                <a:cubicBezTo>
                  <a:pt x="467032" y="41930"/>
                  <a:pt x="467044" y="42800"/>
                  <a:pt x="467044" y="43896"/>
                </a:cubicBezTo>
                <a:close/>
                <a:moveTo>
                  <a:pt x="575393" y="104020"/>
                </a:moveTo>
                <a:cubicBezTo>
                  <a:pt x="575393" y="104401"/>
                  <a:pt x="575298" y="104723"/>
                  <a:pt x="575107" y="104985"/>
                </a:cubicBezTo>
                <a:cubicBezTo>
                  <a:pt x="574916" y="105247"/>
                  <a:pt x="574606" y="105474"/>
                  <a:pt x="574177" y="105664"/>
                </a:cubicBezTo>
                <a:cubicBezTo>
                  <a:pt x="573748" y="105855"/>
                  <a:pt x="573153" y="105998"/>
                  <a:pt x="572390" y="106093"/>
                </a:cubicBezTo>
                <a:cubicBezTo>
                  <a:pt x="571627" y="106189"/>
                  <a:pt x="570674" y="106236"/>
                  <a:pt x="569530" y="106236"/>
                </a:cubicBezTo>
                <a:cubicBezTo>
                  <a:pt x="568338" y="106236"/>
                  <a:pt x="567361" y="106189"/>
                  <a:pt x="566598" y="106093"/>
                </a:cubicBezTo>
                <a:cubicBezTo>
                  <a:pt x="565836" y="105998"/>
                  <a:pt x="565228" y="105855"/>
                  <a:pt x="564775" y="105664"/>
                </a:cubicBezTo>
                <a:cubicBezTo>
                  <a:pt x="564322" y="105474"/>
                  <a:pt x="564000" y="105247"/>
                  <a:pt x="563810" y="104985"/>
                </a:cubicBezTo>
                <a:cubicBezTo>
                  <a:pt x="563619" y="104723"/>
                  <a:pt x="563524" y="104401"/>
                  <a:pt x="563524" y="104020"/>
                </a:cubicBezTo>
                <a:lnTo>
                  <a:pt x="563524" y="64914"/>
                </a:lnTo>
                <a:cubicBezTo>
                  <a:pt x="563524" y="62198"/>
                  <a:pt x="563285" y="59719"/>
                  <a:pt x="562809" y="57479"/>
                </a:cubicBezTo>
                <a:cubicBezTo>
                  <a:pt x="562332" y="55239"/>
                  <a:pt x="561569" y="53309"/>
                  <a:pt x="560521" y="51688"/>
                </a:cubicBezTo>
                <a:cubicBezTo>
                  <a:pt x="559472" y="50068"/>
                  <a:pt x="558137" y="48829"/>
                  <a:pt x="556517" y="47971"/>
                </a:cubicBezTo>
                <a:cubicBezTo>
                  <a:pt x="554896" y="47113"/>
                  <a:pt x="552989" y="46684"/>
                  <a:pt x="550797" y="46684"/>
                </a:cubicBezTo>
                <a:cubicBezTo>
                  <a:pt x="548080" y="46684"/>
                  <a:pt x="545351" y="47733"/>
                  <a:pt x="542610" y="49830"/>
                </a:cubicBezTo>
                <a:cubicBezTo>
                  <a:pt x="539869" y="51927"/>
                  <a:pt x="536854" y="55001"/>
                  <a:pt x="533565" y="59052"/>
                </a:cubicBezTo>
                <a:lnTo>
                  <a:pt x="533565" y="104020"/>
                </a:lnTo>
                <a:cubicBezTo>
                  <a:pt x="533565" y="104401"/>
                  <a:pt x="533470" y="104723"/>
                  <a:pt x="533279" y="104985"/>
                </a:cubicBezTo>
                <a:cubicBezTo>
                  <a:pt x="533088" y="105247"/>
                  <a:pt x="532766" y="105474"/>
                  <a:pt x="532314" y="105664"/>
                </a:cubicBezTo>
                <a:cubicBezTo>
                  <a:pt x="531861" y="105855"/>
                  <a:pt x="531253" y="105998"/>
                  <a:pt x="530490" y="106093"/>
                </a:cubicBezTo>
                <a:cubicBezTo>
                  <a:pt x="529728" y="106189"/>
                  <a:pt x="528774" y="106236"/>
                  <a:pt x="527630" y="106236"/>
                </a:cubicBezTo>
                <a:cubicBezTo>
                  <a:pt x="526534" y="106236"/>
                  <a:pt x="525592" y="106189"/>
                  <a:pt x="524806" y="106093"/>
                </a:cubicBezTo>
                <a:cubicBezTo>
                  <a:pt x="524019" y="105998"/>
                  <a:pt x="523400" y="105855"/>
                  <a:pt x="522947" y="105664"/>
                </a:cubicBezTo>
                <a:cubicBezTo>
                  <a:pt x="522494" y="105474"/>
                  <a:pt x="522184" y="105247"/>
                  <a:pt x="522017" y="104985"/>
                </a:cubicBezTo>
                <a:cubicBezTo>
                  <a:pt x="521851" y="104723"/>
                  <a:pt x="521767" y="104401"/>
                  <a:pt x="521767" y="104020"/>
                </a:cubicBezTo>
                <a:lnTo>
                  <a:pt x="521767" y="64914"/>
                </a:lnTo>
                <a:cubicBezTo>
                  <a:pt x="521767" y="62198"/>
                  <a:pt x="521505" y="59719"/>
                  <a:pt x="520981" y="57479"/>
                </a:cubicBezTo>
                <a:cubicBezTo>
                  <a:pt x="520456" y="55239"/>
                  <a:pt x="519670" y="53309"/>
                  <a:pt x="518621" y="51688"/>
                </a:cubicBezTo>
                <a:cubicBezTo>
                  <a:pt x="517572" y="50068"/>
                  <a:pt x="516250" y="48829"/>
                  <a:pt x="514653" y="47971"/>
                </a:cubicBezTo>
                <a:cubicBezTo>
                  <a:pt x="513056" y="47113"/>
                  <a:pt x="511161" y="46684"/>
                  <a:pt x="508968" y="46684"/>
                </a:cubicBezTo>
                <a:cubicBezTo>
                  <a:pt x="506251" y="46684"/>
                  <a:pt x="503511" y="47733"/>
                  <a:pt x="500746" y="49830"/>
                </a:cubicBezTo>
                <a:cubicBezTo>
                  <a:pt x="497981" y="51927"/>
                  <a:pt x="494978" y="55001"/>
                  <a:pt x="491737" y="59052"/>
                </a:cubicBezTo>
                <a:lnTo>
                  <a:pt x="491737" y="104020"/>
                </a:lnTo>
                <a:cubicBezTo>
                  <a:pt x="491737" y="104401"/>
                  <a:pt x="491641" y="104723"/>
                  <a:pt x="491451" y="104985"/>
                </a:cubicBezTo>
                <a:cubicBezTo>
                  <a:pt x="491260" y="105247"/>
                  <a:pt x="490950" y="105474"/>
                  <a:pt x="490521" y="105664"/>
                </a:cubicBezTo>
                <a:cubicBezTo>
                  <a:pt x="490092" y="105855"/>
                  <a:pt x="489496" y="105998"/>
                  <a:pt x="488734" y="106093"/>
                </a:cubicBezTo>
                <a:cubicBezTo>
                  <a:pt x="487971" y="106189"/>
                  <a:pt x="486994" y="106236"/>
                  <a:pt x="485802" y="106236"/>
                </a:cubicBezTo>
                <a:cubicBezTo>
                  <a:pt x="484658" y="106236"/>
                  <a:pt x="483705" y="106189"/>
                  <a:pt x="482942" y="106093"/>
                </a:cubicBezTo>
                <a:cubicBezTo>
                  <a:pt x="482179" y="105998"/>
                  <a:pt x="481572" y="105855"/>
                  <a:pt x="481119" y="105664"/>
                </a:cubicBezTo>
                <a:cubicBezTo>
                  <a:pt x="480666" y="105474"/>
                  <a:pt x="480356" y="105247"/>
                  <a:pt x="480189" y="104985"/>
                </a:cubicBezTo>
                <a:cubicBezTo>
                  <a:pt x="480022" y="104723"/>
                  <a:pt x="479939" y="104401"/>
                  <a:pt x="479939" y="104020"/>
                </a:cubicBezTo>
                <a:lnTo>
                  <a:pt x="479939" y="39678"/>
                </a:lnTo>
                <a:cubicBezTo>
                  <a:pt x="479939" y="39297"/>
                  <a:pt x="480010" y="38975"/>
                  <a:pt x="480154" y="38713"/>
                </a:cubicBezTo>
                <a:cubicBezTo>
                  <a:pt x="480297" y="38451"/>
                  <a:pt x="480583" y="38212"/>
                  <a:pt x="481012" y="37998"/>
                </a:cubicBezTo>
                <a:cubicBezTo>
                  <a:pt x="481441" y="37783"/>
                  <a:pt x="481989" y="37640"/>
                  <a:pt x="482656" y="37569"/>
                </a:cubicBezTo>
                <a:cubicBezTo>
                  <a:pt x="483323" y="37497"/>
                  <a:pt x="484205" y="37462"/>
                  <a:pt x="485302" y="37462"/>
                </a:cubicBezTo>
                <a:cubicBezTo>
                  <a:pt x="486350" y="37462"/>
                  <a:pt x="487220" y="37497"/>
                  <a:pt x="487911" y="37569"/>
                </a:cubicBezTo>
                <a:cubicBezTo>
                  <a:pt x="488603" y="37640"/>
                  <a:pt x="489139" y="37783"/>
                  <a:pt x="489520" y="37998"/>
                </a:cubicBezTo>
                <a:cubicBezTo>
                  <a:pt x="489901" y="38212"/>
                  <a:pt x="490176" y="38451"/>
                  <a:pt x="490342" y="38713"/>
                </a:cubicBezTo>
                <a:cubicBezTo>
                  <a:pt x="490509" y="38975"/>
                  <a:pt x="490593" y="39297"/>
                  <a:pt x="490593" y="39678"/>
                </a:cubicBezTo>
                <a:lnTo>
                  <a:pt x="490593" y="48185"/>
                </a:lnTo>
                <a:cubicBezTo>
                  <a:pt x="494215" y="44134"/>
                  <a:pt x="497731" y="41167"/>
                  <a:pt x="501139" y="39285"/>
                </a:cubicBezTo>
                <a:cubicBezTo>
                  <a:pt x="504547" y="37402"/>
                  <a:pt x="507991" y="36461"/>
                  <a:pt x="511471" y="36461"/>
                </a:cubicBezTo>
                <a:cubicBezTo>
                  <a:pt x="514140" y="36461"/>
                  <a:pt x="516536" y="36770"/>
                  <a:pt x="518657" y="37390"/>
                </a:cubicBezTo>
                <a:cubicBezTo>
                  <a:pt x="520778" y="38010"/>
                  <a:pt x="522649" y="38879"/>
                  <a:pt x="524270" y="40000"/>
                </a:cubicBezTo>
                <a:cubicBezTo>
                  <a:pt x="525890" y="41120"/>
                  <a:pt x="527273" y="42454"/>
                  <a:pt x="528417" y="44003"/>
                </a:cubicBezTo>
                <a:cubicBezTo>
                  <a:pt x="529561" y="45552"/>
                  <a:pt x="530514" y="47280"/>
                  <a:pt x="531277" y="49186"/>
                </a:cubicBezTo>
                <a:cubicBezTo>
                  <a:pt x="533422" y="46851"/>
                  <a:pt x="535460" y="44873"/>
                  <a:pt x="537390" y="43252"/>
                </a:cubicBezTo>
                <a:cubicBezTo>
                  <a:pt x="539321" y="41632"/>
                  <a:pt x="541180" y="40321"/>
                  <a:pt x="542967" y="39320"/>
                </a:cubicBezTo>
                <a:cubicBezTo>
                  <a:pt x="544755" y="38319"/>
                  <a:pt x="546495" y="37593"/>
                  <a:pt x="548187" y="37140"/>
                </a:cubicBezTo>
                <a:cubicBezTo>
                  <a:pt x="549879" y="36687"/>
                  <a:pt x="551583" y="36461"/>
                  <a:pt x="553299" y="36461"/>
                </a:cubicBezTo>
                <a:cubicBezTo>
                  <a:pt x="557446" y="36461"/>
                  <a:pt x="560926" y="37188"/>
                  <a:pt x="563738" y="38641"/>
                </a:cubicBezTo>
                <a:cubicBezTo>
                  <a:pt x="566551" y="40095"/>
                  <a:pt x="568827" y="42037"/>
                  <a:pt x="570567" y="44468"/>
                </a:cubicBezTo>
                <a:cubicBezTo>
                  <a:pt x="572307" y="46898"/>
                  <a:pt x="573546" y="49746"/>
                  <a:pt x="574285" y="53011"/>
                </a:cubicBezTo>
                <a:cubicBezTo>
                  <a:pt x="575024" y="56276"/>
                  <a:pt x="575393" y="59719"/>
                  <a:pt x="575393" y="63341"/>
                </a:cubicBezTo>
                <a:lnTo>
                  <a:pt x="575393" y="104020"/>
                </a:lnTo>
                <a:close/>
                <a:moveTo>
                  <a:pt x="606380" y="104020"/>
                </a:moveTo>
                <a:cubicBezTo>
                  <a:pt x="606380" y="104401"/>
                  <a:pt x="606285" y="104723"/>
                  <a:pt x="606094" y="104985"/>
                </a:cubicBezTo>
                <a:cubicBezTo>
                  <a:pt x="605904" y="105247"/>
                  <a:pt x="605594" y="105474"/>
                  <a:pt x="605165" y="105664"/>
                </a:cubicBezTo>
                <a:cubicBezTo>
                  <a:pt x="604736" y="105855"/>
                  <a:pt x="604140" y="105998"/>
                  <a:pt x="603377" y="106093"/>
                </a:cubicBezTo>
                <a:cubicBezTo>
                  <a:pt x="602615" y="106189"/>
                  <a:pt x="601638" y="106236"/>
                  <a:pt x="600446" y="106236"/>
                </a:cubicBezTo>
                <a:cubicBezTo>
                  <a:pt x="599302" y="106236"/>
                  <a:pt x="598348" y="106189"/>
                  <a:pt x="597586" y="106093"/>
                </a:cubicBezTo>
                <a:cubicBezTo>
                  <a:pt x="596823" y="105998"/>
                  <a:pt x="596215" y="105855"/>
                  <a:pt x="595763" y="105664"/>
                </a:cubicBezTo>
                <a:cubicBezTo>
                  <a:pt x="595310" y="105474"/>
                  <a:pt x="595000" y="105247"/>
                  <a:pt x="594833" y="104985"/>
                </a:cubicBezTo>
                <a:cubicBezTo>
                  <a:pt x="594666" y="104723"/>
                  <a:pt x="594583" y="104401"/>
                  <a:pt x="594583" y="104020"/>
                </a:cubicBezTo>
                <a:lnTo>
                  <a:pt x="594583" y="39678"/>
                </a:lnTo>
                <a:cubicBezTo>
                  <a:pt x="594583" y="39344"/>
                  <a:pt x="594666" y="39034"/>
                  <a:pt x="594833" y="38748"/>
                </a:cubicBezTo>
                <a:cubicBezTo>
                  <a:pt x="595000" y="38462"/>
                  <a:pt x="595310" y="38224"/>
                  <a:pt x="595763" y="38033"/>
                </a:cubicBezTo>
                <a:cubicBezTo>
                  <a:pt x="596215" y="37843"/>
                  <a:pt x="596823" y="37700"/>
                  <a:pt x="597586" y="37605"/>
                </a:cubicBezTo>
                <a:cubicBezTo>
                  <a:pt x="598348" y="37509"/>
                  <a:pt x="599302" y="37462"/>
                  <a:pt x="600446" y="37462"/>
                </a:cubicBezTo>
                <a:cubicBezTo>
                  <a:pt x="601638" y="37462"/>
                  <a:pt x="602615" y="37509"/>
                  <a:pt x="603377" y="37605"/>
                </a:cubicBezTo>
                <a:cubicBezTo>
                  <a:pt x="604140" y="37700"/>
                  <a:pt x="604736" y="37843"/>
                  <a:pt x="605165" y="38033"/>
                </a:cubicBezTo>
                <a:cubicBezTo>
                  <a:pt x="605594" y="38224"/>
                  <a:pt x="605904" y="38462"/>
                  <a:pt x="606094" y="38748"/>
                </a:cubicBezTo>
                <a:cubicBezTo>
                  <a:pt x="606285" y="39034"/>
                  <a:pt x="606380" y="39344"/>
                  <a:pt x="606380" y="39678"/>
                </a:cubicBezTo>
                <a:lnTo>
                  <a:pt x="606380" y="104020"/>
                </a:lnTo>
                <a:moveTo>
                  <a:pt x="607739" y="17873"/>
                </a:moveTo>
                <a:cubicBezTo>
                  <a:pt x="607739" y="20637"/>
                  <a:pt x="607215" y="22520"/>
                  <a:pt x="606166" y="23521"/>
                </a:cubicBezTo>
                <a:cubicBezTo>
                  <a:pt x="605117" y="24522"/>
                  <a:pt x="603187" y="25022"/>
                  <a:pt x="600374" y="25022"/>
                </a:cubicBezTo>
                <a:cubicBezTo>
                  <a:pt x="597610" y="25022"/>
                  <a:pt x="595715" y="24534"/>
                  <a:pt x="594690" y="23556"/>
                </a:cubicBezTo>
                <a:cubicBezTo>
                  <a:pt x="593665" y="22579"/>
                  <a:pt x="593153" y="20733"/>
                  <a:pt x="593153" y="18016"/>
                </a:cubicBezTo>
                <a:cubicBezTo>
                  <a:pt x="593153" y="15252"/>
                  <a:pt x="593677" y="13369"/>
                  <a:pt x="594726" y="12368"/>
                </a:cubicBezTo>
                <a:cubicBezTo>
                  <a:pt x="595774" y="11367"/>
                  <a:pt x="597705" y="10867"/>
                  <a:pt x="600517" y="10867"/>
                </a:cubicBezTo>
                <a:cubicBezTo>
                  <a:pt x="603282" y="10867"/>
                  <a:pt x="605177" y="11355"/>
                  <a:pt x="606202" y="12332"/>
                </a:cubicBezTo>
                <a:cubicBezTo>
                  <a:pt x="607227" y="13309"/>
                  <a:pt x="607739" y="15156"/>
                  <a:pt x="607739" y="17873"/>
                </a:cubicBezTo>
                <a:close/>
                <a:moveTo>
                  <a:pt x="660685" y="99373"/>
                </a:moveTo>
                <a:cubicBezTo>
                  <a:pt x="660685" y="100755"/>
                  <a:pt x="660590" y="101852"/>
                  <a:pt x="660399" y="102662"/>
                </a:cubicBezTo>
                <a:cubicBezTo>
                  <a:pt x="660209" y="103472"/>
                  <a:pt x="659923" y="104068"/>
                  <a:pt x="659541" y="104449"/>
                </a:cubicBezTo>
                <a:cubicBezTo>
                  <a:pt x="659160" y="104830"/>
                  <a:pt x="658588" y="105188"/>
                  <a:pt x="657825" y="105521"/>
                </a:cubicBezTo>
                <a:cubicBezTo>
                  <a:pt x="657063" y="105855"/>
                  <a:pt x="656193" y="106129"/>
                  <a:pt x="655216" y="106344"/>
                </a:cubicBezTo>
                <a:cubicBezTo>
                  <a:pt x="654238" y="106558"/>
                  <a:pt x="653202" y="106737"/>
                  <a:pt x="652105" y="106880"/>
                </a:cubicBezTo>
                <a:cubicBezTo>
                  <a:pt x="651009" y="107023"/>
                  <a:pt x="649913" y="107094"/>
                  <a:pt x="648816" y="107094"/>
                </a:cubicBezTo>
                <a:cubicBezTo>
                  <a:pt x="645479" y="107094"/>
                  <a:pt x="642619" y="106653"/>
                  <a:pt x="640236" y="105769"/>
                </a:cubicBezTo>
                <a:cubicBezTo>
                  <a:pt x="637853" y="104885"/>
                  <a:pt x="635898" y="103547"/>
                  <a:pt x="634373" y="101755"/>
                </a:cubicBezTo>
                <a:cubicBezTo>
                  <a:pt x="632848" y="99963"/>
                  <a:pt x="631739" y="97694"/>
                  <a:pt x="631048" y="94947"/>
                </a:cubicBezTo>
                <a:cubicBezTo>
                  <a:pt x="630357" y="92201"/>
                  <a:pt x="630011" y="88964"/>
                  <a:pt x="630011" y="85238"/>
                </a:cubicBezTo>
                <a:lnTo>
                  <a:pt x="630011" y="47542"/>
                </a:lnTo>
                <a:lnTo>
                  <a:pt x="621002" y="47542"/>
                </a:lnTo>
                <a:cubicBezTo>
                  <a:pt x="620287" y="47542"/>
                  <a:pt x="619715" y="47161"/>
                  <a:pt x="619286" y="46398"/>
                </a:cubicBezTo>
                <a:cubicBezTo>
                  <a:pt x="618857" y="45635"/>
                  <a:pt x="618643" y="44396"/>
                  <a:pt x="618643" y="42680"/>
                </a:cubicBezTo>
                <a:cubicBezTo>
                  <a:pt x="618643" y="41775"/>
                  <a:pt x="618702" y="41012"/>
                  <a:pt x="618821" y="40393"/>
                </a:cubicBezTo>
                <a:cubicBezTo>
                  <a:pt x="618941" y="39773"/>
                  <a:pt x="619096" y="39261"/>
                  <a:pt x="619286" y="38856"/>
                </a:cubicBezTo>
                <a:cubicBezTo>
                  <a:pt x="619477" y="38451"/>
                  <a:pt x="619727" y="38165"/>
                  <a:pt x="620037" y="37998"/>
                </a:cubicBezTo>
                <a:cubicBezTo>
                  <a:pt x="620347" y="37831"/>
                  <a:pt x="620692" y="37748"/>
                  <a:pt x="621074" y="37748"/>
                </a:cubicBezTo>
                <a:lnTo>
                  <a:pt x="630011" y="37748"/>
                </a:lnTo>
                <a:lnTo>
                  <a:pt x="630011" y="22448"/>
                </a:lnTo>
                <a:cubicBezTo>
                  <a:pt x="630011" y="22115"/>
                  <a:pt x="630095" y="21805"/>
                  <a:pt x="630262" y="21519"/>
                </a:cubicBezTo>
                <a:cubicBezTo>
                  <a:pt x="630428" y="21233"/>
                  <a:pt x="630738" y="20983"/>
                  <a:pt x="631191" y="20768"/>
                </a:cubicBezTo>
                <a:cubicBezTo>
                  <a:pt x="631644" y="20554"/>
                  <a:pt x="632252" y="20399"/>
                  <a:pt x="633014" y="20304"/>
                </a:cubicBezTo>
                <a:cubicBezTo>
                  <a:pt x="633777" y="20208"/>
                  <a:pt x="634730" y="20161"/>
                  <a:pt x="635874" y="20161"/>
                </a:cubicBezTo>
                <a:cubicBezTo>
                  <a:pt x="637066" y="20161"/>
                  <a:pt x="638043" y="20208"/>
                  <a:pt x="638806" y="20304"/>
                </a:cubicBezTo>
                <a:cubicBezTo>
                  <a:pt x="639569" y="20399"/>
                  <a:pt x="640165" y="20554"/>
                  <a:pt x="640594" y="20768"/>
                </a:cubicBezTo>
                <a:cubicBezTo>
                  <a:pt x="641023" y="20983"/>
                  <a:pt x="641332" y="21233"/>
                  <a:pt x="641523" y="21519"/>
                </a:cubicBezTo>
                <a:cubicBezTo>
                  <a:pt x="641714" y="21805"/>
                  <a:pt x="641809" y="22115"/>
                  <a:pt x="641809" y="22448"/>
                </a:cubicBezTo>
                <a:lnTo>
                  <a:pt x="641809" y="37748"/>
                </a:lnTo>
                <a:lnTo>
                  <a:pt x="658326" y="37748"/>
                </a:lnTo>
                <a:cubicBezTo>
                  <a:pt x="658707" y="37748"/>
                  <a:pt x="659041" y="37831"/>
                  <a:pt x="659327" y="37998"/>
                </a:cubicBezTo>
                <a:cubicBezTo>
                  <a:pt x="659613" y="38165"/>
                  <a:pt x="659863" y="38451"/>
                  <a:pt x="660078" y="38856"/>
                </a:cubicBezTo>
                <a:cubicBezTo>
                  <a:pt x="660292" y="39261"/>
                  <a:pt x="660447" y="39773"/>
                  <a:pt x="660542" y="40393"/>
                </a:cubicBezTo>
                <a:cubicBezTo>
                  <a:pt x="660638" y="41012"/>
                  <a:pt x="660685" y="41775"/>
                  <a:pt x="660685" y="42680"/>
                </a:cubicBezTo>
                <a:cubicBezTo>
                  <a:pt x="660685" y="44396"/>
                  <a:pt x="660471" y="45635"/>
                  <a:pt x="660042" y="46398"/>
                </a:cubicBezTo>
                <a:cubicBezTo>
                  <a:pt x="659613" y="47161"/>
                  <a:pt x="659041" y="47542"/>
                  <a:pt x="658326" y="47542"/>
                </a:cubicBezTo>
                <a:lnTo>
                  <a:pt x="641809" y="47542"/>
                </a:lnTo>
                <a:lnTo>
                  <a:pt x="641809" y="83536"/>
                </a:lnTo>
                <a:cubicBezTo>
                  <a:pt x="641809" y="87980"/>
                  <a:pt x="642464" y="91338"/>
                  <a:pt x="643775" y="93609"/>
                </a:cubicBezTo>
                <a:cubicBezTo>
                  <a:pt x="645086" y="95879"/>
                  <a:pt x="647434" y="97014"/>
                  <a:pt x="650818" y="97014"/>
                </a:cubicBezTo>
                <a:cubicBezTo>
                  <a:pt x="651915" y="97014"/>
                  <a:pt x="652892" y="96907"/>
                  <a:pt x="653750" y="96692"/>
                </a:cubicBezTo>
                <a:cubicBezTo>
                  <a:pt x="654608" y="96478"/>
                  <a:pt x="655370" y="96251"/>
                  <a:pt x="656038" y="96013"/>
                </a:cubicBezTo>
                <a:cubicBezTo>
                  <a:pt x="656705" y="95775"/>
                  <a:pt x="657277" y="95548"/>
                  <a:pt x="657754" y="95334"/>
                </a:cubicBezTo>
                <a:cubicBezTo>
                  <a:pt x="658230" y="95119"/>
                  <a:pt x="658660" y="95012"/>
                  <a:pt x="659041" y="95012"/>
                </a:cubicBezTo>
                <a:cubicBezTo>
                  <a:pt x="659279" y="95012"/>
                  <a:pt x="659506" y="95072"/>
                  <a:pt x="659720" y="95191"/>
                </a:cubicBezTo>
                <a:cubicBezTo>
                  <a:pt x="659935" y="95310"/>
                  <a:pt x="660101" y="95536"/>
                  <a:pt x="660221" y="95870"/>
                </a:cubicBezTo>
                <a:cubicBezTo>
                  <a:pt x="660340" y="96204"/>
                  <a:pt x="660447" y="96657"/>
                  <a:pt x="660542" y="97228"/>
                </a:cubicBezTo>
                <a:cubicBezTo>
                  <a:pt x="660638" y="97800"/>
                  <a:pt x="660685" y="98515"/>
                  <a:pt x="660685" y="99373"/>
                </a:cubicBezTo>
                <a:close/>
                <a:moveTo>
                  <a:pt x="706944" y="99373"/>
                </a:moveTo>
                <a:cubicBezTo>
                  <a:pt x="706944" y="100755"/>
                  <a:pt x="706849" y="101852"/>
                  <a:pt x="706658" y="102662"/>
                </a:cubicBezTo>
                <a:cubicBezTo>
                  <a:pt x="706467" y="103472"/>
                  <a:pt x="706181" y="104068"/>
                  <a:pt x="705800" y="104449"/>
                </a:cubicBezTo>
                <a:cubicBezTo>
                  <a:pt x="705419" y="104830"/>
                  <a:pt x="704847" y="105188"/>
                  <a:pt x="704084" y="105521"/>
                </a:cubicBezTo>
                <a:cubicBezTo>
                  <a:pt x="703321" y="105855"/>
                  <a:pt x="702451" y="106129"/>
                  <a:pt x="701474" y="106344"/>
                </a:cubicBezTo>
                <a:cubicBezTo>
                  <a:pt x="700497" y="106558"/>
                  <a:pt x="699460" y="106737"/>
                  <a:pt x="698364" y="106880"/>
                </a:cubicBezTo>
                <a:cubicBezTo>
                  <a:pt x="697267" y="107023"/>
                  <a:pt x="696171" y="107094"/>
                  <a:pt x="695075" y="107094"/>
                </a:cubicBezTo>
                <a:cubicBezTo>
                  <a:pt x="691738" y="107094"/>
                  <a:pt x="688878" y="106653"/>
                  <a:pt x="686495" y="105769"/>
                </a:cubicBezTo>
                <a:cubicBezTo>
                  <a:pt x="684111" y="104885"/>
                  <a:pt x="682157" y="103547"/>
                  <a:pt x="680632" y="101755"/>
                </a:cubicBezTo>
                <a:cubicBezTo>
                  <a:pt x="679106" y="99963"/>
                  <a:pt x="677998" y="97694"/>
                  <a:pt x="677307" y="94947"/>
                </a:cubicBezTo>
                <a:cubicBezTo>
                  <a:pt x="676616" y="92201"/>
                  <a:pt x="676270" y="88964"/>
                  <a:pt x="676270" y="85238"/>
                </a:cubicBezTo>
                <a:lnTo>
                  <a:pt x="676270" y="47542"/>
                </a:lnTo>
                <a:lnTo>
                  <a:pt x="667261" y="47542"/>
                </a:lnTo>
                <a:cubicBezTo>
                  <a:pt x="666546" y="47542"/>
                  <a:pt x="665974" y="47161"/>
                  <a:pt x="665545" y="46398"/>
                </a:cubicBezTo>
                <a:cubicBezTo>
                  <a:pt x="665116" y="45635"/>
                  <a:pt x="664901" y="44396"/>
                  <a:pt x="664901" y="42680"/>
                </a:cubicBezTo>
                <a:cubicBezTo>
                  <a:pt x="664901" y="41775"/>
                  <a:pt x="664961" y="41012"/>
                  <a:pt x="665080" y="40393"/>
                </a:cubicBezTo>
                <a:cubicBezTo>
                  <a:pt x="665199" y="39773"/>
                  <a:pt x="665354" y="39261"/>
                  <a:pt x="665545" y="38856"/>
                </a:cubicBezTo>
                <a:cubicBezTo>
                  <a:pt x="665735" y="38451"/>
                  <a:pt x="665986" y="38165"/>
                  <a:pt x="666296" y="37998"/>
                </a:cubicBezTo>
                <a:cubicBezTo>
                  <a:pt x="666605" y="37831"/>
                  <a:pt x="666951" y="37748"/>
                  <a:pt x="667332" y="37748"/>
                </a:cubicBezTo>
                <a:lnTo>
                  <a:pt x="676270" y="37748"/>
                </a:lnTo>
                <a:lnTo>
                  <a:pt x="676270" y="22448"/>
                </a:lnTo>
                <a:cubicBezTo>
                  <a:pt x="676270" y="22115"/>
                  <a:pt x="676353" y="21805"/>
                  <a:pt x="676520" y="21519"/>
                </a:cubicBezTo>
                <a:cubicBezTo>
                  <a:pt x="676687" y="21233"/>
                  <a:pt x="676997" y="20983"/>
                  <a:pt x="677450" y="20768"/>
                </a:cubicBezTo>
                <a:cubicBezTo>
                  <a:pt x="677903" y="20554"/>
                  <a:pt x="678510" y="20399"/>
                  <a:pt x="679273" y="20304"/>
                </a:cubicBezTo>
                <a:cubicBezTo>
                  <a:pt x="680036" y="20208"/>
                  <a:pt x="680989" y="20161"/>
                  <a:pt x="682133" y="20161"/>
                </a:cubicBezTo>
                <a:cubicBezTo>
                  <a:pt x="683325" y="20161"/>
                  <a:pt x="684302" y="20208"/>
                  <a:pt x="685065" y="20304"/>
                </a:cubicBezTo>
                <a:cubicBezTo>
                  <a:pt x="685827" y="20399"/>
                  <a:pt x="686423" y="20554"/>
                  <a:pt x="686852" y="20768"/>
                </a:cubicBezTo>
                <a:cubicBezTo>
                  <a:pt x="687281" y="20983"/>
                  <a:pt x="687591" y="21233"/>
                  <a:pt x="687782" y="21519"/>
                </a:cubicBezTo>
                <a:cubicBezTo>
                  <a:pt x="687972" y="21805"/>
                  <a:pt x="688068" y="22115"/>
                  <a:pt x="688068" y="22448"/>
                </a:cubicBezTo>
                <a:lnTo>
                  <a:pt x="688068" y="37748"/>
                </a:lnTo>
                <a:lnTo>
                  <a:pt x="704584" y="37748"/>
                </a:lnTo>
                <a:cubicBezTo>
                  <a:pt x="704966" y="37748"/>
                  <a:pt x="705299" y="37831"/>
                  <a:pt x="705585" y="37998"/>
                </a:cubicBezTo>
                <a:cubicBezTo>
                  <a:pt x="705871" y="38165"/>
                  <a:pt x="706122" y="38451"/>
                  <a:pt x="706336" y="38856"/>
                </a:cubicBezTo>
                <a:cubicBezTo>
                  <a:pt x="706551" y="39261"/>
                  <a:pt x="706706" y="39773"/>
                  <a:pt x="706801" y="40393"/>
                </a:cubicBezTo>
                <a:cubicBezTo>
                  <a:pt x="706896" y="41012"/>
                  <a:pt x="706944" y="41775"/>
                  <a:pt x="706944" y="42680"/>
                </a:cubicBezTo>
                <a:cubicBezTo>
                  <a:pt x="706944" y="44396"/>
                  <a:pt x="706729" y="45635"/>
                  <a:pt x="706300" y="46398"/>
                </a:cubicBezTo>
                <a:cubicBezTo>
                  <a:pt x="705871" y="47161"/>
                  <a:pt x="705299" y="47542"/>
                  <a:pt x="704584" y="47542"/>
                </a:cubicBezTo>
                <a:lnTo>
                  <a:pt x="688068" y="47542"/>
                </a:lnTo>
                <a:lnTo>
                  <a:pt x="688068" y="83536"/>
                </a:lnTo>
                <a:cubicBezTo>
                  <a:pt x="688068" y="87980"/>
                  <a:pt x="688723" y="91338"/>
                  <a:pt x="690034" y="93609"/>
                </a:cubicBezTo>
                <a:cubicBezTo>
                  <a:pt x="691345" y="95879"/>
                  <a:pt x="693692" y="97014"/>
                  <a:pt x="697077" y="97014"/>
                </a:cubicBezTo>
                <a:cubicBezTo>
                  <a:pt x="698173" y="97014"/>
                  <a:pt x="699150" y="96907"/>
                  <a:pt x="700008" y="96692"/>
                </a:cubicBezTo>
                <a:cubicBezTo>
                  <a:pt x="700866" y="96478"/>
                  <a:pt x="701629" y="96251"/>
                  <a:pt x="702296" y="96013"/>
                </a:cubicBezTo>
                <a:cubicBezTo>
                  <a:pt x="702964" y="95775"/>
                  <a:pt x="703536" y="95548"/>
                  <a:pt x="704012" y="95334"/>
                </a:cubicBezTo>
                <a:cubicBezTo>
                  <a:pt x="704489" y="95119"/>
                  <a:pt x="704918" y="95012"/>
                  <a:pt x="705299" y="95012"/>
                </a:cubicBezTo>
                <a:cubicBezTo>
                  <a:pt x="705538" y="95012"/>
                  <a:pt x="705764" y="95072"/>
                  <a:pt x="705979" y="95191"/>
                </a:cubicBezTo>
                <a:cubicBezTo>
                  <a:pt x="706193" y="95310"/>
                  <a:pt x="706360" y="95536"/>
                  <a:pt x="706479" y="95870"/>
                </a:cubicBezTo>
                <a:cubicBezTo>
                  <a:pt x="706598" y="96204"/>
                  <a:pt x="706706" y="96657"/>
                  <a:pt x="706801" y="97228"/>
                </a:cubicBezTo>
                <a:cubicBezTo>
                  <a:pt x="706896" y="97800"/>
                  <a:pt x="706944" y="98515"/>
                  <a:pt x="706944" y="99373"/>
                </a:cubicBezTo>
                <a:close/>
                <a:moveTo>
                  <a:pt x="775239" y="69061"/>
                </a:moveTo>
                <a:cubicBezTo>
                  <a:pt x="775239" y="70920"/>
                  <a:pt x="774774" y="72242"/>
                  <a:pt x="773844" y="73029"/>
                </a:cubicBezTo>
                <a:cubicBezTo>
                  <a:pt x="772915" y="73815"/>
                  <a:pt x="771854" y="74208"/>
                  <a:pt x="770663" y="74208"/>
                </a:cubicBezTo>
                <a:lnTo>
                  <a:pt x="728477" y="74208"/>
                </a:lnTo>
                <a:cubicBezTo>
                  <a:pt x="728477" y="77793"/>
                  <a:pt x="728835" y="81020"/>
                  <a:pt x="729550" y="83889"/>
                </a:cubicBezTo>
                <a:cubicBezTo>
                  <a:pt x="730265" y="86757"/>
                  <a:pt x="731456" y="89219"/>
                  <a:pt x="733125" y="91275"/>
                </a:cubicBezTo>
                <a:cubicBezTo>
                  <a:pt x="734793" y="93330"/>
                  <a:pt x="736962" y="94908"/>
                  <a:pt x="739631" y="96009"/>
                </a:cubicBezTo>
                <a:cubicBezTo>
                  <a:pt x="742301" y="97108"/>
                  <a:pt x="745566" y="97657"/>
                  <a:pt x="749427" y="97657"/>
                </a:cubicBezTo>
                <a:cubicBezTo>
                  <a:pt x="752478" y="97657"/>
                  <a:pt x="755195" y="97407"/>
                  <a:pt x="757578" y="96907"/>
                </a:cubicBezTo>
                <a:cubicBezTo>
                  <a:pt x="759961" y="96406"/>
                  <a:pt x="762023" y="95846"/>
                  <a:pt x="763763" y="95227"/>
                </a:cubicBezTo>
                <a:cubicBezTo>
                  <a:pt x="765503" y="94607"/>
                  <a:pt x="766933" y="94047"/>
                  <a:pt x="768053" y="93547"/>
                </a:cubicBezTo>
                <a:cubicBezTo>
                  <a:pt x="769173" y="93046"/>
                  <a:pt x="770019" y="92796"/>
                  <a:pt x="770591" y="92796"/>
                </a:cubicBezTo>
                <a:cubicBezTo>
                  <a:pt x="770925" y="92796"/>
                  <a:pt x="771223" y="92879"/>
                  <a:pt x="771485" y="93046"/>
                </a:cubicBezTo>
                <a:cubicBezTo>
                  <a:pt x="771747" y="93213"/>
                  <a:pt x="771950" y="93463"/>
                  <a:pt x="772093" y="93797"/>
                </a:cubicBezTo>
                <a:cubicBezTo>
                  <a:pt x="772236" y="94130"/>
                  <a:pt x="772343" y="94595"/>
                  <a:pt x="772414" y="95191"/>
                </a:cubicBezTo>
                <a:cubicBezTo>
                  <a:pt x="772486" y="95787"/>
                  <a:pt x="772522" y="96514"/>
                  <a:pt x="772522" y="97371"/>
                </a:cubicBezTo>
                <a:cubicBezTo>
                  <a:pt x="772522" y="97991"/>
                  <a:pt x="772498" y="98527"/>
                  <a:pt x="772450" y="98980"/>
                </a:cubicBezTo>
                <a:cubicBezTo>
                  <a:pt x="772403" y="99433"/>
                  <a:pt x="772343" y="99838"/>
                  <a:pt x="772271" y="100195"/>
                </a:cubicBezTo>
                <a:cubicBezTo>
                  <a:pt x="772200" y="100553"/>
                  <a:pt x="772081" y="100875"/>
                  <a:pt x="771914" y="101160"/>
                </a:cubicBezTo>
                <a:cubicBezTo>
                  <a:pt x="771747" y="101446"/>
                  <a:pt x="771533" y="101721"/>
                  <a:pt x="771270" y="101983"/>
                </a:cubicBezTo>
                <a:cubicBezTo>
                  <a:pt x="771008" y="102245"/>
                  <a:pt x="770234" y="102674"/>
                  <a:pt x="768947" y="103269"/>
                </a:cubicBezTo>
                <a:cubicBezTo>
                  <a:pt x="767660" y="103865"/>
                  <a:pt x="765991" y="104449"/>
                  <a:pt x="763942" y="105021"/>
                </a:cubicBezTo>
                <a:cubicBezTo>
                  <a:pt x="761892" y="105593"/>
                  <a:pt x="759520" y="106105"/>
                  <a:pt x="756827" y="106558"/>
                </a:cubicBezTo>
                <a:cubicBezTo>
                  <a:pt x="754134" y="107011"/>
                  <a:pt x="751262" y="107237"/>
                  <a:pt x="748211" y="107237"/>
                </a:cubicBezTo>
                <a:cubicBezTo>
                  <a:pt x="742920" y="107237"/>
                  <a:pt x="738285" y="106498"/>
                  <a:pt x="734304" y="105019"/>
                </a:cubicBezTo>
                <a:cubicBezTo>
                  <a:pt x="730324" y="103540"/>
                  <a:pt x="726975" y="101345"/>
                  <a:pt x="724258" y="98435"/>
                </a:cubicBezTo>
                <a:cubicBezTo>
                  <a:pt x="721541" y="95525"/>
                  <a:pt x="719492" y="91875"/>
                  <a:pt x="718109" y="87486"/>
                </a:cubicBezTo>
                <a:cubicBezTo>
                  <a:pt x="716727" y="83096"/>
                  <a:pt x="716036" y="77991"/>
                  <a:pt x="716036" y="72171"/>
                </a:cubicBezTo>
                <a:cubicBezTo>
                  <a:pt x="716036" y="66636"/>
                  <a:pt x="716751" y="61662"/>
                  <a:pt x="718181" y="57249"/>
                </a:cubicBezTo>
                <a:cubicBezTo>
                  <a:pt x="719611" y="52836"/>
                  <a:pt x="721672" y="49091"/>
                  <a:pt x="724366" y="46014"/>
                </a:cubicBezTo>
                <a:cubicBezTo>
                  <a:pt x="727059" y="42937"/>
                  <a:pt x="730312" y="40575"/>
                  <a:pt x="734126" y="38929"/>
                </a:cubicBezTo>
                <a:cubicBezTo>
                  <a:pt x="737939" y="37284"/>
                  <a:pt x="742205" y="36461"/>
                  <a:pt x="746924" y="36461"/>
                </a:cubicBezTo>
                <a:cubicBezTo>
                  <a:pt x="751977" y="36461"/>
                  <a:pt x="756279" y="37271"/>
                  <a:pt x="759830" y="38891"/>
                </a:cubicBezTo>
                <a:cubicBezTo>
                  <a:pt x="763381" y="40512"/>
                  <a:pt x="766301" y="42692"/>
                  <a:pt x="768589" y="45433"/>
                </a:cubicBezTo>
                <a:cubicBezTo>
                  <a:pt x="770877" y="48173"/>
                  <a:pt x="772557" y="51390"/>
                  <a:pt x="773630" y="55084"/>
                </a:cubicBezTo>
                <a:cubicBezTo>
                  <a:pt x="774702" y="58778"/>
                  <a:pt x="775239" y="62722"/>
                  <a:pt x="775239" y="66916"/>
                </a:cubicBezTo>
                <a:lnTo>
                  <a:pt x="775239" y="69061"/>
                </a:lnTo>
                <a:moveTo>
                  <a:pt x="763370" y="65558"/>
                </a:moveTo>
                <a:cubicBezTo>
                  <a:pt x="763513" y="59362"/>
                  <a:pt x="762142" y="54500"/>
                  <a:pt x="759258" y="50973"/>
                </a:cubicBezTo>
                <a:cubicBezTo>
                  <a:pt x="756374" y="47447"/>
                  <a:pt x="752096" y="45683"/>
                  <a:pt x="746424" y="45683"/>
                </a:cubicBezTo>
                <a:cubicBezTo>
                  <a:pt x="743516" y="45683"/>
                  <a:pt x="740966" y="46231"/>
                  <a:pt x="738773" y="47327"/>
                </a:cubicBezTo>
                <a:cubicBezTo>
                  <a:pt x="736580" y="48424"/>
                  <a:pt x="734745" y="49877"/>
                  <a:pt x="733268" y="51688"/>
                </a:cubicBezTo>
                <a:cubicBezTo>
                  <a:pt x="731790" y="53499"/>
                  <a:pt x="730646" y="55608"/>
                  <a:pt x="729836" y="58015"/>
                </a:cubicBezTo>
                <a:cubicBezTo>
                  <a:pt x="729025" y="60422"/>
                  <a:pt x="728572" y="62936"/>
                  <a:pt x="728477" y="65558"/>
                </a:cubicBezTo>
                <a:lnTo>
                  <a:pt x="763370" y="65558"/>
                </a:lnTo>
                <a:close/>
                <a:moveTo>
                  <a:pt x="847624" y="104020"/>
                </a:moveTo>
                <a:cubicBezTo>
                  <a:pt x="847624" y="104401"/>
                  <a:pt x="847529" y="104723"/>
                  <a:pt x="847338" y="104985"/>
                </a:cubicBezTo>
                <a:cubicBezTo>
                  <a:pt x="847147" y="105247"/>
                  <a:pt x="846837" y="105474"/>
                  <a:pt x="846408" y="105664"/>
                </a:cubicBezTo>
                <a:cubicBezTo>
                  <a:pt x="845979" y="105855"/>
                  <a:pt x="845384" y="105998"/>
                  <a:pt x="844621" y="106093"/>
                </a:cubicBezTo>
                <a:cubicBezTo>
                  <a:pt x="843858" y="106189"/>
                  <a:pt x="842905" y="106236"/>
                  <a:pt x="841761" y="106236"/>
                </a:cubicBezTo>
                <a:cubicBezTo>
                  <a:pt x="840569" y="106236"/>
                  <a:pt x="839592" y="106189"/>
                  <a:pt x="838829" y="106093"/>
                </a:cubicBezTo>
                <a:cubicBezTo>
                  <a:pt x="838067" y="105998"/>
                  <a:pt x="837471" y="105855"/>
                  <a:pt x="837042" y="105664"/>
                </a:cubicBezTo>
                <a:cubicBezTo>
                  <a:pt x="836613" y="105474"/>
                  <a:pt x="836303" y="105247"/>
                  <a:pt x="836112" y="104985"/>
                </a:cubicBezTo>
                <a:cubicBezTo>
                  <a:pt x="835922" y="104723"/>
                  <a:pt x="835826" y="104401"/>
                  <a:pt x="835826" y="104020"/>
                </a:cubicBezTo>
                <a:lnTo>
                  <a:pt x="835826" y="66344"/>
                </a:lnTo>
                <a:cubicBezTo>
                  <a:pt x="835826" y="62674"/>
                  <a:pt x="835540" y="59719"/>
                  <a:pt x="834968" y="57479"/>
                </a:cubicBezTo>
                <a:cubicBezTo>
                  <a:pt x="834396" y="55239"/>
                  <a:pt x="833562" y="53309"/>
                  <a:pt x="832466" y="51688"/>
                </a:cubicBezTo>
                <a:cubicBezTo>
                  <a:pt x="831369" y="50068"/>
                  <a:pt x="829951" y="48829"/>
                  <a:pt x="828211" y="47971"/>
                </a:cubicBezTo>
                <a:cubicBezTo>
                  <a:pt x="826471" y="47113"/>
                  <a:pt x="824458" y="46684"/>
                  <a:pt x="822169" y="46684"/>
                </a:cubicBezTo>
                <a:cubicBezTo>
                  <a:pt x="819214" y="46684"/>
                  <a:pt x="816259" y="47733"/>
                  <a:pt x="813303" y="49830"/>
                </a:cubicBezTo>
                <a:cubicBezTo>
                  <a:pt x="810348" y="51927"/>
                  <a:pt x="807250" y="55001"/>
                  <a:pt x="804008" y="59052"/>
                </a:cubicBezTo>
                <a:lnTo>
                  <a:pt x="804008" y="104020"/>
                </a:lnTo>
                <a:cubicBezTo>
                  <a:pt x="804008" y="104401"/>
                  <a:pt x="803913" y="104723"/>
                  <a:pt x="803722" y="104985"/>
                </a:cubicBezTo>
                <a:cubicBezTo>
                  <a:pt x="803532" y="105247"/>
                  <a:pt x="803222" y="105474"/>
                  <a:pt x="802793" y="105664"/>
                </a:cubicBezTo>
                <a:cubicBezTo>
                  <a:pt x="802364" y="105855"/>
                  <a:pt x="801768" y="105998"/>
                  <a:pt x="801005" y="106093"/>
                </a:cubicBezTo>
                <a:cubicBezTo>
                  <a:pt x="800242" y="106189"/>
                  <a:pt x="799265" y="106236"/>
                  <a:pt x="798074" y="106236"/>
                </a:cubicBezTo>
                <a:cubicBezTo>
                  <a:pt x="796930" y="106236"/>
                  <a:pt x="795976" y="106189"/>
                  <a:pt x="795214" y="106093"/>
                </a:cubicBezTo>
                <a:cubicBezTo>
                  <a:pt x="794451" y="105998"/>
                  <a:pt x="793843" y="105855"/>
                  <a:pt x="793390" y="105664"/>
                </a:cubicBezTo>
                <a:cubicBezTo>
                  <a:pt x="792937" y="105474"/>
                  <a:pt x="792628" y="105247"/>
                  <a:pt x="792461" y="104985"/>
                </a:cubicBezTo>
                <a:cubicBezTo>
                  <a:pt x="792294" y="104723"/>
                  <a:pt x="792211" y="104401"/>
                  <a:pt x="792211" y="104020"/>
                </a:cubicBezTo>
                <a:lnTo>
                  <a:pt x="792211" y="39678"/>
                </a:lnTo>
                <a:cubicBezTo>
                  <a:pt x="792211" y="39297"/>
                  <a:pt x="792282" y="38975"/>
                  <a:pt x="792425" y="38713"/>
                </a:cubicBezTo>
                <a:cubicBezTo>
                  <a:pt x="792568" y="38451"/>
                  <a:pt x="792854" y="38212"/>
                  <a:pt x="793283" y="37998"/>
                </a:cubicBezTo>
                <a:cubicBezTo>
                  <a:pt x="793712" y="37783"/>
                  <a:pt x="794260" y="37640"/>
                  <a:pt x="794928" y="37569"/>
                </a:cubicBezTo>
                <a:cubicBezTo>
                  <a:pt x="795595" y="37497"/>
                  <a:pt x="796477" y="37462"/>
                  <a:pt x="797573" y="37462"/>
                </a:cubicBezTo>
                <a:cubicBezTo>
                  <a:pt x="798622" y="37462"/>
                  <a:pt x="799492" y="37497"/>
                  <a:pt x="800183" y="37569"/>
                </a:cubicBezTo>
                <a:cubicBezTo>
                  <a:pt x="800874" y="37640"/>
                  <a:pt x="801410" y="37783"/>
                  <a:pt x="801792" y="37998"/>
                </a:cubicBezTo>
                <a:cubicBezTo>
                  <a:pt x="802173" y="38212"/>
                  <a:pt x="802447" y="38451"/>
                  <a:pt x="802614" y="38713"/>
                </a:cubicBezTo>
                <a:cubicBezTo>
                  <a:pt x="802781" y="38975"/>
                  <a:pt x="802864" y="39297"/>
                  <a:pt x="802864" y="39678"/>
                </a:cubicBezTo>
                <a:lnTo>
                  <a:pt x="802864" y="48185"/>
                </a:lnTo>
                <a:cubicBezTo>
                  <a:pt x="806487" y="44134"/>
                  <a:pt x="810098" y="41167"/>
                  <a:pt x="813697" y="39285"/>
                </a:cubicBezTo>
                <a:cubicBezTo>
                  <a:pt x="817295" y="37402"/>
                  <a:pt x="820930" y="36461"/>
                  <a:pt x="824601" y="36461"/>
                </a:cubicBezTo>
                <a:cubicBezTo>
                  <a:pt x="828891" y="36461"/>
                  <a:pt x="832501" y="37188"/>
                  <a:pt x="835433" y="38641"/>
                </a:cubicBezTo>
                <a:cubicBezTo>
                  <a:pt x="838364" y="40095"/>
                  <a:pt x="840736" y="42037"/>
                  <a:pt x="842547" y="44468"/>
                </a:cubicBezTo>
                <a:cubicBezTo>
                  <a:pt x="844359" y="46898"/>
                  <a:pt x="845658" y="49746"/>
                  <a:pt x="846444" y="53011"/>
                </a:cubicBezTo>
                <a:cubicBezTo>
                  <a:pt x="847231" y="56276"/>
                  <a:pt x="847624" y="60196"/>
                  <a:pt x="847624" y="64771"/>
                </a:cubicBezTo>
                <a:lnTo>
                  <a:pt x="847624" y="104020"/>
                </a:lnTo>
                <a:close/>
                <a:moveTo>
                  <a:pt x="899608" y="99373"/>
                </a:moveTo>
                <a:cubicBezTo>
                  <a:pt x="899608" y="100755"/>
                  <a:pt x="899512" y="101852"/>
                  <a:pt x="899322" y="102662"/>
                </a:cubicBezTo>
                <a:cubicBezTo>
                  <a:pt x="899131" y="103472"/>
                  <a:pt x="898845" y="104068"/>
                  <a:pt x="898463" y="104449"/>
                </a:cubicBezTo>
                <a:cubicBezTo>
                  <a:pt x="898082" y="104830"/>
                  <a:pt x="897510" y="105188"/>
                  <a:pt x="896747" y="105521"/>
                </a:cubicBezTo>
                <a:cubicBezTo>
                  <a:pt x="895985" y="105855"/>
                  <a:pt x="895115" y="106129"/>
                  <a:pt x="894138" y="106344"/>
                </a:cubicBezTo>
                <a:cubicBezTo>
                  <a:pt x="893160" y="106558"/>
                  <a:pt x="892124" y="106737"/>
                  <a:pt x="891027" y="106880"/>
                </a:cubicBezTo>
                <a:cubicBezTo>
                  <a:pt x="889931" y="107023"/>
                  <a:pt x="888835" y="107094"/>
                  <a:pt x="887738" y="107094"/>
                </a:cubicBezTo>
                <a:cubicBezTo>
                  <a:pt x="884402" y="107094"/>
                  <a:pt x="881542" y="106653"/>
                  <a:pt x="879158" y="105769"/>
                </a:cubicBezTo>
                <a:cubicBezTo>
                  <a:pt x="876775" y="104885"/>
                  <a:pt x="874820" y="103547"/>
                  <a:pt x="873295" y="101755"/>
                </a:cubicBezTo>
                <a:cubicBezTo>
                  <a:pt x="871770" y="99963"/>
                  <a:pt x="870661" y="97694"/>
                  <a:pt x="869970" y="94947"/>
                </a:cubicBezTo>
                <a:cubicBezTo>
                  <a:pt x="869279" y="92201"/>
                  <a:pt x="868934" y="88964"/>
                  <a:pt x="868934" y="85238"/>
                </a:cubicBezTo>
                <a:lnTo>
                  <a:pt x="868934" y="47542"/>
                </a:lnTo>
                <a:lnTo>
                  <a:pt x="859924" y="47542"/>
                </a:lnTo>
                <a:cubicBezTo>
                  <a:pt x="859209" y="47542"/>
                  <a:pt x="858637" y="47161"/>
                  <a:pt x="858208" y="46398"/>
                </a:cubicBezTo>
                <a:cubicBezTo>
                  <a:pt x="857779" y="45635"/>
                  <a:pt x="857565" y="44396"/>
                  <a:pt x="857565" y="42680"/>
                </a:cubicBezTo>
                <a:cubicBezTo>
                  <a:pt x="857565" y="41775"/>
                  <a:pt x="857624" y="41012"/>
                  <a:pt x="857744" y="40393"/>
                </a:cubicBezTo>
                <a:cubicBezTo>
                  <a:pt x="857863" y="39773"/>
                  <a:pt x="858018" y="39261"/>
                  <a:pt x="858208" y="38856"/>
                </a:cubicBezTo>
                <a:cubicBezTo>
                  <a:pt x="858399" y="38451"/>
                  <a:pt x="858649" y="38165"/>
                  <a:pt x="858959" y="37998"/>
                </a:cubicBezTo>
                <a:cubicBezTo>
                  <a:pt x="859269" y="37831"/>
                  <a:pt x="859615" y="37748"/>
                  <a:pt x="859996" y="37748"/>
                </a:cubicBezTo>
                <a:lnTo>
                  <a:pt x="868934" y="37748"/>
                </a:lnTo>
                <a:lnTo>
                  <a:pt x="868934" y="22448"/>
                </a:lnTo>
                <a:cubicBezTo>
                  <a:pt x="868934" y="22115"/>
                  <a:pt x="869017" y="21805"/>
                  <a:pt x="869184" y="21519"/>
                </a:cubicBezTo>
                <a:cubicBezTo>
                  <a:pt x="869351" y="21233"/>
                  <a:pt x="869660" y="20983"/>
                  <a:pt x="870113" y="20768"/>
                </a:cubicBezTo>
                <a:cubicBezTo>
                  <a:pt x="870566" y="20554"/>
                  <a:pt x="871174" y="20399"/>
                  <a:pt x="871937" y="20304"/>
                </a:cubicBezTo>
                <a:cubicBezTo>
                  <a:pt x="872699" y="20208"/>
                  <a:pt x="873653" y="20161"/>
                  <a:pt x="874797" y="20161"/>
                </a:cubicBezTo>
                <a:cubicBezTo>
                  <a:pt x="875988" y="20161"/>
                  <a:pt x="876965" y="20208"/>
                  <a:pt x="877728" y="20304"/>
                </a:cubicBezTo>
                <a:cubicBezTo>
                  <a:pt x="878491" y="20399"/>
                  <a:pt x="879087" y="20554"/>
                  <a:pt x="879516" y="20768"/>
                </a:cubicBezTo>
                <a:cubicBezTo>
                  <a:pt x="879945" y="20983"/>
                  <a:pt x="880255" y="21233"/>
                  <a:pt x="880445" y="21519"/>
                </a:cubicBezTo>
                <a:cubicBezTo>
                  <a:pt x="880636" y="21805"/>
                  <a:pt x="880731" y="22115"/>
                  <a:pt x="880731" y="22448"/>
                </a:cubicBezTo>
                <a:lnTo>
                  <a:pt x="880731" y="37748"/>
                </a:lnTo>
                <a:lnTo>
                  <a:pt x="897248" y="37748"/>
                </a:lnTo>
                <a:cubicBezTo>
                  <a:pt x="897629" y="37748"/>
                  <a:pt x="897963" y="37831"/>
                  <a:pt x="898249" y="37998"/>
                </a:cubicBezTo>
                <a:cubicBezTo>
                  <a:pt x="898535" y="38165"/>
                  <a:pt x="898785" y="38451"/>
                  <a:pt x="899000" y="38856"/>
                </a:cubicBezTo>
                <a:cubicBezTo>
                  <a:pt x="899214" y="39261"/>
                  <a:pt x="899369" y="39773"/>
                  <a:pt x="899465" y="40393"/>
                </a:cubicBezTo>
                <a:cubicBezTo>
                  <a:pt x="899560" y="41012"/>
                  <a:pt x="899608" y="41775"/>
                  <a:pt x="899608" y="42680"/>
                </a:cubicBezTo>
                <a:cubicBezTo>
                  <a:pt x="899608" y="44396"/>
                  <a:pt x="899393" y="45635"/>
                  <a:pt x="898964" y="46398"/>
                </a:cubicBezTo>
                <a:cubicBezTo>
                  <a:pt x="898535" y="47161"/>
                  <a:pt x="897963" y="47542"/>
                  <a:pt x="897248" y="47542"/>
                </a:cubicBezTo>
                <a:lnTo>
                  <a:pt x="880731" y="47542"/>
                </a:lnTo>
                <a:lnTo>
                  <a:pt x="880731" y="83536"/>
                </a:lnTo>
                <a:cubicBezTo>
                  <a:pt x="880731" y="87980"/>
                  <a:pt x="881387" y="91338"/>
                  <a:pt x="882697" y="93609"/>
                </a:cubicBezTo>
                <a:cubicBezTo>
                  <a:pt x="884008" y="95879"/>
                  <a:pt x="886356" y="97014"/>
                  <a:pt x="889740" y="97014"/>
                </a:cubicBezTo>
                <a:cubicBezTo>
                  <a:pt x="890837" y="97014"/>
                  <a:pt x="891814" y="96907"/>
                  <a:pt x="892672" y="96692"/>
                </a:cubicBezTo>
                <a:cubicBezTo>
                  <a:pt x="893530" y="96478"/>
                  <a:pt x="894293" y="96251"/>
                  <a:pt x="894960" y="96013"/>
                </a:cubicBezTo>
                <a:cubicBezTo>
                  <a:pt x="895627" y="95775"/>
                  <a:pt x="896199" y="95548"/>
                  <a:pt x="896676" y="95334"/>
                </a:cubicBezTo>
                <a:cubicBezTo>
                  <a:pt x="897153" y="95119"/>
                  <a:pt x="897582" y="95012"/>
                  <a:pt x="897963" y="95012"/>
                </a:cubicBezTo>
                <a:cubicBezTo>
                  <a:pt x="898201" y="95012"/>
                  <a:pt x="898428" y="95072"/>
                  <a:pt x="898642" y="95191"/>
                </a:cubicBezTo>
                <a:cubicBezTo>
                  <a:pt x="898857" y="95310"/>
                  <a:pt x="899024" y="95536"/>
                  <a:pt x="899143" y="95870"/>
                </a:cubicBezTo>
                <a:cubicBezTo>
                  <a:pt x="899262" y="96204"/>
                  <a:pt x="899369" y="96657"/>
                  <a:pt x="899465" y="97228"/>
                </a:cubicBezTo>
                <a:cubicBezTo>
                  <a:pt x="899560" y="97800"/>
                  <a:pt x="899608" y="98515"/>
                  <a:pt x="899608" y="99373"/>
                </a:cubicBezTo>
                <a:close/>
                <a:moveTo>
                  <a:pt x="940196" y="25022"/>
                </a:moveTo>
                <a:cubicBezTo>
                  <a:pt x="942723" y="25022"/>
                  <a:pt x="944892" y="25904"/>
                  <a:pt x="946703" y="27667"/>
                </a:cubicBezTo>
                <a:cubicBezTo>
                  <a:pt x="948514" y="29431"/>
                  <a:pt x="949420" y="31552"/>
                  <a:pt x="949420" y="34030"/>
                </a:cubicBezTo>
                <a:cubicBezTo>
                  <a:pt x="949420" y="36508"/>
                  <a:pt x="948538" y="38641"/>
                  <a:pt x="946774" y="40428"/>
                </a:cubicBezTo>
                <a:cubicBezTo>
                  <a:pt x="945011" y="42216"/>
                  <a:pt x="942818" y="43109"/>
                  <a:pt x="940196" y="43109"/>
                </a:cubicBezTo>
                <a:cubicBezTo>
                  <a:pt x="937575" y="43109"/>
                  <a:pt x="935382" y="42216"/>
                  <a:pt x="933618" y="40428"/>
                </a:cubicBezTo>
                <a:cubicBezTo>
                  <a:pt x="931855" y="38641"/>
                  <a:pt x="930973" y="36508"/>
                  <a:pt x="930973" y="34030"/>
                </a:cubicBezTo>
                <a:cubicBezTo>
                  <a:pt x="930973" y="31552"/>
                  <a:pt x="931878" y="29431"/>
                  <a:pt x="933690" y="27667"/>
                </a:cubicBezTo>
                <a:cubicBezTo>
                  <a:pt x="935501" y="25904"/>
                  <a:pt x="937670" y="25022"/>
                  <a:pt x="940196" y="25022"/>
                </a:cubicBezTo>
                <a:moveTo>
                  <a:pt x="940196" y="89436"/>
                </a:moveTo>
                <a:cubicBezTo>
                  <a:pt x="942723" y="89436"/>
                  <a:pt x="944892" y="90318"/>
                  <a:pt x="946703" y="92081"/>
                </a:cubicBezTo>
                <a:cubicBezTo>
                  <a:pt x="948514" y="93845"/>
                  <a:pt x="949420" y="95989"/>
                  <a:pt x="949420" y="98515"/>
                </a:cubicBezTo>
                <a:cubicBezTo>
                  <a:pt x="949420" y="101089"/>
                  <a:pt x="948514" y="103246"/>
                  <a:pt x="946703" y="104985"/>
                </a:cubicBezTo>
                <a:cubicBezTo>
                  <a:pt x="944892" y="106725"/>
                  <a:pt x="942723" y="107595"/>
                  <a:pt x="940196" y="107595"/>
                </a:cubicBezTo>
                <a:cubicBezTo>
                  <a:pt x="937670" y="107595"/>
                  <a:pt x="935501" y="106725"/>
                  <a:pt x="933690" y="104985"/>
                </a:cubicBezTo>
                <a:cubicBezTo>
                  <a:pt x="931878" y="103246"/>
                  <a:pt x="930973" y="101089"/>
                  <a:pt x="930973" y="98515"/>
                </a:cubicBezTo>
                <a:cubicBezTo>
                  <a:pt x="930973" y="95989"/>
                  <a:pt x="931878" y="93845"/>
                  <a:pt x="933690" y="92081"/>
                </a:cubicBezTo>
                <a:cubicBezTo>
                  <a:pt x="935501" y="90318"/>
                  <a:pt x="937670" y="89436"/>
                  <a:pt x="940196" y="89436"/>
                </a:cubicBezTo>
                <a:close/>
                <a:moveTo>
                  <a:pt x="1104465" y="94297"/>
                </a:moveTo>
                <a:cubicBezTo>
                  <a:pt x="1104465" y="95108"/>
                  <a:pt x="1104441" y="95811"/>
                  <a:pt x="1104394" y="96406"/>
                </a:cubicBezTo>
                <a:cubicBezTo>
                  <a:pt x="1104346" y="97002"/>
                  <a:pt x="1104262" y="97503"/>
                  <a:pt x="1104143" y="97908"/>
                </a:cubicBezTo>
                <a:cubicBezTo>
                  <a:pt x="1104024" y="98313"/>
                  <a:pt x="1103881" y="98670"/>
                  <a:pt x="1103714" y="98980"/>
                </a:cubicBezTo>
                <a:cubicBezTo>
                  <a:pt x="1103547" y="99290"/>
                  <a:pt x="1103166" y="99743"/>
                  <a:pt x="1102570" y="100338"/>
                </a:cubicBezTo>
                <a:cubicBezTo>
                  <a:pt x="1101974" y="100934"/>
                  <a:pt x="1100962" y="101673"/>
                  <a:pt x="1099531" y="102555"/>
                </a:cubicBezTo>
                <a:cubicBezTo>
                  <a:pt x="1098101" y="103436"/>
                  <a:pt x="1096493" y="104223"/>
                  <a:pt x="1094705" y="104914"/>
                </a:cubicBezTo>
                <a:cubicBezTo>
                  <a:pt x="1092918" y="105605"/>
                  <a:pt x="1090975" y="106165"/>
                  <a:pt x="1088878" y="106594"/>
                </a:cubicBezTo>
                <a:cubicBezTo>
                  <a:pt x="1086780" y="107023"/>
                  <a:pt x="1084612" y="107237"/>
                  <a:pt x="1082371" y="107237"/>
                </a:cubicBezTo>
                <a:cubicBezTo>
                  <a:pt x="1077747" y="107237"/>
                  <a:pt x="1073648" y="106473"/>
                  <a:pt x="1070073" y="104945"/>
                </a:cubicBezTo>
                <a:cubicBezTo>
                  <a:pt x="1066498" y="103417"/>
                  <a:pt x="1063507" y="101184"/>
                  <a:pt x="1061100" y="98247"/>
                </a:cubicBezTo>
                <a:cubicBezTo>
                  <a:pt x="1058692" y="95310"/>
                  <a:pt x="1056857" y="91704"/>
                  <a:pt x="1055594" y="87430"/>
                </a:cubicBezTo>
                <a:cubicBezTo>
                  <a:pt x="1054331" y="83155"/>
                  <a:pt x="1053699" y="78224"/>
                  <a:pt x="1053699" y="72638"/>
                </a:cubicBezTo>
                <a:cubicBezTo>
                  <a:pt x="1053699" y="66285"/>
                  <a:pt x="1054474" y="60829"/>
                  <a:pt x="1056023" y="56268"/>
                </a:cubicBezTo>
                <a:cubicBezTo>
                  <a:pt x="1057572" y="51708"/>
                  <a:pt x="1059693" y="47971"/>
                  <a:pt x="1062387" y="45058"/>
                </a:cubicBezTo>
                <a:cubicBezTo>
                  <a:pt x="1065080" y="42144"/>
                  <a:pt x="1068250" y="39983"/>
                  <a:pt x="1071896" y="38574"/>
                </a:cubicBezTo>
                <a:cubicBezTo>
                  <a:pt x="1075543" y="37165"/>
                  <a:pt x="1079487" y="36461"/>
                  <a:pt x="1083730" y="36461"/>
                </a:cubicBezTo>
                <a:cubicBezTo>
                  <a:pt x="1085779" y="36461"/>
                  <a:pt x="1087770" y="36651"/>
                  <a:pt x="1089700" y="37033"/>
                </a:cubicBezTo>
                <a:cubicBezTo>
                  <a:pt x="1091631" y="37414"/>
                  <a:pt x="1093406" y="37914"/>
                  <a:pt x="1095027" y="38534"/>
                </a:cubicBezTo>
                <a:cubicBezTo>
                  <a:pt x="1096648" y="39154"/>
                  <a:pt x="1098090" y="39868"/>
                  <a:pt x="1099353" y="40679"/>
                </a:cubicBezTo>
                <a:cubicBezTo>
                  <a:pt x="1100616" y="41489"/>
                  <a:pt x="1101534" y="42180"/>
                  <a:pt x="1102106" y="42752"/>
                </a:cubicBezTo>
                <a:cubicBezTo>
                  <a:pt x="1102678" y="43324"/>
                  <a:pt x="1103071" y="43777"/>
                  <a:pt x="1103285" y="44110"/>
                </a:cubicBezTo>
                <a:cubicBezTo>
                  <a:pt x="1103500" y="44444"/>
                  <a:pt x="1103679" y="44837"/>
                  <a:pt x="1103822" y="45290"/>
                </a:cubicBezTo>
                <a:cubicBezTo>
                  <a:pt x="1103965" y="45743"/>
                  <a:pt x="1104060" y="46255"/>
                  <a:pt x="1104108" y="46827"/>
                </a:cubicBezTo>
                <a:cubicBezTo>
                  <a:pt x="1104155" y="47399"/>
                  <a:pt x="1104179" y="48114"/>
                  <a:pt x="1104179" y="48972"/>
                </a:cubicBezTo>
                <a:cubicBezTo>
                  <a:pt x="1104179" y="50830"/>
                  <a:pt x="1103965" y="52129"/>
                  <a:pt x="1103536" y="52868"/>
                </a:cubicBezTo>
                <a:cubicBezTo>
                  <a:pt x="1103107" y="53607"/>
                  <a:pt x="1102582" y="53976"/>
                  <a:pt x="1101963" y="53976"/>
                </a:cubicBezTo>
                <a:cubicBezTo>
                  <a:pt x="1101248" y="53976"/>
                  <a:pt x="1100425" y="53583"/>
                  <a:pt x="1099496" y="52796"/>
                </a:cubicBezTo>
                <a:cubicBezTo>
                  <a:pt x="1098566" y="52010"/>
                  <a:pt x="1097386" y="51140"/>
                  <a:pt x="1095956" y="50187"/>
                </a:cubicBezTo>
                <a:cubicBezTo>
                  <a:pt x="1094526" y="49234"/>
                  <a:pt x="1092798" y="48364"/>
                  <a:pt x="1090773" y="47578"/>
                </a:cubicBezTo>
                <a:cubicBezTo>
                  <a:pt x="1088747" y="46791"/>
                  <a:pt x="1086351" y="46398"/>
                  <a:pt x="1083587" y="46398"/>
                </a:cubicBezTo>
                <a:cubicBezTo>
                  <a:pt x="1077914" y="46398"/>
                  <a:pt x="1073565" y="48585"/>
                  <a:pt x="1070538" y="52960"/>
                </a:cubicBezTo>
                <a:cubicBezTo>
                  <a:pt x="1067511" y="57332"/>
                  <a:pt x="1065997" y="63677"/>
                  <a:pt x="1065997" y="71992"/>
                </a:cubicBezTo>
                <a:cubicBezTo>
                  <a:pt x="1065997" y="76150"/>
                  <a:pt x="1066391" y="79795"/>
                  <a:pt x="1067177" y="82926"/>
                </a:cubicBezTo>
                <a:cubicBezTo>
                  <a:pt x="1067964" y="86056"/>
                  <a:pt x="1069120" y="88673"/>
                  <a:pt x="1070645" y="90776"/>
                </a:cubicBezTo>
                <a:cubicBezTo>
                  <a:pt x="1072170" y="92879"/>
                  <a:pt x="1074041" y="94445"/>
                  <a:pt x="1076258" y="95472"/>
                </a:cubicBezTo>
                <a:cubicBezTo>
                  <a:pt x="1078474" y="96500"/>
                  <a:pt x="1081013" y="97014"/>
                  <a:pt x="1083873" y="97014"/>
                </a:cubicBezTo>
                <a:cubicBezTo>
                  <a:pt x="1086590" y="97014"/>
                  <a:pt x="1088973" y="96585"/>
                  <a:pt x="1091023" y="95727"/>
                </a:cubicBezTo>
                <a:cubicBezTo>
                  <a:pt x="1093073" y="94869"/>
                  <a:pt x="1094848" y="93928"/>
                  <a:pt x="1096350" y="92903"/>
                </a:cubicBezTo>
                <a:cubicBezTo>
                  <a:pt x="1097851" y="91879"/>
                  <a:pt x="1099114" y="90949"/>
                  <a:pt x="1100139" y="90115"/>
                </a:cubicBezTo>
                <a:cubicBezTo>
                  <a:pt x="1101164" y="89281"/>
                  <a:pt x="1101963" y="88864"/>
                  <a:pt x="1102535" y="88864"/>
                </a:cubicBezTo>
                <a:cubicBezTo>
                  <a:pt x="1102868" y="88864"/>
                  <a:pt x="1103154" y="88959"/>
                  <a:pt x="1103393" y="89150"/>
                </a:cubicBezTo>
                <a:cubicBezTo>
                  <a:pt x="1103631" y="89341"/>
                  <a:pt x="1103833" y="89662"/>
                  <a:pt x="1104000" y="90115"/>
                </a:cubicBezTo>
                <a:cubicBezTo>
                  <a:pt x="1104167" y="90568"/>
                  <a:pt x="1104286" y="91140"/>
                  <a:pt x="1104358" y="91831"/>
                </a:cubicBezTo>
                <a:cubicBezTo>
                  <a:pt x="1104429" y="92522"/>
                  <a:pt x="1104465" y="93344"/>
                  <a:pt x="1104465" y="94297"/>
                </a:cubicBezTo>
                <a:close/>
                <a:moveTo>
                  <a:pt x="1177517" y="71170"/>
                </a:moveTo>
                <a:cubicBezTo>
                  <a:pt x="1177517" y="76417"/>
                  <a:pt x="1176826" y="81247"/>
                  <a:pt x="1175444" y="85660"/>
                </a:cubicBezTo>
                <a:cubicBezTo>
                  <a:pt x="1174062" y="90073"/>
                  <a:pt x="1172000" y="93879"/>
                  <a:pt x="1169259" y="97077"/>
                </a:cubicBezTo>
                <a:cubicBezTo>
                  <a:pt x="1166518" y="100273"/>
                  <a:pt x="1163086" y="102765"/>
                  <a:pt x="1158963" y="104554"/>
                </a:cubicBezTo>
                <a:cubicBezTo>
                  <a:pt x="1154840" y="106343"/>
                  <a:pt x="1150061" y="107237"/>
                  <a:pt x="1144627" y="107237"/>
                </a:cubicBezTo>
                <a:cubicBezTo>
                  <a:pt x="1139336" y="107237"/>
                  <a:pt x="1134724" y="106450"/>
                  <a:pt x="1130791" y="104876"/>
                </a:cubicBezTo>
                <a:cubicBezTo>
                  <a:pt x="1126859" y="103302"/>
                  <a:pt x="1123582" y="101012"/>
                  <a:pt x="1120960" y="98006"/>
                </a:cubicBezTo>
                <a:cubicBezTo>
                  <a:pt x="1118338" y="95000"/>
                  <a:pt x="1116384" y="91351"/>
                  <a:pt x="1115097" y="87057"/>
                </a:cubicBezTo>
                <a:cubicBezTo>
                  <a:pt x="1113810" y="82763"/>
                  <a:pt x="1113166" y="77896"/>
                  <a:pt x="1113166" y="72457"/>
                </a:cubicBezTo>
                <a:cubicBezTo>
                  <a:pt x="1113166" y="67209"/>
                  <a:pt x="1113846" y="62379"/>
                  <a:pt x="1115204" y="57966"/>
                </a:cubicBezTo>
                <a:cubicBezTo>
                  <a:pt x="1116563" y="53553"/>
                  <a:pt x="1118612" y="49748"/>
                  <a:pt x="1121353" y="46552"/>
                </a:cubicBezTo>
                <a:cubicBezTo>
                  <a:pt x="1124094" y="43354"/>
                  <a:pt x="1127514" y="40873"/>
                  <a:pt x="1131614" y="39108"/>
                </a:cubicBezTo>
                <a:cubicBezTo>
                  <a:pt x="1135713" y="37343"/>
                  <a:pt x="1140504" y="36461"/>
                  <a:pt x="1145985" y="36461"/>
                </a:cubicBezTo>
                <a:cubicBezTo>
                  <a:pt x="1151277" y="36461"/>
                  <a:pt x="1155888" y="37248"/>
                  <a:pt x="1159821" y="38822"/>
                </a:cubicBezTo>
                <a:cubicBezTo>
                  <a:pt x="1163753" y="40396"/>
                  <a:pt x="1167031" y="42686"/>
                  <a:pt x="1169652" y="45692"/>
                </a:cubicBezTo>
                <a:cubicBezTo>
                  <a:pt x="1172274" y="48698"/>
                  <a:pt x="1174240" y="52347"/>
                  <a:pt x="1175551" y="56641"/>
                </a:cubicBezTo>
                <a:cubicBezTo>
                  <a:pt x="1176862" y="60935"/>
                  <a:pt x="1177517" y="65778"/>
                  <a:pt x="1177517" y="71170"/>
                </a:cubicBezTo>
                <a:moveTo>
                  <a:pt x="1165076" y="71956"/>
                </a:moveTo>
                <a:cubicBezTo>
                  <a:pt x="1165076" y="68472"/>
                  <a:pt x="1164754" y="65179"/>
                  <a:pt x="1164111" y="62077"/>
                </a:cubicBezTo>
                <a:cubicBezTo>
                  <a:pt x="1163467" y="58975"/>
                  <a:pt x="1162407" y="56254"/>
                  <a:pt x="1160929" y="53916"/>
                </a:cubicBezTo>
                <a:cubicBezTo>
                  <a:pt x="1159451" y="51577"/>
                  <a:pt x="1157449" y="49728"/>
                  <a:pt x="1154923" y="48368"/>
                </a:cubicBezTo>
                <a:cubicBezTo>
                  <a:pt x="1152397" y="47007"/>
                  <a:pt x="1149251" y="46327"/>
                  <a:pt x="1145485" y="46327"/>
                </a:cubicBezTo>
                <a:cubicBezTo>
                  <a:pt x="1142005" y="46327"/>
                  <a:pt x="1139014" y="46947"/>
                  <a:pt x="1136512" y="48188"/>
                </a:cubicBezTo>
                <a:cubicBezTo>
                  <a:pt x="1134009" y="49428"/>
                  <a:pt x="1131947" y="51183"/>
                  <a:pt x="1130327" y="53451"/>
                </a:cubicBezTo>
                <a:cubicBezTo>
                  <a:pt x="1128706" y="55718"/>
                  <a:pt x="1127502" y="58403"/>
                  <a:pt x="1126716" y="61505"/>
                </a:cubicBezTo>
                <a:cubicBezTo>
                  <a:pt x="1125929" y="64606"/>
                  <a:pt x="1125536" y="67994"/>
                  <a:pt x="1125536" y="71670"/>
                </a:cubicBezTo>
                <a:cubicBezTo>
                  <a:pt x="1125536" y="75202"/>
                  <a:pt x="1125858" y="78519"/>
                  <a:pt x="1126501" y="81621"/>
                </a:cubicBezTo>
                <a:cubicBezTo>
                  <a:pt x="1127145" y="84723"/>
                  <a:pt x="1128217" y="87432"/>
                  <a:pt x="1129719" y="89746"/>
                </a:cubicBezTo>
                <a:cubicBezTo>
                  <a:pt x="1131220" y="92061"/>
                  <a:pt x="1133234" y="93899"/>
                  <a:pt x="1135761" y="95260"/>
                </a:cubicBezTo>
                <a:cubicBezTo>
                  <a:pt x="1138287" y="96620"/>
                  <a:pt x="1141433" y="97300"/>
                  <a:pt x="1145199" y="97300"/>
                </a:cubicBezTo>
                <a:cubicBezTo>
                  <a:pt x="1148631" y="97300"/>
                  <a:pt x="1151610" y="96680"/>
                  <a:pt x="1154137" y="95439"/>
                </a:cubicBezTo>
                <a:cubicBezTo>
                  <a:pt x="1156663" y="94198"/>
                  <a:pt x="1158736" y="92456"/>
                  <a:pt x="1160357" y="90213"/>
                </a:cubicBezTo>
                <a:cubicBezTo>
                  <a:pt x="1161978" y="87969"/>
                  <a:pt x="1163170" y="85296"/>
                  <a:pt x="1163932" y="82195"/>
                </a:cubicBezTo>
                <a:cubicBezTo>
                  <a:pt x="1164695" y="79093"/>
                  <a:pt x="1165076" y="75680"/>
                  <a:pt x="1165076" y="71956"/>
                </a:cubicBezTo>
                <a:close/>
                <a:moveTo>
                  <a:pt x="1249252" y="104018"/>
                </a:moveTo>
                <a:cubicBezTo>
                  <a:pt x="1249252" y="104399"/>
                  <a:pt x="1249168" y="104734"/>
                  <a:pt x="1249001" y="105021"/>
                </a:cubicBezTo>
                <a:cubicBezTo>
                  <a:pt x="1248835" y="105307"/>
                  <a:pt x="1248549" y="105533"/>
                  <a:pt x="1248143" y="105700"/>
                </a:cubicBezTo>
                <a:cubicBezTo>
                  <a:pt x="1247738" y="105867"/>
                  <a:pt x="1247202" y="105998"/>
                  <a:pt x="1246535" y="106093"/>
                </a:cubicBezTo>
                <a:cubicBezTo>
                  <a:pt x="1245867" y="106189"/>
                  <a:pt x="1245057" y="106236"/>
                  <a:pt x="1244104" y="106236"/>
                </a:cubicBezTo>
                <a:cubicBezTo>
                  <a:pt x="1243103" y="106236"/>
                  <a:pt x="1242268" y="106189"/>
                  <a:pt x="1241601" y="106093"/>
                </a:cubicBezTo>
                <a:cubicBezTo>
                  <a:pt x="1240934" y="106000"/>
                  <a:pt x="1240385" y="105870"/>
                  <a:pt x="1239956" y="105705"/>
                </a:cubicBezTo>
                <a:cubicBezTo>
                  <a:pt x="1239527" y="105538"/>
                  <a:pt x="1239218" y="105312"/>
                  <a:pt x="1239027" y="105028"/>
                </a:cubicBezTo>
                <a:cubicBezTo>
                  <a:pt x="1238836" y="104743"/>
                  <a:pt x="1238741" y="104412"/>
                  <a:pt x="1238741" y="104034"/>
                </a:cubicBezTo>
                <a:lnTo>
                  <a:pt x="1238741" y="95573"/>
                </a:lnTo>
                <a:cubicBezTo>
                  <a:pt x="1235357" y="99246"/>
                  <a:pt x="1231841" y="102108"/>
                  <a:pt x="1228195" y="104161"/>
                </a:cubicBezTo>
                <a:cubicBezTo>
                  <a:pt x="1224548" y="106212"/>
                  <a:pt x="1220556" y="107237"/>
                  <a:pt x="1216218" y="107237"/>
                </a:cubicBezTo>
                <a:cubicBezTo>
                  <a:pt x="1211499" y="107237"/>
                  <a:pt x="1207471" y="106319"/>
                  <a:pt x="1204134" y="104483"/>
                </a:cubicBezTo>
                <a:cubicBezTo>
                  <a:pt x="1200798" y="102646"/>
                  <a:pt x="1198093" y="100166"/>
                  <a:pt x="1196019" y="97041"/>
                </a:cubicBezTo>
                <a:cubicBezTo>
                  <a:pt x="1193946" y="93915"/>
                  <a:pt x="1192432" y="90241"/>
                  <a:pt x="1191479" y="86020"/>
                </a:cubicBezTo>
                <a:cubicBezTo>
                  <a:pt x="1190525" y="81797"/>
                  <a:pt x="1190049" y="77348"/>
                  <a:pt x="1190049" y="72671"/>
                </a:cubicBezTo>
                <a:cubicBezTo>
                  <a:pt x="1190049" y="67138"/>
                  <a:pt x="1190645" y="62141"/>
                  <a:pt x="1191836" y="57680"/>
                </a:cubicBezTo>
                <a:cubicBezTo>
                  <a:pt x="1193028" y="53219"/>
                  <a:pt x="1194792" y="49415"/>
                  <a:pt x="1197127" y="46266"/>
                </a:cubicBezTo>
                <a:cubicBezTo>
                  <a:pt x="1199463" y="43116"/>
                  <a:pt x="1202359" y="40694"/>
                  <a:pt x="1205815" y="39001"/>
                </a:cubicBezTo>
                <a:cubicBezTo>
                  <a:pt x="1209271" y="37307"/>
                  <a:pt x="1213263" y="36461"/>
                  <a:pt x="1217791" y="36461"/>
                </a:cubicBezTo>
                <a:cubicBezTo>
                  <a:pt x="1221557" y="36461"/>
                  <a:pt x="1225001" y="37284"/>
                  <a:pt x="1228123" y="38929"/>
                </a:cubicBezTo>
                <a:cubicBezTo>
                  <a:pt x="1231245" y="40575"/>
                  <a:pt x="1234332" y="42996"/>
                  <a:pt x="1237382" y="46192"/>
                </a:cubicBezTo>
                <a:lnTo>
                  <a:pt x="1237382" y="8726"/>
                </a:lnTo>
                <a:cubicBezTo>
                  <a:pt x="1237382" y="8393"/>
                  <a:pt x="1237466" y="8071"/>
                  <a:pt x="1237633" y="7761"/>
                </a:cubicBezTo>
                <a:cubicBezTo>
                  <a:pt x="1237800" y="7450"/>
                  <a:pt x="1238121" y="7211"/>
                  <a:pt x="1238598" y="7044"/>
                </a:cubicBezTo>
                <a:cubicBezTo>
                  <a:pt x="1239075" y="6876"/>
                  <a:pt x="1239682" y="6732"/>
                  <a:pt x="1240421" y="6613"/>
                </a:cubicBezTo>
                <a:cubicBezTo>
                  <a:pt x="1241160" y="6494"/>
                  <a:pt x="1242102" y="6434"/>
                  <a:pt x="1243246" y="6434"/>
                </a:cubicBezTo>
                <a:cubicBezTo>
                  <a:pt x="1244437" y="6434"/>
                  <a:pt x="1245414" y="6494"/>
                  <a:pt x="1246177" y="6613"/>
                </a:cubicBezTo>
                <a:cubicBezTo>
                  <a:pt x="1246940" y="6732"/>
                  <a:pt x="1247536" y="6875"/>
                  <a:pt x="1247965" y="7042"/>
                </a:cubicBezTo>
                <a:cubicBezTo>
                  <a:pt x="1248394" y="7209"/>
                  <a:pt x="1248715" y="7448"/>
                  <a:pt x="1248930" y="7759"/>
                </a:cubicBezTo>
                <a:cubicBezTo>
                  <a:pt x="1249144" y="8069"/>
                  <a:pt x="1249252" y="8391"/>
                  <a:pt x="1249252" y="8724"/>
                </a:cubicBezTo>
                <a:lnTo>
                  <a:pt x="1249252" y="104018"/>
                </a:lnTo>
                <a:moveTo>
                  <a:pt x="1237382" y="58788"/>
                </a:moveTo>
                <a:cubicBezTo>
                  <a:pt x="1234189" y="54825"/>
                  <a:pt x="1231102" y="51805"/>
                  <a:pt x="1228123" y="49729"/>
                </a:cubicBezTo>
                <a:cubicBezTo>
                  <a:pt x="1225144" y="47651"/>
                  <a:pt x="1222034" y="46612"/>
                  <a:pt x="1218792" y="46612"/>
                </a:cubicBezTo>
                <a:cubicBezTo>
                  <a:pt x="1215789" y="46612"/>
                  <a:pt x="1213239" y="47329"/>
                  <a:pt x="1211142" y="48762"/>
                </a:cubicBezTo>
                <a:cubicBezTo>
                  <a:pt x="1209044" y="50193"/>
                  <a:pt x="1207340" y="52078"/>
                  <a:pt x="1206029" y="54416"/>
                </a:cubicBezTo>
                <a:cubicBezTo>
                  <a:pt x="1204718" y="56755"/>
                  <a:pt x="1203765" y="59403"/>
                  <a:pt x="1203169" y="62363"/>
                </a:cubicBezTo>
                <a:cubicBezTo>
                  <a:pt x="1202573" y="65322"/>
                  <a:pt x="1202275" y="68330"/>
                  <a:pt x="1202275" y="71384"/>
                </a:cubicBezTo>
                <a:cubicBezTo>
                  <a:pt x="1202275" y="74630"/>
                  <a:pt x="1202526" y="77804"/>
                  <a:pt x="1203026" y="80906"/>
                </a:cubicBezTo>
                <a:cubicBezTo>
                  <a:pt x="1203527" y="84008"/>
                  <a:pt x="1204397" y="86765"/>
                  <a:pt x="1205636" y="89174"/>
                </a:cubicBezTo>
                <a:cubicBezTo>
                  <a:pt x="1206875" y="91584"/>
                  <a:pt x="1208520" y="93518"/>
                  <a:pt x="1210570" y="94974"/>
                </a:cubicBezTo>
                <a:cubicBezTo>
                  <a:pt x="1212619" y="96429"/>
                  <a:pt x="1215193" y="97157"/>
                  <a:pt x="1218292" y="97157"/>
                </a:cubicBezTo>
                <a:cubicBezTo>
                  <a:pt x="1219865" y="97157"/>
                  <a:pt x="1221378" y="96942"/>
                  <a:pt x="1222832" y="96514"/>
                </a:cubicBezTo>
                <a:cubicBezTo>
                  <a:pt x="1224286" y="96083"/>
                  <a:pt x="1225775" y="95367"/>
                  <a:pt x="1227301" y="94364"/>
                </a:cubicBezTo>
                <a:cubicBezTo>
                  <a:pt x="1228826" y="93362"/>
                  <a:pt x="1230423" y="92061"/>
                  <a:pt x="1232091" y="90461"/>
                </a:cubicBezTo>
                <a:cubicBezTo>
                  <a:pt x="1233760" y="88862"/>
                  <a:pt x="1235523" y="86892"/>
                  <a:pt x="1237382" y="84552"/>
                </a:cubicBezTo>
                <a:lnTo>
                  <a:pt x="1237382" y="58788"/>
                </a:lnTo>
                <a:close/>
                <a:moveTo>
                  <a:pt x="1281204" y="104020"/>
                </a:moveTo>
                <a:cubicBezTo>
                  <a:pt x="1281204" y="104401"/>
                  <a:pt x="1281109" y="104723"/>
                  <a:pt x="1280918" y="104985"/>
                </a:cubicBezTo>
                <a:cubicBezTo>
                  <a:pt x="1280727" y="105247"/>
                  <a:pt x="1280417" y="105474"/>
                  <a:pt x="1279988" y="105664"/>
                </a:cubicBezTo>
                <a:cubicBezTo>
                  <a:pt x="1279559" y="105855"/>
                  <a:pt x="1278964" y="105998"/>
                  <a:pt x="1278201" y="106093"/>
                </a:cubicBezTo>
                <a:cubicBezTo>
                  <a:pt x="1277438" y="106189"/>
                  <a:pt x="1276461" y="106236"/>
                  <a:pt x="1275269" y="106236"/>
                </a:cubicBezTo>
                <a:cubicBezTo>
                  <a:pt x="1274125" y="106236"/>
                  <a:pt x="1273172" y="106189"/>
                  <a:pt x="1272409" y="106093"/>
                </a:cubicBezTo>
                <a:cubicBezTo>
                  <a:pt x="1271647" y="105998"/>
                  <a:pt x="1271039" y="105855"/>
                  <a:pt x="1270586" y="105664"/>
                </a:cubicBezTo>
                <a:cubicBezTo>
                  <a:pt x="1270133" y="105474"/>
                  <a:pt x="1269823" y="105247"/>
                  <a:pt x="1269656" y="104985"/>
                </a:cubicBezTo>
                <a:cubicBezTo>
                  <a:pt x="1269490" y="104723"/>
                  <a:pt x="1269406" y="104401"/>
                  <a:pt x="1269406" y="104020"/>
                </a:cubicBezTo>
                <a:lnTo>
                  <a:pt x="1269406" y="39678"/>
                </a:lnTo>
                <a:cubicBezTo>
                  <a:pt x="1269406" y="39344"/>
                  <a:pt x="1269490" y="39034"/>
                  <a:pt x="1269656" y="38748"/>
                </a:cubicBezTo>
                <a:cubicBezTo>
                  <a:pt x="1269823" y="38462"/>
                  <a:pt x="1270133" y="38224"/>
                  <a:pt x="1270586" y="38033"/>
                </a:cubicBezTo>
                <a:cubicBezTo>
                  <a:pt x="1271039" y="37843"/>
                  <a:pt x="1271647" y="37700"/>
                  <a:pt x="1272409" y="37605"/>
                </a:cubicBezTo>
                <a:cubicBezTo>
                  <a:pt x="1273172" y="37509"/>
                  <a:pt x="1274125" y="37462"/>
                  <a:pt x="1275269" y="37462"/>
                </a:cubicBezTo>
                <a:cubicBezTo>
                  <a:pt x="1276461" y="37462"/>
                  <a:pt x="1277438" y="37509"/>
                  <a:pt x="1278201" y="37605"/>
                </a:cubicBezTo>
                <a:cubicBezTo>
                  <a:pt x="1278964" y="37700"/>
                  <a:pt x="1279559" y="37843"/>
                  <a:pt x="1279988" y="38033"/>
                </a:cubicBezTo>
                <a:cubicBezTo>
                  <a:pt x="1280417" y="38224"/>
                  <a:pt x="1280727" y="38462"/>
                  <a:pt x="1280918" y="38748"/>
                </a:cubicBezTo>
                <a:cubicBezTo>
                  <a:pt x="1281109" y="39034"/>
                  <a:pt x="1281204" y="39344"/>
                  <a:pt x="1281204" y="39678"/>
                </a:cubicBezTo>
                <a:lnTo>
                  <a:pt x="1281204" y="104020"/>
                </a:lnTo>
                <a:moveTo>
                  <a:pt x="1282562" y="17873"/>
                </a:moveTo>
                <a:cubicBezTo>
                  <a:pt x="1282562" y="20637"/>
                  <a:pt x="1282038" y="22520"/>
                  <a:pt x="1280989" y="23521"/>
                </a:cubicBezTo>
                <a:cubicBezTo>
                  <a:pt x="1279941" y="24522"/>
                  <a:pt x="1278010" y="25022"/>
                  <a:pt x="1275198" y="25022"/>
                </a:cubicBezTo>
                <a:cubicBezTo>
                  <a:pt x="1272433" y="25022"/>
                  <a:pt x="1270538" y="24534"/>
                  <a:pt x="1269513" y="23556"/>
                </a:cubicBezTo>
                <a:cubicBezTo>
                  <a:pt x="1268489" y="22579"/>
                  <a:pt x="1267976" y="20733"/>
                  <a:pt x="1267976" y="18016"/>
                </a:cubicBezTo>
                <a:cubicBezTo>
                  <a:pt x="1267976" y="15252"/>
                  <a:pt x="1268501" y="13369"/>
                  <a:pt x="1269549" y="12368"/>
                </a:cubicBezTo>
                <a:cubicBezTo>
                  <a:pt x="1270598" y="11367"/>
                  <a:pt x="1272528" y="10867"/>
                  <a:pt x="1275341" y="10867"/>
                </a:cubicBezTo>
                <a:cubicBezTo>
                  <a:pt x="1278105" y="10867"/>
                  <a:pt x="1280000" y="11355"/>
                  <a:pt x="1281025" y="12332"/>
                </a:cubicBezTo>
                <a:cubicBezTo>
                  <a:pt x="1282050" y="13309"/>
                  <a:pt x="1282562" y="15156"/>
                  <a:pt x="1282562" y="17873"/>
                </a:cubicBezTo>
                <a:close/>
                <a:moveTo>
                  <a:pt x="1357343" y="104020"/>
                </a:moveTo>
                <a:cubicBezTo>
                  <a:pt x="1357343" y="104401"/>
                  <a:pt x="1357247" y="104723"/>
                  <a:pt x="1357057" y="104985"/>
                </a:cubicBezTo>
                <a:cubicBezTo>
                  <a:pt x="1356866" y="105247"/>
                  <a:pt x="1356556" y="105474"/>
                  <a:pt x="1356127" y="105664"/>
                </a:cubicBezTo>
                <a:cubicBezTo>
                  <a:pt x="1355698" y="105855"/>
                  <a:pt x="1355102" y="105998"/>
                  <a:pt x="1354339" y="106093"/>
                </a:cubicBezTo>
                <a:cubicBezTo>
                  <a:pt x="1353577" y="106189"/>
                  <a:pt x="1352623" y="106236"/>
                  <a:pt x="1351479" y="106236"/>
                </a:cubicBezTo>
                <a:cubicBezTo>
                  <a:pt x="1350288" y="106236"/>
                  <a:pt x="1349311" y="106189"/>
                  <a:pt x="1348548" y="106093"/>
                </a:cubicBezTo>
                <a:cubicBezTo>
                  <a:pt x="1347785" y="105998"/>
                  <a:pt x="1347189" y="105855"/>
                  <a:pt x="1346760" y="105664"/>
                </a:cubicBezTo>
                <a:cubicBezTo>
                  <a:pt x="1346331" y="105474"/>
                  <a:pt x="1346022" y="105247"/>
                  <a:pt x="1345831" y="104985"/>
                </a:cubicBezTo>
                <a:cubicBezTo>
                  <a:pt x="1345640" y="104723"/>
                  <a:pt x="1345545" y="104401"/>
                  <a:pt x="1345545" y="104020"/>
                </a:cubicBezTo>
                <a:lnTo>
                  <a:pt x="1345545" y="66344"/>
                </a:lnTo>
                <a:cubicBezTo>
                  <a:pt x="1345545" y="62674"/>
                  <a:pt x="1345259" y="59719"/>
                  <a:pt x="1344687" y="57479"/>
                </a:cubicBezTo>
                <a:cubicBezTo>
                  <a:pt x="1344115" y="55239"/>
                  <a:pt x="1343281" y="53309"/>
                  <a:pt x="1342184" y="51688"/>
                </a:cubicBezTo>
                <a:cubicBezTo>
                  <a:pt x="1341088" y="50068"/>
                  <a:pt x="1339670" y="48829"/>
                  <a:pt x="1337930" y="47971"/>
                </a:cubicBezTo>
                <a:cubicBezTo>
                  <a:pt x="1336190" y="47113"/>
                  <a:pt x="1334176" y="46684"/>
                  <a:pt x="1331888" y="46684"/>
                </a:cubicBezTo>
                <a:cubicBezTo>
                  <a:pt x="1328933" y="46684"/>
                  <a:pt x="1325977" y="47733"/>
                  <a:pt x="1323022" y="49830"/>
                </a:cubicBezTo>
                <a:cubicBezTo>
                  <a:pt x="1320067" y="51927"/>
                  <a:pt x="1316968" y="55001"/>
                  <a:pt x="1313727" y="59052"/>
                </a:cubicBezTo>
                <a:lnTo>
                  <a:pt x="1313727" y="104020"/>
                </a:lnTo>
                <a:cubicBezTo>
                  <a:pt x="1313727" y="104401"/>
                  <a:pt x="1313632" y="104723"/>
                  <a:pt x="1313441" y="104985"/>
                </a:cubicBezTo>
                <a:cubicBezTo>
                  <a:pt x="1313250" y="105247"/>
                  <a:pt x="1312940" y="105474"/>
                  <a:pt x="1312511" y="105664"/>
                </a:cubicBezTo>
                <a:cubicBezTo>
                  <a:pt x="1312082" y="105855"/>
                  <a:pt x="1311486" y="105998"/>
                  <a:pt x="1310724" y="106093"/>
                </a:cubicBezTo>
                <a:cubicBezTo>
                  <a:pt x="1309961" y="106189"/>
                  <a:pt x="1308984" y="106236"/>
                  <a:pt x="1307792" y="106236"/>
                </a:cubicBezTo>
                <a:cubicBezTo>
                  <a:pt x="1306648" y="106236"/>
                  <a:pt x="1305695" y="106189"/>
                  <a:pt x="1304932" y="106093"/>
                </a:cubicBezTo>
                <a:cubicBezTo>
                  <a:pt x="1304170" y="105998"/>
                  <a:pt x="1303562" y="105855"/>
                  <a:pt x="1303109" y="105664"/>
                </a:cubicBezTo>
                <a:cubicBezTo>
                  <a:pt x="1302656" y="105474"/>
                  <a:pt x="1302346" y="105247"/>
                  <a:pt x="1302179" y="104985"/>
                </a:cubicBezTo>
                <a:cubicBezTo>
                  <a:pt x="1302013" y="104723"/>
                  <a:pt x="1301929" y="104401"/>
                  <a:pt x="1301929" y="104020"/>
                </a:cubicBezTo>
                <a:lnTo>
                  <a:pt x="1301929" y="39678"/>
                </a:lnTo>
                <a:cubicBezTo>
                  <a:pt x="1301929" y="39297"/>
                  <a:pt x="1302001" y="38975"/>
                  <a:pt x="1302144" y="38713"/>
                </a:cubicBezTo>
                <a:cubicBezTo>
                  <a:pt x="1302287" y="38451"/>
                  <a:pt x="1302573" y="38212"/>
                  <a:pt x="1303002" y="37998"/>
                </a:cubicBezTo>
                <a:cubicBezTo>
                  <a:pt x="1303431" y="37783"/>
                  <a:pt x="1303979" y="37640"/>
                  <a:pt x="1304646" y="37569"/>
                </a:cubicBezTo>
                <a:cubicBezTo>
                  <a:pt x="1305314" y="37497"/>
                  <a:pt x="1306195" y="37462"/>
                  <a:pt x="1307292" y="37462"/>
                </a:cubicBezTo>
                <a:cubicBezTo>
                  <a:pt x="1308340" y="37462"/>
                  <a:pt x="1309210" y="37497"/>
                  <a:pt x="1309902" y="37569"/>
                </a:cubicBezTo>
                <a:cubicBezTo>
                  <a:pt x="1310593" y="37640"/>
                  <a:pt x="1311129" y="37783"/>
                  <a:pt x="1311510" y="37998"/>
                </a:cubicBezTo>
                <a:cubicBezTo>
                  <a:pt x="1311892" y="38212"/>
                  <a:pt x="1312166" y="38451"/>
                  <a:pt x="1312333" y="38713"/>
                </a:cubicBezTo>
                <a:cubicBezTo>
                  <a:pt x="1312499" y="38975"/>
                  <a:pt x="1312583" y="39297"/>
                  <a:pt x="1312583" y="39678"/>
                </a:cubicBezTo>
                <a:lnTo>
                  <a:pt x="1312583" y="48185"/>
                </a:lnTo>
                <a:cubicBezTo>
                  <a:pt x="1316206" y="44134"/>
                  <a:pt x="1319816" y="41167"/>
                  <a:pt x="1323415" y="39285"/>
                </a:cubicBezTo>
                <a:cubicBezTo>
                  <a:pt x="1327014" y="37402"/>
                  <a:pt x="1330649" y="36461"/>
                  <a:pt x="1334319" y="36461"/>
                </a:cubicBezTo>
                <a:cubicBezTo>
                  <a:pt x="1338609" y="36461"/>
                  <a:pt x="1342220" y="37188"/>
                  <a:pt x="1345152" y="38641"/>
                </a:cubicBezTo>
                <a:cubicBezTo>
                  <a:pt x="1348083" y="40095"/>
                  <a:pt x="1350455" y="42037"/>
                  <a:pt x="1352266" y="44468"/>
                </a:cubicBezTo>
                <a:cubicBezTo>
                  <a:pt x="1354077" y="46898"/>
                  <a:pt x="1355376" y="49746"/>
                  <a:pt x="1356163" y="53011"/>
                </a:cubicBezTo>
                <a:cubicBezTo>
                  <a:pt x="1356949" y="56276"/>
                  <a:pt x="1357343" y="60196"/>
                  <a:pt x="1357343" y="64771"/>
                </a:cubicBezTo>
                <a:lnTo>
                  <a:pt x="1357343" y="104020"/>
                </a:lnTo>
                <a:close/>
                <a:moveTo>
                  <a:pt x="1430980" y="42537"/>
                </a:moveTo>
                <a:cubicBezTo>
                  <a:pt x="1430980" y="44206"/>
                  <a:pt x="1430754" y="45409"/>
                  <a:pt x="1430301" y="46148"/>
                </a:cubicBezTo>
                <a:cubicBezTo>
                  <a:pt x="1429848" y="46887"/>
                  <a:pt x="1429264" y="47256"/>
                  <a:pt x="1428549" y="47256"/>
                </a:cubicBezTo>
                <a:lnTo>
                  <a:pt x="1419325" y="47256"/>
                </a:lnTo>
                <a:cubicBezTo>
                  <a:pt x="1420994" y="48976"/>
                  <a:pt x="1422162" y="50877"/>
                  <a:pt x="1422829" y="52957"/>
                </a:cubicBezTo>
                <a:cubicBezTo>
                  <a:pt x="1423496" y="55037"/>
                  <a:pt x="1423830" y="57199"/>
                  <a:pt x="1423830" y="59445"/>
                </a:cubicBezTo>
                <a:cubicBezTo>
                  <a:pt x="1423830" y="63157"/>
                  <a:pt x="1423234" y="66440"/>
                  <a:pt x="1422042" y="69295"/>
                </a:cubicBezTo>
                <a:cubicBezTo>
                  <a:pt x="1420851" y="72151"/>
                  <a:pt x="1419147" y="74566"/>
                  <a:pt x="1416930" y="76541"/>
                </a:cubicBezTo>
                <a:cubicBezTo>
                  <a:pt x="1414713" y="78516"/>
                  <a:pt x="1412080" y="80027"/>
                  <a:pt x="1409029" y="81074"/>
                </a:cubicBezTo>
                <a:cubicBezTo>
                  <a:pt x="1405978" y="82121"/>
                  <a:pt x="1402594" y="82644"/>
                  <a:pt x="1398876" y="82644"/>
                </a:cubicBezTo>
                <a:cubicBezTo>
                  <a:pt x="1396254" y="82644"/>
                  <a:pt x="1393764" y="82299"/>
                  <a:pt x="1391404" y="81610"/>
                </a:cubicBezTo>
                <a:cubicBezTo>
                  <a:pt x="1389045" y="80920"/>
                  <a:pt x="1387221" y="80052"/>
                  <a:pt x="1385934" y="79005"/>
                </a:cubicBezTo>
                <a:cubicBezTo>
                  <a:pt x="1385076" y="79863"/>
                  <a:pt x="1384373" y="80840"/>
                  <a:pt x="1383825" y="81936"/>
                </a:cubicBezTo>
                <a:cubicBezTo>
                  <a:pt x="1383277" y="83031"/>
                  <a:pt x="1383003" y="84292"/>
                  <a:pt x="1383003" y="85721"/>
                </a:cubicBezTo>
                <a:cubicBezTo>
                  <a:pt x="1383003" y="87389"/>
                  <a:pt x="1383777" y="88771"/>
                  <a:pt x="1385327" y="89867"/>
                </a:cubicBezTo>
                <a:cubicBezTo>
                  <a:pt x="1386876" y="90962"/>
                  <a:pt x="1388937" y="91557"/>
                  <a:pt x="1391511" y="91652"/>
                </a:cubicBezTo>
                <a:lnTo>
                  <a:pt x="1408314" y="92369"/>
                </a:lnTo>
                <a:cubicBezTo>
                  <a:pt x="1411508" y="92465"/>
                  <a:pt x="1414439" y="92907"/>
                  <a:pt x="1417109" y="93696"/>
                </a:cubicBezTo>
                <a:cubicBezTo>
                  <a:pt x="1419778" y="94486"/>
                  <a:pt x="1422090" y="95610"/>
                  <a:pt x="1424044" y="97070"/>
                </a:cubicBezTo>
                <a:cubicBezTo>
                  <a:pt x="1425999" y="98528"/>
                  <a:pt x="1427524" y="100321"/>
                  <a:pt x="1428620" y="102450"/>
                </a:cubicBezTo>
                <a:cubicBezTo>
                  <a:pt x="1429717" y="104578"/>
                  <a:pt x="1430265" y="107053"/>
                  <a:pt x="1430265" y="109876"/>
                </a:cubicBezTo>
                <a:cubicBezTo>
                  <a:pt x="1430265" y="112841"/>
                  <a:pt x="1429645" y="115663"/>
                  <a:pt x="1428406" y="118341"/>
                </a:cubicBezTo>
                <a:cubicBezTo>
                  <a:pt x="1427167" y="121020"/>
                  <a:pt x="1425272" y="123376"/>
                  <a:pt x="1422722" y="125407"/>
                </a:cubicBezTo>
                <a:cubicBezTo>
                  <a:pt x="1420171" y="127440"/>
                  <a:pt x="1416918" y="129043"/>
                  <a:pt x="1412962" y="130215"/>
                </a:cubicBezTo>
                <a:cubicBezTo>
                  <a:pt x="1409005" y="131387"/>
                  <a:pt x="1404334" y="131973"/>
                  <a:pt x="1398947" y="131973"/>
                </a:cubicBezTo>
                <a:cubicBezTo>
                  <a:pt x="1393752" y="131973"/>
                  <a:pt x="1389331" y="131532"/>
                  <a:pt x="1385684" y="130649"/>
                </a:cubicBezTo>
                <a:cubicBezTo>
                  <a:pt x="1382037" y="129767"/>
                  <a:pt x="1379046" y="128563"/>
                  <a:pt x="1376711" y="127036"/>
                </a:cubicBezTo>
                <a:cubicBezTo>
                  <a:pt x="1374375" y="125511"/>
                  <a:pt x="1372683" y="123687"/>
                  <a:pt x="1371634" y="121565"/>
                </a:cubicBezTo>
                <a:cubicBezTo>
                  <a:pt x="1370585" y="119442"/>
                  <a:pt x="1370061" y="117140"/>
                  <a:pt x="1370061" y="114659"/>
                </a:cubicBezTo>
                <a:cubicBezTo>
                  <a:pt x="1370061" y="113086"/>
                  <a:pt x="1370252" y="111560"/>
                  <a:pt x="1370633" y="110081"/>
                </a:cubicBezTo>
                <a:cubicBezTo>
                  <a:pt x="1371014" y="108602"/>
                  <a:pt x="1371598" y="107195"/>
                  <a:pt x="1372385" y="105859"/>
                </a:cubicBezTo>
                <a:cubicBezTo>
                  <a:pt x="1373171" y="104524"/>
                  <a:pt x="1374149" y="103249"/>
                  <a:pt x="1375316" y="102034"/>
                </a:cubicBezTo>
                <a:cubicBezTo>
                  <a:pt x="1376484" y="100817"/>
                  <a:pt x="1377831" y="99612"/>
                  <a:pt x="1379356" y="98419"/>
                </a:cubicBezTo>
                <a:cubicBezTo>
                  <a:pt x="1377020" y="97223"/>
                  <a:pt x="1375293" y="95716"/>
                  <a:pt x="1374172" y="93897"/>
                </a:cubicBezTo>
                <a:cubicBezTo>
                  <a:pt x="1373052" y="92077"/>
                  <a:pt x="1372492" y="90114"/>
                  <a:pt x="1372492" y="88008"/>
                </a:cubicBezTo>
                <a:cubicBezTo>
                  <a:pt x="1372492" y="85089"/>
                  <a:pt x="1373088" y="82480"/>
                  <a:pt x="1374280" y="80182"/>
                </a:cubicBezTo>
                <a:cubicBezTo>
                  <a:pt x="1375471" y="77884"/>
                  <a:pt x="1376949" y="75826"/>
                  <a:pt x="1378713" y="74007"/>
                </a:cubicBezTo>
                <a:cubicBezTo>
                  <a:pt x="1377235" y="72247"/>
                  <a:pt x="1376067" y="70260"/>
                  <a:pt x="1375209" y="68047"/>
                </a:cubicBezTo>
                <a:cubicBezTo>
                  <a:pt x="1374351" y="65833"/>
                  <a:pt x="1373922" y="63157"/>
                  <a:pt x="1373922" y="60017"/>
                </a:cubicBezTo>
                <a:cubicBezTo>
                  <a:pt x="1373922" y="56353"/>
                  <a:pt x="1374542" y="53070"/>
                  <a:pt x="1375781" y="50167"/>
                </a:cubicBezTo>
                <a:cubicBezTo>
                  <a:pt x="1377020" y="47264"/>
                  <a:pt x="1378737" y="44813"/>
                  <a:pt x="1380929" y="42814"/>
                </a:cubicBezTo>
                <a:cubicBezTo>
                  <a:pt x="1383122" y="40816"/>
                  <a:pt x="1385756" y="39281"/>
                  <a:pt x="1388830" y="38210"/>
                </a:cubicBezTo>
                <a:cubicBezTo>
                  <a:pt x="1391905" y="37139"/>
                  <a:pt x="1395253" y="36604"/>
                  <a:pt x="1398876" y="36604"/>
                </a:cubicBezTo>
                <a:cubicBezTo>
                  <a:pt x="1400830" y="36604"/>
                  <a:pt x="1402654" y="36705"/>
                  <a:pt x="1404346" y="36907"/>
                </a:cubicBezTo>
                <a:cubicBezTo>
                  <a:pt x="1406038" y="37109"/>
                  <a:pt x="1407623" y="37389"/>
                  <a:pt x="1409101" y="37748"/>
                </a:cubicBezTo>
                <a:lnTo>
                  <a:pt x="1428549" y="37748"/>
                </a:lnTo>
                <a:cubicBezTo>
                  <a:pt x="1429359" y="37748"/>
                  <a:pt x="1429967" y="38141"/>
                  <a:pt x="1430372" y="38927"/>
                </a:cubicBezTo>
                <a:cubicBezTo>
                  <a:pt x="1430777" y="39714"/>
                  <a:pt x="1430980" y="40917"/>
                  <a:pt x="1430980" y="42537"/>
                </a:cubicBezTo>
                <a:moveTo>
                  <a:pt x="1412533" y="59517"/>
                </a:moveTo>
                <a:cubicBezTo>
                  <a:pt x="1412533" y="55144"/>
                  <a:pt x="1411329" y="51733"/>
                  <a:pt x="1408922" y="49284"/>
                </a:cubicBezTo>
                <a:cubicBezTo>
                  <a:pt x="1406515" y="46836"/>
                  <a:pt x="1403095" y="45612"/>
                  <a:pt x="1398661" y="45612"/>
                </a:cubicBezTo>
                <a:cubicBezTo>
                  <a:pt x="1396373" y="45612"/>
                  <a:pt x="1394383" y="45992"/>
                  <a:pt x="1392691" y="46753"/>
                </a:cubicBezTo>
                <a:cubicBezTo>
                  <a:pt x="1390999" y="47513"/>
                  <a:pt x="1389593" y="48558"/>
                  <a:pt x="1388473" y="49890"/>
                </a:cubicBezTo>
                <a:cubicBezTo>
                  <a:pt x="1387352" y="51221"/>
                  <a:pt x="1386518" y="52755"/>
                  <a:pt x="1385970" y="54490"/>
                </a:cubicBezTo>
                <a:cubicBezTo>
                  <a:pt x="1385422" y="56225"/>
                  <a:pt x="1385148" y="58044"/>
                  <a:pt x="1385148" y="59946"/>
                </a:cubicBezTo>
                <a:cubicBezTo>
                  <a:pt x="1385148" y="64176"/>
                  <a:pt x="1386351" y="67503"/>
                  <a:pt x="1388759" y="69928"/>
                </a:cubicBezTo>
                <a:cubicBezTo>
                  <a:pt x="1391166" y="72352"/>
                  <a:pt x="1394538" y="73565"/>
                  <a:pt x="1398876" y="73565"/>
                </a:cubicBezTo>
                <a:cubicBezTo>
                  <a:pt x="1401212" y="73565"/>
                  <a:pt x="1403238" y="73197"/>
                  <a:pt x="1404954" y="72461"/>
                </a:cubicBezTo>
                <a:cubicBezTo>
                  <a:pt x="1406670" y="71724"/>
                  <a:pt x="1408088" y="70701"/>
                  <a:pt x="1409208" y="69394"/>
                </a:cubicBezTo>
                <a:cubicBezTo>
                  <a:pt x="1410328" y="68086"/>
                  <a:pt x="1411162" y="66576"/>
                  <a:pt x="1411710" y="64865"/>
                </a:cubicBezTo>
                <a:cubicBezTo>
                  <a:pt x="1412259" y="63154"/>
                  <a:pt x="1412533" y="61371"/>
                  <a:pt x="1412533" y="59517"/>
                </a:cubicBezTo>
                <a:moveTo>
                  <a:pt x="1418467" y="110517"/>
                </a:moveTo>
                <a:cubicBezTo>
                  <a:pt x="1418467" y="107733"/>
                  <a:pt x="1417335" y="105586"/>
                  <a:pt x="1415071" y="104076"/>
                </a:cubicBezTo>
                <a:cubicBezTo>
                  <a:pt x="1412807" y="102564"/>
                  <a:pt x="1409744" y="101761"/>
                  <a:pt x="1405883" y="101665"/>
                </a:cubicBezTo>
                <a:lnTo>
                  <a:pt x="1389223" y="101089"/>
                </a:lnTo>
                <a:cubicBezTo>
                  <a:pt x="1387698" y="102288"/>
                  <a:pt x="1386447" y="103427"/>
                  <a:pt x="1385470" y="104507"/>
                </a:cubicBezTo>
                <a:cubicBezTo>
                  <a:pt x="1384492" y="105587"/>
                  <a:pt x="1383718" y="106618"/>
                  <a:pt x="1383146" y="107601"/>
                </a:cubicBezTo>
                <a:cubicBezTo>
                  <a:pt x="1382574" y="108584"/>
                  <a:pt x="1382180" y="109556"/>
                  <a:pt x="1381966" y="110515"/>
                </a:cubicBezTo>
                <a:cubicBezTo>
                  <a:pt x="1381751" y="111475"/>
                  <a:pt x="1381644" y="112459"/>
                  <a:pt x="1381644" y="113466"/>
                </a:cubicBezTo>
                <a:cubicBezTo>
                  <a:pt x="1381644" y="116585"/>
                  <a:pt x="1383217" y="118948"/>
                  <a:pt x="1386363" y="120555"/>
                </a:cubicBezTo>
                <a:cubicBezTo>
                  <a:pt x="1389509" y="122162"/>
                  <a:pt x="1393895" y="122965"/>
                  <a:pt x="1399519" y="122965"/>
                </a:cubicBezTo>
                <a:cubicBezTo>
                  <a:pt x="1403095" y="122965"/>
                  <a:pt x="1406086" y="122618"/>
                  <a:pt x="1408493" y="121922"/>
                </a:cubicBezTo>
                <a:cubicBezTo>
                  <a:pt x="1410900" y="121227"/>
                  <a:pt x="1412843" y="120303"/>
                  <a:pt x="1414320" y="119152"/>
                </a:cubicBezTo>
                <a:cubicBezTo>
                  <a:pt x="1415798" y="118000"/>
                  <a:pt x="1416859" y="116681"/>
                  <a:pt x="1417502" y="115193"/>
                </a:cubicBezTo>
                <a:cubicBezTo>
                  <a:pt x="1418146" y="113707"/>
                  <a:pt x="1418467" y="112148"/>
                  <a:pt x="1418467" y="110517"/>
                </a:cubicBezTo>
                <a:close/>
                <a:moveTo>
                  <a:pt x="1525586" y="104092"/>
                </a:moveTo>
                <a:cubicBezTo>
                  <a:pt x="1525586" y="104664"/>
                  <a:pt x="1525396" y="105093"/>
                  <a:pt x="1525014" y="105378"/>
                </a:cubicBezTo>
                <a:cubicBezTo>
                  <a:pt x="1524633" y="105664"/>
                  <a:pt x="1524109" y="105879"/>
                  <a:pt x="1523441" y="106022"/>
                </a:cubicBezTo>
                <a:cubicBezTo>
                  <a:pt x="1522774" y="106165"/>
                  <a:pt x="1521797" y="106236"/>
                  <a:pt x="1520510" y="106236"/>
                </a:cubicBezTo>
                <a:cubicBezTo>
                  <a:pt x="1519270" y="106236"/>
                  <a:pt x="1518281" y="106165"/>
                  <a:pt x="1517542" y="106022"/>
                </a:cubicBezTo>
                <a:cubicBezTo>
                  <a:pt x="1516804" y="105879"/>
                  <a:pt x="1516267" y="105664"/>
                  <a:pt x="1515934" y="105378"/>
                </a:cubicBezTo>
                <a:cubicBezTo>
                  <a:pt x="1515600" y="105093"/>
                  <a:pt x="1515433" y="104664"/>
                  <a:pt x="1515433" y="104092"/>
                </a:cubicBezTo>
                <a:lnTo>
                  <a:pt x="1515433" y="97657"/>
                </a:lnTo>
                <a:cubicBezTo>
                  <a:pt x="1512621" y="100660"/>
                  <a:pt x="1509487" y="103007"/>
                  <a:pt x="1506031" y="104699"/>
                </a:cubicBezTo>
                <a:cubicBezTo>
                  <a:pt x="1502575" y="106391"/>
                  <a:pt x="1498916" y="107237"/>
                  <a:pt x="1495055" y="107237"/>
                </a:cubicBezTo>
                <a:cubicBezTo>
                  <a:pt x="1491671" y="107237"/>
                  <a:pt x="1488608" y="106795"/>
                  <a:pt x="1485867" y="105910"/>
                </a:cubicBezTo>
                <a:cubicBezTo>
                  <a:pt x="1483126" y="105026"/>
                  <a:pt x="1480791" y="103746"/>
                  <a:pt x="1478860" y="102072"/>
                </a:cubicBezTo>
                <a:cubicBezTo>
                  <a:pt x="1476930" y="100398"/>
                  <a:pt x="1475428" y="98342"/>
                  <a:pt x="1474356" y="95904"/>
                </a:cubicBezTo>
                <a:cubicBezTo>
                  <a:pt x="1473283" y="93464"/>
                  <a:pt x="1472747" y="90689"/>
                  <a:pt x="1472747" y="87579"/>
                </a:cubicBezTo>
                <a:cubicBezTo>
                  <a:pt x="1472747" y="83945"/>
                  <a:pt x="1473486" y="80789"/>
                  <a:pt x="1474963" y="78111"/>
                </a:cubicBezTo>
                <a:cubicBezTo>
                  <a:pt x="1476441" y="75432"/>
                  <a:pt x="1478562" y="73207"/>
                  <a:pt x="1481327" y="71438"/>
                </a:cubicBezTo>
                <a:cubicBezTo>
                  <a:pt x="1484092" y="69668"/>
                  <a:pt x="1487476" y="68341"/>
                  <a:pt x="1491480" y="67457"/>
                </a:cubicBezTo>
                <a:cubicBezTo>
                  <a:pt x="1495484" y="66572"/>
                  <a:pt x="1499989" y="66130"/>
                  <a:pt x="1504994" y="66130"/>
                </a:cubicBezTo>
                <a:lnTo>
                  <a:pt x="1513860" y="66130"/>
                </a:lnTo>
                <a:lnTo>
                  <a:pt x="1513860" y="61143"/>
                </a:lnTo>
                <a:cubicBezTo>
                  <a:pt x="1513860" y="58674"/>
                  <a:pt x="1513598" y="56489"/>
                  <a:pt x="1513074" y="54590"/>
                </a:cubicBezTo>
                <a:cubicBezTo>
                  <a:pt x="1512549" y="52690"/>
                  <a:pt x="1511703" y="51110"/>
                  <a:pt x="1510535" y="49852"/>
                </a:cubicBezTo>
                <a:cubicBezTo>
                  <a:pt x="1509367" y="48593"/>
                  <a:pt x="1507854" y="47644"/>
                  <a:pt x="1505995" y="47003"/>
                </a:cubicBezTo>
                <a:cubicBezTo>
                  <a:pt x="1504136" y="46361"/>
                  <a:pt x="1501848" y="46041"/>
                  <a:pt x="1499131" y="46041"/>
                </a:cubicBezTo>
                <a:cubicBezTo>
                  <a:pt x="1496223" y="46041"/>
                  <a:pt x="1493613" y="46382"/>
                  <a:pt x="1491301" y="47066"/>
                </a:cubicBezTo>
                <a:cubicBezTo>
                  <a:pt x="1488990" y="47750"/>
                  <a:pt x="1486964" y="48504"/>
                  <a:pt x="1485224" y="49329"/>
                </a:cubicBezTo>
                <a:cubicBezTo>
                  <a:pt x="1483484" y="50154"/>
                  <a:pt x="1482030" y="50909"/>
                  <a:pt x="1480862" y="51592"/>
                </a:cubicBezTo>
                <a:cubicBezTo>
                  <a:pt x="1479694" y="52276"/>
                  <a:pt x="1478825" y="52618"/>
                  <a:pt x="1478253" y="52618"/>
                </a:cubicBezTo>
                <a:cubicBezTo>
                  <a:pt x="1477871" y="52618"/>
                  <a:pt x="1477537" y="52522"/>
                  <a:pt x="1477251" y="52332"/>
                </a:cubicBezTo>
                <a:cubicBezTo>
                  <a:pt x="1476965" y="52141"/>
                  <a:pt x="1476715" y="51855"/>
                  <a:pt x="1476501" y="51474"/>
                </a:cubicBezTo>
                <a:cubicBezTo>
                  <a:pt x="1476286" y="51093"/>
                  <a:pt x="1476131" y="50604"/>
                  <a:pt x="1476036" y="50008"/>
                </a:cubicBezTo>
                <a:cubicBezTo>
                  <a:pt x="1475941" y="49413"/>
                  <a:pt x="1475893" y="48757"/>
                  <a:pt x="1475893" y="48042"/>
                </a:cubicBezTo>
                <a:cubicBezTo>
                  <a:pt x="1475893" y="46851"/>
                  <a:pt x="1475976" y="45909"/>
                  <a:pt x="1476143" y="45218"/>
                </a:cubicBezTo>
                <a:cubicBezTo>
                  <a:pt x="1476310" y="44527"/>
                  <a:pt x="1476715" y="43872"/>
                  <a:pt x="1477359" y="43252"/>
                </a:cubicBezTo>
                <a:cubicBezTo>
                  <a:pt x="1478002" y="42633"/>
                  <a:pt x="1479111" y="41911"/>
                  <a:pt x="1480684" y="41088"/>
                </a:cubicBezTo>
                <a:cubicBezTo>
                  <a:pt x="1482257" y="40262"/>
                  <a:pt x="1484068" y="39509"/>
                  <a:pt x="1486118" y="38827"/>
                </a:cubicBezTo>
                <a:cubicBezTo>
                  <a:pt x="1488167" y="38144"/>
                  <a:pt x="1490408" y="37580"/>
                  <a:pt x="1492839" y="37133"/>
                </a:cubicBezTo>
                <a:cubicBezTo>
                  <a:pt x="1495270" y="36685"/>
                  <a:pt x="1497725" y="36461"/>
                  <a:pt x="1500203" y="36461"/>
                </a:cubicBezTo>
                <a:cubicBezTo>
                  <a:pt x="1504827" y="36461"/>
                  <a:pt x="1508760" y="36985"/>
                  <a:pt x="1512001" y="38033"/>
                </a:cubicBezTo>
                <a:cubicBezTo>
                  <a:pt x="1515242" y="39082"/>
                  <a:pt x="1517864" y="40619"/>
                  <a:pt x="1519866" y="42645"/>
                </a:cubicBezTo>
                <a:cubicBezTo>
                  <a:pt x="1521868" y="44670"/>
                  <a:pt x="1523322" y="47184"/>
                  <a:pt x="1524228" y="50187"/>
                </a:cubicBezTo>
                <a:cubicBezTo>
                  <a:pt x="1525133" y="53190"/>
                  <a:pt x="1525586" y="56693"/>
                  <a:pt x="1525586" y="60696"/>
                </a:cubicBezTo>
                <a:lnTo>
                  <a:pt x="1525586" y="104092"/>
                </a:lnTo>
                <a:moveTo>
                  <a:pt x="1513860" y="74637"/>
                </a:moveTo>
                <a:lnTo>
                  <a:pt x="1503778" y="74637"/>
                </a:lnTo>
                <a:cubicBezTo>
                  <a:pt x="1500537" y="74637"/>
                  <a:pt x="1497725" y="74913"/>
                  <a:pt x="1495341" y="75466"/>
                </a:cubicBezTo>
                <a:cubicBezTo>
                  <a:pt x="1492958" y="76017"/>
                  <a:pt x="1490980" y="76832"/>
                  <a:pt x="1489407" y="77910"/>
                </a:cubicBezTo>
                <a:cubicBezTo>
                  <a:pt x="1487834" y="78988"/>
                  <a:pt x="1486678" y="80283"/>
                  <a:pt x="1485939" y="81795"/>
                </a:cubicBezTo>
                <a:cubicBezTo>
                  <a:pt x="1485200" y="83305"/>
                  <a:pt x="1484831" y="85044"/>
                  <a:pt x="1484831" y="87010"/>
                </a:cubicBezTo>
                <a:cubicBezTo>
                  <a:pt x="1484831" y="90367"/>
                  <a:pt x="1485891" y="93040"/>
                  <a:pt x="1488012" y="95030"/>
                </a:cubicBezTo>
                <a:cubicBezTo>
                  <a:pt x="1490134" y="97020"/>
                  <a:pt x="1493101" y="98015"/>
                  <a:pt x="1496914" y="98015"/>
                </a:cubicBezTo>
                <a:cubicBezTo>
                  <a:pt x="1500013" y="98015"/>
                  <a:pt x="1502885" y="97224"/>
                  <a:pt x="1505530" y="95642"/>
                </a:cubicBezTo>
                <a:cubicBezTo>
                  <a:pt x="1508176" y="94059"/>
                  <a:pt x="1510952" y="91637"/>
                  <a:pt x="1513860" y="88377"/>
                </a:cubicBezTo>
                <a:lnTo>
                  <a:pt x="1513860" y="74637"/>
                </a:lnTo>
                <a:close/>
                <a:moveTo>
                  <a:pt x="1601068" y="104020"/>
                </a:moveTo>
                <a:cubicBezTo>
                  <a:pt x="1601068" y="104401"/>
                  <a:pt x="1600973" y="104723"/>
                  <a:pt x="1600782" y="104985"/>
                </a:cubicBezTo>
                <a:cubicBezTo>
                  <a:pt x="1600591" y="105247"/>
                  <a:pt x="1600281" y="105474"/>
                  <a:pt x="1599852" y="105664"/>
                </a:cubicBezTo>
                <a:cubicBezTo>
                  <a:pt x="1599423" y="105855"/>
                  <a:pt x="1598827" y="105998"/>
                  <a:pt x="1598065" y="106093"/>
                </a:cubicBezTo>
                <a:cubicBezTo>
                  <a:pt x="1597302" y="106189"/>
                  <a:pt x="1596349" y="106236"/>
                  <a:pt x="1595205" y="106236"/>
                </a:cubicBezTo>
                <a:cubicBezTo>
                  <a:pt x="1594013" y="106236"/>
                  <a:pt x="1593036" y="106189"/>
                  <a:pt x="1592273" y="106093"/>
                </a:cubicBezTo>
                <a:cubicBezTo>
                  <a:pt x="1591511" y="105998"/>
                  <a:pt x="1590915" y="105855"/>
                  <a:pt x="1590486" y="105664"/>
                </a:cubicBezTo>
                <a:cubicBezTo>
                  <a:pt x="1590057" y="105474"/>
                  <a:pt x="1589747" y="105247"/>
                  <a:pt x="1589556" y="104985"/>
                </a:cubicBezTo>
                <a:cubicBezTo>
                  <a:pt x="1589366" y="104723"/>
                  <a:pt x="1589270" y="104401"/>
                  <a:pt x="1589270" y="104020"/>
                </a:cubicBezTo>
                <a:lnTo>
                  <a:pt x="1589270" y="66344"/>
                </a:lnTo>
                <a:cubicBezTo>
                  <a:pt x="1589270" y="62674"/>
                  <a:pt x="1588984" y="59719"/>
                  <a:pt x="1588412" y="57479"/>
                </a:cubicBezTo>
                <a:cubicBezTo>
                  <a:pt x="1587840" y="55239"/>
                  <a:pt x="1587006" y="53309"/>
                  <a:pt x="1585910" y="51688"/>
                </a:cubicBezTo>
                <a:cubicBezTo>
                  <a:pt x="1584813" y="50068"/>
                  <a:pt x="1583395" y="48829"/>
                  <a:pt x="1581655" y="47971"/>
                </a:cubicBezTo>
                <a:cubicBezTo>
                  <a:pt x="1579915" y="47113"/>
                  <a:pt x="1577901" y="46684"/>
                  <a:pt x="1575613" y="46684"/>
                </a:cubicBezTo>
                <a:cubicBezTo>
                  <a:pt x="1572658" y="46684"/>
                  <a:pt x="1569703" y="47733"/>
                  <a:pt x="1566747" y="49830"/>
                </a:cubicBezTo>
                <a:cubicBezTo>
                  <a:pt x="1563792" y="51927"/>
                  <a:pt x="1560694" y="55001"/>
                  <a:pt x="1557452" y="59052"/>
                </a:cubicBezTo>
                <a:lnTo>
                  <a:pt x="1557452" y="104020"/>
                </a:lnTo>
                <a:cubicBezTo>
                  <a:pt x="1557452" y="104401"/>
                  <a:pt x="1557357" y="104723"/>
                  <a:pt x="1557166" y="104985"/>
                </a:cubicBezTo>
                <a:cubicBezTo>
                  <a:pt x="1556975" y="105247"/>
                  <a:pt x="1556666" y="105474"/>
                  <a:pt x="1556237" y="105664"/>
                </a:cubicBezTo>
                <a:cubicBezTo>
                  <a:pt x="1555808" y="105855"/>
                  <a:pt x="1555212" y="105998"/>
                  <a:pt x="1554449" y="106093"/>
                </a:cubicBezTo>
                <a:cubicBezTo>
                  <a:pt x="1553686" y="106189"/>
                  <a:pt x="1552709" y="106236"/>
                  <a:pt x="1551518" y="106236"/>
                </a:cubicBezTo>
                <a:cubicBezTo>
                  <a:pt x="1550374" y="106236"/>
                  <a:pt x="1549420" y="106189"/>
                  <a:pt x="1548658" y="106093"/>
                </a:cubicBezTo>
                <a:cubicBezTo>
                  <a:pt x="1547895" y="105998"/>
                  <a:pt x="1547287" y="105855"/>
                  <a:pt x="1546834" y="105664"/>
                </a:cubicBezTo>
                <a:cubicBezTo>
                  <a:pt x="1546381" y="105474"/>
                  <a:pt x="1546072" y="105247"/>
                  <a:pt x="1545905" y="104985"/>
                </a:cubicBezTo>
                <a:cubicBezTo>
                  <a:pt x="1545738" y="104723"/>
                  <a:pt x="1545654" y="104401"/>
                  <a:pt x="1545654" y="104020"/>
                </a:cubicBezTo>
                <a:lnTo>
                  <a:pt x="1545654" y="39678"/>
                </a:lnTo>
                <a:cubicBezTo>
                  <a:pt x="1545654" y="39297"/>
                  <a:pt x="1545726" y="38975"/>
                  <a:pt x="1545869" y="38713"/>
                </a:cubicBezTo>
                <a:cubicBezTo>
                  <a:pt x="1546012" y="38451"/>
                  <a:pt x="1546298" y="38212"/>
                  <a:pt x="1546727" y="37998"/>
                </a:cubicBezTo>
                <a:cubicBezTo>
                  <a:pt x="1547156" y="37783"/>
                  <a:pt x="1547704" y="37640"/>
                  <a:pt x="1548372" y="37569"/>
                </a:cubicBezTo>
                <a:cubicBezTo>
                  <a:pt x="1549039" y="37497"/>
                  <a:pt x="1549921" y="37462"/>
                  <a:pt x="1551017" y="37462"/>
                </a:cubicBezTo>
                <a:cubicBezTo>
                  <a:pt x="1552066" y="37462"/>
                  <a:pt x="1552936" y="37497"/>
                  <a:pt x="1553627" y="37569"/>
                </a:cubicBezTo>
                <a:cubicBezTo>
                  <a:pt x="1554318" y="37640"/>
                  <a:pt x="1554854" y="37783"/>
                  <a:pt x="1555236" y="37998"/>
                </a:cubicBezTo>
                <a:cubicBezTo>
                  <a:pt x="1555617" y="38212"/>
                  <a:pt x="1555891" y="38451"/>
                  <a:pt x="1556058" y="38713"/>
                </a:cubicBezTo>
                <a:cubicBezTo>
                  <a:pt x="1556225" y="38975"/>
                  <a:pt x="1556308" y="39297"/>
                  <a:pt x="1556308" y="39678"/>
                </a:cubicBezTo>
                <a:lnTo>
                  <a:pt x="1556308" y="48185"/>
                </a:lnTo>
                <a:cubicBezTo>
                  <a:pt x="1559931" y="44134"/>
                  <a:pt x="1563542" y="41167"/>
                  <a:pt x="1567141" y="39285"/>
                </a:cubicBezTo>
                <a:cubicBezTo>
                  <a:pt x="1570739" y="37402"/>
                  <a:pt x="1574374" y="36461"/>
                  <a:pt x="1578044" y="36461"/>
                </a:cubicBezTo>
                <a:cubicBezTo>
                  <a:pt x="1582335" y="36461"/>
                  <a:pt x="1585945" y="37188"/>
                  <a:pt x="1588877" y="38641"/>
                </a:cubicBezTo>
                <a:cubicBezTo>
                  <a:pt x="1591808" y="40095"/>
                  <a:pt x="1594180" y="42037"/>
                  <a:pt x="1595991" y="44468"/>
                </a:cubicBezTo>
                <a:cubicBezTo>
                  <a:pt x="1597803" y="46898"/>
                  <a:pt x="1599102" y="49746"/>
                  <a:pt x="1599888" y="53011"/>
                </a:cubicBezTo>
                <a:cubicBezTo>
                  <a:pt x="1600675" y="56276"/>
                  <a:pt x="1601068" y="60196"/>
                  <a:pt x="1601068" y="64771"/>
                </a:cubicBezTo>
                <a:lnTo>
                  <a:pt x="1601068" y="104020"/>
                </a:lnTo>
                <a:close/>
                <a:moveTo>
                  <a:pt x="1676064" y="104018"/>
                </a:moveTo>
                <a:cubicBezTo>
                  <a:pt x="1676064" y="104399"/>
                  <a:pt x="1675980" y="104734"/>
                  <a:pt x="1675814" y="105021"/>
                </a:cubicBezTo>
                <a:cubicBezTo>
                  <a:pt x="1675647" y="105307"/>
                  <a:pt x="1675361" y="105533"/>
                  <a:pt x="1674956" y="105700"/>
                </a:cubicBezTo>
                <a:cubicBezTo>
                  <a:pt x="1674550" y="105867"/>
                  <a:pt x="1674014" y="105998"/>
                  <a:pt x="1673347" y="106093"/>
                </a:cubicBezTo>
                <a:cubicBezTo>
                  <a:pt x="1672679" y="106189"/>
                  <a:pt x="1671869" y="106236"/>
                  <a:pt x="1670916" y="106236"/>
                </a:cubicBezTo>
                <a:cubicBezTo>
                  <a:pt x="1669915" y="106236"/>
                  <a:pt x="1669081" y="106189"/>
                  <a:pt x="1668413" y="106093"/>
                </a:cubicBezTo>
                <a:cubicBezTo>
                  <a:pt x="1667746" y="106000"/>
                  <a:pt x="1667198" y="105870"/>
                  <a:pt x="1666769" y="105705"/>
                </a:cubicBezTo>
                <a:cubicBezTo>
                  <a:pt x="1666340" y="105538"/>
                  <a:pt x="1666030" y="105312"/>
                  <a:pt x="1665839" y="105028"/>
                </a:cubicBezTo>
                <a:cubicBezTo>
                  <a:pt x="1665649" y="104743"/>
                  <a:pt x="1665553" y="104412"/>
                  <a:pt x="1665553" y="104034"/>
                </a:cubicBezTo>
                <a:lnTo>
                  <a:pt x="1665553" y="95573"/>
                </a:lnTo>
                <a:cubicBezTo>
                  <a:pt x="1662169" y="99246"/>
                  <a:pt x="1658653" y="102108"/>
                  <a:pt x="1655007" y="104161"/>
                </a:cubicBezTo>
                <a:cubicBezTo>
                  <a:pt x="1651360" y="106212"/>
                  <a:pt x="1647368" y="107237"/>
                  <a:pt x="1643030" y="107237"/>
                </a:cubicBezTo>
                <a:cubicBezTo>
                  <a:pt x="1638311" y="107237"/>
                  <a:pt x="1634283" y="106319"/>
                  <a:pt x="1630947" y="104483"/>
                </a:cubicBezTo>
                <a:cubicBezTo>
                  <a:pt x="1627610" y="102646"/>
                  <a:pt x="1624905" y="100166"/>
                  <a:pt x="1622831" y="97041"/>
                </a:cubicBezTo>
                <a:cubicBezTo>
                  <a:pt x="1620758" y="93915"/>
                  <a:pt x="1619244" y="90241"/>
                  <a:pt x="1618291" y="86020"/>
                </a:cubicBezTo>
                <a:cubicBezTo>
                  <a:pt x="1617338" y="81797"/>
                  <a:pt x="1616861" y="77348"/>
                  <a:pt x="1616861" y="72671"/>
                </a:cubicBezTo>
                <a:cubicBezTo>
                  <a:pt x="1616861" y="67138"/>
                  <a:pt x="1617457" y="62141"/>
                  <a:pt x="1618648" y="57680"/>
                </a:cubicBezTo>
                <a:cubicBezTo>
                  <a:pt x="1619840" y="53219"/>
                  <a:pt x="1621604" y="49415"/>
                  <a:pt x="1623940" y="46266"/>
                </a:cubicBezTo>
                <a:cubicBezTo>
                  <a:pt x="1626275" y="43116"/>
                  <a:pt x="1629171" y="40694"/>
                  <a:pt x="1632627" y="39001"/>
                </a:cubicBezTo>
                <a:cubicBezTo>
                  <a:pt x="1636083" y="37307"/>
                  <a:pt x="1640075" y="36461"/>
                  <a:pt x="1644603" y="36461"/>
                </a:cubicBezTo>
                <a:cubicBezTo>
                  <a:pt x="1648369" y="36461"/>
                  <a:pt x="1651813" y="37284"/>
                  <a:pt x="1654935" y="38929"/>
                </a:cubicBezTo>
                <a:cubicBezTo>
                  <a:pt x="1658057" y="40575"/>
                  <a:pt x="1661144" y="42996"/>
                  <a:pt x="1664195" y="46192"/>
                </a:cubicBezTo>
                <a:lnTo>
                  <a:pt x="1664195" y="8726"/>
                </a:lnTo>
                <a:cubicBezTo>
                  <a:pt x="1664195" y="8393"/>
                  <a:pt x="1664278" y="8071"/>
                  <a:pt x="1664445" y="7761"/>
                </a:cubicBezTo>
                <a:cubicBezTo>
                  <a:pt x="1664612" y="7450"/>
                  <a:pt x="1664933" y="7211"/>
                  <a:pt x="1665410" y="7044"/>
                </a:cubicBezTo>
                <a:cubicBezTo>
                  <a:pt x="1665887" y="6876"/>
                  <a:pt x="1666495" y="6732"/>
                  <a:pt x="1667233" y="6613"/>
                </a:cubicBezTo>
                <a:cubicBezTo>
                  <a:pt x="1667972" y="6494"/>
                  <a:pt x="1668914" y="6434"/>
                  <a:pt x="1670058" y="6434"/>
                </a:cubicBezTo>
                <a:cubicBezTo>
                  <a:pt x="1671249" y="6434"/>
                  <a:pt x="1672227" y="6494"/>
                  <a:pt x="1672989" y="6613"/>
                </a:cubicBezTo>
                <a:cubicBezTo>
                  <a:pt x="1673752" y="6732"/>
                  <a:pt x="1674348" y="6875"/>
                  <a:pt x="1674777" y="7042"/>
                </a:cubicBezTo>
                <a:cubicBezTo>
                  <a:pt x="1675206" y="7209"/>
                  <a:pt x="1675528" y="7448"/>
                  <a:pt x="1675742" y="7759"/>
                </a:cubicBezTo>
                <a:cubicBezTo>
                  <a:pt x="1675957" y="8069"/>
                  <a:pt x="1676064" y="8391"/>
                  <a:pt x="1676064" y="8724"/>
                </a:cubicBezTo>
                <a:lnTo>
                  <a:pt x="1676064" y="104018"/>
                </a:lnTo>
                <a:moveTo>
                  <a:pt x="1664195" y="58788"/>
                </a:moveTo>
                <a:cubicBezTo>
                  <a:pt x="1661001" y="54825"/>
                  <a:pt x="1657914" y="51805"/>
                  <a:pt x="1654935" y="49729"/>
                </a:cubicBezTo>
                <a:cubicBezTo>
                  <a:pt x="1651956" y="47651"/>
                  <a:pt x="1648846" y="46612"/>
                  <a:pt x="1645604" y="46612"/>
                </a:cubicBezTo>
                <a:cubicBezTo>
                  <a:pt x="1642601" y="46612"/>
                  <a:pt x="1640051" y="47329"/>
                  <a:pt x="1637954" y="48762"/>
                </a:cubicBezTo>
                <a:cubicBezTo>
                  <a:pt x="1635856" y="50193"/>
                  <a:pt x="1634152" y="52078"/>
                  <a:pt x="1632841" y="54416"/>
                </a:cubicBezTo>
                <a:cubicBezTo>
                  <a:pt x="1631531" y="56755"/>
                  <a:pt x="1630577" y="59403"/>
                  <a:pt x="1629981" y="62363"/>
                </a:cubicBezTo>
                <a:cubicBezTo>
                  <a:pt x="1629386" y="65322"/>
                  <a:pt x="1629088" y="68330"/>
                  <a:pt x="1629088" y="71384"/>
                </a:cubicBezTo>
                <a:cubicBezTo>
                  <a:pt x="1629088" y="74630"/>
                  <a:pt x="1629338" y="77804"/>
                  <a:pt x="1629838" y="80906"/>
                </a:cubicBezTo>
                <a:cubicBezTo>
                  <a:pt x="1630339" y="84008"/>
                  <a:pt x="1631209" y="86765"/>
                  <a:pt x="1632448" y="89174"/>
                </a:cubicBezTo>
                <a:cubicBezTo>
                  <a:pt x="1633687" y="91584"/>
                  <a:pt x="1635332" y="93518"/>
                  <a:pt x="1637382" y="94974"/>
                </a:cubicBezTo>
                <a:cubicBezTo>
                  <a:pt x="1639431" y="96429"/>
                  <a:pt x="1642005" y="97157"/>
                  <a:pt x="1645104" y="97157"/>
                </a:cubicBezTo>
                <a:cubicBezTo>
                  <a:pt x="1646677" y="97157"/>
                  <a:pt x="1648190" y="96942"/>
                  <a:pt x="1649644" y="96514"/>
                </a:cubicBezTo>
                <a:cubicBezTo>
                  <a:pt x="1651098" y="96083"/>
                  <a:pt x="1652588" y="95367"/>
                  <a:pt x="1654113" y="94364"/>
                </a:cubicBezTo>
                <a:cubicBezTo>
                  <a:pt x="1655638" y="93362"/>
                  <a:pt x="1657235" y="92061"/>
                  <a:pt x="1658904" y="90461"/>
                </a:cubicBezTo>
                <a:cubicBezTo>
                  <a:pt x="1660572" y="88862"/>
                  <a:pt x="1662336" y="86892"/>
                  <a:pt x="1664195" y="84552"/>
                </a:cubicBezTo>
                <a:lnTo>
                  <a:pt x="1664195" y="58788"/>
                </a:lnTo>
                <a:close/>
                <a:moveTo>
                  <a:pt x="1788588" y="71170"/>
                </a:moveTo>
                <a:cubicBezTo>
                  <a:pt x="1788588" y="76417"/>
                  <a:pt x="1787897" y="81247"/>
                  <a:pt x="1786515" y="85660"/>
                </a:cubicBezTo>
                <a:cubicBezTo>
                  <a:pt x="1785132" y="90073"/>
                  <a:pt x="1783071" y="93879"/>
                  <a:pt x="1780330" y="97077"/>
                </a:cubicBezTo>
                <a:cubicBezTo>
                  <a:pt x="1777589" y="100273"/>
                  <a:pt x="1774157" y="102765"/>
                  <a:pt x="1770034" y="104554"/>
                </a:cubicBezTo>
                <a:cubicBezTo>
                  <a:pt x="1765910" y="106343"/>
                  <a:pt x="1761132" y="107237"/>
                  <a:pt x="1755698" y="107237"/>
                </a:cubicBezTo>
                <a:cubicBezTo>
                  <a:pt x="1750406" y="107237"/>
                  <a:pt x="1745795" y="106450"/>
                  <a:pt x="1741862" y="104876"/>
                </a:cubicBezTo>
                <a:cubicBezTo>
                  <a:pt x="1737930" y="103302"/>
                  <a:pt x="1734652" y="101012"/>
                  <a:pt x="1732031" y="98006"/>
                </a:cubicBezTo>
                <a:cubicBezTo>
                  <a:pt x="1729409" y="95000"/>
                  <a:pt x="1727455" y="91351"/>
                  <a:pt x="1726168" y="87057"/>
                </a:cubicBezTo>
                <a:cubicBezTo>
                  <a:pt x="1724881" y="82763"/>
                  <a:pt x="1724237" y="77896"/>
                  <a:pt x="1724237" y="72457"/>
                </a:cubicBezTo>
                <a:cubicBezTo>
                  <a:pt x="1724237" y="67209"/>
                  <a:pt x="1724916" y="62379"/>
                  <a:pt x="1726275" y="57966"/>
                </a:cubicBezTo>
                <a:cubicBezTo>
                  <a:pt x="1727633" y="53553"/>
                  <a:pt x="1729683" y="49748"/>
                  <a:pt x="1732424" y="46552"/>
                </a:cubicBezTo>
                <a:cubicBezTo>
                  <a:pt x="1735165" y="43354"/>
                  <a:pt x="1738585" y="40873"/>
                  <a:pt x="1742684" y="39108"/>
                </a:cubicBezTo>
                <a:cubicBezTo>
                  <a:pt x="1746784" y="37343"/>
                  <a:pt x="1751574" y="36461"/>
                  <a:pt x="1757056" y="36461"/>
                </a:cubicBezTo>
                <a:cubicBezTo>
                  <a:pt x="1762347" y="36461"/>
                  <a:pt x="1766959" y="37248"/>
                  <a:pt x="1770892" y="38822"/>
                </a:cubicBezTo>
                <a:cubicBezTo>
                  <a:pt x="1774824" y="40396"/>
                  <a:pt x="1778101" y="42686"/>
                  <a:pt x="1780723" y="45692"/>
                </a:cubicBezTo>
                <a:cubicBezTo>
                  <a:pt x="1783345" y="48698"/>
                  <a:pt x="1785311" y="52347"/>
                  <a:pt x="1786622" y="56641"/>
                </a:cubicBezTo>
                <a:cubicBezTo>
                  <a:pt x="1787933" y="60935"/>
                  <a:pt x="1788588" y="65778"/>
                  <a:pt x="1788588" y="71170"/>
                </a:cubicBezTo>
                <a:moveTo>
                  <a:pt x="1776147" y="71956"/>
                </a:moveTo>
                <a:cubicBezTo>
                  <a:pt x="1776147" y="68472"/>
                  <a:pt x="1775825" y="65179"/>
                  <a:pt x="1775182" y="62077"/>
                </a:cubicBezTo>
                <a:cubicBezTo>
                  <a:pt x="1774538" y="58975"/>
                  <a:pt x="1773478" y="56254"/>
                  <a:pt x="1772000" y="53916"/>
                </a:cubicBezTo>
                <a:cubicBezTo>
                  <a:pt x="1770522" y="51577"/>
                  <a:pt x="1768520" y="49728"/>
                  <a:pt x="1765994" y="48368"/>
                </a:cubicBezTo>
                <a:cubicBezTo>
                  <a:pt x="1763467" y="47007"/>
                  <a:pt x="1760321" y="46327"/>
                  <a:pt x="1756556" y="46327"/>
                </a:cubicBezTo>
                <a:cubicBezTo>
                  <a:pt x="1753076" y="46327"/>
                  <a:pt x="1750085" y="46947"/>
                  <a:pt x="1747582" y="48188"/>
                </a:cubicBezTo>
                <a:cubicBezTo>
                  <a:pt x="1745080" y="49428"/>
                  <a:pt x="1743018" y="51183"/>
                  <a:pt x="1741397" y="53451"/>
                </a:cubicBezTo>
                <a:cubicBezTo>
                  <a:pt x="1739777" y="55718"/>
                  <a:pt x="1738573" y="58403"/>
                  <a:pt x="1737787" y="61505"/>
                </a:cubicBezTo>
                <a:cubicBezTo>
                  <a:pt x="1737000" y="64606"/>
                  <a:pt x="1736607" y="67994"/>
                  <a:pt x="1736607" y="71670"/>
                </a:cubicBezTo>
                <a:cubicBezTo>
                  <a:pt x="1736607" y="75202"/>
                  <a:pt x="1736929" y="78519"/>
                  <a:pt x="1737572" y="81621"/>
                </a:cubicBezTo>
                <a:cubicBezTo>
                  <a:pt x="1738216" y="84723"/>
                  <a:pt x="1739288" y="87432"/>
                  <a:pt x="1740790" y="89746"/>
                </a:cubicBezTo>
                <a:cubicBezTo>
                  <a:pt x="1742291" y="92061"/>
                  <a:pt x="1744305" y="93899"/>
                  <a:pt x="1746831" y="95260"/>
                </a:cubicBezTo>
                <a:cubicBezTo>
                  <a:pt x="1749358" y="96620"/>
                  <a:pt x="1752504" y="97300"/>
                  <a:pt x="1756270" y="97300"/>
                </a:cubicBezTo>
                <a:cubicBezTo>
                  <a:pt x="1759702" y="97300"/>
                  <a:pt x="1762681" y="96680"/>
                  <a:pt x="1765207" y="95439"/>
                </a:cubicBezTo>
                <a:cubicBezTo>
                  <a:pt x="1767734" y="94198"/>
                  <a:pt x="1769807" y="92456"/>
                  <a:pt x="1771428" y="90213"/>
                </a:cubicBezTo>
                <a:cubicBezTo>
                  <a:pt x="1773049" y="87969"/>
                  <a:pt x="1774240" y="85296"/>
                  <a:pt x="1775003" y="82195"/>
                </a:cubicBezTo>
                <a:cubicBezTo>
                  <a:pt x="1775766" y="79093"/>
                  <a:pt x="1776147" y="75680"/>
                  <a:pt x="1776147" y="71956"/>
                </a:cubicBezTo>
                <a:close/>
                <a:moveTo>
                  <a:pt x="1864398" y="70884"/>
                </a:moveTo>
                <a:cubicBezTo>
                  <a:pt x="1864398" y="76512"/>
                  <a:pt x="1863790" y="81569"/>
                  <a:pt x="1862575" y="86053"/>
                </a:cubicBezTo>
                <a:cubicBezTo>
                  <a:pt x="1861359" y="90538"/>
                  <a:pt x="1859572" y="94343"/>
                  <a:pt x="1857212" y="97470"/>
                </a:cubicBezTo>
                <a:cubicBezTo>
                  <a:pt x="1854852" y="100595"/>
                  <a:pt x="1851933" y="103004"/>
                  <a:pt x="1848453" y="104697"/>
                </a:cubicBezTo>
                <a:cubicBezTo>
                  <a:pt x="1844973" y="106391"/>
                  <a:pt x="1840993" y="107237"/>
                  <a:pt x="1836512" y="107237"/>
                </a:cubicBezTo>
                <a:cubicBezTo>
                  <a:pt x="1834606" y="107237"/>
                  <a:pt x="1832842" y="107047"/>
                  <a:pt x="1831221" y="106665"/>
                </a:cubicBezTo>
                <a:cubicBezTo>
                  <a:pt x="1829601" y="106284"/>
                  <a:pt x="1828016" y="105688"/>
                  <a:pt x="1826467" y="104878"/>
                </a:cubicBezTo>
                <a:cubicBezTo>
                  <a:pt x="1824917" y="104066"/>
                  <a:pt x="1823380" y="103040"/>
                  <a:pt x="1821855" y="101799"/>
                </a:cubicBezTo>
                <a:cubicBezTo>
                  <a:pt x="1820329" y="100559"/>
                  <a:pt x="1818709" y="99104"/>
                  <a:pt x="1816993" y="97434"/>
                </a:cubicBezTo>
                <a:lnTo>
                  <a:pt x="1816993" y="129547"/>
                </a:lnTo>
                <a:cubicBezTo>
                  <a:pt x="1816993" y="129927"/>
                  <a:pt x="1816897" y="130260"/>
                  <a:pt x="1816707" y="130546"/>
                </a:cubicBezTo>
                <a:cubicBezTo>
                  <a:pt x="1816516" y="130832"/>
                  <a:pt x="1816206" y="131069"/>
                  <a:pt x="1815777" y="131258"/>
                </a:cubicBezTo>
                <a:cubicBezTo>
                  <a:pt x="1815348" y="131449"/>
                  <a:pt x="1814752" y="131592"/>
                  <a:pt x="1813990" y="131687"/>
                </a:cubicBezTo>
                <a:cubicBezTo>
                  <a:pt x="1813227" y="131783"/>
                  <a:pt x="1812250" y="131830"/>
                  <a:pt x="1811058" y="131830"/>
                </a:cubicBezTo>
                <a:cubicBezTo>
                  <a:pt x="1809914" y="131830"/>
                  <a:pt x="1808961" y="131783"/>
                  <a:pt x="1808198" y="131687"/>
                </a:cubicBezTo>
                <a:cubicBezTo>
                  <a:pt x="1807435" y="131592"/>
                  <a:pt x="1806828" y="131449"/>
                  <a:pt x="1806375" y="131258"/>
                </a:cubicBezTo>
                <a:cubicBezTo>
                  <a:pt x="1805922" y="131068"/>
                  <a:pt x="1805612" y="130829"/>
                  <a:pt x="1805445" y="130544"/>
                </a:cubicBezTo>
                <a:cubicBezTo>
                  <a:pt x="1805278" y="130258"/>
                  <a:pt x="1805195" y="129924"/>
                  <a:pt x="1805195" y="129543"/>
                </a:cubicBezTo>
                <a:lnTo>
                  <a:pt x="1805195" y="39678"/>
                </a:lnTo>
                <a:cubicBezTo>
                  <a:pt x="1805195" y="39249"/>
                  <a:pt x="1805266" y="38903"/>
                  <a:pt x="1805409" y="38641"/>
                </a:cubicBezTo>
                <a:cubicBezTo>
                  <a:pt x="1805552" y="38379"/>
                  <a:pt x="1805838" y="38153"/>
                  <a:pt x="1806267" y="37962"/>
                </a:cubicBezTo>
                <a:cubicBezTo>
                  <a:pt x="1806696" y="37771"/>
                  <a:pt x="1807245" y="37640"/>
                  <a:pt x="1807912" y="37569"/>
                </a:cubicBezTo>
                <a:cubicBezTo>
                  <a:pt x="1808579" y="37497"/>
                  <a:pt x="1809390" y="37462"/>
                  <a:pt x="1810343" y="37462"/>
                </a:cubicBezTo>
                <a:cubicBezTo>
                  <a:pt x="1811344" y="37462"/>
                  <a:pt x="1812166" y="37497"/>
                  <a:pt x="1812810" y="37569"/>
                </a:cubicBezTo>
                <a:cubicBezTo>
                  <a:pt x="1813453" y="37640"/>
                  <a:pt x="1813990" y="37771"/>
                  <a:pt x="1814419" y="37962"/>
                </a:cubicBezTo>
                <a:cubicBezTo>
                  <a:pt x="1814848" y="38153"/>
                  <a:pt x="1815145" y="38380"/>
                  <a:pt x="1815312" y="38643"/>
                </a:cubicBezTo>
                <a:cubicBezTo>
                  <a:pt x="1815479" y="38906"/>
                  <a:pt x="1815563" y="39251"/>
                  <a:pt x="1815563" y="39680"/>
                </a:cubicBezTo>
                <a:lnTo>
                  <a:pt x="1815563" y="48339"/>
                </a:lnTo>
                <a:cubicBezTo>
                  <a:pt x="1817517" y="46336"/>
                  <a:pt x="1819400" y="44595"/>
                  <a:pt x="1821211" y="43116"/>
                </a:cubicBezTo>
                <a:cubicBezTo>
                  <a:pt x="1823023" y="41637"/>
                  <a:pt x="1824846" y="40409"/>
                  <a:pt x="1826681" y="39432"/>
                </a:cubicBezTo>
                <a:cubicBezTo>
                  <a:pt x="1828516" y="38453"/>
                  <a:pt x="1830399" y="37714"/>
                  <a:pt x="1832330" y="37214"/>
                </a:cubicBezTo>
                <a:cubicBezTo>
                  <a:pt x="1834260" y="36712"/>
                  <a:pt x="1836298" y="36461"/>
                  <a:pt x="1838443" y="36461"/>
                </a:cubicBezTo>
                <a:cubicBezTo>
                  <a:pt x="1843114" y="36461"/>
                  <a:pt x="1847095" y="37367"/>
                  <a:pt x="1850384" y="39180"/>
                </a:cubicBezTo>
                <a:cubicBezTo>
                  <a:pt x="1853673" y="40992"/>
                  <a:pt x="1856354" y="43474"/>
                  <a:pt x="1858428" y="46624"/>
                </a:cubicBezTo>
                <a:cubicBezTo>
                  <a:pt x="1860501" y="49772"/>
                  <a:pt x="1862014" y="53434"/>
                  <a:pt x="1862968" y="57609"/>
                </a:cubicBezTo>
                <a:cubicBezTo>
                  <a:pt x="1863921" y="61782"/>
                  <a:pt x="1864398" y="66207"/>
                  <a:pt x="1864398" y="70884"/>
                </a:cubicBezTo>
                <a:moveTo>
                  <a:pt x="1851957" y="72242"/>
                </a:moveTo>
                <a:cubicBezTo>
                  <a:pt x="1851957" y="68949"/>
                  <a:pt x="1851706" y="65763"/>
                  <a:pt x="1851206" y="62685"/>
                </a:cubicBezTo>
                <a:cubicBezTo>
                  <a:pt x="1850705" y="59606"/>
                  <a:pt x="1849847" y="56874"/>
                  <a:pt x="1848632" y="54488"/>
                </a:cubicBezTo>
                <a:cubicBezTo>
                  <a:pt x="1847416" y="52102"/>
                  <a:pt x="1845784" y="50193"/>
                  <a:pt x="1843734" y="48762"/>
                </a:cubicBezTo>
                <a:cubicBezTo>
                  <a:pt x="1841684" y="47329"/>
                  <a:pt x="1839134" y="46612"/>
                  <a:pt x="1836083" y="46612"/>
                </a:cubicBezTo>
                <a:cubicBezTo>
                  <a:pt x="1834558" y="46612"/>
                  <a:pt x="1833057" y="46840"/>
                  <a:pt x="1831579" y="47294"/>
                </a:cubicBezTo>
                <a:cubicBezTo>
                  <a:pt x="1830101" y="47747"/>
                  <a:pt x="1828600" y="48462"/>
                  <a:pt x="1827074" y="49441"/>
                </a:cubicBezTo>
                <a:cubicBezTo>
                  <a:pt x="1825549" y="50419"/>
                  <a:pt x="1823952" y="51708"/>
                  <a:pt x="1822284" y="53308"/>
                </a:cubicBezTo>
                <a:cubicBezTo>
                  <a:pt x="1820615" y="54908"/>
                  <a:pt x="1818852" y="56877"/>
                  <a:pt x="1816993" y="59217"/>
                </a:cubicBezTo>
                <a:lnTo>
                  <a:pt x="1816993" y="84838"/>
                </a:lnTo>
                <a:cubicBezTo>
                  <a:pt x="1820234" y="88801"/>
                  <a:pt x="1823309" y="91834"/>
                  <a:pt x="1826216" y="93935"/>
                </a:cubicBezTo>
                <a:cubicBezTo>
                  <a:pt x="1829124" y="96035"/>
                  <a:pt x="1832175" y="97085"/>
                  <a:pt x="1835368" y="97085"/>
                </a:cubicBezTo>
                <a:cubicBezTo>
                  <a:pt x="1838324" y="97085"/>
                  <a:pt x="1840862" y="96370"/>
                  <a:pt x="1842983" y="94938"/>
                </a:cubicBezTo>
                <a:cubicBezTo>
                  <a:pt x="1845104" y="93506"/>
                  <a:pt x="1846820" y="91596"/>
                  <a:pt x="1848131" y="89210"/>
                </a:cubicBezTo>
                <a:cubicBezTo>
                  <a:pt x="1849442" y="86824"/>
                  <a:pt x="1850407" y="84151"/>
                  <a:pt x="1851027" y="81192"/>
                </a:cubicBezTo>
                <a:cubicBezTo>
                  <a:pt x="1851647" y="78233"/>
                  <a:pt x="1851957" y="75249"/>
                  <a:pt x="1851957" y="72242"/>
                </a:cubicBezTo>
                <a:close/>
                <a:moveTo>
                  <a:pt x="1935390" y="69061"/>
                </a:moveTo>
                <a:cubicBezTo>
                  <a:pt x="1935390" y="70920"/>
                  <a:pt x="1934925" y="72242"/>
                  <a:pt x="1933995" y="73029"/>
                </a:cubicBezTo>
                <a:cubicBezTo>
                  <a:pt x="1933066" y="73815"/>
                  <a:pt x="1932005" y="74208"/>
                  <a:pt x="1930814" y="74208"/>
                </a:cubicBezTo>
                <a:lnTo>
                  <a:pt x="1888628" y="74208"/>
                </a:lnTo>
                <a:cubicBezTo>
                  <a:pt x="1888628" y="77793"/>
                  <a:pt x="1888986" y="81020"/>
                  <a:pt x="1889701" y="83889"/>
                </a:cubicBezTo>
                <a:cubicBezTo>
                  <a:pt x="1890416" y="86757"/>
                  <a:pt x="1891607" y="89219"/>
                  <a:pt x="1893276" y="91275"/>
                </a:cubicBezTo>
                <a:cubicBezTo>
                  <a:pt x="1894944" y="93330"/>
                  <a:pt x="1897113" y="94908"/>
                  <a:pt x="1899782" y="96009"/>
                </a:cubicBezTo>
                <a:cubicBezTo>
                  <a:pt x="1902452" y="97108"/>
                  <a:pt x="1905717" y="97657"/>
                  <a:pt x="1909578" y="97657"/>
                </a:cubicBezTo>
                <a:cubicBezTo>
                  <a:pt x="1912629" y="97657"/>
                  <a:pt x="1915346" y="97407"/>
                  <a:pt x="1917729" y="96907"/>
                </a:cubicBezTo>
                <a:cubicBezTo>
                  <a:pt x="1920112" y="96406"/>
                  <a:pt x="1922174" y="95846"/>
                  <a:pt x="1923914" y="95227"/>
                </a:cubicBezTo>
                <a:cubicBezTo>
                  <a:pt x="1925654" y="94607"/>
                  <a:pt x="1927084" y="94047"/>
                  <a:pt x="1928204" y="93547"/>
                </a:cubicBezTo>
                <a:cubicBezTo>
                  <a:pt x="1929324" y="93046"/>
                  <a:pt x="1930170" y="92796"/>
                  <a:pt x="1930742" y="92796"/>
                </a:cubicBezTo>
                <a:cubicBezTo>
                  <a:pt x="1931076" y="92796"/>
                  <a:pt x="1931374" y="92879"/>
                  <a:pt x="1931636" y="93046"/>
                </a:cubicBezTo>
                <a:cubicBezTo>
                  <a:pt x="1931898" y="93213"/>
                  <a:pt x="1932101" y="93463"/>
                  <a:pt x="1932244" y="93797"/>
                </a:cubicBezTo>
                <a:cubicBezTo>
                  <a:pt x="1932387" y="94130"/>
                  <a:pt x="1932494" y="94595"/>
                  <a:pt x="1932565" y="95191"/>
                </a:cubicBezTo>
                <a:cubicBezTo>
                  <a:pt x="1932637" y="95787"/>
                  <a:pt x="1932673" y="96514"/>
                  <a:pt x="1932673" y="97371"/>
                </a:cubicBezTo>
                <a:cubicBezTo>
                  <a:pt x="1932673" y="97991"/>
                  <a:pt x="1932649" y="98527"/>
                  <a:pt x="1932601" y="98980"/>
                </a:cubicBezTo>
                <a:cubicBezTo>
                  <a:pt x="1932554" y="99433"/>
                  <a:pt x="1932494" y="99838"/>
                  <a:pt x="1932422" y="100195"/>
                </a:cubicBezTo>
                <a:cubicBezTo>
                  <a:pt x="1932351" y="100553"/>
                  <a:pt x="1932232" y="100875"/>
                  <a:pt x="1932065" y="101160"/>
                </a:cubicBezTo>
                <a:cubicBezTo>
                  <a:pt x="1931898" y="101446"/>
                  <a:pt x="1931684" y="101721"/>
                  <a:pt x="1931421" y="101983"/>
                </a:cubicBezTo>
                <a:cubicBezTo>
                  <a:pt x="1931159" y="102245"/>
                  <a:pt x="1930385" y="102674"/>
                  <a:pt x="1929098" y="103269"/>
                </a:cubicBezTo>
                <a:cubicBezTo>
                  <a:pt x="1927811" y="103865"/>
                  <a:pt x="1926142" y="104449"/>
                  <a:pt x="1924093" y="105021"/>
                </a:cubicBezTo>
                <a:cubicBezTo>
                  <a:pt x="1922043" y="105593"/>
                  <a:pt x="1919671" y="106105"/>
                  <a:pt x="1916978" y="106558"/>
                </a:cubicBezTo>
                <a:cubicBezTo>
                  <a:pt x="1914285" y="107011"/>
                  <a:pt x="1911413" y="107237"/>
                  <a:pt x="1908362" y="107237"/>
                </a:cubicBezTo>
                <a:cubicBezTo>
                  <a:pt x="1903071" y="107237"/>
                  <a:pt x="1898436" y="106498"/>
                  <a:pt x="1894455" y="105019"/>
                </a:cubicBezTo>
                <a:cubicBezTo>
                  <a:pt x="1890475" y="103540"/>
                  <a:pt x="1887127" y="101345"/>
                  <a:pt x="1884409" y="98435"/>
                </a:cubicBezTo>
                <a:cubicBezTo>
                  <a:pt x="1881692" y="95525"/>
                  <a:pt x="1879643" y="91875"/>
                  <a:pt x="1878260" y="87486"/>
                </a:cubicBezTo>
                <a:cubicBezTo>
                  <a:pt x="1876878" y="83096"/>
                  <a:pt x="1876187" y="77991"/>
                  <a:pt x="1876187" y="72171"/>
                </a:cubicBezTo>
                <a:cubicBezTo>
                  <a:pt x="1876187" y="66636"/>
                  <a:pt x="1876902" y="61662"/>
                  <a:pt x="1878332" y="57249"/>
                </a:cubicBezTo>
                <a:cubicBezTo>
                  <a:pt x="1879762" y="52836"/>
                  <a:pt x="1881824" y="49091"/>
                  <a:pt x="1884517" y="46014"/>
                </a:cubicBezTo>
                <a:cubicBezTo>
                  <a:pt x="1887210" y="42937"/>
                  <a:pt x="1890463" y="40575"/>
                  <a:pt x="1894277" y="38929"/>
                </a:cubicBezTo>
                <a:cubicBezTo>
                  <a:pt x="1898090" y="37284"/>
                  <a:pt x="1902356" y="36461"/>
                  <a:pt x="1907075" y="36461"/>
                </a:cubicBezTo>
                <a:cubicBezTo>
                  <a:pt x="1912128" y="36461"/>
                  <a:pt x="1916430" y="37271"/>
                  <a:pt x="1919981" y="38891"/>
                </a:cubicBezTo>
                <a:cubicBezTo>
                  <a:pt x="1923533" y="40512"/>
                  <a:pt x="1926452" y="42692"/>
                  <a:pt x="1928740" y="45433"/>
                </a:cubicBezTo>
                <a:cubicBezTo>
                  <a:pt x="1931028" y="48173"/>
                  <a:pt x="1932708" y="51390"/>
                  <a:pt x="1933781" y="55084"/>
                </a:cubicBezTo>
                <a:cubicBezTo>
                  <a:pt x="1934854" y="58778"/>
                  <a:pt x="1935390" y="62722"/>
                  <a:pt x="1935390" y="66916"/>
                </a:cubicBezTo>
                <a:lnTo>
                  <a:pt x="1935390" y="69061"/>
                </a:lnTo>
                <a:moveTo>
                  <a:pt x="1923521" y="65558"/>
                </a:moveTo>
                <a:cubicBezTo>
                  <a:pt x="1923664" y="59362"/>
                  <a:pt x="1922293" y="54500"/>
                  <a:pt x="1919409" y="50973"/>
                </a:cubicBezTo>
                <a:cubicBezTo>
                  <a:pt x="1916525" y="47447"/>
                  <a:pt x="1912247" y="45683"/>
                  <a:pt x="1906575" y="45683"/>
                </a:cubicBezTo>
                <a:cubicBezTo>
                  <a:pt x="1903667" y="45683"/>
                  <a:pt x="1901117" y="46231"/>
                  <a:pt x="1898924" y="47327"/>
                </a:cubicBezTo>
                <a:cubicBezTo>
                  <a:pt x="1896731" y="48424"/>
                  <a:pt x="1894896" y="49877"/>
                  <a:pt x="1893419" y="51688"/>
                </a:cubicBezTo>
                <a:cubicBezTo>
                  <a:pt x="1891941" y="53499"/>
                  <a:pt x="1890797" y="55608"/>
                  <a:pt x="1889987" y="58015"/>
                </a:cubicBezTo>
                <a:cubicBezTo>
                  <a:pt x="1889176" y="60422"/>
                  <a:pt x="1888723" y="62936"/>
                  <a:pt x="1888628" y="65558"/>
                </a:cubicBezTo>
                <a:lnTo>
                  <a:pt x="1923521" y="65558"/>
                </a:lnTo>
                <a:close/>
                <a:moveTo>
                  <a:pt x="1990000" y="43896"/>
                </a:moveTo>
                <a:cubicBezTo>
                  <a:pt x="1990000" y="44944"/>
                  <a:pt x="1989976" y="45826"/>
                  <a:pt x="1989929" y="46541"/>
                </a:cubicBezTo>
                <a:cubicBezTo>
                  <a:pt x="1989881" y="47256"/>
                  <a:pt x="1989786" y="47816"/>
                  <a:pt x="1989643" y="48221"/>
                </a:cubicBezTo>
                <a:cubicBezTo>
                  <a:pt x="1989500" y="48626"/>
                  <a:pt x="1989321" y="48936"/>
                  <a:pt x="1989106" y="49150"/>
                </a:cubicBezTo>
                <a:cubicBezTo>
                  <a:pt x="1988892" y="49365"/>
                  <a:pt x="1988594" y="49472"/>
                  <a:pt x="1988213" y="49472"/>
                </a:cubicBezTo>
                <a:cubicBezTo>
                  <a:pt x="1987831" y="49472"/>
                  <a:pt x="1987366" y="49365"/>
                  <a:pt x="1986818" y="49150"/>
                </a:cubicBezTo>
                <a:cubicBezTo>
                  <a:pt x="1986270" y="48936"/>
                  <a:pt x="1985650" y="48721"/>
                  <a:pt x="1984959" y="48507"/>
                </a:cubicBezTo>
                <a:cubicBezTo>
                  <a:pt x="1984268" y="48293"/>
                  <a:pt x="1983493" y="48090"/>
                  <a:pt x="1982635" y="47899"/>
                </a:cubicBezTo>
                <a:cubicBezTo>
                  <a:pt x="1981777" y="47709"/>
                  <a:pt x="1980848" y="47613"/>
                  <a:pt x="1979847" y="47613"/>
                </a:cubicBezTo>
                <a:cubicBezTo>
                  <a:pt x="1978655" y="47613"/>
                  <a:pt x="1977487" y="47852"/>
                  <a:pt x="1976343" y="48328"/>
                </a:cubicBezTo>
                <a:cubicBezTo>
                  <a:pt x="1975199" y="48805"/>
                  <a:pt x="1973996" y="49591"/>
                  <a:pt x="1972733" y="50687"/>
                </a:cubicBezTo>
                <a:cubicBezTo>
                  <a:pt x="1971469" y="51784"/>
                  <a:pt x="1970147" y="53237"/>
                  <a:pt x="1968764" y="55048"/>
                </a:cubicBezTo>
                <a:cubicBezTo>
                  <a:pt x="1967382" y="56860"/>
                  <a:pt x="1965857" y="59076"/>
                  <a:pt x="1964188" y="61697"/>
                </a:cubicBezTo>
                <a:lnTo>
                  <a:pt x="1964188" y="104020"/>
                </a:lnTo>
                <a:cubicBezTo>
                  <a:pt x="1964188" y="104401"/>
                  <a:pt x="1964093" y="104723"/>
                  <a:pt x="1963902" y="104985"/>
                </a:cubicBezTo>
                <a:cubicBezTo>
                  <a:pt x="1963711" y="105247"/>
                  <a:pt x="1963402" y="105474"/>
                  <a:pt x="1962973" y="105664"/>
                </a:cubicBezTo>
                <a:cubicBezTo>
                  <a:pt x="1962544" y="105855"/>
                  <a:pt x="1961948" y="105998"/>
                  <a:pt x="1961185" y="106093"/>
                </a:cubicBezTo>
                <a:cubicBezTo>
                  <a:pt x="1960422" y="106189"/>
                  <a:pt x="1959445" y="106236"/>
                  <a:pt x="1958254" y="106236"/>
                </a:cubicBezTo>
                <a:cubicBezTo>
                  <a:pt x="1957110" y="106236"/>
                  <a:pt x="1956156" y="106189"/>
                  <a:pt x="1955394" y="106093"/>
                </a:cubicBezTo>
                <a:cubicBezTo>
                  <a:pt x="1954631" y="105998"/>
                  <a:pt x="1954023" y="105855"/>
                  <a:pt x="1953570" y="105664"/>
                </a:cubicBezTo>
                <a:cubicBezTo>
                  <a:pt x="1953117" y="105474"/>
                  <a:pt x="1952808" y="105247"/>
                  <a:pt x="1952641" y="104985"/>
                </a:cubicBezTo>
                <a:cubicBezTo>
                  <a:pt x="1952474" y="104723"/>
                  <a:pt x="1952390" y="104401"/>
                  <a:pt x="1952390" y="104020"/>
                </a:cubicBezTo>
                <a:lnTo>
                  <a:pt x="1952390" y="39678"/>
                </a:lnTo>
                <a:cubicBezTo>
                  <a:pt x="1952390" y="39297"/>
                  <a:pt x="1952462" y="38975"/>
                  <a:pt x="1952605" y="38713"/>
                </a:cubicBezTo>
                <a:cubicBezTo>
                  <a:pt x="1952748" y="38451"/>
                  <a:pt x="1953034" y="38212"/>
                  <a:pt x="1953463" y="37998"/>
                </a:cubicBezTo>
                <a:cubicBezTo>
                  <a:pt x="1953892" y="37783"/>
                  <a:pt x="1954440" y="37640"/>
                  <a:pt x="1955108" y="37569"/>
                </a:cubicBezTo>
                <a:cubicBezTo>
                  <a:pt x="1955775" y="37497"/>
                  <a:pt x="1956657" y="37462"/>
                  <a:pt x="1957753" y="37462"/>
                </a:cubicBezTo>
                <a:cubicBezTo>
                  <a:pt x="1958802" y="37462"/>
                  <a:pt x="1959672" y="37497"/>
                  <a:pt x="1960363" y="37569"/>
                </a:cubicBezTo>
                <a:cubicBezTo>
                  <a:pt x="1961054" y="37640"/>
                  <a:pt x="1961590" y="37783"/>
                  <a:pt x="1961972" y="37998"/>
                </a:cubicBezTo>
                <a:cubicBezTo>
                  <a:pt x="1962353" y="38212"/>
                  <a:pt x="1962627" y="38451"/>
                  <a:pt x="1962794" y="38713"/>
                </a:cubicBezTo>
                <a:cubicBezTo>
                  <a:pt x="1962961" y="38975"/>
                  <a:pt x="1963044" y="39297"/>
                  <a:pt x="1963044" y="39678"/>
                </a:cubicBezTo>
                <a:lnTo>
                  <a:pt x="1963044" y="49043"/>
                </a:lnTo>
                <a:cubicBezTo>
                  <a:pt x="1964808" y="46469"/>
                  <a:pt x="1966464" y="44372"/>
                  <a:pt x="1968013" y="42752"/>
                </a:cubicBezTo>
                <a:cubicBezTo>
                  <a:pt x="1969563" y="41131"/>
                  <a:pt x="1971028" y="39857"/>
                  <a:pt x="1972411" y="38927"/>
                </a:cubicBezTo>
                <a:cubicBezTo>
                  <a:pt x="1973793" y="37998"/>
                  <a:pt x="1975164" y="37354"/>
                  <a:pt x="1976522" y="36997"/>
                </a:cubicBezTo>
                <a:cubicBezTo>
                  <a:pt x="1977881" y="36639"/>
                  <a:pt x="1979251" y="36461"/>
                  <a:pt x="1980633" y="36461"/>
                </a:cubicBezTo>
                <a:cubicBezTo>
                  <a:pt x="1981253" y="36461"/>
                  <a:pt x="1981956" y="36496"/>
                  <a:pt x="1982743" y="36568"/>
                </a:cubicBezTo>
                <a:cubicBezTo>
                  <a:pt x="1983529" y="36639"/>
                  <a:pt x="1984351" y="36770"/>
                  <a:pt x="1985209" y="36961"/>
                </a:cubicBezTo>
                <a:cubicBezTo>
                  <a:pt x="1986067" y="37152"/>
                  <a:pt x="1986842" y="37366"/>
                  <a:pt x="1987533" y="37605"/>
                </a:cubicBezTo>
                <a:cubicBezTo>
                  <a:pt x="1988224" y="37843"/>
                  <a:pt x="1988713" y="38081"/>
                  <a:pt x="1988999" y="38319"/>
                </a:cubicBezTo>
                <a:cubicBezTo>
                  <a:pt x="1989285" y="38558"/>
                  <a:pt x="1989476" y="38784"/>
                  <a:pt x="1989571" y="38999"/>
                </a:cubicBezTo>
                <a:cubicBezTo>
                  <a:pt x="1989666" y="39213"/>
                  <a:pt x="1989750" y="39487"/>
                  <a:pt x="1989821" y="39821"/>
                </a:cubicBezTo>
                <a:cubicBezTo>
                  <a:pt x="1989893" y="40154"/>
                  <a:pt x="1989940" y="40643"/>
                  <a:pt x="1989964" y="41286"/>
                </a:cubicBezTo>
                <a:cubicBezTo>
                  <a:pt x="1989988" y="41930"/>
                  <a:pt x="1990000" y="42800"/>
                  <a:pt x="1990000" y="43896"/>
                </a:cubicBezTo>
                <a:close/>
                <a:moveTo>
                  <a:pt x="2048474" y="104092"/>
                </a:moveTo>
                <a:cubicBezTo>
                  <a:pt x="2048474" y="104664"/>
                  <a:pt x="2048284" y="105093"/>
                  <a:pt x="2047902" y="105378"/>
                </a:cubicBezTo>
                <a:cubicBezTo>
                  <a:pt x="2047521" y="105664"/>
                  <a:pt x="2046996" y="105879"/>
                  <a:pt x="2046329" y="106022"/>
                </a:cubicBezTo>
                <a:cubicBezTo>
                  <a:pt x="2045662" y="106165"/>
                  <a:pt x="2044685" y="106236"/>
                  <a:pt x="2043398" y="106236"/>
                </a:cubicBezTo>
                <a:cubicBezTo>
                  <a:pt x="2042158" y="106236"/>
                  <a:pt x="2041169" y="106165"/>
                  <a:pt x="2040430" y="106022"/>
                </a:cubicBezTo>
                <a:cubicBezTo>
                  <a:pt x="2039691" y="105879"/>
                  <a:pt x="2039155" y="105664"/>
                  <a:pt x="2038822" y="105378"/>
                </a:cubicBezTo>
                <a:cubicBezTo>
                  <a:pt x="2038488" y="105093"/>
                  <a:pt x="2038321" y="104664"/>
                  <a:pt x="2038321" y="104092"/>
                </a:cubicBezTo>
                <a:lnTo>
                  <a:pt x="2038321" y="97657"/>
                </a:lnTo>
                <a:cubicBezTo>
                  <a:pt x="2035509" y="100660"/>
                  <a:pt x="2032375" y="103007"/>
                  <a:pt x="2028919" y="104699"/>
                </a:cubicBezTo>
                <a:cubicBezTo>
                  <a:pt x="2025463" y="106391"/>
                  <a:pt x="2021804" y="107237"/>
                  <a:pt x="2017943" y="107237"/>
                </a:cubicBezTo>
                <a:cubicBezTo>
                  <a:pt x="2014559" y="107237"/>
                  <a:pt x="2011496" y="106795"/>
                  <a:pt x="2008755" y="105910"/>
                </a:cubicBezTo>
                <a:cubicBezTo>
                  <a:pt x="2006014" y="105026"/>
                  <a:pt x="2003679" y="103746"/>
                  <a:pt x="2001748" y="102072"/>
                </a:cubicBezTo>
                <a:cubicBezTo>
                  <a:pt x="1999818" y="100398"/>
                  <a:pt x="1998316" y="98342"/>
                  <a:pt x="1997244" y="95904"/>
                </a:cubicBezTo>
                <a:cubicBezTo>
                  <a:pt x="1996171" y="93464"/>
                  <a:pt x="1995635" y="90689"/>
                  <a:pt x="1995635" y="87579"/>
                </a:cubicBezTo>
                <a:cubicBezTo>
                  <a:pt x="1995635" y="83945"/>
                  <a:pt x="1996374" y="80789"/>
                  <a:pt x="1997851" y="78111"/>
                </a:cubicBezTo>
                <a:cubicBezTo>
                  <a:pt x="1999329" y="75432"/>
                  <a:pt x="2001450" y="73207"/>
                  <a:pt x="2004215" y="71438"/>
                </a:cubicBezTo>
                <a:cubicBezTo>
                  <a:pt x="2006980" y="69668"/>
                  <a:pt x="2010364" y="68341"/>
                  <a:pt x="2014368" y="67457"/>
                </a:cubicBezTo>
                <a:cubicBezTo>
                  <a:pt x="2018372" y="66572"/>
                  <a:pt x="2022877" y="66130"/>
                  <a:pt x="2027882" y="66130"/>
                </a:cubicBezTo>
                <a:lnTo>
                  <a:pt x="2036748" y="66130"/>
                </a:lnTo>
                <a:lnTo>
                  <a:pt x="2036748" y="61143"/>
                </a:lnTo>
                <a:cubicBezTo>
                  <a:pt x="2036748" y="58674"/>
                  <a:pt x="2036486" y="56489"/>
                  <a:pt x="2035961" y="54590"/>
                </a:cubicBezTo>
                <a:cubicBezTo>
                  <a:pt x="2035437" y="52690"/>
                  <a:pt x="2034591" y="51110"/>
                  <a:pt x="2033423" y="49852"/>
                </a:cubicBezTo>
                <a:cubicBezTo>
                  <a:pt x="2032255" y="48593"/>
                  <a:pt x="2030742" y="47644"/>
                  <a:pt x="2028883" y="47003"/>
                </a:cubicBezTo>
                <a:cubicBezTo>
                  <a:pt x="2027024" y="46361"/>
                  <a:pt x="2024736" y="46041"/>
                  <a:pt x="2022019" y="46041"/>
                </a:cubicBezTo>
                <a:cubicBezTo>
                  <a:pt x="2019111" y="46041"/>
                  <a:pt x="2016501" y="46382"/>
                  <a:pt x="2014189" y="47066"/>
                </a:cubicBezTo>
                <a:cubicBezTo>
                  <a:pt x="2011878" y="47750"/>
                  <a:pt x="2009852" y="48504"/>
                  <a:pt x="2008112" y="49329"/>
                </a:cubicBezTo>
                <a:cubicBezTo>
                  <a:pt x="2006372" y="50154"/>
                  <a:pt x="2004918" y="50909"/>
                  <a:pt x="2003750" y="51592"/>
                </a:cubicBezTo>
                <a:cubicBezTo>
                  <a:pt x="2002582" y="52276"/>
                  <a:pt x="2001712" y="52618"/>
                  <a:pt x="2001140" y="52618"/>
                </a:cubicBezTo>
                <a:cubicBezTo>
                  <a:pt x="2000759" y="52618"/>
                  <a:pt x="2000425" y="52522"/>
                  <a:pt x="2000139" y="52332"/>
                </a:cubicBezTo>
                <a:cubicBezTo>
                  <a:pt x="1999853" y="52141"/>
                  <a:pt x="1999603" y="51855"/>
                  <a:pt x="1999389" y="51474"/>
                </a:cubicBezTo>
                <a:cubicBezTo>
                  <a:pt x="1999174" y="51093"/>
                  <a:pt x="1999019" y="50604"/>
                  <a:pt x="1998924" y="50008"/>
                </a:cubicBezTo>
                <a:cubicBezTo>
                  <a:pt x="1998829" y="49413"/>
                  <a:pt x="1998781" y="48757"/>
                  <a:pt x="1998781" y="48042"/>
                </a:cubicBezTo>
                <a:cubicBezTo>
                  <a:pt x="1998781" y="46851"/>
                  <a:pt x="1998864" y="45909"/>
                  <a:pt x="1999031" y="45218"/>
                </a:cubicBezTo>
                <a:cubicBezTo>
                  <a:pt x="1999198" y="44527"/>
                  <a:pt x="1999603" y="43872"/>
                  <a:pt x="2000247" y="43252"/>
                </a:cubicBezTo>
                <a:cubicBezTo>
                  <a:pt x="2000890" y="42633"/>
                  <a:pt x="2001998" y="41911"/>
                  <a:pt x="2003571" y="41088"/>
                </a:cubicBezTo>
                <a:cubicBezTo>
                  <a:pt x="2005144" y="40262"/>
                  <a:pt x="2006956" y="39509"/>
                  <a:pt x="2009006" y="38827"/>
                </a:cubicBezTo>
                <a:cubicBezTo>
                  <a:pt x="2011055" y="38144"/>
                  <a:pt x="2013296" y="37580"/>
                  <a:pt x="2015727" y="37133"/>
                </a:cubicBezTo>
                <a:cubicBezTo>
                  <a:pt x="2018158" y="36685"/>
                  <a:pt x="2020613" y="36461"/>
                  <a:pt x="2023091" y="36461"/>
                </a:cubicBezTo>
                <a:cubicBezTo>
                  <a:pt x="2027715" y="36461"/>
                  <a:pt x="2031648" y="36985"/>
                  <a:pt x="2034889" y="38033"/>
                </a:cubicBezTo>
                <a:cubicBezTo>
                  <a:pt x="2038130" y="39082"/>
                  <a:pt x="2040752" y="40619"/>
                  <a:pt x="2042754" y="42645"/>
                </a:cubicBezTo>
                <a:cubicBezTo>
                  <a:pt x="2044756" y="44670"/>
                  <a:pt x="2046210" y="47184"/>
                  <a:pt x="2047116" y="50187"/>
                </a:cubicBezTo>
                <a:cubicBezTo>
                  <a:pt x="2048021" y="53190"/>
                  <a:pt x="2048474" y="56693"/>
                  <a:pt x="2048474" y="60696"/>
                </a:cubicBezTo>
                <a:lnTo>
                  <a:pt x="2048474" y="104092"/>
                </a:lnTo>
                <a:moveTo>
                  <a:pt x="2036748" y="74637"/>
                </a:moveTo>
                <a:lnTo>
                  <a:pt x="2026666" y="74637"/>
                </a:lnTo>
                <a:cubicBezTo>
                  <a:pt x="2023425" y="74637"/>
                  <a:pt x="2020613" y="74913"/>
                  <a:pt x="2018229" y="75466"/>
                </a:cubicBezTo>
                <a:cubicBezTo>
                  <a:pt x="2015846" y="76017"/>
                  <a:pt x="2013868" y="76832"/>
                  <a:pt x="2012295" y="77910"/>
                </a:cubicBezTo>
                <a:cubicBezTo>
                  <a:pt x="2010722" y="78988"/>
                  <a:pt x="2009566" y="80283"/>
                  <a:pt x="2008827" y="81795"/>
                </a:cubicBezTo>
                <a:cubicBezTo>
                  <a:pt x="2008088" y="83305"/>
                  <a:pt x="2007719" y="85044"/>
                  <a:pt x="2007719" y="87010"/>
                </a:cubicBezTo>
                <a:cubicBezTo>
                  <a:pt x="2007719" y="90367"/>
                  <a:pt x="2008779" y="93040"/>
                  <a:pt x="2010900" y="95030"/>
                </a:cubicBezTo>
                <a:cubicBezTo>
                  <a:pt x="2013022" y="97020"/>
                  <a:pt x="2015989" y="98015"/>
                  <a:pt x="2019802" y="98015"/>
                </a:cubicBezTo>
                <a:cubicBezTo>
                  <a:pt x="2022901" y="98015"/>
                  <a:pt x="2025773" y="97224"/>
                  <a:pt x="2028418" y="95642"/>
                </a:cubicBezTo>
                <a:cubicBezTo>
                  <a:pt x="2031064" y="94059"/>
                  <a:pt x="2033840" y="91637"/>
                  <a:pt x="2036748" y="88377"/>
                </a:cubicBezTo>
                <a:lnTo>
                  <a:pt x="2036748" y="74637"/>
                </a:lnTo>
                <a:close/>
                <a:moveTo>
                  <a:pt x="2100687" y="99373"/>
                </a:moveTo>
                <a:cubicBezTo>
                  <a:pt x="2100687" y="100755"/>
                  <a:pt x="2100592" y="101852"/>
                  <a:pt x="2100401" y="102662"/>
                </a:cubicBezTo>
                <a:cubicBezTo>
                  <a:pt x="2100211" y="103472"/>
                  <a:pt x="2099925" y="104068"/>
                  <a:pt x="2099543" y="104449"/>
                </a:cubicBezTo>
                <a:cubicBezTo>
                  <a:pt x="2099162" y="104830"/>
                  <a:pt x="2098590" y="105188"/>
                  <a:pt x="2097827" y="105521"/>
                </a:cubicBezTo>
                <a:cubicBezTo>
                  <a:pt x="2097065" y="105855"/>
                  <a:pt x="2096195" y="106129"/>
                  <a:pt x="2095218" y="106344"/>
                </a:cubicBezTo>
                <a:cubicBezTo>
                  <a:pt x="2094240" y="106558"/>
                  <a:pt x="2093204" y="106737"/>
                  <a:pt x="2092107" y="106880"/>
                </a:cubicBezTo>
                <a:cubicBezTo>
                  <a:pt x="2091011" y="107023"/>
                  <a:pt x="2089915" y="107094"/>
                  <a:pt x="2088818" y="107094"/>
                </a:cubicBezTo>
                <a:cubicBezTo>
                  <a:pt x="2085481" y="107094"/>
                  <a:pt x="2082621" y="106653"/>
                  <a:pt x="2080238" y="105769"/>
                </a:cubicBezTo>
                <a:cubicBezTo>
                  <a:pt x="2077855" y="104885"/>
                  <a:pt x="2075900" y="103547"/>
                  <a:pt x="2074375" y="101755"/>
                </a:cubicBezTo>
                <a:cubicBezTo>
                  <a:pt x="2072850" y="99963"/>
                  <a:pt x="2071741" y="97694"/>
                  <a:pt x="2071050" y="94947"/>
                </a:cubicBezTo>
                <a:cubicBezTo>
                  <a:pt x="2070359" y="92201"/>
                  <a:pt x="2070013" y="88964"/>
                  <a:pt x="2070013" y="85238"/>
                </a:cubicBezTo>
                <a:lnTo>
                  <a:pt x="2070013" y="47542"/>
                </a:lnTo>
                <a:lnTo>
                  <a:pt x="2061004" y="47542"/>
                </a:lnTo>
                <a:cubicBezTo>
                  <a:pt x="2060289" y="47542"/>
                  <a:pt x="2059717" y="47161"/>
                  <a:pt x="2059288" y="46398"/>
                </a:cubicBezTo>
                <a:cubicBezTo>
                  <a:pt x="2058859" y="45635"/>
                  <a:pt x="2058645" y="44396"/>
                  <a:pt x="2058645" y="42680"/>
                </a:cubicBezTo>
                <a:cubicBezTo>
                  <a:pt x="2058645" y="41775"/>
                  <a:pt x="2058704" y="41012"/>
                  <a:pt x="2058823" y="40393"/>
                </a:cubicBezTo>
                <a:cubicBezTo>
                  <a:pt x="2058943" y="39773"/>
                  <a:pt x="2059098" y="39261"/>
                  <a:pt x="2059288" y="38856"/>
                </a:cubicBezTo>
                <a:cubicBezTo>
                  <a:pt x="2059479" y="38451"/>
                  <a:pt x="2059729" y="38165"/>
                  <a:pt x="2060039" y="37998"/>
                </a:cubicBezTo>
                <a:cubicBezTo>
                  <a:pt x="2060349" y="37831"/>
                  <a:pt x="2060694" y="37748"/>
                  <a:pt x="2061076" y="37748"/>
                </a:cubicBezTo>
                <a:lnTo>
                  <a:pt x="2070013" y="37748"/>
                </a:lnTo>
                <a:lnTo>
                  <a:pt x="2070013" y="22448"/>
                </a:lnTo>
                <a:cubicBezTo>
                  <a:pt x="2070013" y="22115"/>
                  <a:pt x="2070097" y="21805"/>
                  <a:pt x="2070264" y="21519"/>
                </a:cubicBezTo>
                <a:cubicBezTo>
                  <a:pt x="2070430" y="21233"/>
                  <a:pt x="2070740" y="20983"/>
                  <a:pt x="2071193" y="20768"/>
                </a:cubicBezTo>
                <a:cubicBezTo>
                  <a:pt x="2071646" y="20554"/>
                  <a:pt x="2072254" y="20399"/>
                  <a:pt x="2073016" y="20304"/>
                </a:cubicBezTo>
                <a:cubicBezTo>
                  <a:pt x="2073779" y="20208"/>
                  <a:pt x="2074732" y="20161"/>
                  <a:pt x="2075876" y="20161"/>
                </a:cubicBezTo>
                <a:cubicBezTo>
                  <a:pt x="2077068" y="20161"/>
                  <a:pt x="2078045" y="20208"/>
                  <a:pt x="2078808" y="20304"/>
                </a:cubicBezTo>
                <a:cubicBezTo>
                  <a:pt x="2079571" y="20399"/>
                  <a:pt x="2080167" y="20554"/>
                  <a:pt x="2080596" y="20768"/>
                </a:cubicBezTo>
                <a:cubicBezTo>
                  <a:pt x="2081025" y="20983"/>
                  <a:pt x="2081334" y="21233"/>
                  <a:pt x="2081525" y="21519"/>
                </a:cubicBezTo>
                <a:cubicBezTo>
                  <a:pt x="2081716" y="21805"/>
                  <a:pt x="2081811" y="22115"/>
                  <a:pt x="2081811" y="22448"/>
                </a:cubicBezTo>
                <a:lnTo>
                  <a:pt x="2081811" y="37748"/>
                </a:lnTo>
                <a:lnTo>
                  <a:pt x="2098328" y="37748"/>
                </a:lnTo>
                <a:cubicBezTo>
                  <a:pt x="2098709" y="37748"/>
                  <a:pt x="2099043" y="37831"/>
                  <a:pt x="2099329" y="37998"/>
                </a:cubicBezTo>
                <a:cubicBezTo>
                  <a:pt x="2099615" y="38165"/>
                  <a:pt x="2099865" y="38451"/>
                  <a:pt x="2100080" y="38856"/>
                </a:cubicBezTo>
                <a:cubicBezTo>
                  <a:pt x="2100294" y="39261"/>
                  <a:pt x="2100449" y="39773"/>
                  <a:pt x="2100544" y="40393"/>
                </a:cubicBezTo>
                <a:cubicBezTo>
                  <a:pt x="2100640" y="41012"/>
                  <a:pt x="2100687" y="41775"/>
                  <a:pt x="2100687" y="42680"/>
                </a:cubicBezTo>
                <a:cubicBezTo>
                  <a:pt x="2100687" y="44396"/>
                  <a:pt x="2100473" y="45635"/>
                  <a:pt x="2100044" y="46398"/>
                </a:cubicBezTo>
                <a:cubicBezTo>
                  <a:pt x="2099615" y="47161"/>
                  <a:pt x="2099043" y="47542"/>
                  <a:pt x="2098328" y="47542"/>
                </a:cubicBezTo>
                <a:lnTo>
                  <a:pt x="2081811" y="47542"/>
                </a:lnTo>
                <a:lnTo>
                  <a:pt x="2081811" y="83536"/>
                </a:lnTo>
                <a:cubicBezTo>
                  <a:pt x="2081811" y="87980"/>
                  <a:pt x="2082466" y="91338"/>
                  <a:pt x="2083777" y="93609"/>
                </a:cubicBezTo>
                <a:cubicBezTo>
                  <a:pt x="2085088" y="95879"/>
                  <a:pt x="2087436" y="97014"/>
                  <a:pt x="2090820" y="97014"/>
                </a:cubicBezTo>
                <a:cubicBezTo>
                  <a:pt x="2091917" y="97014"/>
                  <a:pt x="2092894" y="96907"/>
                  <a:pt x="2093752" y="96692"/>
                </a:cubicBezTo>
                <a:cubicBezTo>
                  <a:pt x="2094610" y="96478"/>
                  <a:pt x="2095372" y="96251"/>
                  <a:pt x="2096040" y="96013"/>
                </a:cubicBezTo>
                <a:cubicBezTo>
                  <a:pt x="2096707" y="95775"/>
                  <a:pt x="2097279" y="95548"/>
                  <a:pt x="2097756" y="95334"/>
                </a:cubicBezTo>
                <a:cubicBezTo>
                  <a:pt x="2098232" y="95119"/>
                  <a:pt x="2098661" y="95012"/>
                  <a:pt x="2099043" y="95012"/>
                </a:cubicBezTo>
                <a:cubicBezTo>
                  <a:pt x="2099281" y="95012"/>
                  <a:pt x="2099508" y="95072"/>
                  <a:pt x="2099722" y="95191"/>
                </a:cubicBezTo>
                <a:cubicBezTo>
                  <a:pt x="2099937" y="95310"/>
                  <a:pt x="2100103" y="95536"/>
                  <a:pt x="2100223" y="95870"/>
                </a:cubicBezTo>
                <a:cubicBezTo>
                  <a:pt x="2100342" y="96204"/>
                  <a:pt x="2100449" y="96657"/>
                  <a:pt x="2100544" y="97228"/>
                </a:cubicBezTo>
                <a:cubicBezTo>
                  <a:pt x="2100640" y="97800"/>
                  <a:pt x="2100687" y="98515"/>
                  <a:pt x="2100687" y="99373"/>
                </a:cubicBezTo>
                <a:close/>
                <a:moveTo>
                  <a:pt x="2127361" y="104020"/>
                </a:moveTo>
                <a:cubicBezTo>
                  <a:pt x="2127361" y="104401"/>
                  <a:pt x="2127265" y="104723"/>
                  <a:pt x="2127075" y="104985"/>
                </a:cubicBezTo>
                <a:cubicBezTo>
                  <a:pt x="2126884" y="105247"/>
                  <a:pt x="2126574" y="105474"/>
                  <a:pt x="2126145" y="105664"/>
                </a:cubicBezTo>
                <a:cubicBezTo>
                  <a:pt x="2125716" y="105855"/>
                  <a:pt x="2125120" y="105998"/>
                  <a:pt x="2124357" y="106093"/>
                </a:cubicBezTo>
                <a:cubicBezTo>
                  <a:pt x="2123595" y="106189"/>
                  <a:pt x="2122618" y="106236"/>
                  <a:pt x="2121426" y="106236"/>
                </a:cubicBezTo>
                <a:cubicBezTo>
                  <a:pt x="2120282" y="106236"/>
                  <a:pt x="2119329" y="106189"/>
                  <a:pt x="2118566" y="106093"/>
                </a:cubicBezTo>
                <a:cubicBezTo>
                  <a:pt x="2117803" y="105998"/>
                  <a:pt x="2117195" y="105855"/>
                  <a:pt x="2116743" y="105664"/>
                </a:cubicBezTo>
                <a:cubicBezTo>
                  <a:pt x="2116290" y="105474"/>
                  <a:pt x="2115980" y="105247"/>
                  <a:pt x="2115813" y="104985"/>
                </a:cubicBezTo>
                <a:cubicBezTo>
                  <a:pt x="2115646" y="104723"/>
                  <a:pt x="2115563" y="104401"/>
                  <a:pt x="2115563" y="104020"/>
                </a:cubicBezTo>
                <a:lnTo>
                  <a:pt x="2115563" y="39678"/>
                </a:lnTo>
                <a:cubicBezTo>
                  <a:pt x="2115563" y="39344"/>
                  <a:pt x="2115646" y="39034"/>
                  <a:pt x="2115813" y="38748"/>
                </a:cubicBezTo>
                <a:cubicBezTo>
                  <a:pt x="2115980" y="38462"/>
                  <a:pt x="2116290" y="38224"/>
                  <a:pt x="2116743" y="38033"/>
                </a:cubicBezTo>
                <a:cubicBezTo>
                  <a:pt x="2117195" y="37843"/>
                  <a:pt x="2117803" y="37700"/>
                  <a:pt x="2118566" y="37605"/>
                </a:cubicBezTo>
                <a:cubicBezTo>
                  <a:pt x="2119329" y="37509"/>
                  <a:pt x="2120282" y="37462"/>
                  <a:pt x="2121426" y="37462"/>
                </a:cubicBezTo>
                <a:cubicBezTo>
                  <a:pt x="2122618" y="37462"/>
                  <a:pt x="2123595" y="37509"/>
                  <a:pt x="2124357" y="37605"/>
                </a:cubicBezTo>
                <a:cubicBezTo>
                  <a:pt x="2125120" y="37700"/>
                  <a:pt x="2125716" y="37843"/>
                  <a:pt x="2126145" y="38033"/>
                </a:cubicBezTo>
                <a:cubicBezTo>
                  <a:pt x="2126574" y="38224"/>
                  <a:pt x="2126884" y="38462"/>
                  <a:pt x="2127075" y="38748"/>
                </a:cubicBezTo>
                <a:cubicBezTo>
                  <a:pt x="2127265" y="39034"/>
                  <a:pt x="2127361" y="39344"/>
                  <a:pt x="2127361" y="39678"/>
                </a:cubicBezTo>
                <a:lnTo>
                  <a:pt x="2127361" y="104020"/>
                </a:lnTo>
                <a:moveTo>
                  <a:pt x="2128719" y="17873"/>
                </a:moveTo>
                <a:cubicBezTo>
                  <a:pt x="2128719" y="20637"/>
                  <a:pt x="2128195" y="22520"/>
                  <a:pt x="2127146" y="23521"/>
                </a:cubicBezTo>
                <a:cubicBezTo>
                  <a:pt x="2126097" y="24522"/>
                  <a:pt x="2124167" y="25022"/>
                  <a:pt x="2121354" y="25022"/>
                </a:cubicBezTo>
                <a:cubicBezTo>
                  <a:pt x="2118590" y="25022"/>
                  <a:pt x="2116695" y="24534"/>
                  <a:pt x="2115670" y="23556"/>
                </a:cubicBezTo>
                <a:cubicBezTo>
                  <a:pt x="2114645" y="22579"/>
                  <a:pt x="2114133" y="20733"/>
                  <a:pt x="2114133" y="18016"/>
                </a:cubicBezTo>
                <a:cubicBezTo>
                  <a:pt x="2114133" y="15252"/>
                  <a:pt x="2114657" y="13369"/>
                  <a:pt x="2115706" y="12368"/>
                </a:cubicBezTo>
                <a:cubicBezTo>
                  <a:pt x="2116755" y="11367"/>
                  <a:pt x="2118685" y="10867"/>
                  <a:pt x="2121497" y="10867"/>
                </a:cubicBezTo>
                <a:cubicBezTo>
                  <a:pt x="2124262" y="10867"/>
                  <a:pt x="2126157" y="11355"/>
                  <a:pt x="2127182" y="12332"/>
                </a:cubicBezTo>
                <a:cubicBezTo>
                  <a:pt x="2128207" y="13309"/>
                  <a:pt x="2128719" y="15156"/>
                  <a:pt x="2128719" y="17873"/>
                </a:cubicBezTo>
                <a:close/>
                <a:moveTo>
                  <a:pt x="2203499" y="104020"/>
                </a:moveTo>
                <a:cubicBezTo>
                  <a:pt x="2203499" y="104401"/>
                  <a:pt x="2203404" y="104723"/>
                  <a:pt x="2203213" y="104985"/>
                </a:cubicBezTo>
                <a:cubicBezTo>
                  <a:pt x="2203022" y="105247"/>
                  <a:pt x="2202712" y="105474"/>
                  <a:pt x="2202283" y="105664"/>
                </a:cubicBezTo>
                <a:cubicBezTo>
                  <a:pt x="2201854" y="105855"/>
                  <a:pt x="2201259" y="105998"/>
                  <a:pt x="2200496" y="106093"/>
                </a:cubicBezTo>
                <a:cubicBezTo>
                  <a:pt x="2199733" y="106189"/>
                  <a:pt x="2198780" y="106236"/>
                  <a:pt x="2197636" y="106236"/>
                </a:cubicBezTo>
                <a:cubicBezTo>
                  <a:pt x="2196444" y="106236"/>
                  <a:pt x="2195467" y="106189"/>
                  <a:pt x="2194704" y="106093"/>
                </a:cubicBezTo>
                <a:cubicBezTo>
                  <a:pt x="2193942" y="105998"/>
                  <a:pt x="2193346" y="105855"/>
                  <a:pt x="2192917" y="105664"/>
                </a:cubicBezTo>
                <a:cubicBezTo>
                  <a:pt x="2192488" y="105474"/>
                  <a:pt x="2192178" y="105247"/>
                  <a:pt x="2191987" y="104985"/>
                </a:cubicBezTo>
                <a:cubicBezTo>
                  <a:pt x="2191797" y="104723"/>
                  <a:pt x="2191701" y="104401"/>
                  <a:pt x="2191701" y="104020"/>
                </a:cubicBezTo>
                <a:lnTo>
                  <a:pt x="2191701" y="66344"/>
                </a:lnTo>
                <a:cubicBezTo>
                  <a:pt x="2191701" y="62674"/>
                  <a:pt x="2191415" y="59719"/>
                  <a:pt x="2190843" y="57479"/>
                </a:cubicBezTo>
                <a:cubicBezTo>
                  <a:pt x="2190271" y="55239"/>
                  <a:pt x="2189437" y="53309"/>
                  <a:pt x="2188341" y="51688"/>
                </a:cubicBezTo>
                <a:cubicBezTo>
                  <a:pt x="2187244" y="50068"/>
                  <a:pt x="2185826" y="48829"/>
                  <a:pt x="2184086" y="47971"/>
                </a:cubicBezTo>
                <a:cubicBezTo>
                  <a:pt x="2182346" y="47113"/>
                  <a:pt x="2180333" y="46684"/>
                  <a:pt x="2178044" y="46684"/>
                </a:cubicBezTo>
                <a:cubicBezTo>
                  <a:pt x="2175089" y="46684"/>
                  <a:pt x="2172134" y="47733"/>
                  <a:pt x="2169178" y="49830"/>
                </a:cubicBezTo>
                <a:cubicBezTo>
                  <a:pt x="2166223" y="51927"/>
                  <a:pt x="2163125" y="55001"/>
                  <a:pt x="2159883" y="59052"/>
                </a:cubicBezTo>
                <a:lnTo>
                  <a:pt x="2159883" y="104020"/>
                </a:lnTo>
                <a:cubicBezTo>
                  <a:pt x="2159883" y="104401"/>
                  <a:pt x="2159788" y="104723"/>
                  <a:pt x="2159597" y="104985"/>
                </a:cubicBezTo>
                <a:cubicBezTo>
                  <a:pt x="2159407" y="105247"/>
                  <a:pt x="2159097" y="105474"/>
                  <a:pt x="2158668" y="105664"/>
                </a:cubicBezTo>
                <a:cubicBezTo>
                  <a:pt x="2158239" y="105855"/>
                  <a:pt x="2157643" y="105998"/>
                  <a:pt x="2156880" y="106093"/>
                </a:cubicBezTo>
                <a:cubicBezTo>
                  <a:pt x="2156117" y="106189"/>
                  <a:pt x="2155140" y="106236"/>
                  <a:pt x="2153949" y="106236"/>
                </a:cubicBezTo>
                <a:cubicBezTo>
                  <a:pt x="2152805" y="106236"/>
                  <a:pt x="2151851" y="106189"/>
                  <a:pt x="2151089" y="106093"/>
                </a:cubicBezTo>
                <a:cubicBezTo>
                  <a:pt x="2150326" y="105998"/>
                  <a:pt x="2149718" y="105855"/>
                  <a:pt x="2149265" y="105664"/>
                </a:cubicBezTo>
                <a:cubicBezTo>
                  <a:pt x="2148812" y="105474"/>
                  <a:pt x="2148503" y="105247"/>
                  <a:pt x="2148336" y="104985"/>
                </a:cubicBezTo>
                <a:cubicBezTo>
                  <a:pt x="2148169" y="104723"/>
                  <a:pt x="2148085" y="104401"/>
                  <a:pt x="2148085" y="104020"/>
                </a:cubicBezTo>
                <a:lnTo>
                  <a:pt x="2148085" y="39678"/>
                </a:lnTo>
                <a:cubicBezTo>
                  <a:pt x="2148085" y="39297"/>
                  <a:pt x="2148157" y="38975"/>
                  <a:pt x="2148300" y="38713"/>
                </a:cubicBezTo>
                <a:cubicBezTo>
                  <a:pt x="2148443" y="38451"/>
                  <a:pt x="2148729" y="38212"/>
                  <a:pt x="2149158" y="37998"/>
                </a:cubicBezTo>
                <a:cubicBezTo>
                  <a:pt x="2149587" y="37783"/>
                  <a:pt x="2150135" y="37640"/>
                  <a:pt x="2150803" y="37569"/>
                </a:cubicBezTo>
                <a:cubicBezTo>
                  <a:pt x="2151470" y="37497"/>
                  <a:pt x="2152352" y="37462"/>
                  <a:pt x="2153448" y="37462"/>
                </a:cubicBezTo>
                <a:cubicBezTo>
                  <a:pt x="2154497" y="37462"/>
                  <a:pt x="2155367" y="37497"/>
                  <a:pt x="2156058" y="37569"/>
                </a:cubicBezTo>
                <a:cubicBezTo>
                  <a:pt x="2156749" y="37640"/>
                  <a:pt x="2157285" y="37783"/>
                  <a:pt x="2157667" y="37998"/>
                </a:cubicBezTo>
                <a:cubicBezTo>
                  <a:pt x="2158048" y="38212"/>
                  <a:pt x="2158322" y="38451"/>
                  <a:pt x="2158489" y="38713"/>
                </a:cubicBezTo>
                <a:cubicBezTo>
                  <a:pt x="2158656" y="38975"/>
                  <a:pt x="2158739" y="39297"/>
                  <a:pt x="2158739" y="39678"/>
                </a:cubicBezTo>
                <a:lnTo>
                  <a:pt x="2158739" y="48185"/>
                </a:lnTo>
                <a:cubicBezTo>
                  <a:pt x="2162362" y="44134"/>
                  <a:pt x="2165973" y="41167"/>
                  <a:pt x="2169572" y="39285"/>
                </a:cubicBezTo>
                <a:cubicBezTo>
                  <a:pt x="2173170" y="37402"/>
                  <a:pt x="2176805" y="36461"/>
                  <a:pt x="2180476" y="36461"/>
                </a:cubicBezTo>
                <a:cubicBezTo>
                  <a:pt x="2184766" y="36461"/>
                  <a:pt x="2188376" y="37188"/>
                  <a:pt x="2191308" y="38641"/>
                </a:cubicBezTo>
                <a:cubicBezTo>
                  <a:pt x="2194239" y="40095"/>
                  <a:pt x="2196611" y="42037"/>
                  <a:pt x="2198422" y="44468"/>
                </a:cubicBezTo>
                <a:cubicBezTo>
                  <a:pt x="2200234" y="46898"/>
                  <a:pt x="2201533" y="49746"/>
                  <a:pt x="2202319" y="53011"/>
                </a:cubicBezTo>
                <a:cubicBezTo>
                  <a:pt x="2203106" y="56276"/>
                  <a:pt x="2203499" y="60196"/>
                  <a:pt x="2203499" y="64771"/>
                </a:cubicBezTo>
                <a:lnTo>
                  <a:pt x="2203499" y="104020"/>
                </a:lnTo>
                <a:close/>
                <a:moveTo>
                  <a:pt x="2277136" y="42537"/>
                </a:moveTo>
                <a:cubicBezTo>
                  <a:pt x="2277136" y="44206"/>
                  <a:pt x="2276910" y="45409"/>
                  <a:pt x="2276457" y="46148"/>
                </a:cubicBezTo>
                <a:cubicBezTo>
                  <a:pt x="2276004" y="46887"/>
                  <a:pt x="2275420" y="47256"/>
                  <a:pt x="2274705" y="47256"/>
                </a:cubicBezTo>
                <a:lnTo>
                  <a:pt x="2265482" y="47256"/>
                </a:lnTo>
                <a:cubicBezTo>
                  <a:pt x="2267150" y="48976"/>
                  <a:pt x="2268318" y="50877"/>
                  <a:pt x="2268985" y="52957"/>
                </a:cubicBezTo>
                <a:cubicBezTo>
                  <a:pt x="2269653" y="55037"/>
                  <a:pt x="2269986" y="57199"/>
                  <a:pt x="2269986" y="59445"/>
                </a:cubicBezTo>
                <a:cubicBezTo>
                  <a:pt x="2269986" y="63157"/>
                  <a:pt x="2269390" y="66440"/>
                  <a:pt x="2268199" y="69295"/>
                </a:cubicBezTo>
                <a:cubicBezTo>
                  <a:pt x="2267007" y="72151"/>
                  <a:pt x="2265303" y="74566"/>
                  <a:pt x="2263086" y="76541"/>
                </a:cubicBezTo>
                <a:cubicBezTo>
                  <a:pt x="2260870" y="78516"/>
                  <a:pt x="2258236" y="80027"/>
                  <a:pt x="2255185" y="81074"/>
                </a:cubicBezTo>
                <a:cubicBezTo>
                  <a:pt x="2252135" y="82121"/>
                  <a:pt x="2248750" y="82644"/>
                  <a:pt x="2245032" y="82644"/>
                </a:cubicBezTo>
                <a:cubicBezTo>
                  <a:pt x="2242411" y="82644"/>
                  <a:pt x="2239920" y="82299"/>
                  <a:pt x="2237560" y="81610"/>
                </a:cubicBezTo>
                <a:cubicBezTo>
                  <a:pt x="2235201" y="80920"/>
                  <a:pt x="2233378" y="80052"/>
                  <a:pt x="2232091" y="79005"/>
                </a:cubicBezTo>
                <a:cubicBezTo>
                  <a:pt x="2231233" y="79863"/>
                  <a:pt x="2230530" y="80840"/>
                  <a:pt x="2229981" y="81936"/>
                </a:cubicBezTo>
                <a:cubicBezTo>
                  <a:pt x="2229433" y="83031"/>
                  <a:pt x="2229159" y="84292"/>
                  <a:pt x="2229159" y="85721"/>
                </a:cubicBezTo>
                <a:cubicBezTo>
                  <a:pt x="2229159" y="87389"/>
                  <a:pt x="2229934" y="88771"/>
                  <a:pt x="2231483" y="89867"/>
                </a:cubicBezTo>
                <a:cubicBezTo>
                  <a:pt x="2233032" y="90962"/>
                  <a:pt x="2235094" y="91557"/>
                  <a:pt x="2237668" y="91652"/>
                </a:cubicBezTo>
                <a:lnTo>
                  <a:pt x="2254470" y="92369"/>
                </a:lnTo>
                <a:cubicBezTo>
                  <a:pt x="2257664" y="92465"/>
                  <a:pt x="2260596" y="92907"/>
                  <a:pt x="2263265" y="93696"/>
                </a:cubicBezTo>
                <a:cubicBezTo>
                  <a:pt x="2265934" y="94486"/>
                  <a:pt x="2268246" y="95610"/>
                  <a:pt x="2270201" y="97070"/>
                </a:cubicBezTo>
                <a:cubicBezTo>
                  <a:pt x="2272155" y="98528"/>
                  <a:pt x="2273680" y="100321"/>
                  <a:pt x="2274777" y="102450"/>
                </a:cubicBezTo>
                <a:cubicBezTo>
                  <a:pt x="2275873" y="104578"/>
                  <a:pt x="2276421" y="107053"/>
                  <a:pt x="2276421" y="109876"/>
                </a:cubicBezTo>
                <a:cubicBezTo>
                  <a:pt x="2276421" y="112841"/>
                  <a:pt x="2275802" y="115663"/>
                  <a:pt x="2274562" y="118341"/>
                </a:cubicBezTo>
                <a:cubicBezTo>
                  <a:pt x="2273323" y="121020"/>
                  <a:pt x="2271428" y="123376"/>
                  <a:pt x="2268878" y="125407"/>
                </a:cubicBezTo>
                <a:cubicBezTo>
                  <a:pt x="2266328" y="127440"/>
                  <a:pt x="2263074" y="129043"/>
                  <a:pt x="2259118" y="130215"/>
                </a:cubicBezTo>
                <a:cubicBezTo>
                  <a:pt x="2255162" y="131387"/>
                  <a:pt x="2250490" y="131973"/>
                  <a:pt x="2245104" y="131973"/>
                </a:cubicBezTo>
                <a:cubicBezTo>
                  <a:pt x="2239908" y="131973"/>
                  <a:pt x="2235487" y="131532"/>
                  <a:pt x="2231840" y="130649"/>
                </a:cubicBezTo>
                <a:cubicBezTo>
                  <a:pt x="2228194" y="129767"/>
                  <a:pt x="2225203" y="128563"/>
                  <a:pt x="2222867" y="127036"/>
                </a:cubicBezTo>
                <a:cubicBezTo>
                  <a:pt x="2220531" y="125511"/>
                  <a:pt x="2218839" y="123687"/>
                  <a:pt x="2217790" y="121565"/>
                </a:cubicBezTo>
                <a:cubicBezTo>
                  <a:pt x="2216742" y="119442"/>
                  <a:pt x="2216217" y="117140"/>
                  <a:pt x="2216217" y="114659"/>
                </a:cubicBezTo>
                <a:cubicBezTo>
                  <a:pt x="2216217" y="113086"/>
                  <a:pt x="2216408" y="111560"/>
                  <a:pt x="2216789" y="110081"/>
                </a:cubicBezTo>
                <a:cubicBezTo>
                  <a:pt x="2217171" y="108602"/>
                  <a:pt x="2217755" y="107195"/>
                  <a:pt x="2218541" y="105859"/>
                </a:cubicBezTo>
                <a:cubicBezTo>
                  <a:pt x="2219328" y="104524"/>
                  <a:pt x="2220305" y="103249"/>
                  <a:pt x="2221473" y="102034"/>
                </a:cubicBezTo>
                <a:cubicBezTo>
                  <a:pt x="2222641" y="100817"/>
                  <a:pt x="2223987" y="99612"/>
                  <a:pt x="2225513" y="98419"/>
                </a:cubicBezTo>
                <a:cubicBezTo>
                  <a:pt x="2223177" y="97223"/>
                  <a:pt x="2221449" y="95716"/>
                  <a:pt x="2220329" y="93897"/>
                </a:cubicBezTo>
                <a:cubicBezTo>
                  <a:pt x="2219208" y="92077"/>
                  <a:pt x="2218648" y="90114"/>
                  <a:pt x="2218648" y="88008"/>
                </a:cubicBezTo>
                <a:cubicBezTo>
                  <a:pt x="2218648" y="85089"/>
                  <a:pt x="2219244" y="82480"/>
                  <a:pt x="2220436" y="80182"/>
                </a:cubicBezTo>
                <a:cubicBezTo>
                  <a:pt x="2221628" y="77884"/>
                  <a:pt x="2223105" y="75826"/>
                  <a:pt x="2224869" y="74007"/>
                </a:cubicBezTo>
                <a:cubicBezTo>
                  <a:pt x="2223391" y="72247"/>
                  <a:pt x="2222223" y="70260"/>
                  <a:pt x="2221365" y="68047"/>
                </a:cubicBezTo>
                <a:cubicBezTo>
                  <a:pt x="2220507" y="65833"/>
                  <a:pt x="2220078" y="63157"/>
                  <a:pt x="2220078" y="60017"/>
                </a:cubicBezTo>
                <a:cubicBezTo>
                  <a:pt x="2220078" y="56353"/>
                  <a:pt x="2220698" y="53070"/>
                  <a:pt x="2221937" y="50167"/>
                </a:cubicBezTo>
                <a:cubicBezTo>
                  <a:pt x="2223177" y="47264"/>
                  <a:pt x="2224893" y="44813"/>
                  <a:pt x="2227086" y="42814"/>
                </a:cubicBezTo>
                <a:cubicBezTo>
                  <a:pt x="2229278" y="40816"/>
                  <a:pt x="2231912" y="39281"/>
                  <a:pt x="2234986" y="38210"/>
                </a:cubicBezTo>
                <a:cubicBezTo>
                  <a:pt x="2238061" y="37139"/>
                  <a:pt x="2241410" y="36604"/>
                  <a:pt x="2245032" y="36604"/>
                </a:cubicBezTo>
                <a:cubicBezTo>
                  <a:pt x="2246987" y="36604"/>
                  <a:pt x="2248810" y="36705"/>
                  <a:pt x="2250502" y="36907"/>
                </a:cubicBezTo>
                <a:cubicBezTo>
                  <a:pt x="2252194" y="37109"/>
                  <a:pt x="2253779" y="37389"/>
                  <a:pt x="2255257" y="37748"/>
                </a:cubicBezTo>
                <a:lnTo>
                  <a:pt x="2274705" y="37748"/>
                </a:lnTo>
                <a:cubicBezTo>
                  <a:pt x="2275516" y="37748"/>
                  <a:pt x="2276123" y="38141"/>
                  <a:pt x="2276529" y="38927"/>
                </a:cubicBezTo>
                <a:cubicBezTo>
                  <a:pt x="2276934" y="39714"/>
                  <a:pt x="2277136" y="40917"/>
                  <a:pt x="2277136" y="42537"/>
                </a:cubicBezTo>
                <a:moveTo>
                  <a:pt x="2258689" y="59517"/>
                </a:moveTo>
                <a:cubicBezTo>
                  <a:pt x="2258689" y="55144"/>
                  <a:pt x="2257485" y="51733"/>
                  <a:pt x="2255078" y="49284"/>
                </a:cubicBezTo>
                <a:cubicBezTo>
                  <a:pt x="2252671" y="46836"/>
                  <a:pt x="2249251" y="45612"/>
                  <a:pt x="2244818" y="45612"/>
                </a:cubicBezTo>
                <a:cubicBezTo>
                  <a:pt x="2242530" y="45612"/>
                  <a:pt x="2240540" y="45992"/>
                  <a:pt x="2238847" y="46753"/>
                </a:cubicBezTo>
                <a:cubicBezTo>
                  <a:pt x="2237155" y="47513"/>
                  <a:pt x="2235749" y="48558"/>
                  <a:pt x="2234629" y="49890"/>
                </a:cubicBezTo>
                <a:cubicBezTo>
                  <a:pt x="2233509" y="51221"/>
                  <a:pt x="2232675" y="52755"/>
                  <a:pt x="2232126" y="54490"/>
                </a:cubicBezTo>
                <a:cubicBezTo>
                  <a:pt x="2231578" y="56225"/>
                  <a:pt x="2231304" y="58044"/>
                  <a:pt x="2231304" y="59946"/>
                </a:cubicBezTo>
                <a:cubicBezTo>
                  <a:pt x="2231304" y="64176"/>
                  <a:pt x="2232508" y="67503"/>
                  <a:pt x="2234915" y="69928"/>
                </a:cubicBezTo>
                <a:cubicBezTo>
                  <a:pt x="2237322" y="72352"/>
                  <a:pt x="2240695" y="73565"/>
                  <a:pt x="2245032" y="73565"/>
                </a:cubicBezTo>
                <a:cubicBezTo>
                  <a:pt x="2247368" y="73565"/>
                  <a:pt x="2249394" y="73197"/>
                  <a:pt x="2251110" y="72461"/>
                </a:cubicBezTo>
                <a:cubicBezTo>
                  <a:pt x="2252826" y="71724"/>
                  <a:pt x="2254244" y="70701"/>
                  <a:pt x="2255364" y="69394"/>
                </a:cubicBezTo>
                <a:cubicBezTo>
                  <a:pt x="2256484" y="68086"/>
                  <a:pt x="2257319" y="66576"/>
                  <a:pt x="2257867" y="64865"/>
                </a:cubicBezTo>
                <a:cubicBezTo>
                  <a:pt x="2258415" y="63154"/>
                  <a:pt x="2258689" y="61371"/>
                  <a:pt x="2258689" y="59517"/>
                </a:cubicBezTo>
                <a:moveTo>
                  <a:pt x="2264624" y="110517"/>
                </a:moveTo>
                <a:cubicBezTo>
                  <a:pt x="2264624" y="107733"/>
                  <a:pt x="2263492" y="105586"/>
                  <a:pt x="2261227" y="104076"/>
                </a:cubicBezTo>
                <a:cubicBezTo>
                  <a:pt x="2258963" y="102564"/>
                  <a:pt x="2255900" y="101761"/>
                  <a:pt x="2252039" y="101665"/>
                </a:cubicBezTo>
                <a:lnTo>
                  <a:pt x="2235380" y="101089"/>
                </a:lnTo>
                <a:cubicBezTo>
                  <a:pt x="2233854" y="102288"/>
                  <a:pt x="2232603" y="103427"/>
                  <a:pt x="2231626" y="104507"/>
                </a:cubicBezTo>
                <a:cubicBezTo>
                  <a:pt x="2230649" y="105587"/>
                  <a:pt x="2229874" y="106618"/>
                  <a:pt x="2229302" y="107601"/>
                </a:cubicBezTo>
                <a:cubicBezTo>
                  <a:pt x="2228730" y="108584"/>
                  <a:pt x="2228337" y="109556"/>
                  <a:pt x="2228122" y="110515"/>
                </a:cubicBezTo>
                <a:cubicBezTo>
                  <a:pt x="2227908" y="111475"/>
                  <a:pt x="2227801" y="112459"/>
                  <a:pt x="2227801" y="113466"/>
                </a:cubicBezTo>
                <a:cubicBezTo>
                  <a:pt x="2227801" y="116585"/>
                  <a:pt x="2229374" y="118948"/>
                  <a:pt x="2232520" y="120555"/>
                </a:cubicBezTo>
                <a:cubicBezTo>
                  <a:pt x="2235666" y="122162"/>
                  <a:pt x="2240051" y="122965"/>
                  <a:pt x="2245676" y="122965"/>
                </a:cubicBezTo>
                <a:cubicBezTo>
                  <a:pt x="2249251" y="122965"/>
                  <a:pt x="2252242" y="122618"/>
                  <a:pt x="2254649" y="121922"/>
                </a:cubicBezTo>
                <a:cubicBezTo>
                  <a:pt x="2257056" y="121227"/>
                  <a:pt x="2258999" y="120303"/>
                  <a:pt x="2260477" y="119152"/>
                </a:cubicBezTo>
                <a:cubicBezTo>
                  <a:pt x="2261954" y="118000"/>
                  <a:pt x="2263015" y="116681"/>
                  <a:pt x="2263658" y="115193"/>
                </a:cubicBezTo>
                <a:cubicBezTo>
                  <a:pt x="2264302" y="113707"/>
                  <a:pt x="2264624" y="112148"/>
                  <a:pt x="2264624" y="1105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pSelective：DariusSas’theoreticalmodel">
            <a:extLst xmlns:a="http://schemas.openxmlformats.org/drawingml/2006/main">
              <a:ext uri="{FF2B5EF4-FFF2-40B4-BE49-F238E27FC236}">
                <a16:creationId xmlns:a16="http://schemas.microsoft.com/office/drawing/2014/main" id="{2E395E0E-9DF1-407B-804B-6031B72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556" y="2056819"/>
            <a:ext cx="2544518" cy="107595"/>
          </a:xfrm>
          <a:custGeom xmlns:a="http://schemas.openxmlformats.org/drawingml/2006/main">
            <a:pathLst>
              <a:path w="2544518" h="107595">
                <a:moveTo>
                  <a:pt x="21164" y="84646"/>
                </a:moveTo>
                <a:lnTo>
                  <a:pt x="84657" y="84646"/>
                </a:lnTo>
                <a:lnTo>
                  <a:pt x="84657" y="21161"/>
                </a:lnTo>
                <a:lnTo>
                  <a:pt x="21164" y="21161"/>
                </a:lnTo>
                <a:lnTo>
                  <a:pt x="21164" y="84646"/>
                </a:lnTo>
                <a:moveTo>
                  <a:pt x="0" y="105807"/>
                </a:moveTo>
                <a:lnTo>
                  <a:pt x="0" y="0"/>
                </a:lnTo>
                <a:lnTo>
                  <a:pt x="105822" y="0"/>
                </a:lnTo>
                <a:lnTo>
                  <a:pt x="105822" y="105807"/>
                </a:lnTo>
                <a:lnTo>
                  <a:pt x="0" y="105807"/>
                </a:lnTo>
                <a:close/>
                <a:moveTo>
                  <a:pt x="251867" y="79887"/>
                </a:moveTo>
                <a:cubicBezTo>
                  <a:pt x="251867" y="84230"/>
                  <a:pt x="251069" y="88097"/>
                  <a:pt x="249472" y="91487"/>
                </a:cubicBezTo>
                <a:cubicBezTo>
                  <a:pt x="247875" y="94875"/>
                  <a:pt x="245659" y="97751"/>
                  <a:pt x="242822" y="100115"/>
                </a:cubicBezTo>
                <a:cubicBezTo>
                  <a:pt x="239986" y="102477"/>
                  <a:pt x="236650" y="104255"/>
                  <a:pt x="232812" y="105448"/>
                </a:cubicBezTo>
                <a:cubicBezTo>
                  <a:pt x="228975" y="106641"/>
                  <a:pt x="224840" y="107237"/>
                  <a:pt x="220407" y="107237"/>
                </a:cubicBezTo>
                <a:cubicBezTo>
                  <a:pt x="217308" y="107237"/>
                  <a:pt x="214437" y="106975"/>
                  <a:pt x="211791" y="106451"/>
                </a:cubicBezTo>
                <a:cubicBezTo>
                  <a:pt x="209145" y="105927"/>
                  <a:pt x="206786" y="105283"/>
                  <a:pt x="204712" y="104521"/>
                </a:cubicBezTo>
                <a:cubicBezTo>
                  <a:pt x="202639" y="103758"/>
                  <a:pt x="200899" y="102972"/>
                  <a:pt x="199493" y="102161"/>
                </a:cubicBezTo>
                <a:cubicBezTo>
                  <a:pt x="198087" y="101351"/>
                  <a:pt x="197109" y="100660"/>
                  <a:pt x="196561" y="100088"/>
                </a:cubicBezTo>
                <a:cubicBezTo>
                  <a:pt x="196013" y="99516"/>
                  <a:pt x="195608" y="98789"/>
                  <a:pt x="195346" y="97908"/>
                </a:cubicBezTo>
                <a:cubicBezTo>
                  <a:pt x="195084" y="97026"/>
                  <a:pt x="194952" y="95846"/>
                  <a:pt x="194952" y="94369"/>
                </a:cubicBezTo>
                <a:cubicBezTo>
                  <a:pt x="194952" y="93320"/>
                  <a:pt x="195000" y="92450"/>
                  <a:pt x="195095" y="91759"/>
                </a:cubicBezTo>
                <a:cubicBezTo>
                  <a:pt x="195191" y="91068"/>
                  <a:pt x="195334" y="90508"/>
                  <a:pt x="195524" y="90079"/>
                </a:cubicBezTo>
                <a:cubicBezTo>
                  <a:pt x="195715" y="89650"/>
                  <a:pt x="195953" y="89352"/>
                  <a:pt x="196239" y="89186"/>
                </a:cubicBezTo>
                <a:cubicBezTo>
                  <a:pt x="196525" y="89019"/>
                  <a:pt x="196859" y="88935"/>
                  <a:pt x="197240" y="88935"/>
                </a:cubicBezTo>
                <a:cubicBezTo>
                  <a:pt x="197908" y="88935"/>
                  <a:pt x="198849" y="89341"/>
                  <a:pt x="200065" y="90151"/>
                </a:cubicBezTo>
                <a:cubicBezTo>
                  <a:pt x="201280" y="90961"/>
                  <a:pt x="202841" y="91843"/>
                  <a:pt x="204748" y="92796"/>
                </a:cubicBezTo>
                <a:cubicBezTo>
                  <a:pt x="206655" y="93749"/>
                  <a:pt x="208955" y="94643"/>
                  <a:pt x="211648" y="95477"/>
                </a:cubicBezTo>
                <a:cubicBezTo>
                  <a:pt x="214341" y="96311"/>
                  <a:pt x="217451" y="96728"/>
                  <a:pt x="220979" y="96728"/>
                </a:cubicBezTo>
                <a:cubicBezTo>
                  <a:pt x="223648" y="96728"/>
                  <a:pt x="226091" y="96370"/>
                  <a:pt x="228308" y="95653"/>
                </a:cubicBezTo>
                <a:cubicBezTo>
                  <a:pt x="230524" y="94937"/>
                  <a:pt x="232431" y="93922"/>
                  <a:pt x="234028" y="92608"/>
                </a:cubicBezTo>
                <a:cubicBezTo>
                  <a:pt x="235625" y="91293"/>
                  <a:pt x="236852" y="89680"/>
                  <a:pt x="237710" y="87769"/>
                </a:cubicBezTo>
                <a:cubicBezTo>
                  <a:pt x="238568" y="85858"/>
                  <a:pt x="238997" y="83685"/>
                  <a:pt x="238997" y="81248"/>
                </a:cubicBezTo>
                <a:cubicBezTo>
                  <a:pt x="238997" y="78622"/>
                  <a:pt x="238401" y="76379"/>
                  <a:pt x="237210" y="74519"/>
                </a:cubicBezTo>
                <a:cubicBezTo>
                  <a:pt x="236018" y="72657"/>
                  <a:pt x="234445" y="71022"/>
                  <a:pt x="232491" y="69615"/>
                </a:cubicBezTo>
                <a:cubicBezTo>
                  <a:pt x="230536" y="68206"/>
                  <a:pt x="228308" y="66917"/>
                  <a:pt x="225805" y="65748"/>
                </a:cubicBezTo>
                <a:cubicBezTo>
                  <a:pt x="223303" y="64577"/>
                  <a:pt x="220741" y="63383"/>
                  <a:pt x="218119" y="62166"/>
                </a:cubicBezTo>
                <a:cubicBezTo>
                  <a:pt x="215497" y="60949"/>
                  <a:pt x="212947" y="59602"/>
                  <a:pt x="210468" y="58123"/>
                </a:cubicBezTo>
                <a:cubicBezTo>
                  <a:pt x="207989" y="56642"/>
                  <a:pt x="205773" y="54900"/>
                  <a:pt x="203819" y="52895"/>
                </a:cubicBezTo>
                <a:cubicBezTo>
                  <a:pt x="201864" y="50890"/>
                  <a:pt x="200279" y="48539"/>
                  <a:pt x="199064" y="45842"/>
                </a:cubicBezTo>
                <a:cubicBezTo>
                  <a:pt x="197848" y="43144"/>
                  <a:pt x="197240" y="39910"/>
                  <a:pt x="197240" y="36139"/>
                </a:cubicBezTo>
                <a:cubicBezTo>
                  <a:pt x="197240" y="32274"/>
                  <a:pt x="197944" y="28826"/>
                  <a:pt x="199350" y="25795"/>
                </a:cubicBezTo>
                <a:cubicBezTo>
                  <a:pt x="200756" y="22763"/>
                  <a:pt x="202710" y="20220"/>
                  <a:pt x="205213" y="18168"/>
                </a:cubicBezTo>
                <a:cubicBezTo>
                  <a:pt x="207715" y="16115"/>
                  <a:pt x="210695" y="14552"/>
                  <a:pt x="214151" y="13478"/>
                </a:cubicBezTo>
                <a:cubicBezTo>
                  <a:pt x="217606" y="12405"/>
                  <a:pt x="221336" y="11868"/>
                  <a:pt x="225340" y="11868"/>
                </a:cubicBezTo>
                <a:cubicBezTo>
                  <a:pt x="227390" y="11868"/>
                  <a:pt x="229452" y="12049"/>
                  <a:pt x="231525" y="12410"/>
                </a:cubicBezTo>
                <a:cubicBezTo>
                  <a:pt x="233599" y="12771"/>
                  <a:pt x="235553" y="13253"/>
                  <a:pt x="237388" y="13856"/>
                </a:cubicBezTo>
                <a:cubicBezTo>
                  <a:pt x="239224" y="14458"/>
                  <a:pt x="240856" y="15132"/>
                  <a:pt x="242286" y="15880"/>
                </a:cubicBezTo>
                <a:cubicBezTo>
                  <a:pt x="243716" y="16626"/>
                  <a:pt x="244658" y="17229"/>
                  <a:pt x="245110" y="17687"/>
                </a:cubicBezTo>
                <a:cubicBezTo>
                  <a:pt x="245563" y="18145"/>
                  <a:pt x="245861" y="18504"/>
                  <a:pt x="246004" y="18767"/>
                </a:cubicBezTo>
                <a:cubicBezTo>
                  <a:pt x="246147" y="19029"/>
                  <a:pt x="246266" y="19362"/>
                  <a:pt x="246362" y="19767"/>
                </a:cubicBezTo>
                <a:cubicBezTo>
                  <a:pt x="246457" y="20173"/>
                  <a:pt x="246529" y="20661"/>
                  <a:pt x="246576" y="21233"/>
                </a:cubicBezTo>
                <a:cubicBezTo>
                  <a:pt x="246624" y="21805"/>
                  <a:pt x="246648" y="22544"/>
                  <a:pt x="246648" y="23449"/>
                </a:cubicBezTo>
                <a:cubicBezTo>
                  <a:pt x="246648" y="24307"/>
                  <a:pt x="246612" y="25070"/>
                  <a:pt x="246541" y="25737"/>
                </a:cubicBezTo>
                <a:cubicBezTo>
                  <a:pt x="246469" y="26404"/>
                  <a:pt x="246362" y="26964"/>
                  <a:pt x="246219" y="27417"/>
                </a:cubicBezTo>
                <a:cubicBezTo>
                  <a:pt x="246076" y="27870"/>
                  <a:pt x="245873" y="28203"/>
                  <a:pt x="245611" y="28418"/>
                </a:cubicBezTo>
                <a:cubicBezTo>
                  <a:pt x="245349" y="28632"/>
                  <a:pt x="245051" y="28740"/>
                  <a:pt x="244717" y="28740"/>
                </a:cubicBezTo>
                <a:cubicBezTo>
                  <a:pt x="244193" y="28740"/>
                  <a:pt x="243371" y="28402"/>
                  <a:pt x="242250" y="27728"/>
                </a:cubicBezTo>
                <a:cubicBezTo>
                  <a:pt x="241130" y="27053"/>
                  <a:pt x="239760" y="26294"/>
                  <a:pt x="238139" y="25451"/>
                </a:cubicBezTo>
                <a:cubicBezTo>
                  <a:pt x="236518" y="24608"/>
                  <a:pt x="234600" y="23837"/>
                  <a:pt x="232383" y="23139"/>
                </a:cubicBezTo>
                <a:cubicBezTo>
                  <a:pt x="230167" y="22440"/>
                  <a:pt x="227676" y="22091"/>
                  <a:pt x="224911" y="22091"/>
                </a:cubicBezTo>
                <a:cubicBezTo>
                  <a:pt x="222337" y="22091"/>
                  <a:pt x="220097" y="22438"/>
                  <a:pt x="218190" y="23132"/>
                </a:cubicBezTo>
                <a:cubicBezTo>
                  <a:pt x="216284" y="23825"/>
                  <a:pt x="214711" y="24744"/>
                  <a:pt x="213471" y="25891"/>
                </a:cubicBezTo>
                <a:cubicBezTo>
                  <a:pt x="212232" y="27038"/>
                  <a:pt x="211302" y="28400"/>
                  <a:pt x="210683" y="29977"/>
                </a:cubicBezTo>
                <a:cubicBezTo>
                  <a:pt x="210063" y="31555"/>
                  <a:pt x="209753" y="33227"/>
                  <a:pt x="209753" y="34995"/>
                </a:cubicBezTo>
                <a:cubicBezTo>
                  <a:pt x="209753" y="37573"/>
                  <a:pt x="210349" y="39793"/>
                  <a:pt x="211541" y="41655"/>
                </a:cubicBezTo>
                <a:cubicBezTo>
                  <a:pt x="212732" y="43515"/>
                  <a:pt x="214317" y="45162"/>
                  <a:pt x="216296" y="46595"/>
                </a:cubicBezTo>
                <a:cubicBezTo>
                  <a:pt x="218274" y="48026"/>
                  <a:pt x="220526" y="49339"/>
                  <a:pt x="223052" y="50533"/>
                </a:cubicBezTo>
                <a:cubicBezTo>
                  <a:pt x="225579" y="51726"/>
                  <a:pt x="228153" y="52931"/>
                  <a:pt x="230775" y="54148"/>
                </a:cubicBezTo>
                <a:cubicBezTo>
                  <a:pt x="233396" y="55365"/>
                  <a:pt x="235970" y="56702"/>
                  <a:pt x="238497" y="58158"/>
                </a:cubicBezTo>
                <a:cubicBezTo>
                  <a:pt x="241023" y="59613"/>
                  <a:pt x="243275" y="61332"/>
                  <a:pt x="245253" y="63312"/>
                </a:cubicBezTo>
                <a:cubicBezTo>
                  <a:pt x="247232" y="65293"/>
                  <a:pt x="248829" y="67632"/>
                  <a:pt x="250044" y="70330"/>
                </a:cubicBezTo>
                <a:cubicBezTo>
                  <a:pt x="251260" y="73026"/>
                  <a:pt x="251867" y="76211"/>
                  <a:pt x="251867" y="79887"/>
                </a:cubicBezTo>
                <a:close/>
                <a:moveTo>
                  <a:pt x="322020" y="69061"/>
                </a:moveTo>
                <a:cubicBezTo>
                  <a:pt x="322020" y="70920"/>
                  <a:pt x="321556" y="72242"/>
                  <a:pt x="320626" y="73029"/>
                </a:cubicBezTo>
                <a:cubicBezTo>
                  <a:pt x="319697" y="73815"/>
                  <a:pt x="318636" y="74208"/>
                  <a:pt x="317444" y="74208"/>
                </a:cubicBezTo>
                <a:lnTo>
                  <a:pt x="275259" y="74208"/>
                </a:lnTo>
                <a:cubicBezTo>
                  <a:pt x="275259" y="77793"/>
                  <a:pt x="275616" y="81020"/>
                  <a:pt x="276331" y="83889"/>
                </a:cubicBezTo>
                <a:cubicBezTo>
                  <a:pt x="277046" y="86757"/>
                  <a:pt x="278238" y="89219"/>
                  <a:pt x="279906" y="91275"/>
                </a:cubicBezTo>
                <a:cubicBezTo>
                  <a:pt x="281575" y="93330"/>
                  <a:pt x="283743" y="94908"/>
                  <a:pt x="286413" y="96009"/>
                </a:cubicBezTo>
                <a:cubicBezTo>
                  <a:pt x="289082" y="97108"/>
                  <a:pt x="292347" y="97657"/>
                  <a:pt x="296209" y="97657"/>
                </a:cubicBezTo>
                <a:cubicBezTo>
                  <a:pt x="299259" y="97657"/>
                  <a:pt x="301976" y="97407"/>
                  <a:pt x="304360" y="96907"/>
                </a:cubicBezTo>
                <a:cubicBezTo>
                  <a:pt x="306743" y="96406"/>
                  <a:pt x="308805" y="95846"/>
                  <a:pt x="310544" y="95227"/>
                </a:cubicBezTo>
                <a:cubicBezTo>
                  <a:pt x="312284" y="94607"/>
                  <a:pt x="313714" y="94047"/>
                  <a:pt x="314835" y="93547"/>
                </a:cubicBezTo>
                <a:cubicBezTo>
                  <a:pt x="315955" y="93046"/>
                  <a:pt x="316801" y="92796"/>
                  <a:pt x="317373" y="92796"/>
                </a:cubicBezTo>
                <a:cubicBezTo>
                  <a:pt x="317707" y="92796"/>
                  <a:pt x="318004" y="92879"/>
                  <a:pt x="318267" y="93046"/>
                </a:cubicBezTo>
                <a:cubicBezTo>
                  <a:pt x="318529" y="93213"/>
                  <a:pt x="318731" y="93463"/>
                  <a:pt x="318874" y="93797"/>
                </a:cubicBezTo>
                <a:cubicBezTo>
                  <a:pt x="319017" y="94130"/>
                  <a:pt x="319125" y="94595"/>
                  <a:pt x="319196" y="95191"/>
                </a:cubicBezTo>
                <a:cubicBezTo>
                  <a:pt x="319268" y="95787"/>
                  <a:pt x="319303" y="96514"/>
                  <a:pt x="319303" y="97371"/>
                </a:cubicBezTo>
                <a:cubicBezTo>
                  <a:pt x="319303" y="97991"/>
                  <a:pt x="319280" y="98527"/>
                  <a:pt x="319232" y="98980"/>
                </a:cubicBezTo>
                <a:cubicBezTo>
                  <a:pt x="319184" y="99433"/>
                  <a:pt x="319125" y="99838"/>
                  <a:pt x="319053" y="100195"/>
                </a:cubicBezTo>
                <a:cubicBezTo>
                  <a:pt x="318982" y="100553"/>
                  <a:pt x="318862" y="100875"/>
                  <a:pt x="318696" y="101160"/>
                </a:cubicBezTo>
                <a:cubicBezTo>
                  <a:pt x="318529" y="101446"/>
                  <a:pt x="318314" y="101721"/>
                  <a:pt x="318052" y="101983"/>
                </a:cubicBezTo>
                <a:cubicBezTo>
                  <a:pt x="317790" y="102245"/>
                  <a:pt x="317015" y="102674"/>
                  <a:pt x="315728" y="103269"/>
                </a:cubicBezTo>
                <a:cubicBezTo>
                  <a:pt x="314441" y="103865"/>
                  <a:pt x="312773" y="104449"/>
                  <a:pt x="310723" y="105021"/>
                </a:cubicBezTo>
                <a:cubicBezTo>
                  <a:pt x="308674" y="105593"/>
                  <a:pt x="306302" y="106105"/>
                  <a:pt x="303609" y="106558"/>
                </a:cubicBezTo>
                <a:cubicBezTo>
                  <a:pt x="300916" y="107011"/>
                  <a:pt x="298044" y="107237"/>
                  <a:pt x="294993" y="107237"/>
                </a:cubicBezTo>
                <a:cubicBezTo>
                  <a:pt x="289702" y="107237"/>
                  <a:pt x="285066" y="106498"/>
                  <a:pt x="281086" y="105019"/>
                </a:cubicBezTo>
                <a:cubicBezTo>
                  <a:pt x="277106" y="103540"/>
                  <a:pt x="273757" y="101345"/>
                  <a:pt x="271040" y="98435"/>
                </a:cubicBezTo>
                <a:cubicBezTo>
                  <a:pt x="268323" y="95525"/>
                  <a:pt x="266273" y="91875"/>
                  <a:pt x="264891" y="87486"/>
                </a:cubicBezTo>
                <a:cubicBezTo>
                  <a:pt x="263509" y="83096"/>
                  <a:pt x="262817" y="77991"/>
                  <a:pt x="262817" y="72171"/>
                </a:cubicBezTo>
                <a:cubicBezTo>
                  <a:pt x="262817" y="66636"/>
                  <a:pt x="263532" y="61662"/>
                  <a:pt x="264963" y="57249"/>
                </a:cubicBezTo>
                <a:cubicBezTo>
                  <a:pt x="266393" y="52836"/>
                  <a:pt x="268454" y="49091"/>
                  <a:pt x="271147" y="46014"/>
                </a:cubicBezTo>
                <a:cubicBezTo>
                  <a:pt x="273841" y="42937"/>
                  <a:pt x="277094" y="40575"/>
                  <a:pt x="280907" y="38929"/>
                </a:cubicBezTo>
                <a:cubicBezTo>
                  <a:pt x="284721" y="37284"/>
                  <a:pt x="288987" y="36461"/>
                  <a:pt x="293706" y="36461"/>
                </a:cubicBezTo>
                <a:cubicBezTo>
                  <a:pt x="298759" y="36461"/>
                  <a:pt x="303061" y="37271"/>
                  <a:pt x="306612" y="38891"/>
                </a:cubicBezTo>
                <a:cubicBezTo>
                  <a:pt x="310163" y="40512"/>
                  <a:pt x="313083" y="42692"/>
                  <a:pt x="315371" y="45433"/>
                </a:cubicBezTo>
                <a:cubicBezTo>
                  <a:pt x="317659" y="48173"/>
                  <a:pt x="319339" y="51390"/>
                  <a:pt x="320412" y="55084"/>
                </a:cubicBezTo>
                <a:cubicBezTo>
                  <a:pt x="321484" y="58778"/>
                  <a:pt x="322020" y="62722"/>
                  <a:pt x="322020" y="66916"/>
                </a:cubicBezTo>
                <a:lnTo>
                  <a:pt x="322020" y="69061"/>
                </a:lnTo>
                <a:moveTo>
                  <a:pt x="310151" y="65558"/>
                </a:moveTo>
                <a:cubicBezTo>
                  <a:pt x="310294" y="59362"/>
                  <a:pt x="308924" y="54500"/>
                  <a:pt x="306040" y="50973"/>
                </a:cubicBezTo>
                <a:cubicBezTo>
                  <a:pt x="303156" y="47447"/>
                  <a:pt x="298878" y="45683"/>
                  <a:pt x="293205" y="45683"/>
                </a:cubicBezTo>
                <a:cubicBezTo>
                  <a:pt x="290298" y="45683"/>
                  <a:pt x="287748" y="46231"/>
                  <a:pt x="285555" y="47327"/>
                </a:cubicBezTo>
                <a:cubicBezTo>
                  <a:pt x="283362" y="48424"/>
                  <a:pt x="281527" y="49877"/>
                  <a:pt x="280049" y="51688"/>
                </a:cubicBezTo>
                <a:cubicBezTo>
                  <a:pt x="278572" y="53499"/>
                  <a:pt x="277428" y="55608"/>
                  <a:pt x="276617" y="58015"/>
                </a:cubicBezTo>
                <a:cubicBezTo>
                  <a:pt x="275807" y="60422"/>
                  <a:pt x="275354" y="62936"/>
                  <a:pt x="275259" y="65558"/>
                </a:cubicBezTo>
                <a:lnTo>
                  <a:pt x="310151" y="65558"/>
                </a:lnTo>
                <a:close/>
                <a:moveTo>
                  <a:pt x="350819" y="104018"/>
                </a:moveTo>
                <a:cubicBezTo>
                  <a:pt x="350819" y="104399"/>
                  <a:pt x="350724" y="104722"/>
                  <a:pt x="350533" y="104985"/>
                </a:cubicBezTo>
                <a:cubicBezTo>
                  <a:pt x="350342" y="105247"/>
                  <a:pt x="350033" y="105474"/>
                  <a:pt x="349604" y="105664"/>
                </a:cubicBezTo>
                <a:cubicBezTo>
                  <a:pt x="349175" y="105855"/>
                  <a:pt x="348579" y="105998"/>
                  <a:pt x="347816" y="106093"/>
                </a:cubicBezTo>
                <a:cubicBezTo>
                  <a:pt x="347053" y="106189"/>
                  <a:pt x="346076" y="106236"/>
                  <a:pt x="344884" y="106236"/>
                </a:cubicBezTo>
                <a:cubicBezTo>
                  <a:pt x="343740" y="106236"/>
                  <a:pt x="342787" y="106189"/>
                  <a:pt x="342024" y="106093"/>
                </a:cubicBezTo>
                <a:cubicBezTo>
                  <a:pt x="341262" y="105998"/>
                  <a:pt x="340654" y="105855"/>
                  <a:pt x="340201" y="105664"/>
                </a:cubicBezTo>
                <a:cubicBezTo>
                  <a:pt x="339748" y="105474"/>
                  <a:pt x="339438" y="105247"/>
                  <a:pt x="339272" y="104985"/>
                </a:cubicBezTo>
                <a:cubicBezTo>
                  <a:pt x="339105" y="104722"/>
                  <a:pt x="339021" y="104399"/>
                  <a:pt x="339021" y="104018"/>
                </a:cubicBezTo>
                <a:lnTo>
                  <a:pt x="339021" y="8438"/>
                </a:lnTo>
                <a:cubicBezTo>
                  <a:pt x="339021" y="8057"/>
                  <a:pt x="339105" y="7723"/>
                  <a:pt x="339272" y="7437"/>
                </a:cubicBezTo>
                <a:cubicBezTo>
                  <a:pt x="339438" y="7150"/>
                  <a:pt x="339748" y="6911"/>
                  <a:pt x="340201" y="6720"/>
                </a:cubicBezTo>
                <a:cubicBezTo>
                  <a:pt x="340654" y="6530"/>
                  <a:pt x="341262" y="6387"/>
                  <a:pt x="342024" y="6291"/>
                </a:cubicBezTo>
                <a:cubicBezTo>
                  <a:pt x="342787" y="6196"/>
                  <a:pt x="343740" y="6148"/>
                  <a:pt x="344884" y="6148"/>
                </a:cubicBezTo>
                <a:cubicBezTo>
                  <a:pt x="346076" y="6148"/>
                  <a:pt x="347053" y="6196"/>
                  <a:pt x="347816" y="6291"/>
                </a:cubicBezTo>
                <a:cubicBezTo>
                  <a:pt x="348579" y="6387"/>
                  <a:pt x="349175" y="6530"/>
                  <a:pt x="349604" y="6720"/>
                </a:cubicBezTo>
                <a:cubicBezTo>
                  <a:pt x="350033" y="6911"/>
                  <a:pt x="350342" y="7150"/>
                  <a:pt x="350533" y="7437"/>
                </a:cubicBezTo>
                <a:cubicBezTo>
                  <a:pt x="350724" y="7723"/>
                  <a:pt x="350819" y="8057"/>
                  <a:pt x="350819" y="8438"/>
                </a:cubicBezTo>
                <a:lnTo>
                  <a:pt x="350819" y="104018"/>
                </a:lnTo>
                <a:close/>
                <a:moveTo>
                  <a:pt x="426457" y="69061"/>
                </a:moveTo>
                <a:cubicBezTo>
                  <a:pt x="426457" y="70920"/>
                  <a:pt x="425993" y="72242"/>
                  <a:pt x="425063" y="73029"/>
                </a:cubicBezTo>
                <a:cubicBezTo>
                  <a:pt x="424134" y="73815"/>
                  <a:pt x="423073" y="74208"/>
                  <a:pt x="421881" y="74208"/>
                </a:cubicBezTo>
                <a:lnTo>
                  <a:pt x="379696" y="74208"/>
                </a:lnTo>
                <a:cubicBezTo>
                  <a:pt x="379696" y="77793"/>
                  <a:pt x="380053" y="81020"/>
                  <a:pt x="380768" y="83889"/>
                </a:cubicBezTo>
                <a:cubicBezTo>
                  <a:pt x="381483" y="86757"/>
                  <a:pt x="382675" y="89219"/>
                  <a:pt x="384343" y="91275"/>
                </a:cubicBezTo>
                <a:cubicBezTo>
                  <a:pt x="386012" y="93330"/>
                  <a:pt x="388181" y="94908"/>
                  <a:pt x="390850" y="96009"/>
                </a:cubicBezTo>
                <a:cubicBezTo>
                  <a:pt x="393519" y="97108"/>
                  <a:pt x="396784" y="97657"/>
                  <a:pt x="400646" y="97657"/>
                </a:cubicBezTo>
                <a:cubicBezTo>
                  <a:pt x="403696" y="97657"/>
                  <a:pt x="406413" y="97407"/>
                  <a:pt x="408797" y="96907"/>
                </a:cubicBezTo>
                <a:cubicBezTo>
                  <a:pt x="411180" y="96406"/>
                  <a:pt x="413242" y="95846"/>
                  <a:pt x="414982" y="95227"/>
                </a:cubicBezTo>
                <a:cubicBezTo>
                  <a:pt x="416721" y="94607"/>
                  <a:pt x="418151" y="94047"/>
                  <a:pt x="419272" y="93547"/>
                </a:cubicBezTo>
                <a:cubicBezTo>
                  <a:pt x="420392" y="93046"/>
                  <a:pt x="421238" y="92796"/>
                  <a:pt x="421810" y="92796"/>
                </a:cubicBezTo>
                <a:cubicBezTo>
                  <a:pt x="422144" y="92796"/>
                  <a:pt x="422441" y="92879"/>
                  <a:pt x="422704" y="93046"/>
                </a:cubicBezTo>
                <a:cubicBezTo>
                  <a:pt x="422966" y="93213"/>
                  <a:pt x="423168" y="93463"/>
                  <a:pt x="423311" y="93797"/>
                </a:cubicBezTo>
                <a:cubicBezTo>
                  <a:pt x="423454" y="94130"/>
                  <a:pt x="423562" y="94595"/>
                  <a:pt x="423633" y="95191"/>
                </a:cubicBezTo>
                <a:cubicBezTo>
                  <a:pt x="423705" y="95787"/>
                  <a:pt x="423740" y="96514"/>
                  <a:pt x="423740" y="97371"/>
                </a:cubicBezTo>
                <a:cubicBezTo>
                  <a:pt x="423740" y="97991"/>
                  <a:pt x="423717" y="98527"/>
                  <a:pt x="423669" y="98980"/>
                </a:cubicBezTo>
                <a:cubicBezTo>
                  <a:pt x="423621" y="99433"/>
                  <a:pt x="423562" y="99838"/>
                  <a:pt x="423490" y="100195"/>
                </a:cubicBezTo>
                <a:cubicBezTo>
                  <a:pt x="423419" y="100553"/>
                  <a:pt x="423299" y="100875"/>
                  <a:pt x="423133" y="101160"/>
                </a:cubicBezTo>
                <a:cubicBezTo>
                  <a:pt x="422966" y="101446"/>
                  <a:pt x="422751" y="101721"/>
                  <a:pt x="422489" y="101983"/>
                </a:cubicBezTo>
                <a:cubicBezTo>
                  <a:pt x="422227" y="102245"/>
                  <a:pt x="421452" y="102674"/>
                  <a:pt x="420165" y="103269"/>
                </a:cubicBezTo>
                <a:cubicBezTo>
                  <a:pt x="418878" y="103865"/>
                  <a:pt x="417210" y="104449"/>
                  <a:pt x="415160" y="105021"/>
                </a:cubicBezTo>
                <a:cubicBezTo>
                  <a:pt x="413111" y="105593"/>
                  <a:pt x="410739" y="106105"/>
                  <a:pt x="408046" y="106558"/>
                </a:cubicBezTo>
                <a:cubicBezTo>
                  <a:pt x="405353" y="107011"/>
                  <a:pt x="402481" y="107237"/>
                  <a:pt x="399430" y="107237"/>
                </a:cubicBezTo>
                <a:cubicBezTo>
                  <a:pt x="394139" y="107237"/>
                  <a:pt x="389503" y="106498"/>
                  <a:pt x="385523" y="105019"/>
                </a:cubicBezTo>
                <a:cubicBezTo>
                  <a:pt x="381543" y="103540"/>
                  <a:pt x="378194" y="101345"/>
                  <a:pt x="375477" y="98435"/>
                </a:cubicBezTo>
                <a:cubicBezTo>
                  <a:pt x="372760" y="95525"/>
                  <a:pt x="370710" y="91875"/>
                  <a:pt x="369328" y="87486"/>
                </a:cubicBezTo>
                <a:cubicBezTo>
                  <a:pt x="367946" y="83096"/>
                  <a:pt x="367255" y="77991"/>
                  <a:pt x="367255" y="72171"/>
                </a:cubicBezTo>
                <a:cubicBezTo>
                  <a:pt x="367255" y="66636"/>
                  <a:pt x="367970" y="61662"/>
                  <a:pt x="369400" y="57249"/>
                </a:cubicBezTo>
                <a:cubicBezTo>
                  <a:pt x="370830" y="52836"/>
                  <a:pt x="372891" y="49091"/>
                  <a:pt x="375584" y="46014"/>
                </a:cubicBezTo>
                <a:cubicBezTo>
                  <a:pt x="378278" y="42937"/>
                  <a:pt x="381531" y="40575"/>
                  <a:pt x="385344" y="38929"/>
                </a:cubicBezTo>
                <a:cubicBezTo>
                  <a:pt x="389158" y="37284"/>
                  <a:pt x="393424" y="36461"/>
                  <a:pt x="398143" y="36461"/>
                </a:cubicBezTo>
                <a:cubicBezTo>
                  <a:pt x="403196" y="36461"/>
                  <a:pt x="407498" y="37271"/>
                  <a:pt x="411049" y="38891"/>
                </a:cubicBezTo>
                <a:cubicBezTo>
                  <a:pt x="414600" y="40512"/>
                  <a:pt x="417520" y="42692"/>
                  <a:pt x="419808" y="45433"/>
                </a:cubicBezTo>
                <a:cubicBezTo>
                  <a:pt x="422096" y="48173"/>
                  <a:pt x="423776" y="51390"/>
                  <a:pt x="424849" y="55084"/>
                </a:cubicBezTo>
                <a:cubicBezTo>
                  <a:pt x="425921" y="58778"/>
                  <a:pt x="426457" y="62722"/>
                  <a:pt x="426457" y="66916"/>
                </a:cubicBezTo>
                <a:lnTo>
                  <a:pt x="426457" y="69061"/>
                </a:lnTo>
                <a:moveTo>
                  <a:pt x="414588" y="65558"/>
                </a:moveTo>
                <a:cubicBezTo>
                  <a:pt x="414731" y="59362"/>
                  <a:pt x="413361" y="54500"/>
                  <a:pt x="410477" y="50973"/>
                </a:cubicBezTo>
                <a:cubicBezTo>
                  <a:pt x="407593" y="47447"/>
                  <a:pt x="403315" y="45683"/>
                  <a:pt x="397643" y="45683"/>
                </a:cubicBezTo>
                <a:cubicBezTo>
                  <a:pt x="394735" y="45683"/>
                  <a:pt x="392185" y="46231"/>
                  <a:pt x="389992" y="47327"/>
                </a:cubicBezTo>
                <a:cubicBezTo>
                  <a:pt x="387799" y="48424"/>
                  <a:pt x="385964" y="49877"/>
                  <a:pt x="384486" y="51688"/>
                </a:cubicBezTo>
                <a:cubicBezTo>
                  <a:pt x="383009" y="53499"/>
                  <a:pt x="381865" y="55608"/>
                  <a:pt x="381054" y="58015"/>
                </a:cubicBezTo>
                <a:cubicBezTo>
                  <a:pt x="380244" y="60422"/>
                  <a:pt x="379791" y="62936"/>
                  <a:pt x="379696" y="65558"/>
                </a:cubicBezTo>
                <a:lnTo>
                  <a:pt x="414588" y="65558"/>
                </a:lnTo>
                <a:close/>
                <a:moveTo>
                  <a:pt x="489720" y="94297"/>
                </a:moveTo>
                <a:cubicBezTo>
                  <a:pt x="489720" y="95108"/>
                  <a:pt x="489696" y="95811"/>
                  <a:pt x="489648" y="96406"/>
                </a:cubicBezTo>
                <a:cubicBezTo>
                  <a:pt x="489601" y="97002"/>
                  <a:pt x="489517" y="97503"/>
                  <a:pt x="489398" y="97908"/>
                </a:cubicBezTo>
                <a:cubicBezTo>
                  <a:pt x="489279" y="98313"/>
                  <a:pt x="489136" y="98670"/>
                  <a:pt x="488969" y="98980"/>
                </a:cubicBezTo>
                <a:cubicBezTo>
                  <a:pt x="488802" y="99290"/>
                  <a:pt x="488421" y="99743"/>
                  <a:pt x="487825" y="100338"/>
                </a:cubicBezTo>
                <a:cubicBezTo>
                  <a:pt x="487229" y="100934"/>
                  <a:pt x="486216" y="101673"/>
                  <a:pt x="484786" y="102555"/>
                </a:cubicBezTo>
                <a:cubicBezTo>
                  <a:pt x="483356" y="103436"/>
                  <a:pt x="481747" y="104223"/>
                  <a:pt x="479960" y="104914"/>
                </a:cubicBezTo>
                <a:cubicBezTo>
                  <a:pt x="478172" y="105605"/>
                  <a:pt x="476230" y="106165"/>
                  <a:pt x="474132" y="106594"/>
                </a:cubicBezTo>
                <a:cubicBezTo>
                  <a:pt x="472035" y="107023"/>
                  <a:pt x="469866" y="107237"/>
                  <a:pt x="467626" y="107237"/>
                </a:cubicBezTo>
                <a:cubicBezTo>
                  <a:pt x="463002" y="107237"/>
                  <a:pt x="458903" y="106473"/>
                  <a:pt x="455328" y="104945"/>
                </a:cubicBezTo>
                <a:cubicBezTo>
                  <a:pt x="451753" y="103417"/>
                  <a:pt x="448761" y="101184"/>
                  <a:pt x="446354" y="98247"/>
                </a:cubicBezTo>
                <a:cubicBezTo>
                  <a:pt x="443947" y="95310"/>
                  <a:pt x="442112" y="91704"/>
                  <a:pt x="440849" y="87430"/>
                </a:cubicBezTo>
                <a:cubicBezTo>
                  <a:pt x="439585" y="83155"/>
                  <a:pt x="438954" y="78224"/>
                  <a:pt x="438954" y="72638"/>
                </a:cubicBezTo>
                <a:cubicBezTo>
                  <a:pt x="438954" y="66285"/>
                  <a:pt x="439728" y="60829"/>
                  <a:pt x="441278" y="56268"/>
                </a:cubicBezTo>
                <a:cubicBezTo>
                  <a:pt x="442827" y="51708"/>
                  <a:pt x="444948" y="47971"/>
                  <a:pt x="447641" y="45058"/>
                </a:cubicBezTo>
                <a:cubicBezTo>
                  <a:pt x="450334" y="42144"/>
                  <a:pt x="453504" y="39983"/>
                  <a:pt x="457151" y="38574"/>
                </a:cubicBezTo>
                <a:cubicBezTo>
                  <a:pt x="460797" y="37165"/>
                  <a:pt x="464742" y="36461"/>
                  <a:pt x="468984" y="36461"/>
                </a:cubicBezTo>
                <a:cubicBezTo>
                  <a:pt x="471034" y="36461"/>
                  <a:pt x="473024" y="36651"/>
                  <a:pt x="474955" y="37033"/>
                </a:cubicBezTo>
                <a:cubicBezTo>
                  <a:pt x="476885" y="37414"/>
                  <a:pt x="478661" y="37914"/>
                  <a:pt x="480282" y="38534"/>
                </a:cubicBezTo>
                <a:cubicBezTo>
                  <a:pt x="481902" y="39154"/>
                  <a:pt x="483344" y="39868"/>
                  <a:pt x="484607" y="40679"/>
                </a:cubicBezTo>
                <a:cubicBezTo>
                  <a:pt x="485871" y="41489"/>
                  <a:pt x="486788" y="42180"/>
                  <a:pt x="487360" y="42752"/>
                </a:cubicBezTo>
                <a:cubicBezTo>
                  <a:pt x="487932" y="43324"/>
                  <a:pt x="488325" y="43777"/>
                  <a:pt x="488540" y="44110"/>
                </a:cubicBezTo>
                <a:cubicBezTo>
                  <a:pt x="488754" y="44444"/>
                  <a:pt x="488933" y="44837"/>
                  <a:pt x="489076" y="45290"/>
                </a:cubicBezTo>
                <a:cubicBezTo>
                  <a:pt x="489219" y="45743"/>
                  <a:pt x="489314" y="46255"/>
                  <a:pt x="489362" y="46827"/>
                </a:cubicBezTo>
                <a:cubicBezTo>
                  <a:pt x="489410" y="47399"/>
                  <a:pt x="489434" y="48114"/>
                  <a:pt x="489434" y="48972"/>
                </a:cubicBezTo>
                <a:cubicBezTo>
                  <a:pt x="489434" y="50830"/>
                  <a:pt x="489219" y="52129"/>
                  <a:pt x="488790" y="52868"/>
                </a:cubicBezTo>
                <a:cubicBezTo>
                  <a:pt x="488361" y="53607"/>
                  <a:pt x="487837" y="53976"/>
                  <a:pt x="487217" y="53976"/>
                </a:cubicBezTo>
                <a:cubicBezTo>
                  <a:pt x="486502" y="53976"/>
                  <a:pt x="485680" y="53583"/>
                  <a:pt x="484750" y="52796"/>
                </a:cubicBezTo>
                <a:cubicBezTo>
                  <a:pt x="483821" y="52010"/>
                  <a:pt x="482641" y="51140"/>
                  <a:pt x="481211" y="50187"/>
                </a:cubicBezTo>
                <a:cubicBezTo>
                  <a:pt x="479781" y="49234"/>
                  <a:pt x="478053" y="48364"/>
                  <a:pt x="476027" y="47578"/>
                </a:cubicBezTo>
                <a:cubicBezTo>
                  <a:pt x="474001" y="46791"/>
                  <a:pt x="471606" y="46398"/>
                  <a:pt x="468841" y="46398"/>
                </a:cubicBezTo>
                <a:cubicBezTo>
                  <a:pt x="463169" y="46398"/>
                  <a:pt x="458819" y="48585"/>
                  <a:pt x="455792" y="52960"/>
                </a:cubicBezTo>
                <a:cubicBezTo>
                  <a:pt x="452766" y="57332"/>
                  <a:pt x="451252" y="63677"/>
                  <a:pt x="451252" y="71992"/>
                </a:cubicBezTo>
                <a:cubicBezTo>
                  <a:pt x="451252" y="76150"/>
                  <a:pt x="451645" y="79795"/>
                  <a:pt x="452432" y="82926"/>
                </a:cubicBezTo>
                <a:cubicBezTo>
                  <a:pt x="453218" y="86056"/>
                  <a:pt x="454374" y="88673"/>
                  <a:pt x="455900" y="90776"/>
                </a:cubicBezTo>
                <a:cubicBezTo>
                  <a:pt x="457425" y="92879"/>
                  <a:pt x="459296" y="94445"/>
                  <a:pt x="461512" y="95472"/>
                </a:cubicBezTo>
                <a:cubicBezTo>
                  <a:pt x="463729" y="96500"/>
                  <a:pt x="466267" y="97014"/>
                  <a:pt x="469127" y="97014"/>
                </a:cubicBezTo>
                <a:cubicBezTo>
                  <a:pt x="471844" y="97014"/>
                  <a:pt x="474228" y="96585"/>
                  <a:pt x="476277" y="95727"/>
                </a:cubicBezTo>
                <a:cubicBezTo>
                  <a:pt x="478327" y="94869"/>
                  <a:pt x="480103" y="93928"/>
                  <a:pt x="481604" y="92903"/>
                </a:cubicBezTo>
                <a:cubicBezTo>
                  <a:pt x="483106" y="91879"/>
                  <a:pt x="484369" y="90949"/>
                  <a:pt x="485394" y="90115"/>
                </a:cubicBezTo>
                <a:cubicBezTo>
                  <a:pt x="486419" y="89281"/>
                  <a:pt x="487217" y="88864"/>
                  <a:pt x="487789" y="88864"/>
                </a:cubicBezTo>
                <a:cubicBezTo>
                  <a:pt x="488123" y="88864"/>
                  <a:pt x="488409" y="88959"/>
                  <a:pt x="488647" y="89150"/>
                </a:cubicBezTo>
                <a:cubicBezTo>
                  <a:pt x="488885" y="89341"/>
                  <a:pt x="489088" y="89662"/>
                  <a:pt x="489255" y="90115"/>
                </a:cubicBezTo>
                <a:cubicBezTo>
                  <a:pt x="489422" y="90568"/>
                  <a:pt x="489541" y="91140"/>
                  <a:pt x="489612" y="91831"/>
                </a:cubicBezTo>
                <a:cubicBezTo>
                  <a:pt x="489684" y="92522"/>
                  <a:pt x="489720" y="93344"/>
                  <a:pt x="489720" y="94297"/>
                </a:cubicBezTo>
                <a:close/>
                <a:moveTo>
                  <a:pt x="537559" y="99373"/>
                </a:moveTo>
                <a:cubicBezTo>
                  <a:pt x="537559" y="100755"/>
                  <a:pt x="537464" y="101852"/>
                  <a:pt x="537273" y="102662"/>
                </a:cubicBezTo>
                <a:cubicBezTo>
                  <a:pt x="537083" y="103472"/>
                  <a:pt x="536797" y="104068"/>
                  <a:pt x="536415" y="104449"/>
                </a:cubicBezTo>
                <a:cubicBezTo>
                  <a:pt x="536034" y="104830"/>
                  <a:pt x="535462" y="105188"/>
                  <a:pt x="534699" y="105521"/>
                </a:cubicBezTo>
                <a:cubicBezTo>
                  <a:pt x="533937" y="105855"/>
                  <a:pt x="533067" y="106129"/>
                  <a:pt x="532090" y="106344"/>
                </a:cubicBezTo>
                <a:cubicBezTo>
                  <a:pt x="531112" y="106558"/>
                  <a:pt x="530076" y="106737"/>
                  <a:pt x="528979" y="106880"/>
                </a:cubicBezTo>
                <a:cubicBezTo>
                  <a:pt x="527883" y="107023"/>
                  <a:pt x="526787" y="107094"/>
                  <a:pt x="525690" y="107094"/>
                </a:cubicBezTo>
                <a:cubicBezTo>
                  <a:pt x="522353" y="107094"/>
                  <a:pt x="519493" y="106653"/>
                  <a:pt x="517110" y="105769"/>
                </a:cubicBezTo>
                <a:cubicBezTo>
                  <a:pt x="514727" y="104885"/>
                  <a:pt x="512772" y="103547"/>
                  <a:pt x="511247" y="101755"/>
                </a:cubicBezTo>
                <a:cubicBezTo>
                  <a:pt x="509722" y="99963"/>
                  <a:pt x="508613" y="97694"/>
                  <a:pt x="507922" y="94947"/>
                </a:cubicBezTo>
                <a:cubicBezTo>
                  <a:pt x="507231" y="92201"/>
                  <a:pt x="506885" y="88964"/>
                  <a:pt x="506885" y="85238"/>
                </a:cubicBezTo>
                <a:lnTo>
                  <a:pt x="506885" y="47542"/>
                </a:lnTo>
                <a:lnTo>
                  <a:pt x="497876" y="47542"/>
                </a:lnTo>
                <a:cubicBezTo>
                  <a:pt x="497161" y="47542"/>
                  <a:pt x="496589" y="47161"/>
                  <a:pt x="496160" y="46398"/>
                </a:cubicBezTo>
                <a:cubicBezTo>
                  <a:pt x="495731" y="45635"/>
                  <a:pt x="495517" y="44396"/>
                  <a:pt x="495517" y="42680"/>
                </a:cubicBezTo>
                <a:cubicBezTo>
                  <a:pt x="495517" y="41775"/>
                  <a:pt x="495576" y="41012"/>
                  <a:pt x="495695" y="40393"/>
                </a:cubicBezTo>
                <a:cubicBezTo>
                  <a:pt x="495815" y="39773"/>
                  <a:pt x="495970" y="39261"/>
                  <a:pt x="496160" y="38856"/>
                </a:cubicBezTo>
                <a:cubicBezTo>
                  <a:pt x="496351" y="38451"/>
                  <a:pt x="496601" y="38165"/>
                  <a:pt x="496911" y="37998"/>
                </a:cubicBezTo>
                <a:cubicBezTo>
                  <a:pt x="497221" y="37831"/>
                  <a:pt x="497566" y="37748"/>
                  <a:pt x="497948" y="37748"/>
                </a:cubicBezTo>
                <a:lnTo>
                  <a:pt x="506885" y="37748"/>
                </a:lnTo>
                <a:lnTo>
                  <a:pt x="506885" y="22448"/>
                </a:lnTo>
                <a:cubicBezTo>
                  <a:pt x="506885" y="22115"/>
                  <a:pt x="506969" y="21805"/>
                  <a:pt x="507136" y="21519"/>
                </a:cubicBezTo>
                <a:cubicBezTo>
                  <a:pt x="507302" y="21233"/>
                  <a:pt x="507612" y="20983"/>
                  <a:pt x="508065" y="20768"/>
                </a:cubicBezTo>
                <a:cubicBezTo>
                  <a:pt x="508518" y="20554"/>
                  <a:pt x="509126" y="20399"/>
                  <a:pt x="509888" y="20304"/>
                </a:cubicBezTo>
                <a:cubicBezTo>
                  <a:pt x="510651" y="20208"/>
                  <a:pt x="511604" y="20161"/>
                  <a:pt x="512748" y="20161"/>
                </a:cubicBezTo>
                <a:cubicBezTo>
                  <a:pt x="513940" y="20161"/>
                  <a:pt x="514917" y="20208"/>
                  <a:pt x="515680" y="20304"/>
                </a:cubicBezTo>
                <a:cubicBezTo>
                  <a:pt x="516443" y="20399"/>
                  <a:pt x="517039" y="20554"/>
                  <a:pt x="517468" y="20768"/>
                </a:cubicBezTo>
                <a:cubicBezTo>
                  <a:pt x="517897" y="20983"/>
                  <a:pt x="518206" y="21233"/>
                  <a:pt x="518397" y="21519"/>
                </a:cubicBezTo>
                <a:cubicBezTo>
                  <a:pt x="518588" y="21805"/>
                  <a:pt x="518683" y="22115"/>
                  <a:pt x="518683" y="22448"/>
                </a:cubicBezTo>
                <a:lnTo>
                  <a:pt x="518683" y="37748"/>
                </a:lnTo>
                <a:lnTo>
                  <a:pt x="535200" y="37748"/>
                </a:lnTo>
                <a:cubicBezTo>
                  <a:pt x="535581" y="37748"/>
                  <a:pt x="535915" y="37831"/>
                  <a:pt x="536201" y="37998"/>
                </a:cubicBezTo>
                <a:cubicBezTo>
                  <a:pt x="536487" y="38165"/>
                  <a:pt x="536737" y="38451"/>
                  <a:pt x="536952" y="38856"/>
                </a:cubicBezTo>
                <a:cubicBezTo>
                  <a:pt x="537166" y="39261"/>
                  <a:pt x="537321" y="39773"/>
                  <a:pt x="537416" y="40393"/>
                </a:cubicBezTo>
                <a:cubicBezTo>
                  <a:pt x="537512" y="41012"/>
                  <a:pt x="537559" y="41775"/>
                  <a:pt x="537559" y="42680"/>
                </a:cubicBezTo>
                <a:cubicBezTo>
                  <a:pt x="537559" y="44396"/>
                  <a:pt x="537345" y="45635"/>
                  <a:pt x="536916" y="46398"/>
                </a:cubicBezTo>
                <a:cubicBezTo>
                  <a:pt x="536487" y="47161"/>
                  <a:pt x="535915" y="47542"/>
                  <a:pt x="535200" y="47542"/>
                </a:cubicBezTo>
                <a:lnTo>
                  <a:pt x="518683" y="47542"/>
                </a:lnTo>
                <a:lnTo>
                  <a:pt x="518683" y="83536"/>
                </a:lnTo>
                <a:cubicBezTo>
                  <a:pt x="518683" y="87980"/>
                  <a:pt x="519339" y="91338"/>
                  <a:pt x="520649" y="93609"/>
                </a:cubicBezTo>
                <a:cubicBezTo>
                  <a:pt x="521960" y="95879"/>
                  <a:pt x="524308" y="97014"/>
                  <a:pt x="527692" y="97014"/>
                </a:cubicBezTo>
                <a:cubicBezTo>
                  <a:pt x="528789" y="97014"/>
                  <a:pt x="529766" y="96907"/>
                  <a:pt x="530624" y="96692"/>
                </a:cubicBezTo>
                <a:cubicBezTo>
                  <a:pt x="531482" y="96478"/>
                  <a:pt x="532244" y="96251"/>
                  <a:pt x="532912" y="96013"/>
                </a:cubicBezTo>
                <a:cubicBezTo>
                  <a:pt x="533579" y="95775"/>
                  <a:pt x="534151" y="95548"/>
                  <a:pt x="534628" y="95334"/>
                </a:cubicBezTo>
                <a:cubicBezTo>
                  <a:pt x="535105" y="95119"/>
                  <a:pt x="535534" y="95012"/>
                  <a:pt x="535915" y="95012"/>
                </a:cubicBezTo>
                <a:cubicBezTo>
                  <a:pt x="536153" y="95012"/>
                  <a:pt x="536380" y="95072"/>
                  <a:pt x="536594" y="95191"/>
                </a:cubicBezTo>
                <a:cubicBezTo>
                  <a:pt x="536809" y="95310"/>
                  <a:pt x="536975" y="95536"/>
                  <a:pt x="537095" y="95870"/>
                </a:cubicBezTo>
                <a:cubicBezTo>
                  <a:pt x="537214" y="96204"/>
                  <a:pt x="537321" y="96657"/>
                  <a:pt x="537416" y="97228"/>
                </a:cubicBezTo>
                <a:cubicBezTo>
                  <a:pt x="537512" y="97800"/>
                  <a:pt x="537559" y="98515"/>
                  <a:pt x="537559" y="99373"/>
                </a:cubicBezTo>
                <a:close/>
                <a:moveTo>
                  <a:pt x="564233" y="104020"/>
                </a:moveTo>
                <a:cubicBezTo>
                  <a:pt x="564233" y="104401"/>
                  <a:pt x="564137" y="104723"/>
                  <a:pt x="563947" y="104985"/>
                </a:cubicBezTo>
                <a:cubicBezTo>
                  <a:pt x="563756" y="105247"/>
                  <a:pt x="563446" y="105474"/>
                  <a:pt x="563017" y="105664"/>
                </a:cubicBezTo>
                <a:cubicBezTo>
                  <a:pt x="562588" y="105855"/>
                  <a:pt x="561992" y="105998"/>
                  <a:pt x="561230" y="106093"/>
                </a:cubicBezTo>
                <a:cubicBezTo>
                  <a:pt x="560467" y="106189"/>
                  <a:pt x="559490" y="106236"/>
                  <a:pt x="558298" y="106236"/>
                </a:cubicBezTo>
                <a:cubicBezTo>
                  <a:pt x="557154" y="106236"/>
                  <a:pt x="556201" y="106189"/>
                  <a:pt x="555438" y="106093"/>
                </a:cubicBezTo>
                <a:cubicBezTo>
                  <a:pt x="554675" y="105998"/>
                  <a:pt x="554067" y="105855"/>
                  <a:pt x="553615" y="105664"/>
                </a:cubicBezTo>
                <a:cubicBezTo>
                  <a:pt x="553162" y="105474"/>
                  <a:pt x="552852" y="105247"/>
                  <a:pt x="552685" y="104985"/>
                </a:cubicBezTo>
                <a:cubicBezTo>
                  <a:pt x="552518" y="104723"/>
                  <a:pt x="552435" y="104401"/>
                  <a:pt x="552435" y="104020"/>
                </a:cubicBezTo>
                <a:lnTo>
                  <a:pt x="552435" y="39678"/>
                </a:lnTo>
                <a:cubicBezTo>
                  <a:pt x="552435" y="39344"/>
                  <a:pt x="552518" y="39034"/>
                  <a:pt x="552685" y="38748"/>
                </a:cubicBezTo>
                <a:cubicBezTo>
                  <a:pt x="552852" y="38462"/>
                  <a:pt x="553162" y="38224"/>
                  <a:pt x="553615" y="38033"/>
                </a:cubicBezTo>
                <a:cubicBezTo>
                  <a:pt x="554067" y="37843"/>
                  <a:pt x="554675" y="37700"/>
                  <a:pt x="555438" y="37605"/>
                </a:cubicBezTo>
                <a:cubicBezTo>
                  <a:pt x="556201" y="37509"/>
                  <a:pt x="557154" y="37462"/>
                  <a:pt x="558298" y="37462"/>
                </a:cubicBezTo>
                <a:cubicBezTo>
                  <a:pt x="559490" y="37462"/>
                  <a:pt x="560467" y="37509"/>
                  <a:pt x="561230" y="37605"/>
                </a:cubicBezTo>
                <a:cubicBezTo>
                  <a:pt x="561992" y="37700"/>
                  <a:pt x="562588" y="37843"/>
                  <a:pt x="563017" y="38033"/>
                </a:cubicBezTo>
                <a:cubicBezTo>
                  <a:pt x="563446" y="38224"/>
                  <a:pt x="563756" y="38462"/>
                  <a:pt x="563947" y="38748"/>
                </a:cubicBezTo>
                <a:cubicBezTo>
                  <a:pt x="564137" y="39034"/>
                  <a:pt x="564233" y="39344"/>
                  <a:pt x="564233" y="39678"/>
                </a:cubicBezTo>
                <a:lnTo>
                  <a:pt x="564233" y="104020"/>
                </a:lnTo>
                <a:moveTo>
                  <a:pt x="565591" y="17873"/>
                </a:moveTo>
                <a:cubicBezTo>
                  <a:pt x="565591" y="20637"/>
                  <a:pt x="565067" y="22520"/>
                  <a:pt x="564018" y="23521"/>
                </a:cubicBezTo>
                <a:cubicBezTo>
                  <a:pt x="562969" y="24522"/>
                  <a:pt x="561039" y="25022"/>
                  <a:pt x="558226" y="25022"/>
                </a:cubicBezTo>
                <a:cubicBezTo>
                  <a:pt x="555462" y="25022"/>
                  <a:pt x="553567" y="24534"/>
                  <a:pt x="552542" y="23556"/>
                </a:cubicBezTo>
                <a:cubicBezTo>
                  <a:pt x="551517" y="22579"/>
                  <a:pt x="551005" y="20733"/>
                  <a:pt x="551005" y="18016"/>
                </a:cubicBezTo>
                <a:cubicBezTo>
                  <a:pt x="551005" y="15252"/>
                  <a:pt x="551529" y="13369"/>
                  <a:pt x="552578" y="12368"/>
                </a:cubicBezTo>
                <a:cubicBezTo>
                  <a:pt x="553627" y="11367"/>
                  <a:pt x="555557" y="10867"/>
                  <a:pt x="558369" y="10867"/>
                </a:cubicBezTo>
                <a:cubicBezTo>
                  <a:pt x="561134" y="10867"/>
                  <a:pt x="563029" y="11355"/>
                  <a:pt x="564054" y="12332"/>
                </a:cubicBezTo>
                <a:cubicBezTo>
                  <a:pt x="565079" y="13309"/>
                  <a:pt x="565591" y="15156"/>
                  <a:pt x="565591" y="17873"/>
                </a:cubicBezTo>
                <a:close/>
                <a:moveTo>
                  <a:pt x="637726" y="39535"/>
                </a:moveTo>
                <a:cubicBezTo>
                  <a:pt x="637726" y="39725"/>
                  <a:pt x="637714" y="39928"/>
                  <a:pt x="637690" y="40142"/>
                </a:cubicBezTo>
                <a:cubicBezTo>
                  <a:pt x="637666" y="40357"/>
                  <a:pt x="637630" y="40583"/>
                  <a:pt x="637583" y="40822"/>
                </a:cubicBezTo>
                <a:cubicBezTo>
                  <a:pt x="637535" y="41060"/>
                  <a:pt x="637475" y="41322"/>
                  <a:pt x="637404" y="41608"/>
                </a:cubicBezTo>
                <a:cubicBezTo>
                  <a:pt x="637332" y="41894"/>
                  <a:pt x="637249" y="42204"/>
                  <a:pt x="637154" y="42537"/>
                </a:cubicBezTo>
                <a:lnTo>
                  <a:pt x="615203" y="103663"/>
                </a:lnTo>
                <a:cubicBezTo>
                  <a:pt x="615012" y="104187"/>
                  <a:pt x="614762" y="104616"/>
                  <a:pt x="614452" y="104950"/>
                </a:cubicBezTo>
                <a:cubicBezTo>
                  <a:pt x="614142" y="105283"/>
                  <a:pt x="613677" y="105545"/>
                  <a:pt x="613058" y="105736"/>
                </a:cubicBezTo>
                <a:cubicBezTo>
                  <a:pt x="612438" y="105927"/>
                  <a:pt x="611652" y="106058"/>
                  <a:pt x="610698" y="106129"/>
                </a:cubicBezTo>
                <a:cubicBezTo>
                  <a:pt x="609745" y="106201"/>
                  <a:pt x="608553" y="106236"/>
                  <a:pt x="607123" y="106236"/>
                </a:cubicBezTo>
                <a:cubicBezTo>
                  <a:pt x="605693" y="106236"/>
                  <a:pt x="604501" y="106189"/>
                  <a:pt x="603548" y="106093"/>
                </a:cubicBezTo>
                <a:cubicBezTo>
                  <a:pt x="602595" y="105998"/>
                  <a:pt x="601820" y="105855"/>
                  <a:pt x="601224" y="105664"/>
                </a:cubicBezTo>
                <a:cubicBezTo>
                  <a:pt x="600629" y="105474"/>
                  <a:pt x="600164" y="105212"/>
                  <a:pt x="599830" y="104878"/>
                </a:cubicBezTo>
                <a:cubicBezTo>
                  <a:pt x="599496" y="104544"/>
                  <a:pt x="599234" y="104139"/>
                  <a:pt x="599044" y="103663"/>
                </a:cubicBezTo>
                <a:lnTo>
                  <a:pt x="577164" y="42537"/>
                </a:lnTo>
                <a:cubicBezTo>
                  <a:pt x="576974" y="41966"/>
                  <a:pt x="576819" y="41465"/>
                  <a:pt x="576699" y="41036"/>
                </a:cubicBezTo>
                <a:cubicBezTo>
                  <a:pt x="576580" y="40607"/>
                  <a:pt x="576509" y="40285"/>
                  <a:pt x="576485" y="40071"/>
                </a:cubicBezTo>
                <a:cubicBezTo>
                  <a:pt x="576461" y="39857"/>
                  <a:pt x="576449" y="39678"/>
                  <a:pt x="576449" y="39535"/>
                </a:cubicBezTo>
                <a:cubicBezTo>
                  <a:pt x="576449" y="39154"/>
                  <a:pt x="576545" y="38820"/>
                  <a:pt x="576735" y="38534"/>
                </a:cubicBezTo>
                <a:cubicBezTo>
                  <a:pt x="576926" y="38248"/>
                  <a:pt x="577248" y="38022"/>
                  <a:pt x="577700" y="37855"/>
                </a:cubicBezTo>
                <a:cubicBezTo>
                  <a:pt x="578153" y="37688"/>
                  <a:pt x="578749" y="37581"/>
                  <a:pt x="579488" y="37533"/>
                </a:cubicBezTo>
                <a:cubicBezTo>
                  <a:pt x="580227" y="37485"/>
                  <a:pt x="581144" y="37462"/>
                  <a:pt x="582241" y="37462"/>
                </a:cubicBezTo>
                <a:cubicBezTo>
                  <a:pt x="583623" y="37462"/>
                  <a:pt x="584731" y="37497"/>
                  <a:pt x="585566" y="37569"/>
                </a:cubicBezTo>
                <a:cubicBezTo>
                  <a:pt x="586400" y="37640"/>
                  <a:pt x="587043" y="37771"/>
                  <a:pt x="587496" y="37962"/>
                </a:cubicBezTo>
                <a:cubicBezTo>
                  <a:pt x="587949" y="38153"/>
                  <a:pt x="588283" y="38391"/>
                  <a:pt x="588497" y="38677"/>
                </a:cubicBezTo>
                <a:cubicBezTo>
                  <a:pt x="588712" y="38963"/>
                  <a:pt x="588914" y="39320"/>
                  <a:pt x="589105" y="39749"/>
                </a:cubicBezTo>
                <a:lnTo>
                  <a:pt x="607266" y="92796"/>
                </a:lnTo>
                <a:lnTo>
                  <a:pt x="607552" y="93654"/>
                </a:lnTo>
                <a:lnTo>
                  <a:pt x="607767" y="92796"/>
                </a:lnTo>
                <a:lnTo>
                  <a:pt x="625713" y="39749"/>
                </a:lnTo>
                <a:cubicBezTo>
                  <a:pt x="625809" y="39320"/>
                  <a:pt x="625976" y="38963"/>
                  <a:pt x="626214" y="38677"/>
                </a:cubicBezTo>
                <a:cubicBezTo>
                  <a:pt x="626452" y="38391"/>
                  <a:pt x="626798" y="38153"/>
                  <a:pt x="627251" y="37962"/>
                </a:cubicBezTo>
                <a:cubicBezTo>
                  <a:pt x="627704" y="37771"/>
                  <a:pt x="628323" y="37640"/>
                  <a:pt x="629110" y="37569"/>
                </a:cubicBezTo>
                <a:cubicBezTo>
                  <a:pt x="629896" y="37497"/>
                  <a:pt x="630933" y="37462"/>
                  <a:pt x="632220" y="37462"/>
                </a:cubicBezTo>
                <a:cubicBezTo>
                  <a:pt x="633316" y="37462"/>
                  <a:pt x="634222" y="37485"/>
                  <a:pt x="634937" y="37533"/>
                </a:cubicBezTo>
                <a:cubicBezTo>
                  <a:pt x="635652" y="37581"/>
                  <a:pt x="636212" y="37700"/>
                  <a:pt x="636617" y="37891"/>
                </a:cubicBezTo>
                <a:cubicBezTo>
                  <a:pt x="637023" y="38081"/>
                  <a:pt x="637309" y="38308"/>
                  <a:pt x="637475" y="38570"/>
                </a:cubicBezTo>
                <a:cubicBezTo>
                  <a:pt x="637642" y="38832"/>
                  <a:pt x="637726" y="39154"/>
                  <a:pt x="637726" y="39535"/>
                </a:cubicBezTo>
                <a:close/>
                <a:moveTo>
                  <a:pt x="703584" y="69061"/>
                </a:moveTo>
                <a:cubicBezTo>
                  <a:pt x="703584" y="70920"/>
                  <a:pt x="703120" y="72242"/>
                  <a:pt x="702190" y="73029"/>
                </a:cubicBezTo>
                <a:cubicBezTo>
                  <a:pt x="701261" y="73815"/>
                  <a:pt x="700200" y="74208"/>
                  <a:pt x="699008" y="74208"/>
                </a:cubicBezTo>
                <a:lnTo>
                  <a:pt x="656823" y="74208"/>
                </a:lnTo>
                <a:cubicBezTo>
                  <a:pt x="656823" y="77793"/>
                  <a:pt x="657180" y="81020"/>
                  <a:pt x="657895" y="83889"/>
                </a:cubicBezTo>
                <a:cubicBezTo>
                  <a:pt x="658610" y="86757"/>
                  <a:pt x="659802" y="89219"/>
                  <a:pt x="661470" y="91275"/>
                </a:cubicBezTo>
                <a:cubicBezTo>
                  <a:pt x="663139" y="93330"/>
                  <a:pt x="665307" y="94908"/>
                  <a:pt x="667977" y="96009"/>
                </a:cubicBezTo>
                <a:cubicBezTo>
                  <a:pt x="670646" y="97108"/>
                  <a:pt x="673911" y="97657"/>
                  <a:pt x="677772" y="97657"/>
                </a:cubicBezTo>
                <a:cubicBezTo>
                  <a:pt x="680823" y="97657"/>
                  <a:pt x="683540" y="97407"/>
                  <a:pt x="685924" y="96907"/>
                </a:cubicBezTo>
                <a:cubicBezTo>
                  <a:pt x="688307" y="96406"/>
                  <a:pt x="690369" y="95846"/>
                  <a:pt x="692108" y="95227"/>
                </a:cubicBezTo>
                <a:cubicBezTo>
                  <a:pt x="693848" y="94607"/>
                  <a:pt x="695278" y="94047"/>
                  <a:pt x="696398" y="93547"/>
                </a:cubicBezTo>
                <a:cubicBezTo>
                  <a:pt x="697519" y="93046"/>
                  <a:pt x="698365" y="92796"/>
                  <a:pt x="698937" y="92796"/>
                </a:cubicBezTo>
                <a:cubicBezTo>
                  <a:pt x="699270" y="92796"/>
                  <a:pt x="699568" y="92879"/>
                  <a:pt x="699831" y="93046"/>
                </a:cubicBezTo>
                <a:cubicBezTo>
                  <a:pt x="700093" y="93213"/>
                  <a:pt x="700295" y="93463"/>
                  <a:pt x="700438" y="93797"/>
                </a:cubicBezTo>
                <a:cubicBezTo>
                  <a:pt x="700581" y="94130"/>
                  <a:pt x="700689" y="94595"/>
                  <a:pt x="700760" y="95191"/>
                </a:cubicBezTo>
                <a:cubicBezTo>
                  <a:pt x="700832" y="95787"/>
                  <a:pt x="700867" y="96514"/>
                  <a:pt x="700867" y="97371"/>
                </a:cubicBezTo>
                <a:cubicBezTo>
                  <a:pt x="700867" y="97991"/>
                  <a:pt x="700843" y="98527"/>
                  <a:pt x="700796" y="98980"/>
                </a:cubicBezTo>
                <a:cubicBezTo>
                  <a:pt x="700748" y="99433"/>
                  <a:pt x="700689" y="99838"/>
                  <a:pt x="700617" y="100195"/>
                </a:cubicBezTo>
                <a:cubicBezTo>
                  <a:pt x="700546" y="100553"/>
                  <a:pt x="700426" y="100875"/>
                  <a:pt x="700260" y="101160"/>
                </a:cubicBezTo>
                <a:cubicBezTo>
                  <a:pt x="700093" y="101446"/>
                  <a:pt x="699878" y="101721"/>
                  <a:pt x="699616" y="101983"/>
                </a:cubicBezTo>
                <a:cubicBezTo>
                  <a:pt x="699354" y="102245"/>
                  <a:pt x="698579" y="102674"/>
                  <a:pt x="697292" y="103269"/>
                </a:cubicBezTo>
                <a:cubicBezTo>
                  <a:pt x="696005" y="103865"/>
                  <a:pt x="694337" y="104449"/>
                  <a:pt x="692287" y="105021"/>
                </a:cubicBezTo>
                <a:cubicBezTo>
                  <a:pt x="690237" y="105593"/>
                  <a:pt x="687866" y="106105"/>
                  <a:pt x="685173" y="106558"/>
                </a:cubicBezTo>
                <a:cubicBezTo>
                  <a:pt x="682480" y="107011"/>
                  <a:pt x="679608" y="107237"/>
                  <a:pt x="676557" y="107237"/>
                </a:cubicBezTo>
                <a:cubicBezTo>
                  <a:pt x="671266" y="107237"/>
                  <a:pt x="666630" y="106498"/>
                  <a:pt x="662650" y="105019"/>
                </a:cubicBezTo>
                <a:cubicBezTo>
                  <a:pt x="658670" y="103540"/>
                  <a:pt x="655321" y="101345"/>
                  <a:pt x="652604" y="98435"/>
                </a:cubicBezTo>
                <a:cubicBezTo>
                  <a:pt x="649887" y="95525"/>
                  <a:pt x="647837" y="91875"/>
                  <a:pt x="646455" y="87486"/>
                </a:cubicBezTo>
                <a:cubicBezTo>
                  <a:pt x="645073" y="83096"/>
                  <a:pt x="644381" y="77991"/>
                  <a:pt x="644381" y="72171"/>
                </a:cubicBezTo>
                <a:cubicBezTo>
                  <a:pt x="644381" y="66636"/>
                  <a:pt x="645096" y="61662"/>
                  <a:pt x="646526" y="57249"/>
                </a:cubicBezTo>
                <a:cubicBezTo>
                  <a:pt x="647956" y="52836"/>
                  <a:pt x="650018" y="49091"/>
                  <a:pt x="652711" y="46014"/>
                </a:cubicBezTo>
                <a:cubicBezTo>
                  <a:pt x="655404" y="42937"/>
                  <a:pt x="658658" y="40575"/>
                  <a:pt x="662471" y="38929"/>
                </a:cubicBezTo>
                <a:cubicBezTo>
                  <a:pt x="666285" y="37284"/>
                  <a:pt x="670551" y="36461"/>
                  <a:pt x="675270" y="36461"/>
                </a:cubicBezTo>
                <a:cubicBezTo>
                  <a:pt x="680323" y="36461"/>
                  <a:pt x="684625" y="37271"/>
                  <a:pt x="688176" y="38891"/>
                </a:cubicBezTo>
                <a:cubicBezTo>
                  <a:pt x="691727" y="40512"/>
                  <a:pt x="694647" y="42692"/>
                  <a:pt x="696935" y="45433"/>
                </a:cubicBezTo>
                <a:cubicBezTo>
                  <a:pt x="699223" y="48173"/>
                  <a:pt x="700903" y="51390"/>
                  <a:pt x="701976" y="55084"/>
                </a:cubicBezTo>
                <a:cubicBezTo>
                  <a:pt x="703048" y="58778"/>
                  <a:pt x="703584" y="62722"/>
                  <a:pt x="703584" y="66916"/>
                </a:cubicBezTo>
                <a:lnTo>
                  <a:pt x="703584" y="69061"/>
                </a:lnTo>
                <a:moveTo>
                  <a:pt x="691715" y="65558"/>
                </a:moveTo>
                <a:cubicBezTo>
                  <a:pt x="691858" y="59362"/>
                  <a:pt x="690488" y="54500"/>
                  <a:pt x="687604" y="50973"/>
                </a:cubicBezTo>
                <a:cubicBezTo>
                  <a:pt x="684720" y="47447"/>
                  <a:pt x="680442" y="45683"/>
                  <a:pt x="674769" y="45683"/>
                </a:cubicBezTo>
                <a:cubicBezTo>
                  <a:pt x="671862" y="45683"/>
                  <a:pt x="669311" y="46231"/>
                  <a:pt x="667119" y="47327"/>
                </a:cubicBezTo>
                <a:cubicBezTo>
                  <a:pt x="664926" y="48424"/>
                  <a:pt x="663091" y="49877"/>
                  <a:pt x="661613" y="51688"/>
                </a:cubicBezTo>
                <a:cubicBezTo>
                  <a:pt x="660135" y="53499"/>
                  <a:pt x="658991" y="55608"/>
                  <a:pt x="658181" y="58015"/>
                </a:cubicBezTo>
                <a:cubicBezTo>
                  <a:pt x="657371" y="60422"/>
                  <a:pt x="656918" y="62936"/>
                  <a:pt x="656823" y="65558"/>
                </a:cubicBezTo>
                <a:lnTo>
                  <a:pt x="691715" y="65558"/>
                </a:lnTo>
                <a:close/>
                <a:moveTo>
                  <a:pt x="746579" y="25022"/>
                </a:moveTo>
                <a:cubicBezTo>
                  <a:pt x="749106" y="25022"/>
                  <a:pt x="751275" y="25904"/>
                  <a:pt x="753086" y="27667"/>
                </a:cubicBezTo>
                <a:cubicBezTo>
                  <a:pt x="754897" y="29431"/>
                  <a:pt x="755803" y="31552"/>
                  <a:pt x="755803" y="34030"/>
                </a:cubicBezTo>
                <a:cubicBezTo>
                  <a:pt x="755803" y="36508"/>
                  <a:pt x="754921" y="38641"/>
                  <a:pt x="753157" y="40428"/>
                </a:cubicBezTo>
                <a:cubicBezTo>
                  <a:pt x="751394" y="42216"/>
                  <a:pt x="749201" y="43109"/>
                  <a:pt x="746579" y="43109"/>
                </a:cubicBezTo>
                <a:cubicBezTo>
                  <a:pt x="743958" y="43109"/>
                  <a:pt x="741765" y="42216"/>
                  <a:pt x="740001" y="40428"/>
                </a:cubicBezTo>
                <a:cubicBezTo>
                  <a:pt x="738237" y="38641"/>
                  <a:pt x="737356" y="36508"/>
                  <a:pt x="737356" y="34030"/>
                </a:cubicBezTo>
                <a:cubicBezTo>
                  <a:pt x="737356" y="31552"/>
                  <a:pt x="738261" y="29431"/>
                  <a:pt x="740073" y="27667"/>
                </a:cubicBezTo>
                <a:cubicBezTo>
                  <a:pt x="741884" y="25904"/>
                  <a:pt x="744053" y="25022"/>
                  <a:pt x="746579" y="25022"/>
                </a:cubicBezTo>
                <a:moveTo>
                  <a:pt x="746579" y="89436"/>
                </a:moveTo>
                <a:cubicBezTo>
                  <a:pt x="749106" y="89436"/>
                  <a:pt x="751275" y="90318"/>
                  <a:pt x="753086" y="92081"/>
                </a:cubicBezTo>
                <a:cubicBezTo>
                  <a:pt x="754897" y="93845"/>
                  <a:pt x="755803" y="95989"/>
                  <a:pt x="755803" y="98515"/>
                </a:cubicBezTo>
                <a:cubicBezTo>
                  <a:pt x="755803" y="101089"/>
                  <a:pt x="754897" y="103246"/>
                  <a:pt x="753086" y="104985"/>
                </a:cubicBezTo>
                <a:cubicBezTo>
                  <a:pt x="751275" y="106725"/>
                  <a:pt x="749106" y="107595"/>
                  <a:pt x="746579" y="107595"/>
                </a:cubicBezTo>
                <a:cubicBezTo>
                  <a:pt x="744053" y="107595"/>
                  <a:pt x="741884" y="106725"/>
                  <a:pt x="740073" y="104985"/>
                </a:cubicBezTo>
                <a:cubicBezTo>
                  <a:pt x="738261" y="103246"/>
                  <a:pt x="737356" y="101089"/>
                  <a:pt x="737356" y="98515"/>
                </a:cubicBezTo>
                <a:cubicBezTo>
                  <a:pt x="737356" y="95989"/>
                  <a:pt x="738261" y="93845"/>
                  <a:pt x="740073" y="92081"/>
                </a:cubicBezTo>
                <a:cubicBezTo>
                  <a:pt x="741884" y="90318"/>
                  <a:pt x="744053" y="89436"/>
                  <a:pt x="746579" y="89436"/>
                </a:cubicBezTo>
                <a:close/>
                <a:moveTo>
                  <a:pt x="937090" y="58194"/>
                </a:moveTo>
                <a:cubicBezTo>
                  <a:pt x="937090" y="66201"/>
                  <a:pt x="936065" y="73195"/>
                  <a:pt x="934015" y="79177"/>
                </a:cubicBezTo>
                <a:cubicBezTo>
                  <a:pt x="931966" y="85158"/>
                  <a:pt x="928974" y="90115"/>
                  <a:pt x="925042" y="94047"/>
                </a:cubicBezTo>
                <a:cubicBezTo>
                  <a:pt x="921109" y="97979"/>
                  <a:pt x="916283" y="100922"/>
                  <a:pt x="910563" y="102876"/>
                </a:cubicBezTo>
                <a:cubicBezTo>
                  <a:pt x="904843" y="104830"/>
                  <a:pt x="898026" y="105807"/>
                  <a:pt x="890114" y="105807"/>
                </a:cubicBezTo>
                <a:lnTo>
                  <a:pt x="870522" y="105807"/>
                </a:lnTo>
                <a:cubicBezTo>
                  <a:pt x="869426" y="105807"/>
                  <a:pt x="868389" y="105438"/>
                  <a:pt x="867412" y="104699"/>
                </a:cubicBezTo>
                <a:cubicBezTo>
                  <a:pt x="866435" y="103961"/>
                  <a:pt x="865946" y="102662"/>
                  <a:pt x="865946" y="100803"/>
                </a:cubicBezTo>
                <a:lnTo>
                  <a:pt x="865946" y="18302"/>
                </a:lnTo>
                <a:cubicBezTo>
                  <a:pt x="865946" y="16443"/>
                  <a:pt x="866435" y="15144"/>
                  <a:pt x="867412" y="14406"/>
                </a:cubicBezTo>
                <a:cubicBezTo>
                  <a:pt x="868389" y="13667"/>
                  <a:pt x="869426" y="13297"/>
                  <a:pt x="870522" y="13297"/>
                </a:cubicBezTo>
                <a:lnTo>
                  <a:pt x="891472" y="13297"/>
                </a:lnTo>
                <a:cubicBezTo>
                  <a:pt x="899480" y="13297"/>
                  <a:pt x="906249" y="14334"/>
                  <a:pt x="911778" y="16407"/>
                </a:cubicBezTo>
                <a:cubicBezTo>
                  <a:pt x="917308" y="18481"/>
                  <a:pt x="921943" y="21459"/>
                  <a:pt x="925685" y="25344"/>
                </a:cubicBezTo>
                <a:cubicBezTo>
                  <a:pt x="929427" y="29228"/>
                  <a:pt x="932263" y="33935"/>
                  <a:pt x="934194" y="39463"/>
                </a:cubicBezTo>
                <a:cubicBezTo>
                  <a:pt x="936125" y="44992"/>
                  <a:pt x="937090" y="51236"/>
                  <a:pt x="937090" y="58194"/>
                </a:cubicBezTo>
                <a:moveTo>
                  <a:pt x="924148" y="58695"/>
                </a:moveTo>
                <a:cubicBezTo>
                  <a:pt x="924148" y="53690"/>
                  <a:pt x="923528" y="49031"/>
                  <a:pt x="922289" y="44718"/>
                </a:cubicBezTo>
                <a:cubicBezTo>
                  <a:pt x="921050" y="40405"/>
                  <a:pt x="919107" y="36675"/>
                  <a:pt x="916462" y="33530"/>
                </a:cubicBezTo>
                <a:cubicBezTo>
                  <a:pt x="913816" y="30384"/>
                  <a:pt x="910468" y="27929"/>
                  <a:pt x="906416" y="26166"/>
                </a:cubicBezTo>
                <a:cubicBezTo>
                  <a:pt x="902364" y="24402"/>
                  <a:pt x="897144" y="23521"/>
                  <a:pt x="890757" y="23521"/>
                </a:cubicBezTo>
                <a:lnTo>
                  <a:pt x="878244" y="23521"/>
                </a:lnTo>
                <a:lnTo>
                  <a:pt x="878244" y="95513"/>
                </a:lnTo>
                <a:lnTo>
                  <a:pt x="890900" y="95513"/>
                </a:lnTo>
                <a:cubicBezTo>
                  <a:pt x="896811" y="95513"/>
                  <a:pt x="901792" y="94774"/>
                  <a:pt x="905844" y="93296"/>
                </a:cubicBezTo>
                <a:cubicBezTo>
                  <a:pt x="909896" y="91819"/>
                  <a:pt x="913280" y="89555"/>
                  <a:pt x="915997" y="86505"/>
                </a:cubicBezTo>
                <a:cubicBezTo>
                  <a:pt x="918714" y="83454"/>
                  <a:pt x="920752" y="79630"/>
                  <a:pt x="922110" y="75030"/>
                </a:cubicBezTo>
                <a:cubicBezTo>
                  <a:pt x="923469" y="70431"/>
                  <a:pt x="924148" y="64986"/>
                  <a:pt x="924148" y="58695"/>
                </a:cubicBezTo>
                <a:close/>
                <a:moveTo>
                  <a:pt x="1001834" y="104092"/>
                </a:moveTo>
                <a:cubicBezTo>
                  <a:pt x="1001834" y="104664"/>
                  <a:pt x="1001643" y="105093"/>
                  <a:pt x="1001262" y="105378"/>
                </a:cubicBezTo>
                <a:cubicBezTo>
                  <a:pt x="1000880" y="105664"/>
                  <a:pt x="1000356" y="105879"/>
                  <a:pt x="999689" y="106022"/>
                </a:cubicBezTo>
                <a:cubicBezTo>
                  <a:pt x="999021" y="106165"/>
                  <a:pt x="998044" y="106236"/>
                  <a:pt x="996757" y="106236"/>
                </a:cubicBezTo>
                <a:cubicBezTo>
                  <a:pt x="995518" y="106236"/>
                  <a:pt x="994529" y="106165"/>
                  <a:pt x="993790" y="106022"/>
                </a:cubicBezTo>
                <a:cubicBezTo>
                  <a:pt x="993051" y="105879"/>
                  <a:pt x="992515" y="105664"/>
                  <a:pt x="992181" y="105378"/>
                </a:cubicBezTo>
                <a:cubicBezTo>
                  <a:pt x="991847" y="105093"/>
                  <a:pt x="991680" y="104664"/>
                  <a:pt x="991680" y="104092"/>
                </a:cubicBezTo>
                <a:lnTo>
                  <a:pt x="991680" y="97657"/>
                </a:lnTo>
                <a:cubicBezTo>
                  <a:pt x="988868" y="100660"/>
                  <a:pt x="985734" y="103007"/>
                  <a:pt x="982278" y="104699"/>
                </a:cubicBezTo>
                <a:cubicBezTo>
                  <a:pt x="978822" y="106391"/>
                  <a:pt x="975164" y="107237"/>
                  <a:pt x="971303" y="107237"/>
                </a:cubicBezTo>
                <a:cubicBezTo>
                  <a:pt x="967918" y="107237"/>
                  <a:pt x="964856" y="106795"/>
                  <a:pt x="962115" y="105910"/>
                </a:cubicBezTo>
                <a:cubicBezTo>
                  <a:pt x="959374" y="105026"/>
                  <a:pt x="957038" y="103746"/>
                  <a:pt x="955108" y="102072"/>
                </a:cubicBezTo>
                <a:cubicBezTo>
                  <a:pt x="953177" y="100398"/>
                  <a:pt x="951676" y="98342"/>
                  <a:pt x="950603" y="95904"/>
                </a:cubicBezTo>
                <a:cubicBezTo>
                  <a:pt x="949531" y="93464"/>
                  <a:pt x="948994" y="90689"/>
                  <a:pt x="948994" y="87579"/>
                </a:cubicBezTo>
                <a:cubicBezTo>
                  <a:pt x="948994" y="83945"/>
                  <a:pt x="949733" y="80789"/>
                  <a:pt x="951211" y="78111"/>
                </a:cubicBezTo>
                <a:cubicBezTo>
                  <a:pt x="952689" y="75432"/>
                  <a:pt x="954810" y="73207"/>
                  <a:pt x="957574" y="71438"/>
                </a:cubicBezTo>
                <a:cubicBezTo>
                  <a:pt x="960339" y="69668"/>
                  <a:pt x="963724" y="68341"/>
                  <a:pt x="967728" y="67457"/>
                </a:cubicBezTo>
                <a:cubicBezTo>
                  <a:pt x="971732" y="66572"/>
                  <a:pt x="976236" y="66130"/>
                  <a:pt x="981241" y="66130"/>
                </a:cubicBezTo>
                <a:lnTo>
                  <a:pt x="990107" y="66130"/>
                </a:lnTo>
                <a:lnTo>
                  <a:pt x="990107" y="61143"/>
                </a:lnTo>
                <a:cubicBezTo>
                  <a:pt x="990107" y="58674"/>
                  <a:pt x="989845" y="56489"/>
                  <a:pt x="989321" y="54590"/>
                </a:cubicBezTo>
                <a:cubicBezTo>
                  <a:pt x="988797" y="52690"/>
                  <a:pt x="987951" y="51110"/>
                  <a:pt x="986783" y="49852"/>
                </a:cubicBezTo>
                <a:cubicBezTo>
                  <a:pt x="985615" y="48593"/>
                  <a:pt x="984101" y="47644"/>
                  <a:pt x="982242" y="47003"/>
                </a:cubicBezTo>
                <a:cubicBezTo>
                  <a:pt x="980383" y="46361"/>
                  <a:pt x="978095" y="46041"/>
                  <a:pt x="975378" y="46041"/>
                </a:cubicBezTo>
                <a:cubicBezTo>
                  <a:pt x="972471" y="46041"/>
                  <a:pt x="969861" y="46382"/>
                  <a:pt x="967549" y="47066"/>
                </a:cubicBezTo>
                <a:cubicBezTo>
                  <a:pt x="965237" y="47750"/>
                  <a:pt x="963211" y="48504"/>
                  <a:pt x="961471" y="49329"/>
                </a:cubicBezTo>
                <a:cubicBezTo>
                  <a:pt x="959731" y="50154"/>
                  <a:pt x="958278" y="50909"/>
                  <a:pt x="957110" y="51592"/>
                </a:cubicBezTo>
                <a:cubicBezTo>
                  <a:pt x="955942" y="52276"/>
                  <a:pt x="955072" y="52618"/>
                  <a:pt x="954500" y="52618"/>
                </a:cubicBezTo>
                <a:cubicBezTo>
                  <a:pt x="954119" y="52618"/>
                  <a:pt x="953785" y="52522"/>
                  <a:pt x="953499" y="52332"/>
                </a:cubicBezTo>
                <a:cubicBezTo>
                  <a:pt x="953213" y="52141"/>
                  <a:pt x="952963" y="51855"/>
                  <a:pt x="952748" y="51474"/>
                </a:cubicBezTo>
                <a:cubicBezTo>
                  <a:pt x="952534" y="51093"/>
                  <a:pt x="952379" y="50604"/>
                  <a:pt x="952283" y="50008"/>
                </a:cubicBezTo>
                <a:cubicBezTo>
                  <a:pt x="952188" y="49413"/>
                  <a:pt x="952140" y="48757"/>
                  <a:pt x="952140" y="48042"/>
                </a:cubicBezTo>
                <a:cubicBezTo>
                  <a:pt x="952140" y="46851"/>
                  <a:pt x="952224" y="45909"/>
                  <a:pt x="952391" y="45218"/>
                </a:cubicBezTo>
                <a:cubicBezTo>
                  <a:pt x="952557" y="44527"/>
                  <a:pt x="952963" y="43872"/>
                  <a:pt x="953606" y="43252"/>
                </a:cubicBezTo>
                <a:cubicBezTo>
                  <a:pt x="954250" y="42633"/>
                  <a:pt x="955358" y="41911"/>
                  <a:pt x="956931" y="41088"/>
                </a:cubicBezTo>
                <a:cubicBezTo>
                  <a:pt x="958504" y="40262"/>
                  <a:pt x="960315" y="39509"/>
                  <a:pt x="962365" y="38827"/>
                </a:cubicBezTo>
                <a:cubicBezTo>
                  <a:pt x="964415" y="38144"/>
                  <a:pt x="966655" y="37580"/>
                  <a:pt x="969086" y="37133"/>
                </a:cubicBezTo>
                <a:cubicBezTo>
                  <a:pt x="971517" y="36685"/>
                  <a:pt x="973972" y="36461"/>
                  <a:pt x="976451" y="36461"/>
                </a:cubicBezTo>
                <a:cubicBezTo>
                  <a:pt x="981074" y="36461"/>
                  <a:pt x="985007" y="36985"/>
                  <a:pt x="988248" y="38033"/>
                </a:cubicBezTo>
                <a:cubicBezTo>
                  <a:pt x="991490" y="39082"/>
                  <a:pt x="994112" y="40619"/>
                  <a:pt x="996114" y="42645"/>
                </a:cubicBezTo>
                <a:cubicBezTo>
                  <a:pt x="998116" y="44670"/>
                  <a:pt x="999569" y="47184"/>
                  <a:pt x="1000475" y="50187"/>
                </a:cubicBezTo>
                <a:cubicBezTo>
                  <a:pt x="1001381" y="53190"/>
                  <a:pt x="1001834" y="56693"/>
                  <a:pt x="1001834" y="60696"/>
                </a:cubicBezTo>
                <a:lnTo>
                  <a:pt x="1001834" y="104092"/>
                </a:lnTo>
                <a:moveTo>
                  <a:pt x="990107" y="74637"/>
                </a:moveTo>
                <a:lnTo>
                  <a:pt x="980026" y="74637"/>
                </a:lnTo>
                <a:cubicBezTo>
                  <a:pt x="976784" y="74637"/>
                  <a:pt x="973972" y="74913"/>
                  <a:pt x="971589" y="75466"/>
                </a:cubicBezTo>
                <a:cubicBezTo>
                  <a:pt x="969205" y="76017"/>
                  <a:pt x="967227" y="76832"/>
                  <a:pt x="965654" y="77910"/>
                </a:cubicBezTo>
                <a:cubicBezTo>
                  <a:pt x="964081" y="78988"/>
                  <a:pt x="962925" y="80283"/>
                  <a:pt x="962186" y="81795"/>
                </a:cubicBezTo>
                <a:cubicBezTo>
                  <a:pt x="961447" y="83305"/>
                  <a:pt x="961078" y="85044"/>
                  <a:pt x="961078" y="87010"/>
                </a:cubicBezTo>
                <a:cubicBezTo>
                  <a:pt x="961078" y="90367"/>
                  <a:pt x="962139" y="93040"/>
                  <a:pt x="964260" y="95030"/>
                </a:cubicBezTo>
                <a:cubicBezTo>
                  <a:pt x="966381" y="97020"/>
                  <a:pt x="969348" y="98015"/>
                  <a:pt x="973162" y="98015"/>
                </a:cubicBezTo>
                <a:cubicBezTo>
                  <a:pt x="976260" y="98015"/>
                  <a:pt x="979132" y="97224"/>
                  <a:pt x="981778" y="95642"/>
                </a:cubicBezTo>
                <a:cubicBezTo>
                  <a:pt x="984423" y="94059"/>
                  <a:pt x="987200" y="91637"/>
                  <a:pt x="990107" y="88377"/>
                </a:cubicBezTo>
                <a:lnTo>
                  <a:pt x="990107" y="74637"/>
                </a:lnTo>
                <a:close/>
                <a:moveTo>
                  <a:pt x="1059526" y="43896"/>
                </a:moveTo>
                <a:cubicBezTo>
                  <a:pt x="1059526" y="44944"/>
                  <a:pt x="1059502" y="45826"/>
                  <a:pt x="1059455" y="46541"/>
                </a:cubicBezTo>
                <a:cubicBezTo>
                  <a:pt x="1059407" y="47256"/>
                  <a:pt x="1059312" y="47816"/>
                  <a:pt x="1059169" y="48221"/>
                </a:cubicBezTo>
                <a:cubicBezTo>
                  <a:pt x="1059026" y="48626"/>
                  <a:pt x="1058847" y="48936"/>
                  <a:pt x="1058633" y="49150"/>
                </a:cubicBezTo>
                <a:cubicBezTo>
                  <a:pt x="1058418" y="49365"/>
                  <a:pt x="1058120" y="49472"/>
                  <a:pt x="1057739" y="49472"/>
                </a:cubicBezTo>
                <a:cubicBezTo>
                  <a:pt x="1057357" y="49472"/>
                  <a:pt x="1056893" y="49365"/>
                  <a:pt x="1056345" y="49150"/>
                </a:cubicBezTo>
                <a:cubicBezTo>
                  <a:pt x="1055796" y="48936"/>
                  <a:pt x="1055177" y="48721"/>
                  <a:pt x="1054485" y="48507"/>
                </a:cubicBezTo>
                <a:cubicBezTo>
                  <a:pt x="1053794" y="48293"/>
                  <a:pt x="1053020" y="48090"/>
                  <a:pt x="1052162" y="47899"/>
                </a:cubicBezTo>
                <a:cubicBezTo>
                  <a:pt x="1051304" y="47709"/>
                  <a:pt x="1050374" y="47613"/>
                  <a:pt x="1049373" y="47613"/>
                </a:cubicBezTo>
                <a:cubicBezTo>
                  <a:pt x="1048181" y="47613"/>
                  <a:pt x="1047014" y="47852"/>
                  <a:pt x="1045870" y="48328"/>
                </a:cubicBezTo>
                <a:cubicBezTo>
                  <a:pt x="1044726" y="48805"/>
                  <a:pt x="1043522" y="49591"/>
                  <a:pt x="1042259" y="50687"/>
                </a:cubicBezTo>
                <a:cubicBezTo>
                  <a:pt x="1040996" y="51784"/>
                  <a:pt x="1039673" y="53237"/>
                  <a:pt x="1038290" y="55048"/>
                </a:cubicBezTo>
                <a:cubicBezTo>
                  <a:pt x="1036908" y="56860"/>
                  <a:pt x="1035383" y="59076"/>
                  <a:pt x="1033714" y="61697"/>
                </a:cubicBezTo>
                <a:lnTo>
                  <a:pt x="1033714" y="104020"/>
                </a:lnTo>
                <a:cubicBezTo>
                  <a:pt x="1033714" y="104401"/>
                  <a:pt x="1033619" y="104723"/>
                  <a:pt x="1033428" y="104985"/>
                </a:cubicBezTo>
                <a:cubicBezTo>
                  <a:pt x="1033238" y="105247"/>
                  <a:pt x="1032928" y="105474"/>
                  <a:pt x="1032499" y="105664"/>
                </a:cubicBezTo>
                <a:cubicBezTo>
                  <a:pt x="1032070" y="105855"/>
                  <a:pt x="1031474" y="105998"/>
                  <a:pt x="1030711" y="106093"/>
                </a:cubicBezTo>
                <a:cubicBezTo>
                  <a:pt x="1029949" y="106189"/>
                  <a:pt x="1028971" y="106236"/>
                  <a:pt x="1027780" y="106236"/>
                </a:cubicBezTo>
                <a:cubicBezTo>
                  <a:pt x="1026636" y="106236"/>
                  <a:pt x="1025682" y="106189"/>
                  <a:pt x="1024920" y="106093"/>
                </a:cubicBezTo>
                <a:cubicBezTo>
                  <a:pt x="1024157" y="105998"/>
                  <a:pt x="1023549" y="105855"/>
                  <a:pt x="1023096" y="105664"/>
                </a:cubicBezTo>
                <a:cubicBezTo>
                  <a:pt x="1022644" y="105474"/>
                  <a:pt x="1022334" y="105247"/>
                  <a:pt x="1022167" y="104985"/>
                </a:cubicBezTo>
                <a:cubicBezTo>
                  <a:pt x="1022000" y="104723"/>
                  <a:pt x="1021917" y="104401"/>
                  <a:pt x="1021917" y="104020"/>
                </a:cubicBezTo>
                <a:lnTo>
                  <a:pt x="1021917" y="39678"/>
                </a:lnTo>
                <a:cubicBezTo>
                  <a:pt x="1021917" y="39297"/>
                  <a:pt x="1021988" y="38975"/>
                  <a:pt x="1022131" y="38713"/>
                </a:cubicBezTo>
                <a:cubicBezTo>
                  <a:pt x="1022274" y="38451"/>
                  <a:pt x="1022560" y="38212"/>
                  <a:pt x="1022989" y="37998"/>
                </a:cubicBezTo>
                <a:cubicBezTo>
                  <a:pt x="1023418" y="37783"/>
                  <a:pt x="1023966" y="37640"/>
                  <a:pt x="1024634" y="37569"/>
                </a:cubicBezTo>
                <a:cubicBezTo>
                  <a:pt x="1025301" y="37497"/>
                  <a:pt x="1026183" y="37462"/>
                  <a:pt x="1027279" y="37462"/>
                </a:cubicBezTo>
                <a:cubicBezTo>
                  <a:pt x="1028328" y="37462"/>
                  <a:pt x="1029198" y="37497"/>
                  <a:pt x="1029889" y="37569"/>
                </a:cubicBezTo>
                <a:cubicBezTo>
                  <a:pt x="1030580" y="37640"/>
                  <a:pt x="1031117" y="37783"/>
                  <a:pt x="1031498" y="37998"/>
                </a:cubicBezTo>
                <a:cubicBezTo>
                  <a:pt x="1031879" y="38212"/>
                  <a:pt x="1032153" y="38451"/>
                  <a:pt x="1032320" y="38713"/>
                </a:cubicBezTo>
                <a:cubicBezTo>
                  <a:pt x="1032487" y="38975"/>
                  <a:pt x="1032570" y="39297"/>
                  <a:pt x="1032570" y="39678"/>
                </a:cubicBezTo>
                <a:lnTo>
                  <a:pt x="1032570" y="49043"/>
                </a:lnTo>
                <a:cubicBezTo>
                  <a:pt x="1034334" y="46469"/>
                  <a:pt x="1035991" y="44372"/>
                  <a:pt x="1037540" y="42752"/>
                </a:cubicBezTo>
                <a:cubicBezTo>
                  <a:pt x="1039089" y="41131"/>
                  <a:pt x="1040555" y="39857"/>
                  <a:pt x="1041937" y="38927"/>
                </a:cubicBezTo>
                <a:cubicBezTo>
                  <a:pt x="1043319" y="37998"/>
                  <a:pt x="1044690" y="37354"/>
                  <a:pt x="1046048" y="36997"/>
                </a:cubicBezTo>
                <a:cubicBezTo>
                  <a:pt x="1047407" y="36639"/>
                  <a:pt x="1048777" y="36461"/>
                  <a:pt x="1050160" y="36461"/>
                </a:cubicBezTo>
                <a:cubicBezTo>
                  <a:pt x="1050779" y="36461"/>
                  <a:pt x="1051482" y="36496"/>
                  <a:pt x="1052269" y="36568"/>
                </a:cubicBezTo>
                <a:cubicBezTo>
                  <a:pt x="1053055" y="36639"/>
                  <a:pt x="1053878" y="36770"/>
                  <a:pt x="1054736" y="36961"/>
                </a:cubicBezTo>
                <a:cubicBezTo>
                  <a:pt x="1055594" y="37152"/>
                  <a:pt x="1056368" y="37366"/>
                  <a:pt x="1057060" y="37605"/>
                </a:cubicBezTo>
                <a:cubicBezTo>
                  <a:pt x="1057751" y="37843"/>
                  <a:pt x="1058239" y="38081"/>
                  <a:pt x="1058525" y="38319"/>
                </a:cubicBezTo>
                <a:cubicBezTo>
                  <a:pt x="1058811" y="38558"/>
                  <a:pt x="1059002" y="38784"/>
                  <a:pt x="1059097" y="38999"/>
                </a:cubicBezTo>
                <a:cubicBezTo>
                  <a:pt x="1059193" y="39213"/>
                  <a:pt x="1059276" y="39487"/>
                  <a:pt x="1059348" y="39821"/>
                </a:cubicBezTo>
                <a:cubicBezTo>
                  <a:pt x="1059419" y="40154"/>
                  <a:pt x="1059467" y="40643"/>
                  <a:pt x="1059491" y="41286"/>
                </a:cubicBezTo>
                <a:cubicBezTo>
                  <a:pt x="1059514" y="41930"/>
                  <a:pt x="1059526" y="42800"/>
                  <a:pt x="1059526" y="43896"/>
                </a:cubicBezTo>
                <a:close/>
                <a:moveTo>
                  <a:pt x="1084263" y="104020"/>
                </a:moveTo>
                <a:cubicBezTo>
                  <a:pt x="1084263" y="104401"/>
                  <a:pt x="1084168" y="104723"/>
                  <a:pt x="1083977" y="104985"/>
                </a:cubicBezTo>
                <a:cubicBezTo>
                  <a:pt x="1083787" y="105247"/>
                  <a:pt x="1083477" y="105474"/>
                  <a:pt x="1083048" y="105664"/>
                </a:cubicBezTo>
                <a:cubicBezTo>
                  <a:pt x="1082619" y="105855"/>
                  <a:pt x="1082023" y="105998"/>
                  <a:pt x="1081260" y="106093"/>
                </a:cubicBezTo>
                <a:cubicBezTo>
                  <a:pt x="1080498" y="106189"/>
                  <a:pt x="1079520" y="106236"/>
                  <a:pt x="1078329" y="106236"/>
                </a:cubicBezTo>
                <a:cubicBezTo>
                  <a:pt x="1077185" y="106236"/>
                  <a:pt x="1076231" y="106189"/>
                  <a:pt x="1075469" y="106093"/>
                </a:cubicBezTo>
                <a:cubicBezTo>
                  <a:pt x="1074706" y="105998"/>
                  <a:pt x="1074098" y="105855"/>
                  <a:pt x="1073645" y="105664"/>
                </a:cubicBezTo>
                <a:cubicBezTo>
                  <a:pt x="1073193" y="105474"/>
                  <a:pt x="1072883" y="105247"/>
                  <a:pt x="1072716" y="104985"/>
                </a:cubicBezTo>
                <a:cubicBezTo>
                  <a:pt x="1072549" y="104723"/>
                  <a:pt x="1072466" y="104401"/>
                  <a:pt x="1072466" y="104020"/>
                </a:cubicBezTo>
                <a:lnTo>
                  <a:pt x="1072466" y="39678"/>
                </a:lnTo>
                <a:cubicBezTo>
                  <a:pt x="1072466" y="39344"/>
                  <a:pt x="1072549" y="39034"/>
                  <a:pt x="1072716" y="38748"/>
                </a:cubicBezTo>
                <a:cubicBezTo>
                  <a:pt x="1072883" y="38462"/>
                  <a:pt x="1073193" y="38224"/>
                  <a:pt x="1073645" y="38033"/>
                </a:cubicBezTo>
                <a:cubicBezTo>
                  <a:pt x="1074098" y="37843"/>
                  <a:pt x="1074706" y="37700"/>
                  <a:pt x="1075469" y="37605"/>
                </a:cubicBezTo>
                <a:cubicBezTo>
                  <a:pt x="1076231" y="37509"/>
                  <a:pt x="1077185" y="37462"/>
                  <a:pt x="1078329" y="37462"/>
                </a:cubicBezTo>
                <a:cubicBezTo>
                  <a:pt x="1079520" y="37462"/>
                  <a:pt x="1080498" y="37509"/>
                  <a:pt x="1081260" y="37605"/>
                </a:cubicBezTo>
                <a:cubicBezTo>
                  <a:pt x="1082023" y="37700"/>
                  <a:pt x="1082619" y="37843"/>
                  <a:pt x="1083048" y="38033"/>
                </a:cubicBezTo>
                <a:cubicBezTo>
                  <a:pt x="1083477" y="38224"/>
                  <a:pt x="1083787" y="38462"/>
                  <a:pt x="1083977" y="38748"/>
                </a:cubicBezTo>
                <a:cubicBezTo>
                  <a:pt x="1084168" y="39034"/>
                  <a:pt x="1084263" y="39344"/>
                  <a:pt x="1084263" y="39678"/>
                </a:cubicBezTo>
                <a:lnTo>
                  <a:pt x="1084263" y="104020"/>
                </a:lnTo>
                <a:moveTo>
                  <a:pt x="1085622" y="17873"/>
                </a:moveTo>
                <a:cubicBezTo>
                  <a:pt x="1085622" y="20637"/>
                  <a:pt x="1085097" y="22520"/>
                  <a:pt x="1084049" y="23521"/>
                </a:cubicBezTo>
                <a:cubicBezTo>
                  <a:pt x="1083000" y="24522"/>
                  <a:pt x="1081070" y="25022"/>
                  <a:pt x="1078257" y="25022"/>
                </a:cubicBezTo>
                <a:cubicBezTo>
                  <a:pt x="1075493" y="25022"/>
                  <a:pt x="1073598" y="24534"/>
                  <a:pt x="1072573" y="23556"/>
                </a:cubicBezTo>
                <a:cubicBezTo>
                  <a:pt x="1071548" y="22579"/>
                  <a:pt x="1071036" y="20733"/>
                  <a:pt x="1071036" y="18016"/>
                </a:cubicBezTo>
                <a:cubicBezTo>
                  <a:pt x="1071036" y="15252"/>
                  <a:pt x="1071560" y="13369"/>
                  <a:pt x="1072609" y="12368"/>
                </a:cubicBezTo>
                <a:cubicBezTo>
                  <a:pt x="1073657" y="11367"/>
                  <a:pt x="1075588" y="10867"/>
                  <a:pt x="1078400" y="10867"/>
                </a:cubicBezTo>
                <a:cubicBezTo>
                  <a:pt x="1081165" y="10867"/>
                  <a:pt x="1083060" y="11355"/>
                  <a:pt x="1084085" y="12332"/>
                </a:cubicBezTo>
                <a:cubicBezTo>
                  <a:pt x="1085109" y="13309"/>
                  <a:pt x="1085622" y="15156"/>
                  <a:pt x="1085622" y="17873"/>
                </a:cubicBezTo>
                <a:close/>
                <a:moveTo>
                  <a:pt x="1160131" y="104020"/>
                </a:moveTo>
                <a:cubicBezTo>
                  <a:pt x="1160131" y="104401"/>
                  <a:pt x="1160047" y="104723"/>
                  <a:pt x="1159881" y="104985"/>
                </a:cubicBezTo>
                <a:cubicBezTo>
                  <a:pt x="1159714" y="105247"/>
                  <a:pt x="1159416" y="105474"/>
                  <a:pt x="1158987" y="105664"/>
                </a:cubicBezTo>
                <a:cubicBezTo>
                  <a:pt x="1158558" y="105855"/>
                  <a:pt x="1157998" y="105998"/>
                  <a:pt x="1157306" y="106093"/>
                </a:cubicBezTo>
                <a:cubicBezTo>
                  <a:pt x="1156615" y="106189"/>
                  <a:pt x="1155769" y="106236"/>
                  <a:pt x="1154768" y="106236"/>
                </a:cubicBezTo>
                <a:cubicBezTo>
                  <a:pt x="1153672" y="106236"/>
                  <a:pt x="1152778" y="106189"/>
                  <a:pt x="1152087" y="106093"/>
                </a:cubicBezTo>
                <a:cubicBezTo>
                  <a:pt x="1151396" y="105998"/>
                  <a:pt x="1150848" y="105855"/>
                  <a:pt x="1150442" y="105664"/>
                </a:cubicBezTo>
                <a:cubicBezTo>
                  <a:pt x="1150037" y="105474"/>
                  <a:pt x="1149763" y="105247"/>
                  <a:pt x="1149620" y="104985"/>
                </a:cubicBezTo>
                <a:cubicBezTo>
                  <a:pt x="1149477" y="104723"/>
                  <a:pt x="1149406" y="104401"/>
                  <a:pt x="1149406" y="104020"/>
                </a:cubicBezTo>
                <a:lnTo>
                  <a:pt x="1149406" y="95513"/>
                </a:lnTo>
                <a:cubicBezTo>
                  <a:pt x="1145735" y="99589"/>
                  <a:pt x="1142112" y="102563"/>
                  <a:pt x="1138537" y="104433"/>
                </a:cubicBezTo>
                <a:cubicBezTo>
                  <a:pt x="1134962" y="106303"/>
                  <a:pt x="1131340" y="107237"/>
                  <a:pt x="1127669" y="107237"/>
                </a:cubicBezTo>
                <a:cubicBezTo>
                  <a:pt x="1123379" y="107237"/>
                  <a:pt x="1119768" y="106522"/>
                  <a:pt x="1116837" y="105090"/>
                </a:cubicBezTo>
                <a:cubicBezTo>
                  <a:pt x="1113905" y="103659"/>
                  <a:pt x="1111534" y="101715"/>
                  <a:pt x="1109722" y="99259"/>
                </a:cubicBezTo>
                <a:cubicBezTo>
                  <a:pt x="1107911" y="96802"/>
                  <a:pt x="1106612" y="93939"/>
                  <a:pt x="1105826" y="90671"/>
                </a:cubicBezTo>
                <a:cubicBezTo>
                  <a:pt x="1105039" y="87402"/>
                  <a:pt x="1104646" y="83430"/>
                  <a:pt x="1104646" y="78755"/>
                </a:cubicBezTo>
                <a:lnTo>
                  <a:pt x="1104646" y="39680"/>
                </a:lnTo>
                <a:cubicBezTo>
                  <a:pt x="1104646" y="39299"/>
                  <a:pt x="1104729" y="38977"/>
                  <a:pt x="1104896" y="38715"/>
                </a:cubicBezTo>
                <a:cubicBezTo>
                  <a:pt x="1105063" y="38451"/>
                  <a:pt x="1105385" y="38212"/>
                  <a:pt x="1105861" y="37998"/>
                </a:cubicBezTo>
                <a:cubicBezTo>
                  <a:pt x="1106338" y="37783"/>
                  <a:pt x="1106958" y="37640"/>
                  <a:pt x="1107720" y="37569"/>
                </a:cubicBezTo>
                <a:cubicBezTo>
                  <a:pt x="1108483" y="37497"/>
                  <a:pt x="1109436" y="37462"/>
                  <a:pt x="1110580" y="37462"/>
                </a:cubicBezTo>
                <a:cubicBezTo>
                  <a:pt x="1111725" y="37462"/>
                  <a:pt x="1112678" y="37497"/>
                  <a:pt x="1113441" y="37569"/>
                </a:cubicBezTo>
                <a:cubicBezTo>
                  <a:pt x="1114203" y="37640"/>
                  <a:pt x="1114811" y="37783"/>
                  <a:pt x="1115264" y="37998"/>
                </a:cubicBezTo>
                <a:cubicBezTo>
                  <a:pt x="1115717" y="38212"/>
                  <a:pt x="1116038" y="38451"/>
                  <a:pt x="1116229" y="38715"/>
                </a:cubicBezTo>
                <a:cubicBezTo>
                  <a:pt x="1116420" y="38977"/>
                  <a:pt x="1116515" y="39299"/>
                  <a:pt x="1116515" y="39680"/>
                </a:cubicBezTo>
                <a:lnTo>
                  <a:pt x="1116515" y="77186"/>
                </a:lnTo>
                <a:cubicBezTo>
                  <a:pt x="1116515" y="80956"/>
                  <a:pt x="1116789" y="83974"/>
                  <a:pt x="1117337" y="86241"/>
                </a:cubicBezTo>
                <a:cubicBezTo>
                  <a:pt x="1117886" y="88508"/>
                  <a:pt x="1118720" y="90441"/>
                  <a:pt x="1119840" y="92041"/>
                </a:cubicBezTo>
                <a:cubicBezTo>
                  <a:pt x="1120960" y="93639"/>
                  <a:pt x="1122378" y="94880"/>
                  <a:pt x="1124094" y="95763"/>
                </a:cubicBezTo>
                <a:cubicBezTo>
                  <a:pt x="1125810" y="96645"/>
                  <a:pt x="1127812" y="97085"/>
                  <a:pt x="1130100" y="97085"/>
                </a:cubicBezTo>
                <a:cubicBezTo>
                  <a:pt x="1133056" y="97085"/>
                  <a:pt x="1135999" y="96031"/>
                  <a:pt x="1138931" y="93922"/>
                </a:cubicBezTo>
                <a:cubicBezTo>
                  <a:pt x="1141862" y="91813"/>
                  <a:pt x="1144973" y="88721"/>
                  <a:pt x="1148262" y="84646"/>
                </a:cubicBezTo>
                <a:lnTo>
                  <a:pt x="1148262" y="39678"/>
                </a:lnTo>
                <a:cubicBezTo>
                  <a:pt x="1148262" y="39297"/>
                  <a:pt x="1148345" y="38975"/>
                  <a:pt x="1148512" y="38713"/>
                </a:cubicBezTo>
                <a:cubicBezTo>
                  <a:pt x="1148679" y="38451"/>
                  <a:pt x="1149000" y="38212"/>
                  <a:pt x="1149477" y="37998"/>
                </a:cubicBezTo>
                <a:cubicBezTo>
                  <a:pt x="1149954" y="37783"/>
                  <a:pt x="1150562" y="37640"/>
                  <a:pt x="1151300" y="37569"/>
                </a:cubicBezTo>
                <a:cubicBezTo>
                  <a:pt x="1152039" y="37497"/>
                  <a:pt x="1153004" y="37462"/>
                  <a:pt x="1154196" y="37462"/>
                </a:cubicBezTo>
                <a:cubicBezTo>
                  <a:pt x="1155340" y="37462"/>
                  <a:pt x="1156294" y="37497"/>
                  <a:pt x="1157056" y="37569"/>
                </a:cubicBezTo>
                <a:cubicBezTo>
                  <a:pt x="1157819" y="37640"/>
                  <a:pt x="1158415" y="37783"/>
                  <a:pt x="1158844" y="37998"/>
                </a:cubicBezTo>
                <a:cubicBezTo>
                  <a:pt x="1159273" y="38212"/>
                  <a:pt x="1159595" y="38451"/>
                  <a:pt x="1159809" y="38713"/>
                </a:cubicBezTo>
                <a:cubicBezTo>
                  <a:pt x="1160024" y="38975"/>
                  <a:pt x="1160131" y="39297"/>
                  <a:pt x="1160131" y="39678"/>
                </a:cubicBezTo>
                <a:lnTo>
                  <a:pt x="1160131" y="104020"/>
                </a:lnTo>
                <a:close/>
                <a:moveTo>
                  <a:pt x="1220698" y="86556"/>
                </a:moveTo>
                <a:cubicBezTo>
                  <a:pt x="1220698" y="89848"/>
                  <a:pt x="1220090" y="92782"/>
                  <a:pt x="1218875" y="95359"/>
                </a:cubicBezTo>
                <a:cubicBezTo>
                  <a:pt x="1217659" y="97934"/>
                  <a:pt x="1215931" y="100105"/>
                  <a:pt x="1213691" y="101871"/>
                </a:cubicBezTo>
                <a:cubicBezTo>
                  <a:pt x="1211451" y="103636"/>
                  <a:pt x="1208781" y="104971"/>
                  <a:pt x="1205683" y="105877"/>
                </a:cubicBezTo>
                <a:cubicBezTo>
                  <a:pt x="1202584" y="106784"/>
                  <a:pt x="1199176" y="107237"/>
                  <a:pt x="1195458" y="107237"/>
                </a:cubicBezTo>
                <a:cubicBezTo>
                  <a:pt x="1193170" y="107237"/>
                  <a:pt x="1190989" y="107059"/>
                  <a:pt x="1188916" y="106701"/>
                </a:cubicBezTo>
                <a:cubicBezTo>
                  <a:pt x="1186842" y="106344"/>
                  <a:pt x="1184983" y="105891"/>
                  <a:pt x="1183339" y="105343"/>
                </a:cubicBezTo>
                <a:cubicBezTo>
                  <a:pt x="1181694" y="104795"/>
                  <a:pt x="1180300" y="104223"/>
                  <a:pt x="1179156" y="103627"/>
                </a:cubicBezTo>
                <a:cubicBezTo>
                  <a:pt x="1178012" y="103031"/>
                  <a:pt x="1177178" y="102495"/>
                  <a:pt x="1176653" y="102018"/>
                </a:cubicBezTo>
                <a:cubicBezTo>
                  <a:pt x="1176129" y="101542"/>
                  <a:pt x="1175748" y="100875"/>
                  <a:pt x="1175509" y="100017"/>
                </a:cubicBezTo>
                <a:cubicBezTo>
                  <a:pt x="1175271" y="99159"/>
                  <a:pt x="1175152" y="97991"/>
                  <a:pt x="1175152" y="96514"/>
                </a:cubicBezTo>
                <a:cubicBezTo>
                  <a:pt x="1175152" y="95608"/>
                  <a:pt x="1175200" y="94845"/>
                  <a:pt x="1175295" y="94226"/>
                </a:cubicBezTo>
                <a:cubicBezTo>
                  <a:pt x="1175390" y="93606"/>
                  <a:pt x="1175509" y="93106"/>
                  <a:pt x="1175652" y="92724"/>
                </a:cubicBezTo>
                <a:cubicBezTo>
                  <a:pt x="1175795" y="92343"/>
                  <a:pt x="1175998" y="92069"/>
                  <a:pt x="1176260" y="91902"/>
                </a:cubicBezTo>
                <a:cubicBezTo>
                  <a:pt x="1176522" y="91736"/>
                  <a:pt x="1176820" y="91652"/>
                  <a:pt x="1177154" y="91652"/>
                </a:cubicBezTo>
                <a:cubicBezTo>
                  <a:pt x="1177678" y="91652"/>
                  <a:pt x="1178453" y="91974"/>
                  <a:pt x="1179478" y="92617"/>
                </a:cubicBezTo>
                <a:cubicBezTo>
                  <a:pt x="1180503" y="93261"/>
                  <a:pt x="1181766" y="93964"/>
                  <a:pt x="1183267" y="94726"/>
                </a:cubicBezTo>
                <a:cubicBezTo>
                  <a:pt x="1184769" y="95489"/>
                  <a:pt x="1186544" y="96192"/>
                  <a:pt x="1188594" y="96835"/>
                </a:cubicBezTo>
                <a:cubicBezTo>
                  <a:pt x="1190644" y="97479"/>
                  <a:pt x="1193003" y="97800"/>
                  <a:pt x="1195673" y="97800"/>
                </a:cubicBezTo>
                <a:cubicBezTo>
                  <a:pt x="1197675" y="97800"/>
                  <a:pt x="1199486" y="97586"/>
                  <a:pt x="1201107" y="97157"/>
                </a:cubicBezTo>
                <a:cubicBezTo>
                  <a:pt x="1202727" y="96727"/>
                  <a:pt x="1204134" y="96094"/>
                  <a:pt x="1205325" y="95258"/>
                </a:cubicBezTo>
                <a:cubicBezTo>
                  <a:pt x="1206517" y="94422"/>
                  <a:pt x="1207435" y="93360"/>
                  <a:pt x="1208078" y="92070"/>
                </a:cubicBezTo>
                <a:cubicBezTo>
                  <a:pt x="1208722" y="90780"/>
                  <a:pt x="1209043" y="89252"/>
                  <a:pt x="1209043" y="87486"/>
                </a:cubicBezTo>
                <a:cubicBezTo>
                  <a:pt x="1209043" y="85673"/>
                  <a:pt x="1208579" y="84146"/>
                  <a:pt x="1207649" y="82906"/>
                </a:cubicBezTo>
                <a:cubicBezTo>
                  <a:pt x="1206720" y="81665"/>
                  <a:pt x="1205492" y="80568"/>
                  <a:pt x="1203967" y="79615"/>
                </a:cubicBezTo>
                <a:cubicBezTo>
                  <a:pt x="1202441" y="78660"/>
                  <a:pt x="1200725" y="77813"/>
                  <a:pt x="1198819" y="77075"/>
                </a:cubicBezTo>
                <a:cubicBezTo>
                  <a:pt x="1196912" y="76334"/>
                  <a:pt x="1194946" y="75559"/>
                  <a:pt x="1192920" y="74749"/>
                </a:cubicBezTo>
                <a:cubicBezTo>
                  <a:pt x="1190894" y="73937"/>
                  <a:pt x="1188916" y="73018"/>
                  <a:pt x="1186985" y="71992"/>
                </a:cubicBezTo>
                <a:cubicBezTo>
                  <a:pt x="1185055" y="70966"/>
                  <a:pt x="1183327" y="69713"/>
                  <a:pt x="1181801" y="68234"/>
                </a:cubicBezTo>
                <a:cubicBezTo>
                  <a:pt x="1180276" y="66755"/>
                  <a:pt x="1179049" y="64990"/>
                  <a:pt x="1178119" y="62939"/>
                </a:cubicBezTo>
                <a:cubicBezTo>
                  <a:pt x="1177190" y="60888"/>
                  <a:pt x="1176725" y="58432"/>
                  <a:pt x="1176725" y="55569"/>
                </a:cubicBezTo>
                <a:cubicBezTo>
                  <a:pt x="1176725" y="53040"/>
                  <a:pt x="1177213" y="50619"/>
                  <a:pt x="1178191" y="48306"/>
                </a:cubicBezTo>
                <a:cubicBezTo>
                  <a:pt x="1179168" y="45991"/>
                  <a:pt x="1180634" y="43964"/>
                  <a:pt x="1182588" y="42222"/>
                </a:cubicBezTo>
                <a:cubicBezTo>
                  <a:pt x="1184542" y="40480"/>
                  <a:pt x="1186985" y="39084"/>
                  <a:pt x="1189917" y="38036"/>
                </a:cubicBezTo>
                <a:cubicBezTo>
                  <a:pt x="1192848" y="36986"/>
                  <a:pt x="1196269" y="36461"/>
                  <a:pt x="1200177" y="36461"/>
                </a:cubicBezTo>
                <a:cubicBezTo>
                  <a:pt x="1201893" y="36461"/>
                  <a:pt x="1203609" y="36606"/>
                  <a:pt x="1205325" y="36896"/>
                </a:cubicBezTo>
                <a:cubicBezTo>
                  <a:pt x="1207041" y="37187"/>
                  <a:pt x="1208591" y="37549"/>
                  <a:pt x="1209973" y="37984"/>
                </a:cubicBezTo>
                <a:cubicBezTo>
                  <a:pt x="1211355" y="38419"/>
                  <a:pt x="1212535" y="38891"/>
                  <a:pt x="1213512" y="39399"/>
                </a:cubicBezTo>
                <a:cubicBezTo>
                  <a:pt x="1214489" y="39906"/>
                  <a:pt x="1215228" y="40354"/>
                  <a:pt x="1215729" y="40741"/>
                </a:cubicBezTo>
                <a:cubicBezTo>
                  <a:pt x="1216229" y="41128"/>
                  <a:pt x="1216563" y="41465"/>
                  <a:pt x="1216730" y="41751"/>
                </a:cubicBezTo>
                <a:cubicBezTo>
                  <a:pt x="1216897" y="42037"/>
                  <a:pt x="1217016" y="42359"/>
                  <a:pt x="1217087" y="42716"/>
                </a:cubicBezTo>
                <a:cubicBezTo>
                  <a:pt x="1217159" y="43074"/>
                  <a:pt x="1217230" y="43515"/>
                  <a:pt x="1217302" y="44039"/>
                </a:cubicBezTo>
                <a:cubicBezTo>
                  <a:pt x="1217373" y="44563"/>
                  <a:pt x="1217409" y="45206"/>
                  <a:pt x="1217409" y="45969"/>
                </a:cubicBezTo>
                <a:cubicBezTo>
                  <a:pt x="1217409" y="46779"/>
                  <a:pt x="1217373" y="47482"/>
                  <a:pt x="1217302" y="48078"/>
                </a:cubicBezTo>
                <a:cubicBezTo>
                  <a:pt x="1217230" y="48674"/>
                  <a:pt x="1217111" y="49162"/>
                  <a:pt x="1216944" y="49544"/>
                </a:cubicBezTo>
                <a:cubicBezTo>
                  <a:pt x="1216777" y="49925"/>
                  <a:pt x="1216575" y="50199"/>
                  <a:pt x="1216337" y="50366"/>
                </a:cubicBezTo>
                <a:cubicBezTo>
                  <a:pt x="1216098" y="50533"/>
                  <a:pt x="1215836" y="50616"/>
                  <a:pt x="1215550" y="50616"/>
                </a:cubicBezTo>
                <a:cubicBezTo>
                  <a:pt x="1215121" y="50616"/>
                  <a:pt x="1214501" y="50350"/>
                  <a:pt x="1213691" y="49818"/>
                </a:cubicBezTo>
                <a:cubicBezTo>
                  <a:pt x="1212881" y="49287"/>
                  <a:pt x="1211832" y="48718"/>
                  <a:pt x="1210545" y="48114"/>
                </a:cubicBezTo>
                <a:cubicBezTo>
                  <a:pt x="1209258" y="47509"/>
                  <a:pt x="1207744" y="46941"/>
                  <a:pt x="1206005" y="46409"/>
                </a:cubicBezTo>
                <a:cubicBezTo>
                  <a:pt x="1204265" y="45877"/>
                  <a:pt x="1202275" y="45612"/>
                  <a:pt x="1200034" y="45612"/>
                </a:cubicBezTo>
                <a:cubicBezTo>
                  <a:pt x="1198032" y="45612"/>
                  <a:pt x="1196269" y="45839"/>
                  <a:pt x="1194743" y="46293"/>
                </a:cubicBezTo>
                <a:cubicBezTo>
                  <a:pt x="1193218" y="46746"/>
                  <a:pt x="1191967" y="47390"/>
                  <a:pt x="1190989" y="48225"/>
                </a:cubicBezTo>
                <a:cubicBezTo>
                  <a:pt x="1190012" y="49061"/>
                  <a:pt x="1189273" y="50052"/>
                  <a:pt x="1188773" y="51199"/>
                </a:cubicBezTo>
                <a:cubicBezTo>
                  <a:pt x="1188272" y="52344"/>
                  <a:pt x="1188022" y="53586"/>
                  <a:pt x="1188022" y="54923"/>
                </a:cubicBezTo>
                <a:cubicBezTo>
                  <a:pt x="1188022" y="56784"/>
                  <a:pt x="1188499" y="58346"/>
                  <a:pt x="1189452" y="59611"/>
                </a:cubicBezTo>
                <a:cubicBezTo>
                  <a:pt x="1190405" y="60875"/>
                  <a:pt x="1191645" y="61985"/>
                  <a:pt x="1193170" y="62939"/>
                </a:cubicBezTo>
                <a:cubicBezTo>
                  <a:pt x="1194696" y="63893"/>
                  <a:pt x="1196435" y="64751"/>
                  <a:pt x="1198390" y="65515"/>
                </a:cubicBezTo>
                <a:cubicBezTo>
                  <a:pt x="1200344" y="66278"/>
                  <a:pt x="1202334" y="67065"/>
                  <a:pt x="1204360" y="67877"/>
                </a:cubicBezTo>
                <a:cubicBezTo>
                  <a:pt x="1206386" y="68687"/>
                  <a:pt x="1208388" y="69593"/>
                  <a:pt x="1210366" y="70596"/>
                </a:cubicBezTo>
                <a:cubicBezTo>
                  <a:pt x="1212344" y="71598"/>
                  <a:pt x="1214096" y="72815"/>
                  <a:pt x="1215622" y="74246"/>
                </a:cubicBezTo>
                <a:cubicBezTo>
                  <a:pt x="1217147" y="75677"/>
                  <a:pt x="1218374" y="77396"/>
                  <a:pt x="1219304" y="79400"/>
                </a:cubicBezTo>
                <a:cubicBezTo>
                  <a:pt x="1220233" y="81404"/>
                  <a:pt x="1220698" y="83789"/>
                  <a:pt x="1220698" y="86556"/>
                </a:cubicBezTo>
                <a:close/>
                <a:moveTo>
                  <a:pt x="1320131" y="79887"/>
                </a:moveTo>
                <a:cubicBezTo>
                  <a:pt x="1320131" y="84230"/>
                  <a:pt x="1319332" y="88097"/>
                  <a:pt x="1317735" y="91487"/>
                </a:cubicBezTo>
                <a:cubicBezTo>
                  <a:pt x="1316138" y="94875"/>
                  <a:pt x="1313922" y="97751"/>
                  <a:pt x="1311086" y="100115"/>
                </a:cubicBezTo>
                <a:cubicBezTo>
                  <a:pt x="1308249" y="102477"/>
                  <a:pt x="1304913" y="104255"/>
                  <a:pt x="1301076" y="105448"/>
                </a:cubicBezTo>
                <a:cubicBezTo>
                  <a:pt x="1297238" y="106641"/>
                  <a:pt x="1293103" y="107237"/>
                  <a:pt x="1288670" y="107237"/>
                </a:cubicBezTo>
                <a:cubicBezTo>
                  <a:pt x="1285572" y="107237"/>
                  <a:pt x="1282700" y="106975"/>
                  <a:pt x="1280054" y="106451"/>
                </a:cubicBezTo>
                <a:cubicBezTo>
                  <a:pt x="1277409" y="105927"/>
                  <a:pt x="1275049" y="105283"/>
                  <a:pt x="1272976" y="104521"/>
                </a:cubicBezTo>
                <a:cubicBezTo>
                  <a:pt x="1270902" y="103758"/>
                  <a:pt x="1269162" y="102972"/>
                  <a:pt x="1267756" y="102161"/>
                </a:cubicBezTo>
                <a:cubicBezTo>
                  <a:pt x="1266350" y="101351"/>
                  <a:pt x="1265373" y="100660"/>
                  <a:pt x="1264824" y="100088"/>
                </a:cubicBezTo>
                <a:cubicBezTo>
                  <a:pt x="1264276" y="99516"/>
                  <a:pt x="1263871" y="98789"/>
                  <a:pt x="1263609" y="97908"/>
                </a:cubicBezTo>
                <a:cubicBezTo>
                  <a:pt x="1263347" y="97026"/>
                  <a:pt x="1263216" y="95846"/>
                  <a:pt x="1263216" y="94369"/>
                </a:cubicBezTo>
                <a:cubicBezTo>
                  <a:pt x="1263216" y="93320"/>
                  <a:pt x="1263263" y="92450"/>
                  <a:pt x="1263359" y="91759"/>
                </a:cubicBezTo>
                <a:cubicBezTo>
                  <a:pt x="1263454" y="91068"/>
                  <a:pt x="1263597" y="90508"/>
                  <a:pt x="1263788" y="90079"/>
                </a:cubicBezTo>
                <a:cubicBezTo>
                  <a:pt x="1263978" y="89650"/>
                  <a:pt x="1264217" y="89352"/>
                  <a:pt x="1264503" y="89186"/>
                </a:cubicBezTo>
                <a:cubicBezTo>
                  <a:pt x="1264789" y="89019"/>
                  <a:pt x="1265122" y="88935"/>
                  <a:pt x="1265504" y="88935"/>
                </a:cubicBezTo>
                <a:cubicBezTo>
                  <a:pt x="1266171" y="88935"/>
                  <a:pt x="1267112" y="89341"/>
                  <a:pt x="1268328" y="90151"/>
                </a:cubicBezTo>
                <a:cubicBezTo>
                  <a:pt x="1269544" y="90961"/>
                  <a:pt x="1271105" y="91843"/>
                  <a:pt x="1273011" y="92796"/>
                </a:cubicBezTo>
                <a:cubicBezTo>
                  <a:pt x="1274918" y="93749"/>
                  <a:pt x="1277218" y="94643"/>
                  <a:pt x="1279911" y="95477"/>
                </a:cubicBezTo>
                <a:cubicBezTo>
                  <a:pt x="1282604" y="96311"/>
                  <a:pt x="1285715" y="96728"/>
                  <a:pt x="1289242" y="96728"/>
                </a:cubicBezTo>
                <a:cubicBezTo>
                  <a:pt x="1291911" y="96728"/>
                  <a:pt x="1294354" y="96370"/>
                  <a:pt x="1296571" y="95653"/>
                </a:cubicBezTo>
                <a:cubicBezTo>
                  <a:pt x="1298787" y="94937"/>
                  <a:pt x="1300694" y="93922"/>
                  <a:pt x="1302291" y="92608"/>
                </a:cubicBezTo>
                <a:cubicBezTo>
                  <a:pt x="1303888" y="91293"/>
                  <a:pt x="1305115" y="89680"/>
                  <a:pt x="1305973" y="87769"/>
                </a:cubicBezTo>
                <a:cubicBezTo>
                  <a:pt x="1306831" y="85858"/>
                  <a:pt x="1307260" y="83685"/>
                  <a:pt x="1307260" y="81248"/>
                </a:cubicBezTo>
                <a:cubicBezTo>
                  <a:pt x="1307260" y="78622"/>
                  <a:pt x="1306665" y="76379"/>
                  <a:pt x="1305473" y="74519"/>
                </a:cubicBezTo>
                <a:cubicBezTo>
                  <a:pt x="1304281" y="72657"/>
                  <a:pt x="1302708" y="71022"/>
                  <a:pt x="1300754" y="69615"/>
                </a:cubicBezTo>
                <a:cubicBezTo>
                  <a:pt x="1298799" y="68206"/>
                  <a:pt x="1296571" y="66917"/>
                  <a:pt x="1294068" y="65748"/>
                </a:cubicBezTo>
                <a:cubicBezTo>
                  <a:pt x="1291566" y="64577"/>
                  <a:pt x="1289004" y="63383"/>
                  <a:pt x="1286382" y="62166"/>
                </a:cubicBezTo>
                <a:cubicBezTo>
                  <a:pt x="1283760" y="60949"/>
                  <a:pt x="1281210" y="59602"/>
                  <a:pt x="1278731" y="58123"/>
                </a:cubicBezTo>
                <a:cubicBezTo>
                  <a:pt x="1276253" y="56642"/>
                  <a:pt x="1274036" y="54900"/>
                  <a:pt x="1272082" y="52895"/>
                </a:cubicBezTo>
                <a:cubicBezTo>
                  <a:pt x="1270127" y="50890"/>
                  <a:pt x="1268543" y="48539"/>
                  <a:pt x="1267327" y="45842"/>
                </a:cubicBezTo>
                <a:cubicBezTo>
                  <a:pt x="1266111" y="43144"/>
                  <a:pt x="1265504" y="39910"/>
                  <a:pt x="1265504" y="36139"/>
                </a:cubicBezTo>
                <a:cubicBezTo>
                  <a:pt x="1265504" y="32274"/>
                  <a:pt x="1266207" y="28826"/>
                  <a:pt x="1267613" y="25795"/>
                </a:cubicBezTo>
                <a:cubicBezTo>
                  <a:pt x="1269019" y="22763"/>
                  <a:pt x="1270974" y="20220"/>
                  <a:pt x="1273476" y="18168"/>
                </a:cubicBezTo>
                <a:cubicBezTo>
                  <a:pt x="1275979" y="16115"/>
                  <a:pt x="1278958" y="14552"/>
                  <a:pt x="1282414" y="13478"/>
                </a:cubicBezTo>
                <a:cubicBezTo>
                  <a:pt x="1285870" y="12405"/>
                  <a:pt x="1289600" y="11868"/>
                  <a:pt x="1293604" y="11868"/>
                </a:cubicBezTo>
                <a:cubicBezTo>
                  <a:pt x="1295653" y="11868"/>
                  <a:pt x="1297715" y="12049"/>
                  <a:pt x="1299789" y="12410"/>
                </a:cubicBezTo>
                <a:cubicBezTo>
                  <a:pt x="1301862" y="12771"/>
                  <a:pt x="1303816" y="13253"/>
                  <a:pt x="1305652" y="13856"/>
                </a:cubicBezTo>
                <a:cubicBezTo>
                  <a:pt x="1307487" y="14458"/>
                  <a:pt x="1309119" y="15132"/>
                  <a:pt x="1310549" y="15880"/>
                </a:cubicBezTo>
                <a:cubicBezTo>
                  <a:pt x="1311979" y="16626"/>
                  <a:pt x="1312921" y="17229"/>
                  <a:pt x="1313374" y="17687"/>
                </a:cubicBezTo>
                <a:cubicBezTo>
                  <a:pt x="1313827" y="18145"/>
                  <a:pt x="1314124" y="18504"/>
                  <a:pt x="1314267" y="18767"/>
                </a:cubicBezTo>
                <a:cubicBezTo>
                  <a:pt x="1314410" y="19029"/>
                  <a:pt x="1314530" y="19362"/>
                  <a:pt x="1314625" y="19767"/>
                </a:cubicBezTo>
                <a:cubicBezTo>
                  <a:pt x="1314720" y="20173"/>
                  <a:pt x="1314792" y="20661"/>
                  <a:pt x="1314839" y="21233"/>
                </a:cubicBezTo>
                <a:cubicBezTo>
                  <a:pt x="1314887" y="21805"/>
                  <a:pt x="1314911" y="22544"/>
                  <a:pt x="1314911" y="23449"/>
                </a:cubicBezTo>
                <a:cubicBezTo>
                  <a:pt x="1314911" y="24307"/>
                  <a:pt x="1314875" y="25070"/>
                  <a:pt x="1314804" y="25737"/>
                </a:cubicBezTo>
                <a:cubicBezTo>
                  <a:pt x="1314732" y="26404"/>
                  <a:pt x="1314625" y="26964"/>
                  <a:pt x="1314482" y="27417"/>
                </a:cubicBezTo>
                <a:cubicBezTo>
                  <a:pt x="1314339" y="27870"/>
                  <a:pt x="1314136" y="28203"/>
                  <a:pt x="1313874" y="28418"/>
                </a:cubicBezTo>
                <a:cubicBezTo>
                  <a:pt x="1313612" y="28632"/>
                  <a:pt x="1313314" y="28740"/>
                  <a:pt x="1312980" y="28740"/>
                </a:cubicBezTo>
                <a:cubicBezTo>
                  <a:pt x="1312456" y="28740"/>
                  <a:pt x="1311634" y="28402"/>
                  <a:pt x="1310514" y="27728"/>
                </a:cubicBezTo>
                <a:cubicBezTo>
                  <a:pt x="1309393" y="27053"/>
                  <a:pt x="1308023" y="26294"/>
                  <a:pt x="1306402" y="25451"/>
                </a:cubicBezTo>
                <a:cubicBezTo>
                  <a:pt x="1304782" y="24608"/>
                  <a:pt x="1302863" y="23837"/>
                  <a:pt x="1300647" y="23139"/>
                </a:cubicBezTo>
                <a:cubicBezTo>
                  <a:pt x="1298430" y="22440"/>
                  <a:pt x="1295939" y="22091"/>
                  <a:pt x="1293175" y="22091"/>
                </a:cubicBezTo>
                <a:cubicBezTo>
                  <a:pt x="1290601" y="22091"/>
                  <a:pt x="1288360" y="22438"/>
                  <a:pt x="1286454" y="23132"/>
                </a:cubicBezTo>
                <a:cubicBezTo>
                  <a:pt x="1284547" y="23825"/>
                  <a:pt x="1282974" y="24744"/>
                  <a:pt x="1281734" y="25891"/>
                </a:cubicBezTo>
                <a:cubicBezTo>
                  <a:pt x="1280495" y="27038"/>
                  <a:pt x="1279566" y="28400"/>
                  <a:pt x="1278946" y="29977"/>
                </a:cubicBezTo>
                <a:cubicBezTo>
                  <a:pt x="1278326" y="31555"/>
                  <a:pt x="1278016" y="33227"/>
                  <a:pt x="1278016" y="34995"/>
                </a:cubicBezTo>
                <a:cubicBezTo>
                  <a:pt x="1278016" y="37573"/>
                  <a:pt x="1278612" y="39793"/>
                  <a:pt x="1279804" y="41655"/>
                </a:cubicBezTo>
                <a:cubicBezTo>
                  <a:pt x="1280996" y="43515"/>
                  <a:pt x="1282581" y="45162"/>
                  <a:pt x="1284559" y="46595"/>
                </a:cubicBezTo>
                <a:cubicBezTo>
                  <a:pt x="1286537" y="48026"/>
                  <a:pt x="1288789" y="49339"/>
                  <a:pt x="1291316" y="50533"/>
                </a:cubicBezTo>
                <a:cubicBezTo>
                  <a:pt x="1293842" y="51726"/>
                  <a:pt x="1296416" y="52931"/>
                  <a:pt x="1299038" y="54148"/>
                </a:cubicBezTo>
                <a:cubicBezTo>
                  <a:pt x="1301659" y="55365"/>
                  <a:pt x="1304233" y="56702"/>
                  <a:pt x="1306760" y="58158"/>
                </a:cubicBezTo>
                <a:cubicBezTo>
                  <a:pt x="1309286" y="59613"/>
                  <a:pt x="1311539" y="61332"/>
                  <a:pt x="1313517" y="63312"/>
                </a:cubicBezTo>
                <a:cubicBezTo>
                  <a:pt x="1315495" y="65293"/>
                  <a:pt x="1317092" y="67632"/>
                  <a:pt x="1318307" y="70330"/>
                </a:cubicBezTo>
                <a:cubicBezTo>
                  <a:pt x="1319523" y="73026"/>
                  <a:pt x="1320131" y="76211"/>
                  <a:pt x="1320131" y="79887"/>
                </a:cubicBezTo>
                <a:close/>
                <a:moveTo>
                  <a:pt x="1383847" y="104092"/>
                </a:moveTo>
                <a:cubicBezTo>
                  <a:pt x="1383847" y="104664"/>
                  <a:pt x="1383657" y="105093"/>
                  <a:pt x="1383275" y="105378"/>
                </a:cubicBezTo>
                <a:cubicBezTo>
                  <a:pt x="1382894" y="105664"/>
                  <a:pt x="1382370" y="105879"/>
                  <a:pt x="1381702" y="106022"/>
                </a:cubicBezTo>
                <a:cubicBezTo>
                  <a:pt x="1381035" y="106165"/>
                  <a:pt x="1380058" y="106236"/>
                  <a:pt x="1378771" y="106236"/>
                </a:cubicBezTo>
                <a:cubicBezTo>
                  <a:pt x="1377531" y="106236"/>
                  <a:pt x="1376542" y="106165"/>
                  <a:pt x="1375804" y="106022"/>
                </a:cubicBezTo>
                <a:cubicBezTo>
                  <a:pt x="1375065" y="105879"/>
                  <a:pt x="1374528" y="105664"/>
                  <a:pt x="1374195" y="105378"/>
                </a:cubicBezTo>
                <a:cubicBezTo>
                  <a:pt x="1373861" y="105093"/>
                  <a:pt x="1373694" y="104664"/>
                  <a:pt x="1373694" y="104092"/>
                </a:cubicBezTo>
                <a:lnTo>
                  <a:pt x="1373694" y="97657"/>
                </a:lnTo>
                <a:cubicBezTo>
                  <a:pt x="1370882" y="100660"/>
                  <a:pt x="1367748" y="103007"/>
                  <a:pt x="1364292" y="104699"/>
                </a:cubicBezTo>
                <a:cubicBezTo>
                  <a:pt x="1360836" y="106391"/>
                  <a:pt x="1357177" y="107237"/>
                  <a:pt x="1353316" y="107237"/>
                </a:cubicBezTo>
                <a:cubicBezTo>
                  <a:pt x="1349932" y="107237"/>
                  <a:pt x="1346869" y="106795"/>
                  <a:pt x="1344129" y="105910"/>
                </a:cubicBezTo>
                <a:cubicBezTo>
                  <a:pt x="1341388" y="105026"/>
                  <a:pt x="1339052" y="103746"/>
                  <a:pt x="1337121" y="102072"/>
                </a:cubicBezTo>
                <a:cubicBezTo>
                  <a:pt x="1335191" y="100398"/>
                  <a:pt x="1333689" y="98342"/>
                  <a:pt x="1332617" y="95904"/>
                </a:cubicBezTo>
                <a:cubicBezTo>
                  <a:pt x="1331544" y="93464"/>
                  <a:pt x="1331008" y="90689"/>
                  <a:pt x="1331008" y="87579"/>
                </a:cubicBezTo>
                <a:cubicBezTo>
                  <a:pt x="1331008" y="83945"/>
                  <a:pt x="1331747" y="80789"/>
                  <a:pt x="1333225" y="78111"/>
                </a:cubicBezTo>
                <a:cubicBezTo>
                  <a:pt x="1334702" y="75432"/>
                  <a:pt x="1336823" y="73207"/>
                  <a:pt x="1339588" y="71438"/>
                </a:cubicBezTo>
                <a:cubicBezTo>
                  <a:pt x="1342353" y="69668"/>
                  <a:pt x="1345737" y="68341"/>
                  <a:pt x="1349741" y="67457"/>
                </a:cubicBezTo>
                <a:cubicBezTo>
                  <a:pt x="1353745" y="66572"/>
                  <a:pt x="1358250" y="66130"/>
                  <a:pt x="1363255" y="66130"/>
                </a:cubicBezTo>
                <a:lnTo>
                  <a:pt x="1372121" y="66130"/>
                </a:lnTo>
                <a:lnTo>
                  <a:pt x="1372121" y="61143"/>
                </a:lnTo>
                <a:cubicBezTo>
                  <a:pt x="1372121" y="58674"/>
                  <a:pt x="1371859" y="56489"/>
                  <a:pt x="1371335" y="54590"/>
                </a:cubicBezTo>
                <a:cubicBezTo>
                  <a:pt x="1370810" y="52690"/>
                  <a:pt x="1369964" y="51110"/>
                  <a:pt x="1368796" y="49852"/>
                </a:cubicBezTo>
                <a:cubicBezTo>
                  <a:pt x="1367629" y="48593"/>
                  <a:pt x="1366115" y="47644"/>
                  <a:pt x="1364256" y="47003"/>
                </a:cubicBezTo>
                <a:cubicBezTo>
                  <a:pt x="1362397" y="46361"/>
                  <a:pt x="1360109" y="46041"/>
                  <a:pt x="1357392" y="46041"/>
                </a:cubicBezTo>
                <a:cubicBezTo>
                  <a:pt x="1354484" y="46041"/>
                  <a:pt x="1351874" y="46382"/>
                  <a:pt x="1349563" y="47066"/>
                </a:cubicBezTo>
                <a:cubicBezTo>
                  <a:pt x="1347251" y="47750"/>
                  <a:pt x="1345225" y="48504"/>
                  <a:pt x="1343485" y="49329"/>
                </a:cubicBezTo>
                <a:cubicBezTo>
                  <a:pt x="1341745" y="50154"/>
                  <a:pt x="1340291" y="50909"/>
                  <a:pt x="1339123" y="51592"/>
                </a:cubicBezTo>
                <a:cubicBezTo>
                  <a:pt x="1337956" y="52276"/>
                  <a:pt x="1337086" y="52618"/>
                  <a:pt x="1336514" y="52618"/>
                </a:cubicBezTo>
                <a:cubicBezTo>
                  <a:pt x="1336132" y="52618"/>
                  <a:pt x="1335799" y="52522"/>
                  <a:pt x="1335513" y="52332"/>
                </a:cubicBezTo>
                <a:cubicBezTo>
                  <a:pt x="1335227" y="52141"/>
                  <a:pt x="1334976" y="51855"/>
                  <a:pt x="1334762" y="51474"/>
                </a:cubicBezTo>
                <a:cubicBezTo>
                  <a:pt x="1334547" y="51093"/>
                  <a:pt x="1334392" y="50604"/>
                  <a:pt x="1334297" y="50008"/>
                </a:cubicBezTo>
                <a:cubicBezTo>
                  <a:pt x="1334202" y="49413"/>
                  <a:pt x="1334154" y="48757"/>
                  <a:pt x="1334154" y="48042"/>
                </a:cubicBezTo>
                <a:cubicBezTo>
                  <a:pt x="1334154" y="46851"/>
                  <a:pt x="1334238" y="45909"/>
                  <a:pt x="1334404" y="45218"/>
                </a:cubicBezTo>
                <a:cubicBezTo>
                  <a:pt x="1334571" y="44527"/>
                  <a:pt x="1334976" y="43872"/>
                  <a:pt x="1335620" y="43252"/>
                </a:cubicBezTo>
                <a:cubicBezTo>
                  <a:pt x="1336263" y="42633"/>
                  <a:pt x="1337372" y="41911"/>
                  <a:pt x="1338945" y="41088"/>
                </a:cubicBezTo>
                <a:cubicBezTo>
                  <a:pt x="1340518" y="40262"/>
                  <a:pt x="1342329" y="39509"/>
                  <a:pt x="1344379" y="38827"/>
                </a:cubicBezTo>
                <a:cubicBezTo>
                  <a:pt x="1346428" y="38144"/>
                  <a:pt x="1348669" y="37580"/>
                  <a:pt x="1351100" y="37133"/>
                </a:cubicBezTo>
                <a:cubicBezTo>
                  <a:pt x="1353531" y="36685"/>
                  <a:pt x="1355986" y="36461"/>
                  <a:pt x="1358464" y="36461"/>
                </a:cubicBezTo>
                <a:cubicBezTo>
                  <a:pt x="1363088" y="36461"/>
                  <a:pt x="1367021" y="36985"/>
                  <a:pt x="1370262" y="38033"/>
                </a:cubicBezTo>
                <a:cubicBezTo>
                  <a:pt x="1373504" y="39082"/>
                  <a:pt x="1376125" y="40619"/>
                  <a:pt x="1378127" y="42645"/>
                </a:cubicBezTo>
                <a:cubicBezTo>
                  <a:pt x="1380129" y="44670"/>
                  <a:pt x="1381583" y="47184"/>
                  <a:pt x="1382489" y="50187"/>
                </a:cubicBezTo>
                <a:cubicBezTo>
                  <a:pt x="1383395" y="53190"/>
                  <a:pt x="1383847" y="56693"/>
                  <a:pt x="1383847" y="60696"/>
                </a:cubicBezTo>
                <a:lnTo>
                  <a:pt x="1383847" y="104092"/>
                </a:lnTo>
                <a:moveTo>
                  <a:pt x="1372121" y="74637"/>
                </a:moveTo>
                <a:lnTo>
                  <a:pt x="1362040" y="74637"/>
                </a:lnTo>
                <a:cubicBezTo>
                  <a:pt x="1358798" y="74637"/>
                  <a:pt x="1355986" y="74913"/>
                  <a:pt x="1353602" y="75466"/>
                </a:cubicBezTo>
                <a:cubicBezTo>
                  <a:pt x="1351219" y="76017"/>
                  <a:pt x="1349241" y="76832"/>
                  <a:pt x="1347668" y="77910"/>
                </a:cubicBezTo>
                <a:cubicBezTo>
                  <a:pt x="1346095" y="78988"/>
                  <a:pt x="1344939" y="80283"/>
                  <a:pt x="1344200" y="81795"/>
                </a:cubicBezTo>
                <a:cubicBezTo>
                  <a:pt x="1343461" y="83305"/>
                  <a:pt x="1343092" y="85044"/>
                  <a:pt x="1343092" y="87010"/>
                </a:cubicBezTo>
                <a:cubicBezTo>
                  <a:pt x="1343092" y="90367"/>
                  <a:pt x="1344152" y="93040"/>
                  <a:pt x="1346274" y="95030"/>
                </a:cubicBezTo>
                <a:cubicBezTo>
                  <a:pt x="1348395" y="97020"/>
                  <a:pt x="1351362" y="98015"/>
                  <a:pt x="1355175" y="98015"/>
                </a:cubicBezTo>
                <a:cubicBezTo>
                  <a:pt x="1358274" y="98015"/>
                  <a:pt x="1361146" y="97224"/>
                  <a:pt x="1363791" y="95642"/>
                </a:cubicBezTo>
                <a:cubicBezTo>
                  <a:pt x="1366437" y="94059"/>
                  <a:pt x="1369213" y="91637"/>
                  <a:pt x="1372121" y="88377"/>
                </a:cubicBezTo>
                <a:lnTo>
                  <a:pt x="1372121" y="74637"/>
                </a:lnTo>
                <a:close/>
                <a:moveTo>
                  <a:pt x="1444255" y="86556"/>
                </a:moveTo>
                <a:cubicBezTo>
                  <a:pt x="1444255" y="89848"/>
                  <a:pt x="1443647" y="92782"/>
                  <a:pt x="1442432" y="95359"/>
                </a:cubicBezTo>
                <a:cubicBezTo>
                  <a:pt x="1441216" y="97934"/>
                  <a:pt x="1439488" y="100105"/>
                  <a:pt x="1437248" y="101871"/>
                </a:cubicBezTo>
                <a:cubicBezTo>
                  <a:pt x="1435008" y="103636"/>
                  <a:pt x="1432338" y="104971"/>
                  <a:pt x="1429240" y="105877"/>
                </a:cubicBezTo>
                <a:cubicBezTo>
                  <a:pt x="1426142" y="106784"/>
                  <a:pt x="1422733" y="107237"/>
                  <a:pt x="1419015" y="107237"/>
                </a:cubicBezTo>
                <a:cubicBezTo>
                  <a:pt x="1416727" y="107237"/>
                  <a:pt x="1414546" y="107059"/>
                  <a:pt x="1412473" y="106701"/>
                </a:cubicBezTo>
                <a:cubicBezTo>
                  <a:pt x="1410399" y="106344"/>
                  <a:pt x="1408540" y="105891"/>
                  <a:pt x="1406896" y="105343"/>
                </a:cubicBezTo>
                <a:cubicBezTo>
                  <a:pt x="1405251" y="104795"/>
                  <a:pt x="1403857" y="104223"/>
                  <a:pt x="1402713" y="103627"/>
                </a:cubicBezTo>
                <a:cubicBezTo>
                  <a:pt x="1401569" y="103031"/>
                  <a:pt x="1400735" y="102495"/>
                  <a:pt x="1400210" y="102018"/>
                </a:cubicBezTo>
                <a:cubicBezTo>
                  <a:pt x="1399686" y="101542"/>
                  <a:pt x="1399305" y="100875"/>
                  <a:pt x="1399066" y="100017"/>
                </a:cubicBezTo>
                <a:cubicBezTo>
                  <a:pt x="1398828" y="99159"/>
                  <a:pt x="1398709" y="97991"/>
                  <a:pt x="1398709" y="96514"/>
                </a:cubicBezTo>
                <a:cubicBezTo>
                  <a:pt x="1398709" y="95608"/>
                  <a:pt x="1398757" y="94845"/>
                  <a:pt x="1398852" y="94226"/>
                </a:cubicBezTo>
                <a:cubicBezTo>
                  <a:pt x="1398947" y="93606"/>
                  <a:pt x="1399066" y="93106"/>
                  <a:pt x="1399209" y="92724"/>
                </a:cubicBezTo>
                <a:cubicBezTo>
                  <a:pt x="1399352" y="92343"/>
                  <a:pt x="1399555" y="92069"/>
                  <a:pt x="1399817" y="91902"/>
                </a:cubicBezTo>
                <a:cubicBezTo>
                  <a:pt x="1400079" y="91736"/>
                  <a:pt x="1400377" y="91652"/>
                  <a:pt x="1400711" y="91652"/>
                </a:cubicBezTo>
                <a:cubicBezTo>
                  <a:pt x="1401235" y="91652"/>
                  <a:pt x="1402010" y="91974"/>
                  <a:pt x="1403035" y="92617"/>
                </a:cubicBezTo>
                <a:cubicBezTo>
                  <a:pt x="1404060" y="93261"/>
                  <a:pt x="1405323" y="93964"/>
                  <a:pt x="1406824" y="94726"/>
                </a:cubicBezTo>
                <a:cubicBezTo>
                  <a:pt x="1408326" y="95489"/>
                  <a:pt x="1410101" y="96192"/>
                  <a:pt x="1412151" y="96835"/>
                </a:cubicBezTo>
                <a:cubicBezTo>
                  <a:pt x="1414201" y="97479"/>
                  <a:pt x="1416560" y="97800"/>
                  <a:pt x="1419230" y="97800"/>
                </a:cubicBezTo>
                <a:cubicBezTo>
                  <a:pt x="1421232" y="97800"/>
                  <a:pt x="1423043" y="97586"/>
                  <a:pt x="1424664" y="97157"/>
                </a:cubicBezTo>
                <a:cubicBezTo>
                  <a:pt x="1426285" y="96727"/>
                  <a:pt x="1427691" y="96094"/>
                  <a:pt x="1428882" y="95258"/>
                </a:cubicBezTo>
                <a:cubicBezTo>
                  <a:pt x="1430074" y="94422"/>
                  <a:pt x="1430992" y="93360"/>
                  <a:pt x="1431635" y="92070"/>
                </a:cubicBezTo>
                <a:cubicBezTo>
                  <a:pt x="1432279" y="90780"/>
                  <a:pt x="1432601" y="89252"/>
                  <a:pt x="1432601" y="87486"/>
                </a:cubicBezTo>
                <a:cubicBezTo>
                  <a:pt x="1432601" y="85673"/>
                  <a:pt x="1432136" y="84146"/>
                  <a:pt x="1431206" y="82906"/>
                </a:cubicBezTo>
                <a:cubicBezTo>
                  <a:pt x="1430277" y="81665"/>
                  <a:pt x="1429049" y="80568"/>
                  <a:pt x="1427524" y="79615"/>
                </a:cubicBezTo>
                <a:cubicBezTo>
                  <a:pt x="1425999" y="78660"/>
                  <a:pt x="1424283" y="77813"/>
                  <a:pt x="1422376" y="77075"/>
                </a:cubicBezTo>
                <a:cubicBezTo>
                  <a:pt x="1420469" y="76334"/>
                  <a:pt x="1418503" y="75559"/>
                  <a:pt x="1416477" y="74749"/>
                </a:cubicBezTo>
                <a:cubicBezTo>
                  <a:pt x="1414451" y="73937"/>
                  <a:pt x="1412473" y="73018"/>
                  <a:pt x="1410542" y="71992"/>
                </a:cubicBezTo>
                <a:cubicBezTo>
                  <a:pt x="1408612" y="70966"/>
                  <a:pt x="1406884" y="69713"/>
                  <a:pt x="1405359" y="68234"/>
                </a:cubicBezTo>
                <a:cubicBezTo>
                  <a:pt x="1403833" y="66755"/>
                  <a:pt x="1402606" y="64990"/>
                  <a:pt x="1401676" y="62939"/>
                </a:cubicBezTo>
                <a:cubicBezTo>
                  <a:pt x="1400747" y="60888"/>
                  <a:pt x="1400282" y="58432"/>
                  <a:pt x="1400282" y="55569"/>
                </a:cubicBezTo>
                <a:cubicBezTo>
                  <a:pt x="1400282" y="53040"/>
                  <a:pt x="1400771" y="50619"/>
                  <a:pt x="1401748" y="48306"/>
                </a:cubicBezTo>
                <a:cubicBezTo>
                  <a:pt x="1402725" y="45991"/>
                  <a:pt x="1404191" y="43964"/>
                  <a:pt x="1406145" y="42222"/>
                </a:cubicBezTo>
                <a:cubicBezTo>
                  <a:pt x="1408099" y="40480"/>
                  <a:pt x="1410542" y="39084"/>
                  <a:pt x="1413474" y="38036"/>
                </a:cubicBezTo>
                <a:cubicBezTo>
                  <a:pt x="1416405" y="36986"/>
                  <a:pt x="1419826" y="36461"/>
                  <a:pt x="1423734" y="36461"/>
                </a:cubicBezTo>
                <a:cubicBezTo>
                  <a:pt x="1425450" y="36461"/>
                  <a:pt x="1427166" y="36606"/>
                  <a:pt x="1428882" y="36896"/>
                </a:cubicBezTo>
                <a:cubicBezTo>
                  <a:pt x="1430598" y="37187"/>
                  <a:pt x="1432148" y="37549"/>
                  <a:pt x="1433530" y="37984"/>
                </a:cubicBezTo>
                <a:cubicBezTo>
                  <a:pt x="1434912" y="38419"/>
                  <a:pt x="1436092" y="38891"/>
                  <a:pt x="1437069" y="39399"/>
                </a:cubicBezTo>
                <a:cubicBezTo>
                  <a:pt x="1438047" y="39906"/>
                  <a:pt x="1438785" y="40354"/>
                  <a:pt x="1439286" y="40741"/>
                </a:cubicBezTo>
                <a:cubicBezTo>
                  <a:pt x="1439786" y="41128"/>
                  <a:pt x="1440120" y="41465"/>
                  <a:pt x="1440287" y="41751"/>
                </a:cubicBezTo>
                <a:cubicBezTo>
                  <a:pt x="1440454" y="42037"/>
                  <a:pt x="1440573" y="42359"/>
                  <a:pt x="1440644" y="42716"/>
                </a:cubicBezTo>
                <a:cubicBezTo>
                  <a:pt x="1440716" y="43074"/>
                  <a:pt x="1440787" y="43515"/>
                  <a:pt x="1440859" y="44039"/>
                </a:cubicBezTo>
                <a:cubicBezTo>
                  <a:pt x="1440930" y="44563"/>
                  <a:pt x="1440966" y="45206"/>
                  <a:pt x="1440966" y="45969"/>
                </a:cubicBezTo>
                <a:cubicBezTo>
                  <a:pt x="1440966" y="46779"/>
                  <a:pt x="1440930" y="47482"/>
                  <a:pt x="1440859" y="48078"/>
                </a:cubicBezTo>
                <a:cubicBezTo>
                  <a:pt x="1440787" y="48674"/>
                  <a:pt x="1440668" y="49162"/>
                  <a:pt x="1440501" y="49544"/>
                </a:cubicBezTo>
                <a:cubicBezTo>
                  <a:pt x="1440335" y="49925"/>
                  <a:pt x="1440132" y="50199"/>
                  <a:pt x="1439894" y="50366"/>
                </a:cubicBezTo>
                <a:cubicBezTo>
                  <a:pt x="1439655" y="50533"/>
                  <a:pt x="1439393" y="50616"/>
                  <a:pt x="1439107" y="50616"/>
                </a:cubicBezTo>
                <a:cubicBezTo>
                  <a:pt x="1438678" y="50616"/>
                  <a:pt x="1438058" y="50350"/>
                  <a:pt x="1437248" y="49818"/>
                </a:cubicBezTo>
                <a:cubicBezTo>
                  <a:pt x="1436438" y="49287"/>
                  <a:pt x="1435389" y="48718"/>
                  <a:pt x="1434102" y="48114"/>
                </a:cubicBezTo>
                <a:cubicBezTo>
                  <a:pt x="1432815" y="47509"/>
                  <a:pt x="1431302" y="46941"/>
                  <a:pt x="1429562" y="46409"/>
                </a:cubicBezTo>
                <a:cubicBezTo>
                  <a:pt x="1427822" y="45877"/>
                  <a:pt x="1425832" y="45612"/>
                  <a:pt x="1423591" y="45612"/>
                </a:cubicBezTo>
                <a:cubicBezTo>
                  <a:pt x="1421589" y="45612"/>
                  <a:pt x="1419826" y="45839"/>
                  <a:pt x="1418300" y="46293"/>
                </a:cubicBezTo>
                <a:cubicBezTo>
                  <a:pt x="1416775" y="46746"/>
                  <a:pt x="1415524" y="47390"/>
                  <a:pt x="1414546" y="48225"/>
                </a:cubicBezTo>
                <a:cubicBezTo>
                  <a:pt x="1413569" y="49061"/>
                  <a:pt x="1412830" y="50052"/>
                  <a:pt x="1412330" y="51199"/>
                </a:cubicBezTo>
                <a:cubicBezTo>
                  <a:pt x="1411829" y="52344"/>
                  <a:pt x="1411579" y="53586"/>
                  <a:pt x="1411579" y="54923"/>
                </a:cubicBezTo>
                <a:cubicBezTo>
                  <a:pt x="1411579" y="56784"/>
                  <a:pt x="1412056" y="58346"/>
                  <a:pt x="1413009" y="59611"/>
                </a:cubicBezTo>
                <a:cubicBezTo>
                  <a:pt x="1413963" y="60875"/>
                  <a:pt x="1415202" y="61985"/>
                  <a:pt x="1416727" y="62939"/>
                </a:cubicBezTo>
                <a:cubicBezTo>
                  <a:pt x="1418253" y="63893"/>
                  <a:pt x="1419992" y="64751"/>
                  <a:pt x="1421947" y="65515"/>
                </a:cubicBezTo>
                <a:cubicBezTo>
                  <a:pt x="1423901" y="66278"/>
                  <a:pt x="1425891" y="67065"/>
                  <a:pt x="1427917" y="67877"/>
                </a:cubicBezTo>
                <a:cubicBezTo>
                  <a:pt x="1429943" y="68687"/>
                  <a:pt x="1431945" y="69593"/>
                  <a:pt x="1433923" y="70596"/>
                </a:cubicBezTo>
                <a:cubicBezTo>
                  <a:pt x="1435901" y="71598"/>
                  <a:pt x="1437653" y="72815"/>
                  <a:pt x="1439179" y="74246"/>
                </a:cubicBezTo>
                <a:cubicBezTo>
                  <a:pt x="1440704" y="75677"/>
                  <a:pt x="1441931" y="77396"/>
                  <a:pt x="1442861" y="79400"/>
                </a:cubicBezTo>
                <a:cubicBezTo>
                  <a:pt x="1443790" y="81404"/>
                  <a:pt x="1444255" y="83789"/>
                  <a:pt x="1444255" y="86556"/>
                </a:cubicBezTo>
                <a:close/>
                <a:moveTo>
                  <a:pt x="1475676" y="11593"/>
                </a:moveTo>
                <a:cubicBezTo>
                  <a:pt x="1475676" y="13073"/>
                  <a:pt x="1475604" y="14423"/>
                  <a:pt x="1475461" y="15641"/>
                </a:cubicBezTo>
                <a:cubicBezTo>
                  <a:pt x="1475318" y="16858"/>
                  <a:pt x="1475080" y="18028"/>
                  <a:pt x="1474746" y="19151"/>
                </a:cubicBezTo>
                <a:cubicBezTo>
                  <a:pt x="1474413" y="20272"/>
                  <a:pt x="1473972" y="21371"/>
                  <a:pt x="1473424" y="22446"/>
                </a:cubicBezTo>
                <a:cubicBezTo>
                  <a:pt x="1472875" y="23520"/>
                  <a:pt x="1472196" y="24630"/>
                  <a:pt x="1471386" y="25775"/>
                </a:cubicBezTo>
                <a:lnTo>
                  <a:pt x="1461590" y="40531"/>
                </a:lnTo>
                <a:cubicBezTo>
                  <a:pt x="1461352" y="40866"/>
                  <a:pt x="1461078" y="41177"/>
                  <a:pt x="1460768" y="41463"/>
                </a:cubicBezTo>
                <a:cubicBezTo>
                  <a:pt x="1460458" y="41749"/>
                  <a:pt x="1460077" y="41976"/>
                  <a:pt x="1459624" y="42144"/>
                </a:cubicBezTo>
                <a:cubicBezTo>
                  <a:pt x="1459171" y="42311"/>
                  <a:pt x="1458647" y="42430"/>
                  <a:pt x="1458051" y="42502"/>
                </a:cubicBezTo>
                <a:cubicBezTo>
                  <a:pt x="1457455" y="42573"/>
                  <a:pt x="1456704" y="42609"/>
                  <a:pt x="1455799" y="42609"/>
                </a:cubicBezTo>
                <a:cubicBezTo>
                  <a:pt x="1454988" y="42609"/>
                  <a:pt x="1454309" y="42573"/>
                  <a:pt x="1453761" y="42502"/>
                </a:cubicBezTo>
                <a:cubicBezTo>
                  <a:pt x="1453213" y="42430"/>
                  <a:pt x="1452819" y="42311"/>
                  <a:pt x="1452581" y="42144"/>
                </a:cubicBezTo>
                <a:cubicBezTo>
                  <a:pt x="1452343" y="41976"/>
                  <a:pt x="1452212" y="41749"/>
                  <a:pt x="1452188" y="41463"/>
                </a:cubicBezTo>
                <a:cubicBezTo>
                  <a:pt x="1452164" y="41177"/>
                  <a:pt x="1452247" y="40819"/>
                  <a:pt x="1452438" y="40388"/>
                </a:cubicBezTo>
                <a:lnTo>
                  <a:pt x="1461948" y="20690"/>
                </a:lnTo>
                <a:lnTo>
                  <a:pt x="1461948" y="11593"/>
                </a:lnTo>
                <a:cubicBezTo>
                  <a:pt x="1461948" y="10351"/>
                  <a:pt x="1462079" y="9348"/>
                  <a:pt x="1462341" y="8583"/>
                </a:cubicBezTo>
                <a:cubicBezTo>
                  <a:pt x="1462603" y="7819"/>
                  <a:pt x="1463020" y="7223"/>
                  <a:pt x="1463592" y="6794"/>
                </a:cubicBezTo>
                <a:cubicBezTo>
                  <a:pt x="1464164" y="6363"/>
                  <a:pt x="1464879" y="6077"/>
                  <a:pt x="1465737" y="5934"/>
                </a:cubicBezTo>
                <a:cubicBezTo>
                  <a:pt x="1466595" y="5791"/>
                  <a:pt x="1467644" y="5719"/>
                  <a:pt x="1468883" y="5719"/>
                </a:cubicBezTo>
                <a:cubicBezTo>
                  <a:pt x="1470075" y="5719"/>
                  <a:pt x="1471100" y="5791"/>
                  <a:pt x="1471958" y="5934"/>
                </a:cubicBezTo>
                <a:cubicBezTo>
                  <a:pt x="1472816" y="6077"/>
                  <a:pt x="1473519" y="6363"/>
                  <a:pt x="1474067" y="6794"/>
                </a:cubicBezTo>
                <a:cubicBezTo>
                  <a:pt x="1474615" y="7223"/>
                  <a:pt x="1475020" y="7819"/>
                  <a:pt x="1475283" y="8583"/>
                </a:cubicBezTo>
                <a:cubicBezTo>
                  <a:pt x="1475545" y="9348"/>
                  <a:pt x="1475676" y="10351"/>
                  <a:pt x="1475676" y="11593"/>
                </a:cubicBezTo>
                <a:close/>
                <a:moveTo>
                  <a:pt x="1562083" y="99373"/>
                </a:moveTo>
                <a:cubicBezTo>
                  <a:pt x="1562083" y="100755"/>
                  <a:pt x="1561987" y="101852"/>
                  <a:pt x="1561797" y="102662"/>
                </a:cubicBezTo>
                <a:cubicBezTo>
                  <a:pt x="1561606" y="103472"/>
                  <a:pt x="1561320" y="104068"/>
                  <a:pt x="1560939" y="104449"/>
                </a:cubicBezTo>
                <a:cubicBezTo>
                  <a:pt x="1560557" y="104830"/>
                  <a:pt x="1559985" y="105188"/>
                  <a:pt x="1559223" y="105521"/>
                </a:cubicBezTo>
                <a:cubicBezTo>
                  <a:pt x="1558460" y="105855"/>
                  <a:pt x="1557590" y="106129"/>
                  <a:pt x="1556613" y="106344"/>
                </a:cubicBezTo>
                <a:cubicBezTo>
                  <a:pt x="1555636" y="106558"/>
                  <a:pt x="1554599" y="106737"/>
                  <a:pt x="1553502" y="106880"/>
                </a:cubicBezTo>
                <a:cubicBezTo>
                  <a:pt x="1552406" y="107023"/>
                  <a:pt x="1551310" y="107094"/>
                  <a:pt x="1550213" y="107094"/>
                </a:cubicBezTo>
                <a:cubicBezTo>
                  <a:pt x="1546877" y="107094"/>
                  <a:pt x="1544017" y="106653"/>
                  <a:pt x="1541633" y="105769"/>
                </a:cubicBezTo>
                <a:cubicBezTo>
                  <a:pt x="1539250" y="104885"/>
                  <a:pt x="1537296" y="103547"/>
                  <a:pt x="1535770" y="101755"/>
                </a:cubicBezTo>
                <a:cubicBezTo>
                  <a:pt x="1534245" y="99963"/>
                  <a:pt x="1533137" y="97694"/>
                  <a:pt x="1532445" y="94947"/>
                </a:cubicBezTo>
                <a:cubicBezTo>
                  <a:pt x="1531754" y="92201"/>
                  <a:pt x="1531409" y="88964"/>
                  <a:pt x="1531409" y="85238"/>
                </a:cubicBezTo>
                <a:lnTo>
                  <a:pt x="1531409" y="47542"/>
                </a:lnTo>
                <a:lnTo>
                  <a:pt x="1522399" y="47542"/>
                </a:lnTo>
                <a:cubicBezTo>
                  <a:pt x="1521684" y="47542"/>
                  <a:pt x="1521112" y="47161"/>
                  <a:pt x="1520683" y="46398"/>
                </a:cubicBezTo>
                <a:cubicBezTo>
                  <a:pt x="1520254" y="45635"/>
                  <a:pt x="1520040" y="44396"/>
                  <a:pt x="1520040" y="42680"/>
                </a:cubicBezTo>
                <a:cubicBezTo>
                  <a:pt x="1520040" y="41775"/>
                  <a:pt x="1520100" y="41012"/>
                  <a:pt x="1520219" y="40393"/>
                </a:cubicBezTo>
                <a:cubicBezTo>
                  <a:pt x="1520338" y="39773"/>
                  <a:pt x="1520493" y="39261"/>
                  <a:pt x="1520683" y="38856"/>
                </a:cubicBezTo>
                <a:cubicBezTo>
                  <a:pt x="1520874" y="38451"/>
                  <a:pt x="1521124" y="38165"/>
                  <a:pt x="1521434" y="37998"/>
                </a:cubicBezTo>
                <a:cubicBezTo>
                  <a:pt x="1521744" y="37831"/>
                  <a:pt x="1522090" y="37748"/>
                  <a:pt x="1522471" y="37748"/>
                </a:cubicBezTo>
                <a:lnTo>
                  <a:pt x="1531409" y="37748"/>
                </a:lnTo>
                <a:lnTo>
                  <a:pt x="1531409" y="22448"/>
                </a:lnTo>
                <a:cubicBezTo>
                  <a:pt x="1531409" y="22115"/>
                  <a:pt x="1531492" y="21805"/>
                  <a:pt x="1531659" y="21519"/>
                </a:cubicBezTo>
                <a:cubicBezTo>
                  <a:pt x="1531826" y="21233"/>
                  <a:pt x="1532136" y="20983"/>
                  <a:pt x="1532588" y="20768"/>
                </a:cubicBezTo>
                <a:cubicBezTo>
                  <a:pt x="1533041" y="20554"/>
                  <a:pt x="1533649" y="20399"/>
                  <a:pt x="1534412" y="20304"/>
                </a:cubicBezTo>
                <a:cubicBezTo>
                  <a:pt x="1535174" y="20208"/>
                  <a:pt x="1536128" y="20161"/>
                  <a:pt x="1537272" y="20161"/>
                </a:cubicBezTo>
                <a:cubicBezTo>
                  <a:pt x="1538463" y="20161"/>
                  <a:pt x="1539441" y="20208"/>
                  <a:pt x="1540203" y="20304"/>
                </a:cubicBezTo>
                <a:cubicBezTo>
                  <a:pt x="1540966" y="20399"/>
                  <a:pt x="1541562" y="20554"/>
                  <a:pt x="1541991" y="20768"/>
                </a:cubicBezTo>
                <a:cubicBezTo>
                  <a:pt x="1542420" y="20983"/>
                  <a:pt x="1542730" y="21233"/>
                  <a:pt x="1542920" y="21519"/>
                </a:cubicBezTo>
                <a:cubicBezTo>
                  <a:pt x="1543111" y="21805"/>
                  <a:pt x="1543206" y="22115"/>
                  <a:pt x="1543206" y="22448"/>
                </a:cubicBezTo>
                <a:lnTo>
                  <a:pt x="1543206" y="37748"/>
                </a:lnTo>
                <a:lnTo>
                  <a:pt x="1559723" y="37748"/>
                </a:lnTo>
                <a:cubicBezTo>
                  <a:pt x="1560104" y="37748"/>
                  <a:pt x="1560438" y="37831"/>
                  <a:pt x="1560724" y="37998"/>
                </a:cubicBezTo>
                <a:cubicBezTo>
                  <a:pt x="1561010" y="38165"/>
                  <a:pt x="1561260" y="38451"/>
                  <a:pt x="1561475" y="38856"/>
                </a:cubicBezTo>
                <a:cubicBezTo>
                  <a:pt x="1561689" y="39261"/>
                  <a:pt x="1561844" y="39773"/>
                  <a:pt x="1561940" y="40393"/>
                </a:cubicBezTo>
                <a:cubicBezTo>
                  <a:pt x="1562035" y="41012"/>
                  <a:pt x="1562083" y="41775"/>
                  <a:pt x="1562083" y="42680"/>
                </a:cubicBezTo>
                <a:cubicBezTo>
                  <a:pt x="1562083" y="44396"/>
                  <a:pt x="1561868" y="45635"/>
                  <a:pt x="1561439" y="46398"/>
                </a:cubicBezTo>
                <a:cubicBezTo>
                  <a:pt x="1561010" y="47161"/>
                  <a:pt x="1560438" y="47542"/>
                  <a:pt x="1559723" y="47542"/>
                </a:cubicBezTo>
                <a:lnTo>
                  <a:pt x="1543206" y="47542"/>
                </a:lnTo>
                <a:lnTo>
                  <a:pt x="1543206" y="83536"/>
                </a:lnTo>
                <a:cubicBezTo>
                  <a:pt x="1543206" y="87980"/>
                  <a:pt x="1543862" y="91338"/>
                  <a:pt x="1545173" y="93609"/>
                </a:cubicBezTo>
                <a:cubicBezTo>
                  <a:pt x="1546483" y="95879"/>
                  <a:pt x="1548831" y="97014"/>
                  <a:pt x="1552215" y="97014"/>
                </a:cubicBezTo>
                <a:cubicBezTo>
                  <a:pt x="1553312" y="97014"/>
                  <a:pt x="1554289" y="96907"/>
                  <a:pt x="1555147" y="96692"/>
                </a:cubicBezTo>
                <a:cubicBezTo>
                  <a:pt x="1556005" y="96478"/>
                  <a:pt x="1556768" y="96251"/>
                  <a:pt x="1557435" y="96013"/>
                </a:cubicBezTo>
                <a:cubicBezTo>
                  <a:pt x="1558102" y="95775"/>
                  <a:pt x="1558674" y="95548"/>
                  <a:pt x="1559151" y="95334"/>
                </a:cubicBezTo>
                <a:cubicBezTo>
                  <a:pt x="1559628" y="95119"/>
                  <a:pt x="1560057" y="95012"/>
                  <a:pt x="1560438" y="95012"/>
                </a:cubicBezTo>
                <a:cubicBezTo>
                  <a:pt x="1560676" y="95012"/>
                  <a:pt x="1560903" y="95072"/>
                  <a:pt x="1561117" y="95191"/>
                </a:cubicBezTo>
                <a:cubicBezTo>
                  <a:pt x="1561332" y="95310"/>
                  <a:pt x="1561499" y="95536"/>
                  <a:pt x="1561618" y="95870"/>
                </a:cubicBezTo>
                <a:cubicBezTo>
                  <a:pt x="1561737" y="96204"/>
                  <a:pt x="1561844" y="96657"/>
                  <a:pt x="1561940" y="97228"/>
                </a:cubicBezTo>
                <a:cubicBezTo>
                  <a:pt x="1562035" y="97800"/>
                  <a:pt x="1562083" y="98515"/>
                  <a:pt x="1562083" y="99373"/>
                </a:cubicBezTo>
                <a:close/>
                <a:moveTo>
                  <a:pt x="1632283" y="104020"/>
                </a:moveTo>
                <a:cubicBezTo>
                  <a:pt x="1632283" y="104401"/>
                  <a:pt x="1632188" y="104723"/>
                  <a:pt x="1631997" y="104985"/>
                </a:cubicBezTo>
                <a:cubicBezTo>
                  <a:pt x="1631807" y="105247"/>
                  <a:pt x="1631497" y="105474"/>
                  <a:pt x="1631068" y="105664"/>
                </a:cubicBezTo>
                <a:cubicBezTo>
                  <a:pt x="1630639" y="105855"/>
                  <a:pt x="1630043" y="105998"/>
                  <a:pt x="1629280" y="106093"/>
                </a:cubicBezTo>
                <a:cubicBezTo>
                  <a:pt x="1628518" y="106189"/>
                  <a:pt x="1627564" y="106236"/>
                  <a:pt x="1626420" y="106236"/>
                </a:cubicBezTo>
                <a:cubicBezTo>
                  <a:pt x="1625229" y="106236"/>
                  <a:pt x="1624252" y="106189"/>
                  <a:pt x="1623489" y="106093"/>
                </a:cubicBezTo>
                <a:cubicBezTo>
                  <a:pt x="1622726" y="105998"/>
                  <a:pt x="1622130" y="105855"/>
                  <a:pt x="1621701" y="105664"/>
                </a:cubicBezTo>
                <a:cubicBezTo>
                  <a:pt x="1621272" y="105474"/>
                  <a:pt x="1620962" y="105247"/>
                  <a:pt x="1620772" y="104985"/>
                </a:cubicBezTo>
                <a:cubicBezTo>
                  <a:pt x="1620581" y="104723"/>
                  <a:pt x="1620486" y="104401"/>
                  <a:pt x="1620486" y="104020"/>
                </a:cubicBezTo>
                <a:lnTo>
                  <a:pt x="1620486" y="66344"/>
                </a:lnTo>
                <a:cubicBezTo>
                  <a:pt x="1620486" y="62674"/>
                  <a:pt x="1620200" y="59719"/>
                  <a:pt x="1619628" y="57479"/>
                </a:cubicBezTo>
                <a:cubicBezTo>
                  <a:pt x="1619056" y="55239"/>
                  <a:pt x="1618222" y="53309"/>
                  <a:pt x="1617125" y="51688"/>
                </a:cubicBezTo>
                <a:cubicBezTo>
                  <a:pt x="1616029" y="50068"/>
                  <a:pt x="1614611" y="48829"/>
                  <a:pt x="1612871" y="47971"/>
                </a:cubicBezTo>
                <a:cubicBezTo>
                  <a:pt x="1611131" y="47113"/>
                  <a:pt x="1609117" y="46684"/>
                  <a:pt x="1606829" y="46684"/>
                </a:cubicBezTo>
                <a:cubicBezTo>
                  <a:pt x="1603874" y="46684"/>
                  <a:pt x="1600918" y="47733"/>
                  <a:pt x="1597963" y="49830"/>
                </a:cubicBezTo>
                <a:cubicBezTo>
                  <a:pt x="1595008" y="51927"/>
                  <a:pt x="1591909" y="55001"/>
                  <a:pt x="1588668" y="59052"/>
                </a:cubicBezTo>
                <a:lnTo>
                  <a:pt x="1588668" y="104020"/>
                </a:lnTo>
                <a:cubicBezTo>
                  <a:pt x="1588668" y="104401"/>
                  <a:pt x="1588572" y="104723"/>
                  <a:pt x="1588382" y="104985"/>
                </a:cubicBezTo>
                <a:cubicBezTo>
                  <a:pt x="1588191" y="105247"/>
                  <a:pt x="1587881" y="105474"/>
                  <a:pt x="1587452" y="105664"/>
                </a:cubicBezTo>
                <a:cubicBezTo>
                  <a:pt x="1587023" y="105855"/>
                  <a:pt x="1586427" y="105998"/>
                  <a:pt x="1585665" y="106093"/>
                </a:cubicBezTo>
                <a:cubicBezTo>
                  <a:pt x="1584902" y="106189"/>
                  <a:pt x="1583925" y="106236"/>
                  <a:pt x="1582733" y="106236"/>
                </a:cubicBezTo>
                <a:cubicBezTo>
                  <a:pt x="1581589" y="106236"/>
                  <a:pt x="1580636" y="106189"/>
                  <a:pt x="1579873" y="106093"/>
                </a:cubicBezTo>
                <a:cubicBezTo>
                  <a:pt x="1579110" y="105998"/>
                  <a:pt x="1578503" y="105855"/>
                  <a:pt x="1578050" y="105664"/>
                </a:cubicBezTo>
                <a:cubicBezTo>
                  <a:pt x="1577597" y="105474"/>
                  <a:pt x="1577287" y="105247"/>
                  <a:pt x="1577120" y="104985"/>
                </a:cubicBezTo>
                <a:cubicBezTo>
                  <a:pt x="1576954" y="104722"/>
                  <a:pt x="1576870" y="104399"/>
                  <a:pt x="1576870" y="104018"/>
                </a:cubicBezTo>
                <a:lnTo>
                  <a:pt x="1576870" y="8438"/>
                </a:lnTo>
                <a:cubicBezTo>
                  <a:pt x="1576870" y="8057"/>
                  <a:pt x="1576954" y="7723"/>
                  <a:pt x="1577120" y="7437"/>
                </a:cubicBezTo>
                <a:cubicBezTo>
                  <a:pt x="1577287" y="7150"/>
                  <a:pt x="1577597" y="6911"/>
                  <a:pt x="1578050" y="6720"/>
                </a:cubicBezTo>
                <a:cubicBezTo>
                  <a:pt x="1578503" y="6530"/>
                  <a:pt x="1579110" y="6387"/>
                  <a:pt x="1579873" y="6291"/>
                </a:cubicBezTo>
                <a:cubicBezTo>
                  <a:pt x="1580636" y="6196"/>
                  <a:pt x="1581589" y="6148"/>
                  <a:pt x="1582733" y="6148"/>
                </a:cubicBezTo>
                <a:cubicBezTo>
                  <a:pt x="1583925" y="6148"/>
                  <a:pt x="1584902" y="6196"/>
                  <a:pt x="1585665" y="6291"/>
                </a:cubicBezTo>
                <a:cubicBezTo>
                  <a:pt x="1586427" y="6387"/>
                  <a:pt x="1587023" y="6530"/>
                  <a:pt x="1587452" y="6722"/>
                </a:cubicBezTo>
                <a:cubicBezTo>
                  <a:pt x="1587881" y="6913"/>
                  <a:pt x="1588191" y="7151"/>
                  <a:pt x="1588382" y="7437"/>
                </a:cubicBezTo>
                <a:cubicBezTo>
                  <a:pt x="1588572" y="7723"/>
                  <a:pt x="1588668" y="8058"/>
                  <a:pt x="1588668" y="8440"/>
                </a:cubicBezTo>
                <a:lnTo>
                  <a:pt x="1588668" y="47041"/>
                </a:lnTo>
                <a:cubicBezTo>
                  <a:pt x="1592052" y="43467"/>
                  <a:pt x="1595460" y="40810"/>
                  <a:pt x="1598892" y="39070"/>
                </a:cubicBezTo>
                <a:cubicBezTo>
                  <a:pt x="1602325" y="37330"/>
                  <a:pt x="1605780" y="36461"/>
                  <a:pt x="1609260" y="36461"/>
                </a:cubicBezTo>
                <a:cubicBezTo>
                  <a:pt x="1613550" y="36461"/>
                  <a:pt x="1617161" y="37188"/>
                  <a:pt x="1620093" y="38641"/>
                </a:cubicBezTo>
                <a:cubicBezTo>
                  <a:pt x="1623024" y="40095"/>
                  <a:pt x="1625396" y="42037"/>
                  <a:pt x="1627207" y="44468"/>
                </a:cubicBezTo>
                <a:cubicBezTo>
                  <a:pt x="1629018" y="46898"/>
                  <a:pt x="1630317" y="49746"/>
                  <a:pt x="1631104" y="53011"/>
                </a:cubicBezTo>
                <a:cubicBezTo>
                  <a:pt x="1631890" y="56276"/>
                  <a:pt x="1632283" y="60220"/>
                  <a:pt x="1632283" y="64843"/>
                </a:cubicBezTo>
                <a:lnTo>
                  <a:pt x="1632283" y="104020"/>
                </a:lnTo>
                <a:close/>
                <a:moveTo>
                  <a:pt x="1707123" y="69061"/>
                </a:moveTo>
                <a:cubicBezTo>
                  <a:pt x="1707123" y="70920"/>
                  <a:pt x="1706658" y="72242"/>
                  <a:pt x="1705729" y="73029"/>
                </a:cubicBezTo>
                <a:cubicBezTo>
                  <a:pt x="1704799" y="73815"/>
                  <a:pt x="1703739" y="74208"/>
                  <a:pt x="1702547" y="74208"/>
                </a:cubicBezTo>
                <a:lnTo>
                  <a:pt x="1660362" y="74208"/>
                </a:lnTo>
                <a:cubicBezTo>
                  <a:pt x="1660362" y="77793"/>
                  <a:pt x="1660719" y="81020"/>
                  <a:pt x="1661434" y="83889"/>
                </a:cubicBezTo>
                <a:cubicBezTo>
                  <a:pt x="1662149" y="86757"/>
                  <a:pt x="1663341" y="89219"/>
                  <a:pt x="1665009" y="91275"/>
                </a:cubicBezTo>
                <a:cubicBezTo>
                  <a:pt x="1666677" y="93330"/>
                  <a:pt x="1668846" y="94908"/>
                  <a:pt x="1671516" y="96009"/>
                </a:cubicBezTo>
                <a:cubicBezTo>
                  <a:pt x="1674185" y="97108"/>
                  <a:pt x="1677450" y="97657"/>
                  <a:pt x="1681311" y="97657"/>
                </a:cubicBezTo>
                <a:cubicBezTo>
                  <a:pt x="1684362" y="97657"/>
                  <a:pt x="1687079" y="97407"/>
                  <a:pt x="1689462" y="96907"/>
                </a:cubicBezTo>
                <a:cubicBezTo>
                  <a:pt x="1691846" y="96406"/>
                  <a:pt x="1693907" y="95846"/>
                  <a:pt x="1695647" y="95227"/>
                </a:cubicBezTo>
                <a:cubicBezTo>
                  <a:pt x="1697387" y="94607"/>
                  <a:pt x="1698817" y="94047"/>
                  <a:pt x="1699937" y="93547"/>
                </a:cubicBezTo>
                <a:cubicBezTo>
                  <a:pt x="1701058" y="93046"/>
                  <a:pt x="1701904" y="92796"/>
                  <a:pt x="1702476" y="92796"/>
                </a:cubicBezTo>
                <a:cubicBezTo>
                  <a:pt x="1702809" y="92796"/>
                  <a:pt x="1703107" y="92879"/>
                  <a:pt x="1703369" y="93046"/>
                </a:cubicBezTo>
                <a:cubicBezTo>
                  <a:pt x="1703632" y="93213"/>
                  <a:pt x="1703834" y="93463"/>
                  <a:pt x="1703977" y="93797"/>
                </a:cubicBezTo>
                <a:cubicBezTo>
                  <a:pt x="1704120" y="94130"/>
                  <a:pt x="1704227" y="94595"/>
                  <a:pt x="1704299" y="95191"/>
                </a:cubicBezTo>
                <a:cubicBezTo>
                  <a:pt x="1704370" y="95787"/>
                  <a:pt x="1704406" y="96514"/>
                  <a:pt x="1704406" y="97371"/>
                </a:cubicBezTo>
                <a:cubicBezTo>
                  <a:pt x="1704406" y="97991"/>
                  <a:pt x="1704382" y="98527"/>
                  <a:pt x="1704335" y="98980"/>
                </a:cubicBezTo>
                <a:cubicBezTo>
                  <a:pt x="1704287" y="99433"/>
                  <a:pt x="1704227" y="99838"/>
                  <a:pt x="1704156" y="100195"/>
                </a:cubicBezTo>
                <a:cubicBezTo>
                  <a:pt x="1704084" y="100553"/>
                  <a:pt x="1703965" y="100875"/>
                  <a:pt x="1703798" y="101160"/>
                </a:cubicBezTo>
                <a:cubicBezTo>
                  <a:pt x="1703632" y="101446"/>
                  <a:pt x="1703417" y="101721"/>
                  <a:pt x="1703155" y="101983"/>
                </a:cubicBezTo>
                <a:cubicBezTo>
                  <a:pt x="1702893" y="102245"/>
                  <a:pt x="1702118" y="102674"/>
                  <a:pt x="1700831" y="103269"/>
                </a:cubicBezTo>
                <a:cubicBezTo>
                  <a:pt x="1699544" y="103865"/>
                  <a:pt x="1697876" y="104449"/>
                  <a:pt x="1695826" y="105021"/>
                </a:cubicBezTo>
                <a:cubicBezTo>
                  <a:pt x="1693776" y="105593"/>
                  <a:pt x="1691405" y="106105"/>
                  <a:pt x="1688712" y="106558"/>
                </a:cubicBezTo>
                <a:cubicBezTo>
                  <a:pt x="1686018" y="107011"/>
                  <a:pt x="1683147" y="107237"/>
                  <a:pt x="1680096" y="107237"/>
                </a:cubicBezTo>
                <a:cubicBezTo>
                  <a:pt x="1674805" y="107237"/>
                  <a:pt x="1670169" y="106498"/>
                  <a:pt x="1666189" y="105019"/>
                </a:cubicBezTo>
                <a:cubicBezTo>
                  <a:pt x="1662209" y="103540"/>
                  <a:pt x="1658860" y="101345"/>
                  <a:pt x="1656143" y="98435"/>
                </a:cubicBezTo>
                <a:cubicBezTo>
                  <a:pt x="1653426" y="95525"/>
                  <a:pt x="1651376" y="91875"/>
                  <a:pt x="1649994" y="87486"/>
                </a:cubicBezTo>
                <a:cubicBezTo>
                  <a:pt x="1648611" y="83096"/>
                  <a:pt x="1647920" y="77991"/>
                  <a:pt x="1647920" y="72171"/>
                </a:cubicBezTo>
                <a:cubicBezTo>
                  <a:pt x="1647920" y="66636"/>
                  <a:pt x="1648635" y="61662"/>
                  <a:pt x="1650065" y="57249"/>
                </a:cubicBezTo>
                <a:cubicBezTo>
                  <a:pt x="1651495" y="52836"/>
                  <a:pt x="1653557" y="49091"/>
                  <a:pt x="1656250" y="46014"/>
                </a:cubicBezTo>
                <a:cubicBezTo>
                  <a:pt x="1658943" y="42937"/>
                  <a:pt x="1662197" y="40575"/>
                  <a:pt x="1666010" y="38929"/>
                </a:cubicBezTo>
                <a:cubicBezTo>
                  <a:pt x="1669823" y="37284"/>
                  <a:pt x="1674090" y="36461"/>
                  <a:pt x="1678809" y="36461"/>
                </a:cubicBezTo>
                <a:cubicBezTo>
                  <a:pt x="1683862" y="36461"/>
                  <a:pt x="1688164" y="37271"/>
                  <a:pt x="1691715" y="38891"/>
                </a:cubicBezTo>
                <a:cubicBezTo>
                  <a:pt x="1695266" y="40512"/>
                  <a:pt x="1698186" y="42692"/>
                  <a:pt x="1700474" y="45433"/>
                </a:cubicBezTo>
                <a:cubicBezTo>
                  <a:pt x="1702762" y="48173"/>
                  <a:pt x="1704442" y="51390"/>
                  <a:pt x="1705514" y="55084"/>
                </a:cubicBezTo>
                <a:cubicBezTo>
                  <a:pt x="1706587" y="58778"/>
                  <a:pt x="1707123" y="62722"/>
                  <a:pt x="1707123" y="66916"/>
                </a:cubicBezTo>
                <a:lnTo>
                  <a:pt x="1707123" y="69061"/>
                </a:lnTo>
                <a:moveTo>
                  <a:pt x="1695254" y="65558"/>
                </a:moveTo>
                <a:cubicBezTo>
                  <a:pt x="1695397" y="59362"/>
                  <a:pt x="1694027" y="54500"/>
                  <a:pt x="1691143" y="50973"/>
                </a:cubicBezTo>
                <a:cubicBezTo>
                  <a:pt x="1688259" y="47447"/>
                  <a:pt x="1683981" y="45683"/>
                  <a:pt x="1678308" y="45683"/>
                </a:cubicBezTo>
                <a:cubicBezTo>
                  <a:pt x="1675401" y="45683"/>
                  <a:pt x="1672850" y="46231"/>
                  <a:pt x="1670658" y="47327"/>
                </a:cubicBezTo>
                <a:cubicBezTo>
                  <a:pt x="1668465" y="48424"/>
                  <a:pt x="1666630" y="49877"/>
                  <a:pt x="1665152" y="51688"/>
                </a:cubicBezTo>
                <a:cubicBezTo>
                  <a:pt x="1663674" y="53499"/>
                  <a:pt x="1662530" y="55608"/>
                  <a:pt x="1661720" y="58015"/>
                </a:cubicBezTo>
                <a:cubicBezTo>
                  <a:pt x="1660910" y="60422"/>
                  <a:pt x="1660457" y="62936"/>
                  <a:pt x="1660362" y="65558"/>
                </a:cubicBezTo>
                <a:lnTo>
                  <a:pt x="1695254" y="65558"/>
                </a:lnTo>
                <a:close/>
                <a:moveTo>
                  <a:pt x="1784030" y="71170"/>
                </a:moveTo>
                <a:cubicBezTo>
                  <a:pt x="1784030" y="76417"/>
                  <a:pt x="1783338" y="81247"/>
                  <a:pt x="1781956" y="85660"/>
                </a:cubicBezTo>
                <a:cubicBezTo>
                  <a:pt x="1780574" y="90073"/>
                  <a:pt x="1778512" y="93879"/>
                  <a:pt x="1775771" y="97077"/>
                </a:cubicBezTo>
                <a:cubicBezTo>
                  <a:pt x="1773030" y="100273"/>
                  <a:pt x="1769598" y="102765"/>
                  <a:pt x="1765475" y="104554"/>
                </a:cubicBezTo>
                <a:cubicBezTo>
                  <a:pt x="1761352" y="106343"/>
                  <a:pt x="1756573" y="107237"/>
                  <a:pt x="1751139" y="107237"/>
                </a:cubicBezTo>
                <a:cubicBezTo>
                  <a:pt x="1745848" y="107237"/>
                  <a:pt x="1741236" y="106450"/>
                  <a:pt x="1737304" y="104876"/>
                </a:cubicBezTo>
                <a:cubicBezTo>
                  <a:pt x="1733371" y="103302"/>
                  <a:pt x="1730094" y="101012"/>
                  <a:pt x="1727472" y="98006"/>
                </a:cubicBezTo>
                <a:cubicBezTo>
                  <a:pt x="1724850" y="95000"/>
                  <a:pt x="1722896" y="91351"/>
                  <a:pt x="1721609" y="87057"/>
                </a:cubicBezTo>
                <a:cubicBezTo>
                  <a:pt x="1720322" y="82763"/>
                  <a:pt x="1719679" y="77896"/>
                  <a:pt x="1719679" y="72457"/>
                </a:cubicBezTo>
                <a:cubicBezTo>
                  <a:pt x="1719679" y="67209"/>
                  <a:pt x="1720358" y="62379"/>
                  <a:pt x="1721716" y="57966"/>
                </a:cubicBezTo>
                <a:cubicBezTo>
                  <a:pt x="1723075" y="53553"/>
                  <a:pt x="1725125" y="49748"/>
                  <a:pt x="1727865" y="46552"/>
                </a:cubicBezTo>
                <a:cubicBezTo>
                  <a:pt x="1730606" y="43354"/>
                  <a:pt x="1734026" y="40873"/>
                  <a:pt x="1738126" y="39108"/>
                </a:cubicBezTo>
                <a:cubicBezTo>
                  <a:pt x="1742225" y="37343"/>
                  <a:pt x="1747016" y="36461"/>
                  <a:pt x="1752498" y="36461"/>
                </a:cubicBezTo>
                <a:cubicBezTo>
                  <a:pt x="1757789" y="36461"/>
                  <a:pt x="1762400" y="37248"/>
                  <a:pt x="1766333" y="38822"/>
                </a:cubicBezTo>
                <a:cubicBezTo>
                  <a:pt x="1770266" y="40396"/>
                  <a:pt x="1773543" y="42686"/>
                  <a:pt x="1776164" y="45692"/>
                </a:cubicBezTo>
                <a:cubicBezTo>
                  <a:pt x="1778786" y="48698"/>
                  <a:pt x="1780752" y="52347"/>
                  <a:pt x="1782063" y="56641"/>
                </a:cubicBezTo>
                <a:cubicBezTo>
                  <a:pt x="1783374" y="60935"/>
                  <a:pt x="1784030" y="65778"/>
                  <a:pt x="1784030" y="71170"/>
                </a:cubicBezTo>
                <a:moveTo>
                  <a:pt x="1771588" y="71956"/>
                </a:moveTo>
                <a:cubicBezTo>
                  <a:pt x="1771588" y="68472"/>
                  <a:pt x="1771267" y="65179"/>
                  <a:pt x="1770623" y="62077"/>
                </a:cubicBezTo>
                <a:cubicBezTo>
                  <a:pt x="1769980" y="58975"/>
                  <a:pt x="1768919" y="56254"/>
                  <a:pt x="1767441" y="53916"/>
                </a:cubicBezTo>
                <a:cubicBezTo>
                  <a:pt x="1765964" y="51577"/>
                  <a:pt x="1763962" y="49728"/>
                  <a:pt x="1761435" y="48368"/>
                </a:cubicBezTo>
                <a:cubicBezTo>
                  <a:pt x="1758909" y="47007"/>
                  <a:pt x="1755763" y="46327"/>
                  <a:pt x="1751997" y="46327"/>
                </a:cubicBezTo>
                <a:cubicBezTo>
                  <a:pt x="1748517" y="46327"/>
                  <a:pt x="1745526" y="46947"/>
                  <a:pt x="1743024" y="48188"/>
                </a:cubicBezTo>
                <a:cubicBezTo>
                  <a:pt x="1740521" y="49428"/>
                  <a:pt x="1738459" y="51183"/>
                  <a:pt x="1736839" y="53451"/>
                </a:cubicBezTo>
                <a:cubicBezTo>
                  <a:pt x="1735218" y="55718"/>
                  <a:pt x="1734014" y="58403"/>
                  <a:pt x="1733228" y="61505"/>
                </a:cubicBezTo>
                <a:cubicBezTo>
                  <a:pt x="1732441" y="64606"/>
                  <a:pt x="1732048" y="67994"/>
                  <a:pt x="1732048" y="71670"/>
                </a:cubicBezTo>
                <a:cubicBezTo>
                  <a:pt x="1732048" y="75202"/>
                  <a:pt x="1732370" y="78519"/>
                  <a:pt x="1733013" y="81621"/>
                </a:cubicBezTo>
                <a:cubicBezTo>
                  <a:pt x="1733657" y="84723"/>
                  <a:pt x="1734729" y="87432"/>
                  <a:pt x="1736231" y="89746"/>
                </a:cubicBezTo>
                <a:cubicBezTo>
                  <a:pt x="1737733" y="92061"/>
                  <a:pt x="1739746" y="93899"/>
                  <a:pt x="1742273" y="95260"/>
                </a:cubicBezTo>
                <a:cubicBezTo>
                  <a:pt x="1744799" y="96620"/>
                  <a:pt x="1747945" y="97300"/>
                  <a:pt x="1751711" y="97300"/>
                </a:cubicBezTo>
                <a:cubicBezTo>
                  <a:pt x="1755143" y="97300"/>
                  <a:pt x="1758122" y="96680"/>
                  <a:pt x="1760649" y="95439"/>
                </a:cubicBezTo>
                <a:cubicBezTo>
                  <a:pt x="1763175" y="94198"/>
                  <a:pt x="1765249" y="92456"/>
                  <a:pt x="1766869" y="90213"/>
                </a:cubicBezTo>
                <a:cubicBezTo>
                  <a:pt x="1768490" y="87969"/>
                  <a:pt x="1769682" y="85296"/>
                  <a:pt x="1770444" y="82195"/>
                </a:cubicBezTo>
                <a:cubicBezTo>
                  <a:pt x="1771207" y="79093"/>
                  <a:pt x="1771588" y="75680"/>
                  <a:pt x="1771588" y="71956"/>
                </a:cubicBezTo>
                <a:close/>
                <a:moveTo>
                  <a:pt x="1838158" y="43896"/>
                </a:moveTo>
                <a:cubicBezTo>
                  <a:pt x="1838158" y="44944"/>
                  <a:pt x="1838134" y="45826"/>
                  <a:pt x="1838086" y="46541"/>
                </a:cubicBezTo>
                <a:cubicBezTo>
                  <a:pt x="1838039" y="47256"/>
                  <a:pt x="1837943" y="47816"/>
                  <a:pt x="1837800" y="48221"/>
                </a:cubicBezTo>
                <a:cubicBezTo>
                  <a:pt x="1837657" y="48626"/>
                  <a:pt x="1837479" y="48936"/>
                  <a:pt x="1837264" y="49150"/>
                </a:cubicBezTo>
                <a:cubicBezTo>
                  <a:pt x="1837050" y="49365"/>
                  <a:pt x="1836752" y="49472"/>
                  <a:pt x="1836370" y="49472"/>
                </a:cubicBezTo>
                <a:cubicBezTo>
                  <a:pt x="1835989" y="49472"/>
                  <a:pt x="1835524" y="49365"/>
                  <a:pt x="1834976" y="49150"/>
                </a:cubicBezTo>
                <a:cubicBezTo>
                  <a:pt x="1834428" y="48936"/>
                  <a:pt x="1833808" y="48721"/>
                  <a:pt x="1833117" y="48507"/>
                </a:cubicBezTo>
                <a:cubicBezTo>
                  <a:pt x="1832426" y="48293"/>
                  <a:pt x="1831651" y="48090"/>
                  <a:pt x="1830793" y="47899"/>
                </a:cubicBezTo>
                <a:cubicBezTo>
                  <a:pt x="1829935" y="47709"/>
                  <a:pt x="1829006" y="47613"/>
                  <a:pt x="1828005" y="47613"/>
                </a:cubicBezTo>
                <a:cubicBezTo>
                  <a:pt x="1826813" y="47613"/>
                  <a:pt x="1825645" y="47852"/>
                  <a:pt x="1824501" y="48328"/>
                </a:cubicBezTo>
                <a:cubicBezTo>
                  <a:pt x="1823357" y="48805"/>
                  <a:pt x="1822154" y="49591"/>
                  <a:pt x="1820890" y="50687"/>
                </a:cubicBezTo>
                <a:cubicBezTo>
                  <a:pt x="1819627" y="51784"/>
                  <a:pt x="1818304" y="53237"/>
                  <a:pt x="1816922" y="55048"/>
                </a:cubicBezTo>
                <a:cubicBezTo>
                  <a:pt x="1815540" y="56860"/>
                  <a:pt x="1814014" y="59076"/>
                  <a:pt x="1812346" y="61697"/>
                </a:cubicBezTo>
                <a:lnTo>
                  <a:pt x="1812346" y="104020"/>
                </a:lnTo>
                <a:cubicBezTo>
                  <a:pt x="1812346" y="104401"/>
                  <a:pt x="1812251" y="104723"/>
                  <a:pt x="1812060" y="104985"/>
                </a:cubicBezTo>
                <a:cubicBezTo>
                  <a:pt x="1811869" y="105247"/>
                  <a:pt x="1811560" y="105474"/>
                  <a:pt x="1811131" y="105664"/>
                </a:cubicBezTo>
                <a:cubicBezTo>
                  <a:pt x="1810701" y="105855"/>
                  <a:pt x="1810106" y="105998"/>
                  <a:pt x="1809343" y="106093"/>
                </a:cubicBezTo>
                <a:cubicBezTo>
                  <a:pt x="1808580" y="106189"/>
                  <a:pt x="1807603" y="106236"/>
                  <a:pt x="1806411" y="106236"/>
                </a:cubicBezTo>
                <a:cubicBezTo>
                  <a:pt x="1805267" y="106236"/>
                  <a:pt x="1804314" y="106189"/>
                  <a:pt x="1803551" y="106093"/>
                </a:cubicBezTo>
                <a:cubicBezTo>
                  <a:pt x="1802789" y="105998"/>
                  <a:pt x="1802181" y="105855"/>
                  <a:pt x="1801728" y="105664"/>
                </a:cubicBezTo>
                <a:cubicBezTo>
                  <a:pt x="1801275" y="105474"/>
                  <a:pt x="1800965" y="105247"/>
                  <a:pt x="1800799" y="104985"/>
                </a:cubicBezTo>
                <a:cubicBezTo>
                  <a:pt x="1800632" y="104723"/>
                  <a:pt x="1800548" y="104401"/>
                  <a:pt x="1800548" y="104020"/>
                </a:cubicBezTo>
                <a:lnTo>
                  <a:pt x="1800548" y="39678"/>
                </a:lnTo>
                <a:cubicBezTo>
                  <a:pt x="1800548" y="39297"/>
                  <a:pt x="1800620" y="38975"/>
                  <a:pt x="1800763" y="38713"/>
                </a:cubicBezTo>
                <a:cubicBezTo>
                  <a:pt x="1800906" y="38451"/>
                  <a:pt x="1801192" y="38212"/>
                  <a:pt x="1801621" y="37998"/>
                </a:cubicBezTo>
                <a:cubicBezTo>
                  <a:pt x="1802050" y="37783"/>
                  <a:pt x="1802598" y="37640"/>
                  <a:pt x="1803265" y="37569"/>
                </a:cubicBezTo>
                <a:cubicBezTo>
                  <a:pt x="1803933" y="37497"/>
                  <a:pt x="1804815" y="37462"/>
                  <a:pt x="1805911" y="37462"/>
                </a:cubicBezTo>
                <a:cubicBezTo>
                  <a:pt x="1806960" y="37462"/>
                  <a:pt x="1807830" y="37497"/>
                  <a:pt x="1808521" y="37569"/>
                </a:cubicBezTo>
                <a:cubicBezTo>
                  <a:pt x="1809212" y="37640"/>
                  <a:pt x="1809748" y="37783"/>
                  <a:pt x="1810129" y="37998"/>
                </a:cubicBezTo>
                <a:cubicBezTo>
                  <a:pt x="1810511" y="38212"/>
                  <a:pt x="1810785" y="38451"/>
                  <a:pt x="1810952" y="38713"/>
                </a:cubicBezTo>
                <a:cubicBezTo>
                  <a:pt x="1811119" y="38975"/>
                  <a:pt x="1811202" y="39297"/>
                  <a:pt x="1811202" y="39678"/>
                </a:cubicBezTo>
                <a:lnTo>
                  <a:pt x="1811202" y="49043"/>
                </a:lnTo>
                <a:cubicBezTo>
                  <a:pt x="1812966" y="46469"/>
                  <a:pt x="1814622" y="44372"/>
                  <a:pt x="1816171" y="42752"/>
                </a:cubicBezTo>
                <a:cubicBezTo>
                  <a:pt x="1817721" y="41131"/>
                  <a:pt x="1819186" y="39857"/>
                  <a:pt x="1820569" y="38927"/>
                </a:cubicBezTo>
                <a:cubicBezTo>
                  <a:pt x="1821951" y="37998"/>
                  <a:pt x="1823321" y="37354"/>
                  <a:pt x="1824680" y="36997"/>
                </a:cubicBezTo>
                <a:cubicBezTo>
                  <a:pt x="1826038" y="36639"/>
                  <a:pt x="1827409" y="36461"/>
                  <a:pt x="1828791" y="36461"/>
                </a:cubicBezTo>
                <a:cubicBezTo>
                  <a:pt x="1829411" y="36461"/>
                  <a:pt x="1830114" y="36496"/>
                  <a:pt x="1830901" y="36568"/>
                </a:cubicBezTo>
                <a:cubicBezTo>
                  <a:pt x="1831687" y="36639"/>
                  <a:pt x="1832509" y="36770"/>
                  <a:pt x="1833367" y="36961"/>
                </a:cubicBezTo>
                <a:cubicBezTo>
                  <a:pt x="1834225" y="37152"/>
                  <a:pt x="1835000" y="37366"/>
                  <a:pt x="1835691" y="37605"/>
                </a:cubicBezTo>
                <a:cubicBezTo>
                  <a:pt x="1836382" y="37843"/>
                  <a:pt x="1836871" y="38081"/>
                  <a:pt x="1837157" y="38319"/>
                </a:cubicBezTo>
                <a:cubicBezTo>
                  <a:pt x="1837443" y="38558"/>
                  <a:pt x="1837634" y="38784"/>
                  <a:pt x="1837729" y="38999"/>
                </a:cubicBezTo>
                <a:cubicBezTo>
                  <a:pt x="1837824" y="39213"/>
                  <a:pt x="1837908" y="39487"/>
                  <a:pt x="1837979" y="39821"/>
                </a:cubicBezTo>
                <a:cubicBezTo>
                  <a:pt x="1838051" y="40154"/>
                  <a:pt x="1838098" y="40643"/>
                  <a:pt x="1838122" y="41286"/>
                </a:cubicBezTo>
                <a:cubicBezTo>
                  <a:pt x="1838146" y="41930"/>
                  <a:pt x="1838158" y="42800"/>
                  <a:pt x="1838158" y="43896"/>
                </a:cubicBezTo>
                <a:close/>
                <a:moveTo>
                  <a:pt x="1904151" y="69061"/>
                </a:moveTo>
                <a:cubicBezTo>
                  <a:pt x="1904151" y="70920"/>
                  <a:pt x="1903686" y="72242"/>
                  <a:pt x="1902756" y="73029"/>
                </a:cubicBezTo>
                <a:cubicBezTo>
                  <a:pt x="1901827" y="73815"/>
                  <a:pt x="1900766" y="74208"/>
                  <a:pt x="1899575" y="74208"/>
                </a:cubicBezTo>
                <a:lnTo>
                  <a:pt x="1857389" y="74208"/>
                </a:lnTo>
                <a:cubicBezTo>
                  <a:pt x="1857389" y="77793"/>
                  <a:pt x="1857746" y="81020"/>
                  <a:pt x="1858461" y="83889"/>
                </a:cubicBezTo>
                <a:cubicBezTo>
                  <a:pt x="1859177" y="86757"/>
                  <a:pt x="1860368" y="89219"/>
                  <a:pt x="1862037" y="91275"/>
                </a:cubicBezTo>
                <a:cubicBezTo>
                  <a:pt x="1863705" y="93330"/>
                  <a:pt x="1865874" y="94908"/>
                  <a:pt x="1868543" y="96009"/>
                </a:cubicBezTo>
                <a:cubicBezTo>
                  <a:pt x="1871213" y="97108"/>
                  <a:pt x="1874478" y="97657"/>
                  <a:pt x="1878339" y="97657"/>
                </a:cubicBezTo>
                <a:cubicBezTo>
                  <a:pt x="1881390" y="97657"/>
                  <a:pt x="1884107" y="97407"/>
                  <a:pt x="1886490" y="96907"/>
                </a:cubicBezTo>
                <a:cubicBezTo>
                  <a:pt x="1888873" y="96406"/>
                  <a:pt x="1890935" y="95846"/>
                  <a:pt x="1892675" y="95227"/>
                </a:cubicBezTo>
                <a:cubicBezTo>
                  <a:pt x="1894415" y="94607"/>
                  <a:pt x="1895845" y="94047"/>
                  <a:pt x="1896965" y="93547"/>
                </a:cubicBezTo>
                <a:cubicBezTo>
                  <a:pt x="1898085" y="93046"/>
                  <a:pt x="1898931" y="92796"/>
                  <a:pt x="1899503" y="92796"/>
                </a:cubicBezTo>
                <a:cubicBezTo>
                  <a:pt x="1899837" y="92796"/>
                  <a:pt x="1900135" y="92879"/>
                  <a:pt x="1900397" y="93046"/>
                </a:cubicBezTo>
                <a:cubicBezTo>
                  <a:pt x="1900659" y="93213"/>
                  <a:pt x="1900862" y="93463"/>
                  <a:pt x="1901005" y="93797"/>
                </a:cubicBezTo>
                <a:cubicBezTo>
                  <a:pt x="1901148" y="94130"/>
                  <a:pt x="1901255" y="94595"/>
                  <a:pt x="1901326" y="95191"/>
                </a:cubicBezTo>
                <a:cubicBezTo>
                  <a:pt x="1901398" y="95787"/>
                  <a:pt x="1901434" y="96514"/>
                  <a:pt x="1901434" y="97371"/>
                </a:cubicBezTo>
                <a:cubicBezTo>
                  <a:pt x="1901434" y="97991"/>
                  <a:pt x="1901410" y="98527"/>
                  <a:pt x="1901362" y="98980"/>
                </a:cubicBezTo>
                <a:cubicBezTo>
                  <a:pt x="1901315" y="99433"/>
                  <a:pt x="1901255" y="99838"/>
                  <a:pt x="1901183" y="100195"/>
                </a:cubicBezTo>
                <a:cubicBezTo>
                  <a:pt x="1901112" y="100553"/>
                  <a:pt x="1900993" y="100875"/>
                  <a:pt x="1900826" y="101160"/>
                </a:cubicBezTo>
                <a:cubicBezTo>
                  <a:pt x="1900659" y="101446"/>
                  <a:pt x="1900445" y="101721"/>
                  <a:pt x="1900182" y="101983"/>
                </a:cubicBezTo>
                <a:cubicBezTo>
                  <a:pt x="1899920" y="102245"/>
                  <a:pt x="1899146" y="102674"/>
                  <a:pt x="1897859" y="103269"/>
                </a:cubicBezTo>
                <a:cubicBezTo>
                  <a:pt x="1896572" y="103865"/>
                  <a:pt x="1894903" y="104449"/>
                  <a:pt x="1892854" y="105021"/>
                </a:cubicBezTo>
                <a:cubicBezTo>
                  <a:pt x="1890804" y="105593"/>
                  <a:pt x="1888432" y="106105"/>
                  <a:pt x="1885739" y="106558"/>
                </a:cubicBezTo>
                <a:cubicBezTo>
                  <a:pt x="1883046" y="107011"/>
                  <a:pt x="1880174" y="107237"/>
                  <a:pt x="1877123" y="107237"/>
                </a:cubicBezTo>
                <a:cubicBezTo>
                  <a:pt x="1871832" y="107237"/>
                  <a:pt x="1867197" y="106498"/>
                  <a:pt x="1863216" y="105019"/>
                </a:cubicBezTo>
                <a:cubicBezTo>
                  <a:pt x="1859236" y="103540"/>
                  <a:pt x="1855887" y="101345"/>
                  <a:pt x="1853170" y="98435"/>
                </a:cubicBezTo>
                <a:cubicBezTo>
                  <a:pt x="1850453" y="95525"/>
                  <a:pt x="1848404" y="91875"/>
                  <a:pt x="1847021" y="87486"/>
                </a:cubicBezTo>
                <a:cubicBezTo>
                  <a:pt x="1845639" y="83096"/>
                  <a:pt x="1844948" y="77991"/>
                  <a:pt x="1844948" y="72171"/>
                </a:cubicBezTo>
                <a:cubicBezTo>
                  <a:pt x="1844948" y="66636"/>
                  <a:pt x="1845663" y="61662"/>
                  <a:pt x="1847093" y="57249"/>
                </a:cubicBezTo>
                <a:cubicBezTo>
                  <a:pt x="1848523" y="52836"/>
                  <a:pt x="1850584" y="49091"/>
                  <a:pt x="1853278" y="46014"/>
                </a:cubicBezTo>
                <a:cubicBezTo>
                  <a:pt x="1855971" y="42937"/>
                  <a:pt x="1859224" y="40575"/>
                  <a:pt x="1863038" y="38929"/>
                </a:cubicBezTo>
                <a:cubicBezTo>
                  <a:pt x="1866851" y="37284"/>
                  <a:pt x="1871117" y="36461"/>
                  <a:pt x="1875836" y="36461"/>
                </a:cubicBezTo>
                <a:cubicBezTo>
                  <a:pt x="1880889" y="36461"/>
                  <a:pt x="1885191" y="37271"/>
                  <a:pt x="1888742" y="38891"/>
                </a:cubicBezTo>
                <a:cubicBezTo>
                  <a:pt x="1892293" y="40512"/>
                  <a:pt x="1895213" y="42692"/>
                  <a:pt x="1897501" y="45433"/>
                </a:cubicBezTo>
                <a:cubicBezTo>
                  <a:pt x="1899789" y="48173"/>
                  <a:pt x="1901469" y="51390"/>
                  <a:pt x="1902542" y="55084"/>
                </a:cubicBezTo>
                <a:cubicBezTo>
                  <a:pt x="1903614" y="58778"/>
                  <a:pt x="1904151" y="62722"/>
                  <a:pt x="1904151" y="66916"/>
                </a:cubicBezTo>
                <a:lnTo>
                  <a:pt x="1904151" y="69061"/>
                </a:lnTo>
                <a:moveTo>
                  <a:pt x="1892282" y="65558"/>
                </a:moveTo>
                <a:cubicBezTo>
                  <a:pt x="1892425" y="59362"/>
                  <a:pt x="1891054" y="54500"/>
                  <a:pt x="1888170" y="50973"/>
                </a:cubicBezTo>
                <a:cubicBezTo>
                  <a:pt x="1885286" y="47447"/>
                  <a:pt x="1881008" y="45683"/>
                  <a:pt x="1875336" y="45683"/>
                </a:cubicBezTo>
                <a:cubicBezTo>
                  <a:pt x="1872428" y="45683"/>
                  <a:pt x="1869878" y="46231"/>
                  <a:pt x="1867685" y="47327"/>
                </a:cubicBezTo>
                <a:cubicBezTo>
                  <a:pt x="1865492" y="48424"/>
                  <a:pt x="1863657" y="49877"/>
                  <a:pt x="1862180" y="51688"/>
                </a:cubicBezTo>
                <a:cubicBezTo>
                  <a:pt x="1860702" y="53499"/>
                  <a:pt x="1859558" y="55608"/>
                  <a:pt x="1858748" y="58015"/>
                </a:cubicBezTo>
                <a:cubicBezTo>
                  <a:pt x="1857937" y="60422"/>
                  <a:pt x="1857484" y="62936"/>
                  <a:pt x="1857389" y="65558"/>
                </a:cubicBezTo>
                <a:lnTo>
                  <a:pt x="1892282" y="65558"/>
                </a:lnTo>
                <a:close/>
                <a:moveTo>
                  <a:pt x="1953794" y="99373"/>
                </a:moveTo>
                <a:cubicBezTo>
                  <a:pt x="1953794" y="100755"/>
                  <a:pt x="1953699" y="101852"/>
                  <a:pt x="1953508" y="102662"/>
                </a:cubicBezTo>
                <a:cubicBezTo>
                  <a:pt x="1953318" y="103472"/>
                  <a:pt x="1953032" y="104068"/>
                  <a:pt x="1952650" y="104449"/>
                </a:cubicBezTo>
                <a:cubicBezTo>
                  <a:pt x="1952269" y="104830"/>
                  <a:pt x="1951697" y="105188"/>
                  <a:pt x="1950934" y="105521"/>
                </a:cubicBezTo>
                <a:cubicBezTo>
                  <a:pt x="1950172" y="105855"/>
                  <a:pt x="1949302" y="106129"/>
                  <a:pt x="1948325" y="106344"/>
                </a:cubicBezTo>
                <a:cubicBezTo>
                  <a:pt x="1947347" y="106558"/>
                  <a:pt x="1946311" y="106737"/>
                  <a:pt x="1945214" y="106880"/>
                </a:cubicBezTo>
                <a:cubicBezTo>
                  <a:pt x="1944118" y="107023"/>
                  <a:pt x="1943022" y="107094"/>
                  <a:pt x="1941925" y="107094"/>
                </a:cubicBezTo>
                <a:cubicBezTo>
                  <a:pt x="1938589" y="107094"/>
                  <a:pt x="1935728" y="106653"/>
                  <a:pt x="1933345" y="105769"/>
                </a:cubicBezTo>
                <a:cubicBezTo>
                  <a:pt x="1930962" y="104885"/>
                  <a:pt x="1929007" y="103547"/>
                  <a:pt x="1927482" y="101755"/>
                </a:cubicBezTo>
                <a:cubicBezTo>
                  <a:pt x="1925957" y="99963"/>
                  <a:pt x="1924848" y="97694"/>
                  <a:pt x="1924157" y="94947"/>
                </a:cubicBezTo>
                <a:cubicBezTo>
                  <a:pt x="1923466" y="92201"/>
                  <a:pt x="1923120" y="88964"/>
                  <a:pt x="1923120" y="85238"/>
                </a:cubicBezTo>
                <a:lnTo>
                  <a:pt x="1923120" y="47542"/>
                </a:lnTo>
                <a:lnTo>
                  <a:pt x="1914111" y="47542"/>
                </a:lnTo>
                <a:cubicBezTo>
                  <a:pt x="1913396" y="47542"/>
                  <a:pt x="1912824" y="47161"/>
                  <a:pt x="1912395" y="46398"/>
                </a:cubicBezTo>
                <a:cubicBezTo>
                  <a:pt x="1911966" y="45635"/>
                  <a:pt x="1911752" y="44396"/>
                  <a:pt x="1911752" y="42680"/>
                </a:cubicBezTo>
                <a:cubicBezTo>
                  <a:pt x="1911752" y="41775"/>
                  <a:pt x="1911811" y="41012"/>
                  <a:pt x="1911930" y="40393"/>
                </a:cubicBezTo>
                <a:cubicBezTo>
                  <a:pt x="1912050" y="39773"/>
                  <a:pt x="1912205" y="39261"/>
                  <a:pt x="1912395" y="38856"/>
                </a:cubicBezTo>
                <a:cubicBezTo>
                  <a:pt x="1912586" y="38451"/>
                  <a:pt x="1912836" y="38165"/>
                  <a:pt x="1913146" y="37998"/>
                </a:cubicBezTo>
                <a:cubicBezTo>
                  <a:pt x="1913456" y="37831"/>
                  <a:pt x="1913801" y="37748"/>
                  <a:pt x="1914183" y="37748"/>
                </a:cubicBezTo>
                <a:lnTo>
                  <a:pt x="1923120" y="37748"/>
                </a:lnTo>
                <a:lnTo>
                  <a:pt x="1923120" y="22448"/>
                </a:lnTo>
                <a:cubicBezTo>
                  <a:pt x="1923120" y="22115"/>
                  <a:pt x="1923204" y="21805"/>
                  <a:pt x="1923371" y="21519"/>
                </a:cubicBezTo>
                <a:cubicBezTo>
                  <a:pt x="1923538" y="21233"/>
                  <a:pt x="1923847" y="20983"/>
                  <a:pt x="1924300" y="20768"/>
                </a:cubicBezTo>
                <a:cubicBezTo>
                  <a:pt x="1924753" y="20554"/>
                  <a:pt x="1925361" y="20399"/>
                  <a:pt x="1926123" y="20304"/>
                </a:cubicBezTo>
                <a:cubicBezTo>
                  <a:pt x="1926886" y="20208"/>
                  <a:pt x="1927839" y="20161"/>
                  <a:pt x="1928984" y="20161"/>
                </a:cubicBezTo>
                <a:cubicBezTo>
                  <a:pt x="1930175" y="20161"/>
                  <a:pt x="1931152" y="20208"/>
                  <a:pt x="1931915" y="20304"/>
                </a:cubicBezTo>
                <a:cubicBezTo>
                  <a:pt x="1932678" y="20399"/>
                  <a:pt x="1933274" y="20554"/>
                  <a:pt x="1933703" y="20768"/>
                </a:cubicBezTo>
                <a:cubicBezTo>
                  <a:pt x="1934132" y="20983"/>
                  <a:pt x="1934441" y="21233"/>
                  <a:pt x="1934632" y="21519"/>
                </a:cubicBezTo>
                <a:cubicBezTo>
                  <a:pt x="1934823" y="21805"/>
                  <a:pt x="1934918" y="22115"/>
                  <a:pt x="1934918" y="22448"/>
                </a:cubicBezTo>
                <a:lnTo>
                  <a:pt x="1934918" y="37748"/>
                </a:lnTo>
                <a:lnTo>
                  <a:pt x="1951435" y="37748"/>
                </a:lnTo>
                <a:cubicBezTo>
                  <a:pt x="1951816" y="37748"/>
                  <a:pt x="1952150" y="37831"/>
                  <a:pt x="1952436" y="37998"/>
                </a:cubicBezTo>
                <a:cubicBezTo>
                  <a:pt x="1952722" y="38165"/>
                  <a:pt x="1952972" y="38451"/>
                  <a:pt x="1953187" y="38856"/>
                </a:cubicBezTo>
                <a:cubicBezTo>
                  <a:pt x="1953401" y="39261"/>
                  <a:pt x="1953556" y="39773"/>
                  <a:pt x="1953651" y="40393"/>
                </a:cubicBezTo>
                <a:cubicBezTo>
                  <a:pt x="1953747" y="41012"/>
                  <a:pt x="1953794" y="41775"/>
                  <a:pt x="1953794" y="42680"/>
                </a:cubicBezTo>
                <a:cubicBezTo>
                  <a:pt x="1953794" y="44396"/>
                  <a:pt x="1953580" y="45635"/>
                  <a:pt x="1953151" y="46398"/>
                </a:cubicBezTo>
                <a:cubicBezTo>
                  <a:pt x="1952722" y="47161"/>
                  <a:pt x="1952150" y="47542"/>
                  <a:pt x="1951435" y="47542"/>
                </a:cubicBezTo>
                <a:lnTo>
                  <a:pt x="1934918" y="47542"/>
                </a:lnTo>
                <a:lnTo>
                  <a:pt x="1934918" y="83536"/>
                </a:lnTo>
                <a:cubicBezTo>
                  <a:pt x="1934918" y="87980"/>
                  <a:pt x="1935574" y="91338"/>
                  <a:pt x="1936884" y="93609"/>
                </a:cubicBezTo>
                <a:cubicBezTo>
                  <a:pt x="1938195" y="95879"/>
                  <a:pt x="1940543" y="97014"/>
                  <a:pt x="1943927" y="97014"/>
                </a:cubicBezTo>
                <a:cubicBezTo>
                  <a:pt x="1945024" y="97014"/>
                  <a:pt x="1946001" y="96907"/>
                  <a:pt x="1946859" y="96692"/>
                </a:cubicBezTo>
                <a:cubicBezTo>
                  <a:pt x="1947717" y="96478"/>
                  <a:pt x="1948479" y="96251"/>
                  <a:pt x="1949147" y="96013"/>
                </a:cubicBezTo>
                <a:cubicBezTo>
                  <a:pt x="1949814" y="95775"/>
                  <a:pt x="1950386" y="95548"/>
                  <a:pt x="1950863" y="95334"/>
                </a:cubicBezTo>
                <a:cubicBezTo>
                  <a:pt x="1951340" y="95119"/>
                  <a:pt x="1951769" y="95012"/>
                  <a:pt x="1952150" y="95012"/>
                </a:cubicBezTo>
                <a:cubicBezTo>
                  <a:pt x="1952388" y="95012"/>
                  <a:pt x="1952615" y="95072"/>
                  <a:pt x="1952829" y="95191"/>
                </a:cubicBezTo>
                <a:cubicBezTo>
                  <a:pt x="1953044" y="95310"/>
                  <a:pt x="1953210" y="95536"/>
                  <a:pt x="1953330" y="95870"/>
                </a:cubicBezTo>
                <a:cubicBezTo>
                  <a:pt x="1953449" y="96204"/>
                  <a:pt x="1953556" y="96657"/>
                  <a:pt x="1953651" y="97228"/>
                </a:cubicBezTo>
                <a:cubicBezTo>
                  <a:pt x="1953747" y="97800"/>
                  <a:pt x="1953794" y="98515"/>
                  <a:pt x="1953794" y="99373"/>
                </a:cubicBezTo>
                <a:close/>
                <a:moveTo>
                  <a:pt x="1980380" y="104020"/>
                </a:moveTo>
                <a:cubicBezTo>
                  <a:pt x="1980380" y="104401"/>
                  <a:pt x="1980285" y="104723"/>
                  <a:pt x="1980094" y="104985"/>
                </a:cubicBezTo>
                <a:cubicBezTo>
                  <a:pt x="1979903" y="105247"/>
                  <a:pt x="1979593" y="105474"/>
                  <a:pt x="1979164" y="105664"/>
                </a:cubicBezTo>
                <a:cubicBezTo>
                  <a:pt x="1978735" y="105855"/>
                  <a:pt x="1978140" y="105998"/>
                  <a:pt x="1977377" y="106093"/>
                </a:cubicBezTo>
                <a:cubicBezTo>
                  <a:pt x="1976614" y="106189"/>
                  <a:pt x="1975637" y="106236"/>
                  <a:pt x="1974445" y="106236"/>
                </a:cubicBezTo>
                <a:cubicBezTo>
                  <a:pt x="1973301" y="106236"/>
                  <a:pt x="1972348" y="106189"/>
                  <a:pt x="1971585" y="106093"/>
                </a:cubicBezTo>
                <a:cubicBezTo>
                  <a:pt x="1970823" y="105998"/>
                  <a:pt x="1970215" y="105855"/>
                  <a:pt x="1969762" y="105664"/>
                </a:cubicBezTo>
                <a:cubicBezTo>
                  <a:pt x="1969309" y="105474"/>
                  <a:pt x="1968999" y="105247"/>
                  <a:pt x="1968832" y="104985"/>
                </a:cubicBezTo>
                <a:cubicBezTo>
                  <a:pt x="1968666" y="104723"/>
                  <a:pt x="1968582" y="104401"/>
                  <a:pt x="1968582" y="104020"/>
                </a:cubicBezTo>
                <a:lnTo>
                  <a:pt x="1968582" y="39678"/>
                </a:lnTo>
                <a:cubicBezTo>
                  <a:pt x="1968582" y="39344"/>
                  <a:pt x="1968666" y="39034"/>
                  <a:pt x="1968832" y="38748"/>
                </a:cubicBezTo>
                <a:cubicBezTo>
                  <a:pt x="1968999" y="38462"/>
                  <a:pt x="1969309" y="38224"/>
                  <a:pt x="1969762" y="38033"/>
                </a:cubicBezTo>
                <a:cubicBezTo>
                  <a:pt x="1970215" y="37843"/>
                  <a:pt x="1970823" y="37700"/>
                  <a:pt x="1971585" y="37605"/>
                </a:cubicBezTo>
                <a:cubicBezTo>
                  <a:pt x="1972348" y="37509"/>
                  <a:pt x="1973301" y="37462"/>
                  <a:pt x="1974445" y="37462"/>
                </a:cubicBezTo>
                <a:cubicBezTo>
                  <a:pt x="1975637" y="37462"/>
                  <a:pt x="1976614" y="37509"/>
                  <a:pt x="1977377" y="37605"/>
                </a:cubicBezTo>
                <a:cubicBezTo>
                  <a:pt x="1978140" y="37700"/>
                  <a:pt x="1978735" y="37843"/>
                  <a:pt x="1979164" y="38033"/>
                </a:cubicBezTo>
                <a:cubicBezTo>
                  <a:pt x="1979593" y="38224"/>
                  <a:pt x="1979903" y="38462"/>
                  <a:pt x="1980094" y="38748"/>
                </a:cubicBezTo>
                <a:cubicBezTo>
                  <a:pt x="1980285" y="39034"/>
                  <a:pt x="1980380" y="39344"/>
                  <a:pt x="1980380" y="39678"/>
                </a:cubicBezTo>
                <a:lnTo>
                  <a:pt x="1980380" y="104020"/>
                </a:lnTo>
                <a:moveTo>
                  <a:pt x="1981738" y="17873"/>
                </a:moveTo>
                <a:cubicBezTo>
                  <a:pt x="1981738" y="20637"/>
                  <a:pt x="1981214" y="22520"/>
                  <a:pt x="1980165" y="23521"/>
                </a:cubicBezTo>
                <a:cubicBezTo>
                  <a:pt x="1979117" y="24522"/>
                  <a:pt x="1977186" y="25022"/>
                  <a:pt x="1974374" y="25022"/>
                </a:cubicBezTo>
                <a:cubicBezTo>
                  <a:pt x="1971609" y="25022"/>
                  <a:pt x="1969714" y="24534"/>
                  <a:pt x="1968689" y="23556"/>
                </a:cubicBezTo>
                <a:cubicBezTo>
                  <a:pt x="1967665" y="22579"/>
                  <a:pt x="1967152" y="20733"/>
                  <a:pt x="1967152" y="18016"/>
                </a:cubicBezTo>
                <a:cubicBezTo>
                  <a:pt x="1967152" y="15252"/>
                  <a:pt x="1967677" y="13369"/>
                  <a:pt x="1968725" y="12368"/>
                </a:cubicBezTo>
                <a:cubicBezTo>
                  <a:pt x="1969774" y="11367"/>
                  <a:pt x="1971704" y="10867"/>
                  <a:pt x="1974517" y="10867"/>
                </a:cubicBezTo>
                <a:cubicBezTo>
                  <a:pt x="1977282" y="10867"/>
                  <a:pt x="1979176" y="11355"/>
                  <a:pt x="1980201" y="12332"/>
                </a:cubicBezTo>
                <a:cubicBezTo>
                  <a:pt x="1981226" y="13309"/>
                  <a:pt x="1981738" y="15156"/>
                  <a:pt x="1981738" y="17873"/>
                </a:cubicBezTo>
                <a:close/>
                <a:moveTo>
                  <a:pt x="2047425" y="94297"/>
                </a:moveTo>
                <a:cubicBezTo>
                  <a:pt x="2047425" y="95108"/>
                  <a:pt x="2047401" y="95811"/>
                  <a:pt x="2047353" y="96406"/>
                </a:cubicBezTo>
                <a:cubicBezTo>
                  <a:pt x="2047306" y="97002"/>
                  <a:pt x="2047222" y="97503"/>
                  <a:pt x="2047103" y="97908"/>
                </a:cubicBezTo>
                <a:cubicBezTo>
                  <a:pt x="2046984" y="98313"/>
                  <a:pt x="2046841" y="98670"/>
                  <a:pt x="2046674" y="98980"/>
                </a:cubicBezTo>
                <a:cubicBezTo>
                  <a:pt x="2046507" y="99290"/>
                  <a:pt x="2046126" y="99743"/>
                  <a:pt x="2045530" y="100338"/>
                </a:cubicBezTo>
                <a:cubicBezTo>
                  <a:pt x="2044934" y="100934"/>
                  <a:pt x="2043921" y="101673"/>
                  <a:pt x="2042491" y="102555"/>
                </a:cubicBezTo>
                <a:cubicBezTo>
                  <a:pt x="2041061" y="103436"/>
                  <a:pt x="2039453" y="104223"/>
                  <a:pt x="2037665" y="104914"/>
                </a:cubicBezTo>
                <a:cubicBezTo>
                  <a:pt x="2035877" y="105605"/>
                  <a:pt x="2033935" y="106165"/>
                  <a:pt x="2031838" y="106594"/>
                </a:cubicBezTo>
                <a:cubicBezTo>
                  <a:pt x="2029740" y="107023"/>
                  <a:pt x="2027571" y="107237"/>
                  <a:pt x="2025331" y="107237"/>
                </a:cubicBezTo>
                <a:cubicBezTo>
                  <a:pt x="2020707" y="107237"/>
                  <a:pt x="2016608" y="106473"/>
                  <a:pt x="2013033" y="104945"/>
                </a:cubicBezTo>
                <a:cubicBezTo>
                  <a:pt x="2009458" y="103417"/>
                  <a:pt x="2006467" y="101184"/>
                  <a:pt x="2004059" y="98247"/>
                </a:cubicBezTo>
                <a:cubicBezTo>
                  <a:pt x="2001652" y="95310"/>
                  <a:pt x="1999817" y="91704"/>
                  <a:pt x="1998554" y="87430"/>
                </a:cubicBezTo>
                <a:cubicBezTo>
                  <a:pt x="1997291" y="83155"/>
                  <a:pt x="1996659" y="78224"/>
                  <a:pt x="1996659" y="72638"/>
                </a:cubicBezTo>
                <a:cubicBezTo>
                  <a:pt x="1996659" y="66285"/>
                  <a:pt x="1997434" y="60829"/>
                  <a:pt x="1998983" y="56268"/>
                </a:cubicBezTo>
                <a:cubicBezTo>
                  <a:pt x="2000532" y="51708"/>
                  <a:pt x="2002653" y="47971"/>
                  <a:pt x="2005347" y="45058"/>
                </a:cubicBezTo>
                <a:cubicBezTo>
                  <a:pt x="2008040" y="42144"/>
                  <a:pt x="2011210" y="39983"/>
                  <a:pt x="2014856" y="38574"/>
                </a:cubicBezTo>
                <a:cubicBezTo>
                  <a:pt x="2018503" y="37165"/>
                  <a:pt x="2022447" y="36461"/>
                  <a:pt x="2026690" y="36461"/>
                </a:cubicBezTo>
                <a:cubicBezTo>
                  <a:pt x="2028739" y="36461"/>
                  <a:pt x="2030729" y="36651"/>
                  <a:pt x="2032660" y="37033"/>
                </a:cubicBezTo>
                <a:cubicBezTo>
                  <a:pt x="2034590" y="37414"/>
                  <a:pt x="2036366" y="37914"/>
                  <a:pt x="2037987" y="38534"/>
                </a:cubicBezTo>
                <a:cubicBezTo>
                  <a:pt x="2039607" y="39154"/>
                  <a:pt x="2041049" y="39868"/>
                  <a:pt x="2042313" y="40679"/>
                </a:cubicBezTo>
                <a:cubicBezTo>
                  <a:pt x="2043576" y="41489"/>
                  <a:pt x="2044493" y="42180"/>
                  <a:pt x="2045065" y="42752"/>
                </a:cubicBezTo>
                <a:cubicBezTo>
                  <a:pt x="2045637" y="43324"/>
                  <a:pt x="2046031" y="43777"/>
                  <a:pt x="2046245" y="44110"/>
                </a:cubicBezTo>
                <a:cubicBezTo>
                  <a:pt x="2046460" y="44444"/>
                  <a:pt x="2046638" y="44837"/>
                  <a:pt x="2046781" y="45290"/>
                </a:cubicBezTo>
                <a:cubicBezTo>
                  <a:pt x="2046924" y="45743"/>
                  <a:pt x="2047020" y="46255"/>
                  <a:pt x="2047067" y="46827"/>
                </a:cubicBezTo>
                <a:cubicBezTo>
                  <a:pt x="2047115" y="47399"/>
                  <a:pt x="2047139" y="48114"/>
                  <a:pt x="2047139" y="48972"/>
                </a:cubicBezTo>
                <a:cubicBezTo>
                  <a:pt x="2047139" y="50830"/>
                  <a:pt x="2046924" y="52129"/>
                  <a:pt x="2046495" y="52868"/>
                </a:cubicBezTo>
                <a:cubicBezTo>
                  <a:pt x="2046066" y="53607"/>
                  <a:pt x="2045542" y="53976"/>
                  <a:pt x="2044922" y="53976"/>
                </a:cubicBezTo>
                <a:cubicBezTo>
                  <a:pt x="2044207" y="53976"/>
                  <a:pt x="2043385" y="53583"/>
                  <a:pt x="2042456" y="52796"/>
                </a:cubicBezTo>
                <a:cubicBezTo>
                  <a:pt x="2041526" y="52010"/>
                  <a:pt x="2040346" y="51140"/>
                  <a:pt x="2038916" y="50187"/>
                </a:cubicBezTo>
                <a:cubicBezTo>
                  <a:pt x="2037486" y="49234"/>
                  <a:pt x="2035758" y="48364"/>
                  <a:pt x="2033732" y="47578"/>
                </a:cubicBezTo>
                <a:cubicBezTo>
                  <a:pt x="2031707" y="46791"/>
                  <a:pt x="2029311" y="46398"/>
                  <a:pt x="2026547" y="46398"/>
                </a:cubicBezTo>
                <a:cubicBezTo>
                  <a:pt x="2020874" y="46398"/>
                  <a:pt x="2016525" y="48585"/>
                  <a:pt x="2013498" y="52960"/>
                </a:cubicBezTo>
                <a:cubicBezTo>
                  <a:pt x="2010471" y="57332"/>
                  <a:pt x="2008957" y="63677"/>
                  <a:pt x="2008957" y="71992"/>
                </a:cubicBezTo>
                <a:cubicBezTo>
                  <a:pt x="2008957" y="76150"/>
                  <a:pt x="2009351" y="79795"/>
                  <a:pt x="2010137" y="82926"/>
                </a:cubicBezTo>
                <a:cubicBezTo>
                  <a:pt x="2010924" y="86056"/>
                  <a:pt x="2012080" y="88673"/>
                  <a:pt x="2013605" y="90776"/>
                </a:cubicBezTo>
                <a:cubicBezTo>
                  <a:pt x="2015130" y="92879"/>
                  <a:pt x="2017001" y="94445"/>
                  <a:pt x="2019218" y="95472"/>
                </a:cubicBezTo>
                <a:cubicBezTo>
                  <a:pt x="2021434" y="96500"/>
                  <a:pt x="2023973" y="97014"/>
                  <a:pt x="2026833" y="97014"/>
                </a:cubicBezTo>
                <a:cubicBezTo>
                  <a:pt x="2029550" y="97014"/>
                  <a:pt x="2031933" y="96585"/>
                  <a:pt x="2033983" y="95727"/>
                </a:cubicBezTo>
                <a:cubicBezTo>
                  <a:pt x="2036032" y="94869"/>
                  <a:pt x="2037808" y="93928"/>
                  <a:pt x="2039310" y="92903"/>
                </a:cubicBezTo>
                <a:cubicBezTo>
                  <a:pt x="2040811" y="91879"/>
                  <a:pt x="2042074" y="90949"/>
                  <a:pt x="2043099" y="90115"/>
                </a:cubicBezTo>
                <a:cubicBezTo>
                  <a:pt x="2044124" y="89281"/>
                  <a:pt x="2044922" y="88864"/>
                  <a:pt x="2045494" y="88864"/>
                </a:cubicBezTo>
                <a:cubicBezTo>
                  <a:pt x="2045828" y="88864"/>
                  <a:pt x="2046114" y="88959"/>
                  <a:pt x="2046352" y="89150"/>
                </a:cubicBezTo>
                <a:cubicBezTo>
                  <a:pt x="2046591" y="89341"/>
                  <a:pt x="2046793" y="89662"/>
                  <a:pt x="2046960" y="90115"/>
                </a:cubicBezTo>
                <a:cubicBezTo>
                  <a:pt x="2047127" y="90568"/>
                  <a:pt x="2047246" y="91140"/>
                  <a:pt x="2047318" y="91831"/>
                </a:cubicBezTo>
                <a:cubicBezTo>
                  <a:pt x="2047389" y="92522"/>
                  <a:pt x="2047425" y="93344"/>
                  <a:pt x="2047425" y="94297"/>
                </a:cubicBezTo>
                <a:close/>
                <a:moveTo>
                  <a:pt x="2109167" y="104092"/>
                </a:moveTo>
                <a:cubicBezTo>
                  <a:pt x="2109167" y="104664"/>
                  <a:pt x="2108976" y="105093"/>
                  <a:pt x="2108595" y="105378"/>
                </a:cubicBezTo>
                <a:cubicBezTo>
                  <a:pt x="2108214" y="105664"/>
                  <a:pt x="2107689" y="105879"/>
                  <a:pt x="2107022" y="106022"/>
                </a:cubicBezTo>
                <a:cubicBezTo>
                  <a:pt x="2106355" y="106165"/>
                  <a:pt x="2105377" y="106236"/>
                  <a:pt x="2104090" y="106236"/>
                </a:cubicBezTo>
                <a:cubicBezTo>
                  <a:pt x="2102851" y="106236"/>
                  <a:pt x="2101862" y="106165"/>
                  <a:pt x="2101123" y="106022"/>
                </a:cubicBezTo>
                <a:cubicBezTo>
                  <a:pt x="2100384" y="105879"/>
                  <a:pt x="2099848" y="105664"/>
                  <a:pt x="2099514" y="105378"/>
                </a:cubicBezTo>
                <a:cubicBezTo>
                  <a:pt x="2099181" y="105093"/>
                  <a:pt x="2099014" y="104664"/>
                  <a:pt x="2099014" y="104092"/>
                </a:cubicBezTo>
                <a:lnTo>
                  <a:pt x="2099014" y="97657"/>
                </a:lnTo>
                <a:cubicBezTo>
                  <a:pt x="2096201" y="100660"/>
                  <a:pt x="2093067" y="103007"/>
                  <a:pt x="2089611" y="104699"/>
                </a:cubicBezTo>
                <a:cubicBezTo>
                  <a:pt x="2086155" y="106391"/>
                  <a:pt x="2082497" y="107237"/>
                  <a:pt x="2078636" y="107237"/>
                </a:cubicBezTo>
                <a:cubicBezTo>
                  <a:pt x="2075252" y="107237"/>
                  <a:pt x="2072189" y="106795"/>
                  <a:pt x="2069448" y="105910"/>
                </a:cubicBezTo>
                <a:cubicBezTo>
                  <a:pt x="2066707" y="105026"/>
                  <a:pt x="2064371" y="103746"/>
                  <a:pt x="2062441" y="102072"/>
                </a:cubicBezTo>
                <a:cubicBezTo>
                  <a:pt x="2060510" y="100398"/>
                  <a:pt x="2059009" y="98342"/>
                  <a:pt x="2057936" y="95904"/>
                </a:cubicBezTo>
                <a:cubicBezTo>
                  <a:pt x="2056864" y="93464"/>
                  <a:pt x="2056328" y="90689"/>
                  <a:pt x="2056328" y="87579"/>
                </a:cubicBezTo>
                <a:cubicBezTo>
                  <a:pt x="2056328" y="83945"/>
                  <a:pt x="2057066" y="80789"/>
                  <a:pt x="2058544" y="78111"/>
                </a:cubicBezTo>
                <a:cubicBezTo>
                  <a:pt x="2060022" y="75432"/>
                  <a:pt x="2062143" y="73207"/>
                  <a:pt x="2064908" y="71438"/>
                </a:cubicBezTo>
                <a:cubicBezTo>
                  <a:pt x="2067672" y="69668"/>
                  <a:pt x="2071057" y="68341"/>
                  <a:pt x="2075061" y="67457"/>
                </a:cubicBezTo>
                <a:cubicBezTo>
                  <a:pt x="2079065" y="66572"/>
                  <a:pt x="2083569" y="66130"/>
                  <a:pt x="2088575" y="66130"/>
                </a:cubicBezTo>
                <a:lnTo>
                  <a:pt x="2097441" y="66130"/>
                </a:lnTo>
                <a:lnTo>
                  <a:pt x="2097441" y="61143"/>
                </a:lnTo>
                <a:cubicBezTo>
                  <a:pt x="2097441" y="58674"/>
                  <a:pt x="2097179" y="56489"/>
                  <a:pt x="2096654" y="54590"/>
                </a:cubicBezTo>
                <a:cubicBezTo>
                  <a:pt x="2096130" y="52690"/>
                  <a:pt x="2095284" y="51110"/>
                  <a:pt x="2094116" y="49852"/>
                </a:cubicBezTo>
                <a:cubicBezTo>
                  <a:pt x="2092948" y="48593"/>
                  <a:pt x="2091435" y="47644"/>
                  <a:pt x="2089576" y="47003"/>
                </a:cubicBezTo>
                <a:cubicBezTo>
                  <a:pt x="2087717" y="46361"/>
                  <a:pt x="2085429" y="46041"/>
                  <a:pt x="2082711" y="46041"/>
                </a:cubicBezTo>
                <a:cubicBezTo>
                  <a:pt x="2079804" y="46041"/>
                  <a:pt x="2077194" y="46382"/>
                  <a:pt x="2074882" y="47066"/>
                </a:cubicBezTo>
                <a:cubicBezTo>
                  <a:pt x="2072570" y="47750"/>
                  <a:pt x="2070544" y="48504"/>
                  <a:pt x="2068805" y="49329"/>
                </a:cubicBezTo>
                <a:cubicBezTo>
                  <a:pt x="2067065" y="50154"/>
                  <a:pt x="2065611" y="50909"/>
                  <a:pt x="2064443" y="51592"/>
                </a:cubicBezTo>
                <a:cubicBezTo>
                  <a:pt x="2063275" y="52276"/>
                  <a:pt x="2062405" y="52618"/>
                  <a:pt x="2061833" y="52618"/>
                </a:cubicBezTo>
                <a:cubicBezTo>
                  <a:pt x="2061452" y="52618"/>
                  <a:pt x="2061118" y="52522"/>
                  <a:pt x="2060832" y="52332"/>
                </a:cubicBezTo>
                <a:cubicBezTo>
                  <a:pt x="2060546" y="52141"/>
                  <a:pt x="2060296" y="51855"/>
                  <a:pt x="2060081" y="51474"/>
                </a:cubicBezTo>
                <a:cubicBezTo>
                  <a:pt x="2059867" y="51093"/>
                  <a:pt x="2059712" y="50604"/>
                  <a:pt x="2059617" y="50008"/>
                </a:cubicBezTo>
                <a:cubicBezTo>
                  <a:pt x="2059521" y="49413"/>
                  <a:pt x="2059474" y="48757"/>
                  <a:pt x="2059474" y="48042"/>
                </a:cubicBezTo>
                <a:cubicBezTo>
                  <a:pt x="2059474" y="46851"/>
                  <a:pt x="2059557" y="45909"/>
                  <a:pt x="2059724" y="45218"/>
                </a:cubicBezTo>
                <a:cubicBezTo>
                  <a:pt x="2059891" y="44527"/>
                  <a:pt x="2060296" y="43872"/>
                  <a:pt x="2060939" y="43252"/>
                </a:cubicBezTo>
                <a:cubicBezTo>
                  <a:pt x="2061583" y="42633"/>
                  <a:pt x="2062691" y="41911"/>
                  <a:pt x="2064264" y="41088"/>
                </a:cubicBezTo>
                <a:cubicBezTo>
                  <a:pt x="2065837" y="40262"/>
                  <a:pt x="2067649" y="39509"/>
                  <a:pt x="2069698" y="38827"/>
                </a:cubicBezTo>
                <a:cubicBezTo>
                  <a:pt x="2071748" y="38144"/>
                  <a:pt x="2073988" y="37580"/>
                  <a:pt x="2076419" y="37133"/>
                </a:cubicBezTo>
                <a:cubicBezTo>
                  <a:pt x="2078850" y="36685"/>
                  <a:pt x="2081305" y="36461"/>
                  <a:pt x="2083784" y="36461"/>
                </a:cubicBezTo>
                <a:cubicBezTo>
                  <a:pt x="2088408" y="36461"/>
                  <a:pt x="2092340" y="36985"/>
                  <a:pt x="2095582" y="38033"/>
                </a:cubicBezTo>
                <a:cubicBezTo>
                  <a:pt x="2098823" y="39082"/>
                  <a:pt x="2101445" y="40619"/>
                  <a:pt x="2103447" y="42645"/>
                </a:cubicBezTo>
                <a:cubicBezTo>
                  <a:pt x="2105449" y="44670"/>
                  <a:pt x="2106903" y="47184"/>
                  <a:pt x="2107808" y="50187"/>
                </a:cubicBezTo>
                <a:cubicBezTo>
                  <a:pt x="2108714" y="53190"/>
                  <a:pt x="2109167" y="56693"/>
                  <a:pt x="2109167" y="60696"/>
                </a:cubicBezTo>
                <a:lnTo>
                  <a:pt x="2109167" y="104092"/>
                </a:lnTo>
                <a:moveTo>
                  <a:pt x="2097441" y="74637"/>
                </a:moveTo>
                <a:lnTo>
                  <a:pt x="2087359" y="74637"/>
                </a:lnTo>
                <a:cubicBezTo>
                  <a:pt x="2084118" y="74637"/>
                  <a:pt x="2081305" y="74913"/>
                  <a:pt x="2078922" y="75466"/>
                </a:cubicBezTo>
                <a:cubicBezTo>
                  <a:pt x="2076539" y="76017"/>
                  <a:pt x="2074560" y="76832"/>
                  <a:pt x="2072987" y="77910"/>
                </a:cubicBezTo>
                <a:cubicBezTo>
                  <a:pt x="2071414" y="78988"/>
                  <a:pt x="2070258" y="80283"/>
                  <a:pt x="2069520" y="81795"/>
                </a:cubicBezTo>
                <a:cubicBezTo>
                  <a:pt x="2068781" y="83305"/>
                  <a:pt x="2068411" y="85044"/>
                  <a:pt x="2068411" y="87010"/>
                </a:cubicBezTo>
                <a:cubicBezTo>
                  <a:pt x="2068411" y="90367"/>
                  <a:pt x="2069472" y="93040"/>
                  <a:pt x="2071593" y="95030"/>
                </a:cubicBezTo>
                <a:cubicBezTo>
                  <a:pt x="2073714" y="97020"/>
                  <a:pt x="2076682" y="98015"/>
                  <a:pt x="2080495" y="98015"/>
                </a:cubicBezTo>
                <a:cubicBezTo>
                  <a:pt x="2083593" y="98015"/>
                  <a:pt x="2086465" y="97224"/>
                  <a:pt x="2089111" y="95642"/>
                </a:cubicBezTo>
                <a:cubicBezTo>
                  <a:pt x="2091756" y="94059"/>
                  <a:pt x="2094533" y="91637"/>
                  <a:pt x="2097441" y="88377"/>
                </a:cubicBezTo>
                <a:lnTo>
                  <a:pt x="2097441" y="74637"/>
                </a:lnTo>
                <a:close/>
                <a:moveTo>
                  <a:pt x="2141092" y="104018"/>
                </a:moveTo>
                <a:cubicBezTo>
                  <a:pt x="2141092" y="104399"/>
                  <a:pt x="2140996" y="104722"/>
                  <a:pt x="2140806" y="104985"/>
                </a:cubicBezTo>
                <a:cubicBezTo>
                  <a:pt x="2140615" y="105247"/>
                  <a:pt x="2140305" y="105474"/>
                  <a:pt x="2139876" y="105664"/>
                </a:cubicBezTo>
                <a:cubicBezTo>
                  <a:pt x="2139447" y="105855"/>
                  <a:pt x="2138851" y="105998"/>
                  <a:pt x="2138089" y="106093"/>
                </a:cubicBezTo>
                <a:cubicBezTo>
                  <a:pt x="2137326" y="106189"/>
                  <a:pt x="2136349" y="106236"/>
                  <a:pt x="2135157" y="106236"/>
                </a:cubicBezTo>
                <a:cubicBezTo>
                  <a:pt x="2134013" y="106236"/>
                  <a:pt x="2133060" y="106189"/>
                  <a:pt x="2132297" y="106093"/>
                </a:cubicBezTo>
                <a:cubicBezTo>
                  <a:pt x="2131534" y="105998"/>
                  <a:pt x="2130927" y="105855"/>
                  <a:pt x="2130474" y="105664"/>
                </a:cubicBezTo>
                <a:cubicBezTo>
                  <a:pt x="2130021" y="105474"/>
                  <a:pt x="2129711" y="105247"/>
                  <a:pt x="2129544" y="104985"/>
                </a:cubicBezTo>
                <a:cubicBezTo>
                  <a:pt x="2129377" y="104722"/>
                  <a:pt x="2129294" y="104399"/>
                  <a:pt x="2129294" y="104018"/>
                </a:cubicBezTo>
                <a:lnTo>
                  <a:pt x="2129294" y="8438"/>
                </a:lnTo>
                <a:cubicBezTo>
                  <a:pt x="2129294" y="8057"/>
                  <a:pt x="2129377" y="7723"/>
                  <a:pt x="2129544" y="7437"/>
                </a:cubicBezTo>
                <a:cubicBezTo>
                  <a:pt x="2129711" y="7150"/>
                  <a:pt x="2130021" y="6911"/>
                  <a:pt x="2130474" y="6720"/>
                </a:cubicBezTo>
                <a:cubicBezTo>
                  <a:pt x="2130927" y="6530"/>
                  <a:pt x="2131534" y="6387"/>
                  <a:pt x="2132297" y="6291"/>
                </a:cubicBezTo>
                <a:cubicBezTo>
                  <a:pt x="2133060" y="6196"/>
                  <a:pt x="2134013" y="6148"/>
                  <a:pt x="2135157" y="6148"/>
                </a:cubicBezTo>
                <a:cubicBezTo>
                  <a:pt x="2136349" y="6148"/>
                  <a:pt x="2137326" y="6196"/>
                  <a:pt x="2138089" y="6291"/>
                </a:cubicBezTo>
                <a:cubicBezTo>
                  <a:pt x="2138851" y="6387"/>
                  <a:pt x="2139447" y="6530"/>
                  <a:pt x="2139876" y="6720"/>
                </a:cubicBezTo>
                <a:cubicBezTo>
                  <a:pt x="2140305" y="6911"/>
                  <a:pt x="2140615" y="7150"/>
                  <a:pt x="2140806" y="7437"/>
                </a:cubicBezTo>
                <a:cubicBezTo>
                  <a:pt x="2140996" y="7723"/>
                  <a:pt x="2141092" y="8057"/>
                  <a:pt x="2141092" y="8438"/>
                </a:cubicBezTo>
                <a:lnTo>
                  <a:pt x="2141092" y="104018"/>
                </a:lnTo>
                <a:close/>
                <a:moveTo>
                  <a:pt x="2289911" y="104020"/>
                </a:moveTo>
                <a:cubicBezTo>
                  <a:pt x="2289911" y="104401"/>
                  <a:pt x="2289816" y="104723"/>
                  <a:pt x="2289625" y="104985"/>
                </a:cubicBezTo>
                <a:cubicBezTo>
                  <a:pt x="2289434" y="105247"/>
                  <a:pt x="2289124" y="105474"/>
                  <a:pt x="2288695" y="105664"/>
                </a:cubicBezTo>
                <a:cubicBezTo>
                  <a:pt x="2288266" y="105855"/>
                  <a:pt x="2287671" y="105998"/>
                  <a:pt x="2286908" y="106093"/>
                </a:cubicBezTo>
                <a:cubicBezTo>
                  <a:pt x="2286145" y="106189"/>
                  <a:pt x="2285192" y="106236"/>
                  <a:pt x="2284048" y="106236"/>
                </a:cubicBezTo>
                <a:cubicBezTo>
                  <a:pt x="2282856" y="106236"/>
                  <a:pt x="2281879" y="106189"/>
                  <a:pt x="2281116" y="106093"/>
                </a:cubicBezTo>
                <a:cubicBezTo>
                  <a:pt x="2280354" y="105998"/>
                  <a:pt x="2279746" y="105855"/>
                  <a:pt x="2279293" y="105664"/>
                </a:cubicBezTo>
                <a:cubicBezTo>
                  <a:pt x="2278840" y="105474"/>
                  <a:pt x="2278518" y="105247"/>
                  <a:pt x="2278328" y="104985"/>
                </a:cubicBezTo>
                <a:cubicBezTo>
                  <a:pt x="2278137" y="104723"/>
                  <a:pt x="2278042" y="104401"/>
                  <a:pt x="2278042" y="104020"/>
                </a:cubicBezTo>
                <a:lnTo>
                  <a:pt x="2278042" y="64914"/>
                </a:lnTo>
                <a:cubicBezTo>
                  <a:pt x="2278042" y="62198"/>
                  <a:pt x="2277803" y="59719"/>
                  <a:pt x="2277327" y="57479"/>
                </a:cubicBezTo>
                <a:cubicBezTo>
                  <a:pt x="2276850" y="55239"/>
                  <a:pt x="2276087" y="53309"/>
                  <a:pt x="2275039" y="51688"/>
                </a:cubicBezTo>
                <a:cubicBezTo>
                  <a:pt x="2273990" y="50068"/>
                  <a:pt x="2272655" y="48829"/>
                  <a:pt x="2271035" y="47971"/>
                </a:cubicBezTo>
                <a:cubicBezTo>
                  <a:pt x="2269414" y="47113"/>
                  <a:pt x="2267507" y="46684"/>
                  <a:pt x="2265315" y="46684"/>
                </a:cubicBezTo>
                <a:cubicBezTo>
                  <a:pt x="2262598" y="46684"/>
                  <a:pt x="2259869" y="47733"/>
                  <a:pt x="2257128" y="49830"/>
                </a:cubicBezTo>
                <a:cubicBezTo>
                  <a:pt x="2254387" y="51927"/>
                  <a:pt x="2251372" y="55001"/>
                  <a:pt x="2248083" y="59052"/>
                </a:cubicBezTo>
                <a:lnTo>
                  <a:pt x="2248083" y="104020"/>
                </a:lnTo>
                <a:cubicBezTo>
                  <a:pt x="2248083" y="104401"/>
                  <a:pt x="2247988" y="104723"/>
                  <a:pt x="2247797" y="104985"/>
                </a:cubicBezTo>
                <a:cubicBezTo>
                  <a:pt x="2247606" y="105247"/>
                  <a:pt x="2247284" y="105474"/>
                  <a:pt x="2246832" y="105664"/>
                </a:cubicBezTo>
                <a:cubicBezTo>
                  <a:pt x="2246379" y="105855"/>
                  <a:pt x="2245771" y="105998"/>
                  <a:pt x="2245008" y="106093"/>
                </a:cubicBezTo>
                <a:cubicBezTo>
                  <a:pt x="2244246" y="106189"/>
                  <a:pt x="2243292" y="106236"/>
                  <a:pt x="2242148" y="106236"/>
                </a:cubicBezTo>
                <a:cubicBezTo>
                  <a:pt x="2241052" y="106236"/>
                  <a:pt x="2240110" y="106189"/>
                  <a:pt x="2239324" y="106093"/>
                </a:cubicBezTo>
                <a:cubicBezTo>
                  <a:pt x="2238537" y="105998"/>
                  <a:pt x="2237918" y="105855"/>
                  <a:pt x="2237465" y="105664"/>
                </a:cubicBezTo>
                <a:cubicBezTo>
                  <a:pt x="2237012" y="105474"/>
                  <a:pt x="2236702" y="105247"/>
                  <a:pt x="2236535" y="104985"/>
                </a:cubicBezTo>
                <a:cubicBezTo>
                  <a:pt x="2236369" y="104723"/>
                  <a:pt x="2236285" y="104401"/>
                  <a:pt x="2236285" y="104020"/>
                </a:cubicBezTo>
                <a:lnTo>
                  <a:pt x="2236285" y="64914"/>
                </a:lnTo>
                <a:cubicBezTo>
                  <a:pt x="2236285" y="62198"/>
                  <a:pt x="2236023" y="59719"/>
                  <a:pt x="2235499" y="57479"/>
                </a:cubicBezTo>
                <a:cubicBezTo>
                  <a:pt x="2234974" y="55239"/>
                  <a:pt x="2234188" y="53309"/>
                  <a:pt x="2233139" y="51688"/>
                </a:cubicBezTo>
                <a:cubicBezTo>
                  <a:pt x="2232090" y="50068"/>
                  <a:pt x="2230768" y="48829"/>
                  <a:pt x="2229171" y="47971"/>
                </a:cubicBezTo>
                <a:cubicBezTo>
                  <a:pt x="2227574" y="47113"/>
                  <a:pt x="2225679" y="46684"/>
                  <a:pt x="2223486" y="46684"/>
                </a:cubicBezTo>
                <a:cubicBezTo>
                  <a:pt x="2220769" y="46684"/>
                  <a:pt x="2218029" y="47733"/>
                  <a:pt x="2215264" y="49830"/>
                </a:cubicBezTo>
                <a:cubicBezTo>
                  <a:pt x="2212499" y="51927"/>
                  <a:pt x="2209496" y="55001"/>
                  <a:pt x="2206255" y="59052"/>
                </a:cubicBezTo>
                <a:lnTo>
                  <a:pt x="2206255" y="104020"/>
                </a:lnTo>
                <a:cubicBezTo>
                  <a:pt x="2206255" y="104401"/>
                  <a:pt x="2206159" y="104723"/>
                  <a:pt x="2205969" y="104985"/>
                </a:cubicBezTo>
                <a:cubicBezTo>
                  <a:pt x="2205778" y="105247"/>
                  <a:pt x="2205468" y="105474"/>
                  <a:pt x="2205039" y="105664"/>
                </a:cubicBezTo>
                <a:cubicBezTo>
                  <a:pt x="2204610" y="105855"/>
                  <a:pt x="2204014" y="105998"/>
                  <a:pt x="2203252" y="106093"/>
                </a:cubicBezTo>
                <a:cubicBezTo>
                  <a:pt x="2202489" y="106189"/>
                  <a:pt x="2201512" y="106236"/>
                  <a:pt x="2200320" y="106236"/>
                </a:cubicBezTo>
                <a:cubicBezTo>
                  <a:pt x="2199176" y="106236"/>
                  <a:pt x="2198223" y="106189"/>
                  <a:pt x="2197460" y="106093"/>
                </a:cubicBezTo>
                <a:cubicBezTo>
                  <a:pt x="2196697" y="105998"/>
                  <a:pt x="2196090" y="105855"/>
                  <a:pt x="2195637" y="105664"/>
                </a:cubicBezTo>
                <a:cubicBezTo>
                  <a:pt x="2195184" y="105474"/>
                  <a:pt x="2194874" y="105247"/>
                  <a:pt x="2194707" y="104985"/>
                </a:cubicBezTo>
                <a:cubicBezTo>
                  <a:pt x="2194540" y="104723"/>
                  <a:pt x="2194457" y="104401"/>
                  <a:pt x="2194457" y="104020"/>
                </a:cubicBezTo>
                <a:lnTo>
                  <a:pt x="2194457" y="39678"/>
                </a:lnTo>
                <a:cubicBezTo>
                  <a:pt x="2194457" y="39297"/>
                  <a:pt x="2194529" y="38975"/>
                  <a:pt x="2194672" y="38713"/>
                </a:cubicBezTo>
                <a:cubicBezTo>
                  <a:pt x="2194815" y="38451"/>
                  <a:pt x="2195101" y="38212"/>
                  <a:pt x="2195530" y="37998"/>
                </a:cubicBezTo>
                <a:cubicBezTo>
                  <a:pt x="2195959" y="37783"/>
                  <a:pt x="2196507" y="37640"/>
                  <a:pt x="2197174" y="37569"/>
                </a:cubicBezTo>
                <a:cubicBezTo>
                  <a:pt x="2197841" y="37497"/>
                  <a:pt x="2198723" y="37462"/>
                  <a:pt x="2199820" y="37462"/>
                </a:cubicBezTo>
                <a:cubicBezTo>
                  <a:pt x="2200868" y="37462"/>
                  <a:pt x="2201738" y="37497"/>
                  <a:pt x="2202429" y="37569"/>
                </a:cubicBezTo>
                <a:cubicBezTo>
                  <a:pt x="2203121" y="37640"/>
                  <a:pt x="2203657" y="37783"/>
                  <a:pt x="2204038" y="37998"/>
                </a:cubicBezTo>
                <a:cubicBezTo>
                  <a:pt x="2204419" y="38212"/>
                  <a:pt x="2204694" y="38451"/>
                  <a:pt x="2204860" y="38713"/>
                </a:cubicBezTo>
                <a:cubicBezTo>
                  <a:pt x="2205027" y="38975"/>
                  <a:pt x="2205111" y="39297"/>
                  <a:pt x="2205111" y="39678"/>
                </a:cubicBezTo>
                <a:lnTo>
                  <a:pt x="2205111" y="48185"/>
                </a:lnTo>
                <a:cubicBezTo>
                  <a:pt x="2208733" y="44134"/>
                  <a:pt x="2212249" y="41167"/>
                  <a:pt x="2215657" y="39285"/>
                </a:cubicBezTo>
                <a:cubicBezTo>
                  <a:pt x="2219065" y="37402"/>
                  <a:pt x="2222509" y="36461"/>
                  <a:pt x="2225989" y="36461"/>
                </a:cubicBezTo>
                <a:cubicBezTo>
                  <a:pt x="2228658" y="36461"/>
                  <a:pt x="2231054" y="36770"/>
                  <a:pt x="2233175" y="37390"/>
                </a:cubicBezTo>
                <a:cubicBezTo>
                  <a:pt x="2235296" y="38010"/>
                  <a:pt x="2237167" y="38879"/>
                  <a:pt x="2238788" y="40000"/>
                </a:cubicBezTo>
                <a:cubicBezTo>
                  <a:pt x="2240408" y="41120"/>
                  <a:pt x="2241791" y="42454"/>
                  <a:pt x="2242935" y="44003"/>
                </a:cubicBezTo>
                <a:cubicBezTo>
                  <a:pt x="2244079" y="45552"/>
                  <a:pt x="2245032" y="47280"/>
                  <a:pt x="2245795" y="49186"/>
                </a:cubicBezTo>
                <a:cubicBezTo>
                  <a:pt x="2247940" y="46851"/>
                  <a:pt x="2249978" y="44873"/>
                  <a:pt x="2251908" y="43252"/>
                </a:cubicBezTo>
                <a:cubicBezTo>
                  <a:pt x="2253839" y="41632"/>
                  <a:pt x="2255698" y="40321"/>
                  <a:pt x="2257485" y="39320"/>
                </a:cubicBezTo>
                <a:cubicBezTo>
                  <a:pt x="2259273" y="38319"/>
                  <a:pt x="2261013" y="37593"/>
                  <a:pt x="2262705" y="37140"/>
                </a:cubicBezTo>
                <a:cubicBezTo>
                  <a:pt x="2264397" y="36687"/>
                  <a:pt x="2266101" y="36461"/>
                  <a:pt x="2267817" y="36461"/>
                </a:cubicBezTo>
                <a:cubicBezTo>
                  <a:pt x="2271964" y="36461"/>
                  <a:pt x="2275444" y="37188"/>
                  <a:pt x="2278256" y="38641"/>
                </a:cubicBezTo>
                <a:cubicBezTo>
                  <a:pt x="2281069" y="40095"/>
                  <a:pt x="2283345" y="42037"/>
                  <a:pt x="2285085" y="44468"/>
                </a:cubicBezTo>
                <a:cubicBezTo>
                  <a:pt x="2286825" y="46898"/>
                  <a:pt x="2288064" y="49746"/>
                  <a:pt x="2288803" y="53011"/>
                </a:cubicBezTo>
                <a:cubicBezTo>
                  <a:pt x="2289542" y="56276"/>
                  <a:pt x="2289911" y="59719"/>
                  <a:pt x="2289911" y="63341"/>
                </a:cubicBezTo>
                <a:lnTo>
                  <a:pt x="2289911" y="104020"/>
                </a:lnTo>
                <a:close/>
                <a:moveTo>
                  <a:pt x="2368888" y="71170"/>
                </a:moveTo>
                <a:cubicBezTo>
                  <a:pt x="2368888" y="76417"/>
                  <a:pt x="2368197" y="81247"/>
                  <a:pt x="2366815" y="85660"/>
                </a:cubicBezTo>
                <a:cubicBezTo>
                  <a:pt x="2365432" y="90073"/>
                  <a:pt x="2363371" y="93879"/>
                  <a:pt x="2360630" y="97077"/>
                </a:cubicBezTo>
                <a:cubicBezTo>
                  <a:pt x="2357889" y="100273"/>
                  <a:pt x="2354457" y="102765"/>
                  <a:pt x="2350334" y="104554"/>
                </a:cubicBezTo>
                <a:cubicBezTo>
                  <a:pt x="2346211" y="106343"/>
                  <a:pt x="2341432" y="107237"/>
                  <a:pt x="2335998" y="107237"/>
                </a:cubicBezTo>
                <a:cubicBezTo>
                  <a:pt x="2330707" y="107237"/>
                  <a:pt x="2326095" y="106450"/>
                  <a:pt x="2322162" y="104876"/>
                </a:cubicBezTo>
                <a:cubicBezTo>
                  <a:pt x="2318230" y="103302"/>
                  <a:pt x="2314953" y="101012"/>
                  <a:pt x="2312331" y="98006"/>
                </a:cubicBezTo>
                <a:cubicBezTo>
                  <a:pt x="2309709" y="95000"/>
                  <a:pt x="2307755" y="91351"/>
                  <a:pt x="2306468" y="87057"/>
                </a:cubicBezTo>
                <a:cubicBezTo>
                  <a:pt x="2305181" y="82763"/>
                  <a:pt x="2304537" y="77896"/>
                  <a:pt x="2304537" y="72457"/>
                </a:cubicBezTo>
                <a:cubicBezTo>
                  <a:pt x="2304537" y="67209"/>
                  <a:pt x="2305217" y="62379"/>
                  <a:pt x="2306575" y="57966"/>
                </a:cubicBezTo>
                <a:cubicBezTo>
                  <a:pt x="2307934" y="53553"/>
                  <a:pt x="2309983" y="49748"/>
                  <a:pt x="2312724" y="46552"/>
                </a:cubicBezTo>
                <a:cubicBezTo>
                  <a:pt x="2315465" y="43354"/>
                  <a:pt x="2318885" y="40873"/>
                  <a:pt x="2322985" y="39108"/>
                </a:cubicBezTo>
                <a:cubicBezTo>
                  <a:pt x="2327084" y="37343"/>
                  <a:pt x="2331875" y="36461"/>
                  <a:pt x="2337356" y="36461"/>
                </a:cubicBezTo>
                <a:cubicBezTo>
                  <a:pt x="2342647" y="36461"/>
                  <a:pt x="2347259" y="37248"/>
                  <a:pt x="2351192" y="38822"/>
                </a:cubicBezTo>
                <a:cubicBezTo>
                  <a:pt x="2355124" y="40396"/>
                  <a:pt x="2358402" y="42686"/>
                  <a:pt x="2361023" y="45692"/>
                </a:cubicBezTo>
                <a:cubicBezTo>
                  <a:pt x="2363645" y="48698"/>
                  <a:pt x="2365611" y="52347"/>
                  <a:pt x="2366922" y="56641"/>
                </a:cubicBezTo>
                <a:cubicBezTo>
                  <a:pt x="2368233" y="60935"/>
                  <a:pt x="2368888" y="65778"/>
                  <a:pt x="2368888" y="71170"/>
                </a:cubicBezTo>
                <a:moveTo>
                  <a:pt x="2356447" y="71956"/>
                </a:moveTo>
                <a:cubicBezTo>
                  <a:pt x="2356447" y="68472"/>
                  <a:pt x="2356125" y="65179"/>
                  <a:pt x="2355482" y="62077"/>
                </a:cubicBezTo>
                <a:cubicBezTo>
                  <a:pt x="2354838" y="58975"/>
                  <a:pt x="2353778" y="56254"/>
                  <a:pt x="2352300" y="53916"/>
                </a:cubicBezTo>
                <a:cubicBezTo>
                  <a:pt x="2350822" y="51577"/>
                  <a:pt x="2348820" y="49728"/>
                  <a:pt x="2346294" y="48368"/>
                </a:cubicBezTo>
                <a:cubicBezTo>
                  <a:pt x="2343768" y="47007"/>
                  <a:pt x="2340622" y="46327"/>
                  <a:pt x="2336856" y="46327"/>
                </a:cubicBezTo>
                <a:cubicBezTo>
                  <a:pt x="2333376" y="46327"/>
                  <a:pt x="2330385" y="46947"/>
                  <a:pt x="2327882" y="48188"/>
                </a:cubicBezTo>
                <a:cubicBezTo>
                  <a:pt x="2325380" y="49428"/>
                  <a:pt x="2323318" y="51183"/>
                  <a:pt x="2321698" y="53451"/>
                </a:cubicBezTo>
                <a:cubicBezTo>
                  <a:pt x="2320077" y="55718"/>
                  <a:pt x="2318873" y="58403"/>
                  <a:pt x="2318087" y="61505"/>
                </a:cubicBezTo>
                <a:cubicBezTo>
                  <a:pt x="2317300" y="64606"/>
                  <a:pt x="2316907" y="67994"/>
                  <a:pt x="2316907" y="71670"/>
                </a:cubicBezTo>
                <a:cubicBezTo>
                  <a:pt x="2316907" y="75202"/>
                  <a:pt x="2317229" y="78519"/>
                  <a:pt x="2317872" y="81621"/>
                </a:cubicBezTo>
                <a:cubicBezTo>
                  <a:pt x="2318516" y="84723"/>
                  <a:pt x="2319588" y="87432"/>
                  <a:pt x="2321090" y="89746"/>
                </a:cubicBezTo>
                <a:cubicBezTo>
                  <a:pt x="2322591" y="92061"/>
                  <a:pt x="2324605" y="93899"/>
                  <a:pt x="2327132" y="95260"/>
                </a:cubicBezTo>
                <a:cubicBezTo>
                  <a:pt x="2329658" y="96620"/>
                  <a:pt x="2332804" y="97300"/>
                  <a:pt x="2336570" y="97300"/>
                </a:cubicBezTo>
                <a:cubicBezTo>
                  <a:pt x="2340002" y="97300"/>
                  <a:pt x="2342981" y="96680"/>
                  <a:pt x="2345507" y="95439"/>
                </a:cubicBezTo>
                <a:cubicBezTo>
                  <a:pt x="2348034" y="94198"/>
                  <a:pt x="2350107" y="92456"/>
                  <a:pt x="2351728" y="90213"/>
                </a:cubicBezTo>
                <a:cubicBezTo>
                  <a:pt x="2353349" y="87969"/>
                  <a:pt x="2354540" y="85296"/>
                  <a:pt x="2355303" y="82195"/>
                </a:cubicBezTo>
                <a:cubicBezTo>
                  <a:pt x="2356066" y="79093"/>
                  <a:pt x="2356447" y="75680"/>
                  <a:pt x="2356447" y="71956"/>
                </a:cubicBezTo>
                <a:close/>
                <a:moveTo>
                  <a:pt x="2440535" y="104018"/>
                </a:moveTo>
                <a:cubicBezTo>
                  <a:pt x="2440535" y="104399"/>
                  <a:pt x="2440452" y="104734"/>
                  <a:pt x="2440285" y="105021"/>
                </a:cubicBezTo>
                <a:cubicBezTo>
                  <a:pt x="2440118" y="105307"/>
                  <a:pt x="2439832" y="105533"/>
                  <a:pt x="2439427" y="105700"/>
                </a:cubicBezTo>
                <a:cubicBezTo>
                  <a:pt x="2439022" y="105867"/>
                  <a:pt x="2438485" y="105998"/>
                  <a:pt x="2437818" y="106093"/>
                </a:cubicBezTo>
                <a:cubicBezTo>
                  <a:pt x="2437151" y="106189"/>
                  <a:pt x="2436340" y="106236"/>
                  <a:pt x="2435387" y="106236"/>
                </a:cubicBezTo>
                <a:cubicBezTo>
                  <a:pt x="2434386" y="106236"/>
                  <a:pt x="2433552" y="106189"/>
                  <a:pt x="2432884" y="106093"/>
                </a:cubicBezTo>
                <a:cubicBezTo>
                  <a:pt x="2432217" y="106000"/>
                  <a:pt x="2431669" y="105870"/>
                  <a:pt x="2431240" y="105705"/>
                </a:cubicBezTo>
                <a:cubicBezTo>
                  <a:pt x="2430811" y="105538"/>
                  <a:pt x="2430501" y="105312"/>
                  <a:pt x="2430310" y="105028"/>
                </a:cubicBezTo>
                <a:cubicBezTo>
                  <a:pt x="2430120" y="104743"/>
                  <a:pt x="2430024" y="104412"/>
                  <a:pt x="2430024" y="104034"/>
                </a:cubicBezTo>
                <a:lnTo>
                  <a:pt x="2430024" y="95573"/>
                </a:lnTo>
                <a:cubicBezTo>
                  <a:pt x="2426640" y="99246"/>
                  <a:pt x="2423125" y="102108"/>
                  <a:pt x="2419478" y="104161"/>
                </a:cubicBezTo>
                <a:cubicBezTo>
                  <a:pt x="2415831" y="106212"/>
                  <a:pt x="2411839" y="107237"/>
                  <a:pt x="2407502" y="107237"/>
                </a:cubicBezTo>
                <a:cubicBezTo>
                  <a:pt x="2402782" y="107237"/>
                  <a:pt x="2398755" y="106319"/>
                  <a:pt x="2395418" y="104483"/>
                </a:cubicBezTo>
                <a:cubicBezTo>
                  <a:pt x="2392081" y="102646"/>
                  <a:pt x="2389376" y="100166"/>
                  <a:pt x="2387303" y="97041"/>
                </a:cubicBezTo>
                <a:cubicBezTo>
                  <a:pt x="2385229" y="93915"/>
                  <a:pt x="2383716" y="90241"/>
                  <a:pt x="2382762" y="86020"/>
                </a:cubicBezTo>
                <a:cubicBezTo>
                  <a:pt x="2381809" y="81797"/>
                  <a:pt x="2381332" y="77348"/>
                  <a:pt x="2381332" y="72671"/>
                </a:cubicBezTo>
                <a:cubicBezTo>
                  <a:pt x="2381332" y="67138"/>
                  <a:pt x="2381928" y="62141"/>
                  <a:pt x="2383120" y="57680"/>
                </a:cubicBezTo>
                <a:cubicBezTo>
                  <a:pt x="2384311" y="53219"/>
                  <a:pt x="2386075" y="49415"/>
                  <a:pt x="2388411" y="46266"/>
                </a:cubicBezTo>
                <a:cubicBezTo>
                  <a:pt x="2390746" y="43116"/>
                  <a:pt x="2393642" y="40694"/>
                  <a:pt x="2397098" y="39001"/>
                </a:cubicBezTo>
                <a:cubicBezTo>
                  <a:pt x="2400554" y="37307"/>
                  <a:pt x="2404546" y="36461"/>
                  <a:pt x="2409075" y="36461"/>
                </a:cubicBezTo>
                <a:cubicBezTo>
                  <a:pt x="2412840" y="36461"/>
                  <a:pt x="2416284" y="37284"/>
                  <a:pt x="2419407" y="38929"/>
                </a:cubicBezTo>
                <a:cubicBezTo>
                  <a:pt x="2422529" y="40575"/>
                  <a:pt x="2425615" y="42996"/>
                  <a:pt x="2428666" y="46192"/>
                </a:cubicBezTo>
                <a:lnTo>
                  <a:pt x="2428666" y="8726"/>
                </a:lnTo>
                <a:cubicBezTo>
                  <a:pt x="2428666" y="8393"/>
                  <a:pt x="2428749" y="8071"/>
                  <a:pt x="2428916" y="7761"/>
                </a:cubicBezTo>
                <a:cubicBezTo>
                  <a:pt x="2429083" y="7450"/>
                  <a:pt x="2429405" y="7211"/>
                  <a:pt x="2429881" y="7044"/>
                </a:cubicBezTo>
                <a:cubicBezTo>
                  <a:pt x="2430358" y="6876"/>
                  <a:pt x="2430966" y="6732"/>
                  <a:pt x="2431705" y="6613"/>
                </a:cubicBezTo>
                <a:cubicBezTo>
                  <a:pt x="2432444" y="6494"/>
                  <a:pt x="2433385" y="6434"/>
                  <a:pt x="2434529" y="6434"/>
                </a:cubicBezTo>
                <a:cubicBezTo>
                  <a:pt x="2435721" y="6434"/>
                  <a:pt x="2436698" y="6494"/>
                  <a:pt x="2437461" y="6613"/>
                </a:cubicBezTo>
                <a:cubicBezTo>
                  <a:pt x="2438223" y="6732"/>
                  <a:pt x="2438819" y="6875"/>
                  <a:pt x="2439248" y="7042"/>
                </a:cubicBezTo>
                <a:cubicBezTo>
                  <a:pt x="2439677" y="7209"/>
                  <a:pt x="2439999" y="7448"/>
                  <a:pt x="2440213" y="7759"/>
                </a:cubicBezTo>
                <a:cubicBezTo>
                  <a:pt x="2440428" y="8069"/>
                  <a:pt x="2440535" y="8391"/>
                  <a:pt x="2440535" y="8724"/>
                </a:cubicBezTo>
                <a:lnTo>
                  <a:pt x="2440535" y="104018"/>
                </a:lnTo>
                <a:moveTo>
                  <a:pt x="2428666" y="58788"/>
                </a:moveTo>
                <a:cubicBezTo>
                  <a:pt x="2425472" y="54825"/>
                  <a:pt x="2422386" y="51805"/>
                  <a:pt x="2419407" y="49729"/>
                </a:cubicBezTo>
                <a:cubicBezTo>
                  <a:pt x="2416427" y="47651"/>
                  <a:pt x="2413317" y="46612"/>
                  <a:pt x="2410076" y="46612"/>
                </a:cubicBezTo>
                <a:cubicBezTo>
                  <a:pt x="2407073" y="46612"/>
                  <a:pt x="2404522" y="47329"/>
                  <a:pt x="2402425" y="48762"/>
                </a:cubicBezTo>
                <a:cubicBezTo>
                  <a:pt x="2400328" y="50193"/>
                  <a:pt x="2398624" y="52078"/>
                  <a:pt x="2397313" y="54416"/>
                </a:cubicBezTo>
                <a:cubicBezTo>
                  <a:pt x="2396002" y="56755"/>
                  <a:pt x="2395048" y="59403"/>
                  <a:pt x="2394453" y="62363"/>
                </a:cubicBezTo>
                <a:cubicBezTo>
                  <a:pt x="2393857" y="65322"/>
                  <a:pt x="2393559" y="68330"/>
                  <a:pt x="2393559" y="71384"/>
                </a:cubicBezTo>
                <a:cubicBezTo>
                  <a:pt x="2393559" y="74630"/>
                  <a:pt x="2393809" y="77804"/>
                  <a:pt x="2394310" y="80906"/>
                </a:cubicBezTo>
                <a:cubicBezTo>
                  <a:pt x="2394810" y="84008"/>
                  <a:pt x="2395680" y="86765"/>
                  <a:pt x="2396919" y="89174"/>
                </a:cubicBezTo>
                <a:cubicBezTo>
                  <a:pt x="2398159" y="91584"/>
                  <a:pt x="2399803" y="93518"/>
                  <a:pt x="2401853" y="94974"/>
                </a:cubicBezTo>
                <a:cubicBezTo>
                  <a:pt x="2403903" y="96429"/>
                  <a:pt x="2406477" y="97157"/>
                  <a:pt x="2409575" y="97157"/>
                </a:cubicBezTo>
                <a:cubicBezTo>
                  <a:pt x="2411148" y="97157"/>
                  <a:pt x="2412662" y="96942"/>
                  <a:pt x="2414115" y="96514"/>
                </a:cubicBezTo>
                <a:cubicBezTo>
                  <a:pt x="2415569" y="96083"/>
                  <a:pt x="2417059" y="95367"/>
                  <a:pt x="2418584" y="94364"/>
                </a:cubicBezTo>
                <a:cubicBezTo>
                  <a:pt x="2420110" y="93362"/>
                  <a:pt x="2421706" y="92061"/>
                  <a:pt x="2423375" y="90461"/>
                </a:cubicBezTo>
                <a:cubicBezTo>
                  <a:pt x="2425043" y="88862"/>
                  <a:pt x="2426807" y="86892"/>
                  <a:pt x="2428666" y="84552"/>
                </a:cubicBezTo>
                <a:lnTo>
                  <a:pt x="2428666" y="58788"/>
                </a:lnTo>
                <a:close/>
                <a:moveTo>
                  <a:pt x="2515661" y="69061"/>
                </a:moveTo>
                <a:cubicBezTo>
                  <a:pt x="2515661" y="70920"/>
                  <a:pt x="2515196" y="72242"/>
                  <a:pt x="2514267" y="73029"/>
                </a:cubicBezTo>
                <a:cubicBezTo>
                  <a:pt x="2513337" y="73815"/>
                  <a:pt x="2512276" y="74208"/>
                  <a:pt x="2511085" y="74208"/>
                </a:cubicBezTo>
                <a:lnTo>
                  <a:pt x="2468899" y="74208"/>
                </a:lnTo>
                <a:cubicBezTo>
                  <a:pt x="2468899" y="77793"/>
                  <a:pt x="2469257" y="81020"/>
                  <a:pt x="2469972" y="83889"/>
                </a:cubicBezTo>
                <a:cubicBezTo>
                  <a:pt x="2470687" y="86757"/>
                  <a:pt x="2471878" y="89219"/>
                  <a:pt x="2473547" y="91275"/>
                </a:cubicBezTo>
                <a:cubicBezTo>
                  <a:pt x="2475215" y="93330"/>
                  <a:pt x="2477384" y="94908"/>
                  <a:pt x="2480053" y="96009"/>
                </a:cubicBezTo>
                <a:cubicBezTo>
                  <a:pt x="2482723" y="97108"/>
                  <a:pt x="2485988" y="97657"/>
                  <a:pt x="2489849" y="97657"/>
                </a:cubicBezTo>
                <a:cubicBezTo>
                  <a:pt x="2492900" y="97657"/>
                  <a:pt x="2495617" y="97407"/>
                  <a:pt x="2498000" y="96907"/>
                </a:cubicBezTo>
                <a:cubicBezTo>
                  <a:pt x="2500383" y="96406"/>
                  <a:pt x="2502445" y="95846"/>
                  <a:pt x="2504185" y="95227"/>
                </a:cubicBezTo>
                <a:cubicBezTo>
                  <a:pt x="2505925" y="94607"/>
                  <a:pt x="2507355" y="94047"/>
                  <a:pt x="2508475" y="93547"/>
                </a:cubicBezTo>
                <a:cubicBezTo>
                  <a:pt x="2509595" y="93046"/>
                  <a:pt x="2510441" y="92796"/>
                  <a:pt x="2511013" y="92796"/>
                </a:cubicBezTo>
                <a:cubicBezTo>
                  <a:pt x="2511347" y="92796"/>
                  <a:pt x="2511645" y="92879"/>
                  <a:pt x="2511907" y="93046"/>
                </a:cubicBezTo>
                <a:cubicBezTo>
                  <a:pt x="2512169" y="93213"/>
                  <a:pt x="2512372" y="93463"/>
                  <a:pt x="2512515" y="93797"/>
                </a:cubicBezTo>
                <a:cubicBezTo>
                  <a:pt x="2512658" y="94130"/>
                  <a:pt x="2512765" y="94595"/>
                  <a:pt x="2512837" y="95191"/>
                </a:cubicBezTo>
                <a:cubicBezTo>
                  <a:pt x="2512908" y="95787"/>
                  <a:pt x="2512944" y="96514"/>
                  <a:pt x="2512944" y="97371"/>
                </a:cubicBezTo>
                <a:cubicBezTo>
                  <a:pt x="2512944" y="97991"/>
                  <a:pt x="2512920" y="98527"/>
                  <a:pt x="2512872" y="98980"/>
                </a:cubicBezTo>
                <a:cubicBezTo>
                  <a:pt x="2512825" y="99433"/>
                  <a:pt x="2512765" y="99838"/>
                  <a:pt x="2512694" y="100195"/>
                </a:cubicBezTo>
                <a:cubicBezTo>
                  <a:pt x="2512622" y="100553"/>
                  <a:pt x="2512503" y="100875"/>
                  <a:pt x="2512336" y="101160"/>
                </a:cubicBezTo>
                <a:cubicBezTo>
                  <a:pt x="2512169" y="101446"/>
                  <a:pt x="2511955" y="101721"/>
                  <a:pt x="2511693" y="101983"/>
                </a:cubicBezTo>
                <a:cubicBezTo>
                  <a:pt x="2511430" y="102245"/>
                  <a:pt x="2510656" y="102674"/>
                  <a:pt x="2509369" y="103269"/>
                </a:cubicBezTo>
                <a:cubicBezTo>
                  <a:pt x="2508082" y="103865"/>
                  <a:pt x="2506413" y="104449"/>
                  <a:pt x="2504364" y="105021"/>
                </a:cubicBezTo>
                <a:cubicBezTo>
                  <a:pt x="2502314" y="105593"/>
                  <a:pt x="2499943" y="106105"/>
                  <a:pt x="2497249" y="106558"/>
                </a:cubicBezTo>
                <a:cubicBezTo>
                  <a:pt x="2494556" y="107011"/>
                  <a:pt x="2491684" y="107237"/>
                  <a:pt x="2488633" y="107237"/>
                </a:cubicBezTo>
                <a:cubicBezTo>
                  <a:pt x="2483342" y="107237"/>
                  <a:pt x="2478707" y="106498"/>
                  <a:pt x="2474726" y="105019"/>
                </a:cubicBezTo>
                <a:cubicBezTo>
                  <a:pt x="2470746" y="103540"/>
                  <a:pt x="2467398" y="101345"/>
                  <a:pt x="2464681" y="98435"/>
                </a:cubicBezTo>
                <a:cubicBezTo>
                  <a:pt x="2461964" y="95525"/>
                  <a:pt x="2459914" y="91875"/>
                  <a:pt x="2458531" y="87486"/>
                </a:cubicBezTo>
                <a:cubicBezTo>
                  <a:pt x="2457149" y="83096"/>
                  <a:pt x="2456458" y="77991"/>
                  <a:pt x="2456458" y="72171"/>
                </a:cubicBezTo>
                <a:cubicBezTo>
                  <a:pt x="2456458" y="66636"/>
                  <a:pt x="2457173" y="61662"/>
                  <a:pt x="2458603" y="57249"/>
                </a:cubicBezTo>
                <a:cubicBezTo>
                  <a:pt x="2460033" y="52836"/>
                  <a:pt x="2462095" y="49091"/>
                  <a:pt x="2464788" y="46014"/>
                </a:cubicBezTo>
                <a:cubicBezTo>
                  <a:pt x="2467481" y="42937"/>
                  <a:pt x="2470734" y="40575"/>
                  <a:pt x="2474548" y="38929"/>
                </a:cubicBezTo>
                <a:cubicBezTo>
                  <a:pt x="2478361" y="37284"/>
                  <a:pt x="2482627" y="36461"/>
                  <a:pt x="2487346" y="36461"/>
                </a:cubicBezTo>
                <a:cubicBezTo>
                  <a:pt x="2492399" y="36461"/>
                  <a:pt x="2496701" y="37271"/>
                  <a:pt x="2500252" y="38891"/>
                </a:cubicBezTo>
                <a:cubicBezTo>
                  <a:pt x="2503804" y="40512"/>
                  <a:pt x="2506723" y="42692"/>
                  <a:pt x="2509011" y="45433"/>
                </a:cubicBezTo>
                <a:cubicBezTo>
                  <a:pt x="2511299" y="48173"/>
                  <a:pt x="2512980" y="51390"/>
                  <a:pt x="2514052" y="55084"/>
                </a:cubicBezTo>
                <a:cubicBezTo>
                  <a:pt x="2515125" y="58778"/>
                  <a:pt x="2515661" y="62722"/>
                  <a:pt x="2515661" y="66916"/>
                </a:cubicBezTo>
                <a:lnTo>
                  <a:pt x="2515661" y="69061"/>
                </a:lnTo>
                <a:moveTo>
                  <a:pt x="2503792" y="65558"/>
                </a:moveTo>
                <a:cubicBezTo>
                  <a:pt x="2503935" y="59362"/>
                  <a:pt x="2502564" y="54500"/>
                  <a:pt x="2499680" y="50973"/>
                </a:cubicBezTo>
                <a:cubicBezTo>
                  <a:pt x="2496796" y="47447"/>
                  <a:pt x="2492518" y="45683"/>
                  <a:pt x="2486846" y="45683"/>
                </a:cubicBezTo>
                <a:cubicBezTo>
                  <a:pt x="2483938" y="45683"/>
                  <a:pt x="2481388" y="46231"/>
                  <a:pt x="2479195" y="47327"/>
                </a:cubicBezTo>
                <a:cubicBezTo>
                  <a:pt x="2477003" y="48424"/>
                  <a:pt x="2475167" y="49877"/>
                  <a:pt x="2473690" y="51688"/>
                </a:cubicBezTo>
                <a:cubicBezTo>
                  <a:pt x="2472212" y="53499"/>
                  <a:pt x="2471068" y="55608"/>
                  <a:pt x="2470258" y="58015"/>
                </a:cubicBezTo>
                <a:cubicBezTo>
                  <a:pt x="2469447" y="60422"/>
                  <a:pt x="2468994" y="62936"/>
                  <a:pt x="2468899" y="65558"/>
                </a:cubicBezTo>
                <a:lnTo>
                  <a:pt x="2503792" y="65558"/>
                </a:lnTo>
                <a:close/>
                <a:moveTo>
                  <a:pt x="2544518" y="104018"/>
                </a:moveTo>
                <a:cubicBezTo>
                  <a:pt x="2544518" y="104399"/>
                  <a:pt x="2544423" y="104722"/>
                  <a:pt x="2544232" y="104985"/>
                </a:cubicBezTo>
                <a:cubicBezTo>
                  <a:pt x="2544041" y="105247"/>
                  <a:pt x="2543732" y="105474"/>
                  <a:pt x="2543303" y="105664"/>
                </a:cubicBezTo>
                <a:cubicBezTo>
                  <a:pt x="2542874" y="105855"/>
                  <a:pt x="2542278" y="105998"/>
                  <a:pt x="2541515" y="106093"/>
                </a:cubicBezTo>
                <a:cubicBezTo>
                  <a:pt x="2540752" y="106189"/>
                  <a:pt x="2539775" y="106236"/>
                  <a:pt x="2538584" y="106236"/>
                </a:cubicBezTo>
                <a:cubicBezTo>
                  <a:pt x="2537439" y="106236"/>
                  <a:pt x="2536486" y="106189"/>
                  <a:pt x="2535723" y="106093"/>
                </a:cubicBezTo>
                <a:cubicBezTo>
                  <a:pt x="2534961" y="105998"/>
                  <a:pt x="2534353" y="105855"/>
                  <a:pt x="2533900" y="105664"/>
                </a:cubicBezTo>
                <a:cubicBezTo>
                  <a:pt x="2533447" y="105474"/>
                  <a:pt x="2533138" y="105247"/>
                  <a:pt x="2532971" y="104985"/>
                </a:cubicBezTo>
                <a:cubicBezTo>
                  <a:pt x="2532804" y="104722"/>
                  <a:pt x="2532720" y="104399"/>
                  <a:pt x="2532720" y="104018"/>
                </a:cubicBezTo>
                <a:lnTo>
                  <a:pt x="2532720" y="8438"/>
                </a:lnTo>
                <a:cubicBezTo>
                  <a:pt x="2532720" y="8057"/>
                  <a:pt x="2532804" y="7723"/>
                  <a:pt x="2532971" y="7437"/>
                </a:cubicBezTo>
                <a:cubicBezTo>
                  <a:pt x="2533138" y="7150"/>
                  <a:pt x="2533447" y="6911"/>
                  <a:pt x="2533900" y="6720"/>
                </a:cubicBezTo>
                <a:cubicBezTo>
                  <a:pt x="2534353" y="6530"/>
                  <a:pt x="2534961" y="6387"/>
                  <a:pt x="2535723" y="6291"/>
                </a:cubicBezTo>
                <a:cubicBezTo>
                  <a:pt x="2536486" y="6196"/>
                  <a:pt x="2537439" y="6148"/>
                  <a:pt x="2538584" y="6148"/>
                </a:cubicBezTo>
                <a:cubicBezTo>
                  <a:pt x="2539775" y="6148"/>
                  <a:pt x="2540752" y="6196"/>
                  <a:pt x="2541515" y="6291"/>
                </a:cubicBezTo>
                <a:cubicBezTo>
                  <a:pt x="2542278" y="6387"/>
                  <a:pt x="2542874" y="6530"/>
                  <a:pt x="2543303" y="6720"/>
                </a:cubicBezTo>
                <a:cubicBezTo>
                  <a:pt x="2543732" y="6911"/>
                  <a:pt x="2544041" y="7150"/>
                  <a:pt x="2544232" y="7437"/>
                </a:cubicBezTo>
                <a:cubicBezTo>
                  <a:pt x="2544423" y="7723"/>
                  <a:pt x="2544518" y="8057"/>
                  <a:pt x="2544518" y="8438"/>
                </a:cubicBezTo>
                <a:lnTo>
                  <a:pt x="2544518" y="104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pPracticalexamplesofdesignconcepts">
            <a:extLst xmlns:a="http://schemas.openxmlformats.org/drawingml/2006/main">
              <a:ext uri="{FF2B5EF4-FFF2-40B4-BE49-F238E27FC236}">
                <a16:creationId xmlns:a16="http://schemas.microsoft.com/office/drawing/2014/main" id="{50D49B56-9CD6-4A0E-A790-B58DD70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556" y="2704476"/>
            <a:ext cx="2410188" cy="131973"/>
          </a:xfrm>
          <a:custGeom xmlns:a="http://schemas.openxmlformats.org/drawingml/2006/main">
            <a:pathLst>
              <a:path w="2410188" h="131973">
                <a:moveTo>
                  <a:pt x="21164" y="84646"/>
                </a:moveTo>
                <a:lnTo>
                  <a:pt x="84657" y="84646"/>
                </a:lnTo>
                <a:lnTo>
                  <a:pt x="84657" y="21161"/>
                </a:lnTo>
                <a:lnTo>
                  <a:pt x="21164" y="21161"/>
                </a:lnTo>
                <a:lnTo>
                  <a:pt x="21164" y="84646"/>
                </a:lnTo>
                <a:moveTo>
                  <a:pt x="0" y="105807"/>
                </a:moveTo>
                <a:lnTo>
                  <a:pt x="0" y="0"/>
                </a:lnTo>
                <a:lnTo>
                  <a:pt x="105822" y="0"/>
                </a:lnTo>
                <a:lnTo>
                  <a:pt x="105822" y="105807"/>
                </a:lnTo>
                <a:lnTo>
                  <a:pt x="0" y="105807"/>
                </a:lnTo>
                <a:close/>
                <a:moveTo>
                  <a:pt x="259017" y="40393"/>
                </a:moveTo>
                <a:cubicBezTo>
                  <a:pt x="259017" y="45016"/>
                  <a:pt x="258255" y="49186"/>
                  <a:pt x="256729" y="52904"/>
                </a:cubicBezTo>
                <a:cubicBezTo>
                  <a:pt x="255204" y="56621"/>
                  <a:pt x="253023" y="59791"/>
                  <a:pt x="250187" y="62412"/>
                </a:cubicBezTo>
                <a:cubicBezTo>
                  <a:pt x="247351" y="65033"/>
                  <a:pt x="243871" y="67059"/>
                  <a:pt x="239748" y="68489"/>
                </a:cubicBezTo>
                <a:cubicBezTo>
                  <a:pt x="235625" y="69919"/>
                  <a:pt x="230703" y="70634"/>
                  <a:pt x="224983" y="70634"/>
                </a:cubicBezTo>
                <a:lnTo>
                  <a:pt x="214472" y="70634"/>
                </a:lnTo>
                <a:lnTo>
                  <a:pt x="214472" y="103949"/>
                </a:lnTo>
                <a:cubicBezTo>
                  <a:pt x="214472" y="104330"/>
                  <a:pt x="214365" y="104664"/>
                  <a:pt x="214151" y="104950"/>
                </a:cubicBezTo>
                <a:cubicBezTo>
                  <a:pt x="213936" y="105236"/>
                  <a:pt x="213602" y="105462"/>
                  <a:pt x="213149" y="105629"/>
                </a:cubicBezTo>
                <a:cubicBezTo>
                  <a:pt x="212697" y="105796"/>
                  <a:pt x="212077" y="105939"/>
                  <a:pt x="211290" y="106058"/>
                </a:cubicBezTo>
                <a:cubicBezTo>
                  <a:pt x="210504" y="106177"/>
                  <a:pt x="209515" y="106236"/>
                  <a:pt x="208323" y="106236"/>
                </a:cubicBezTo>
                <a:cubicBezTo>
                  <a:pt x="207131" y="106236"/>
                  <a:pt x="206142" y="106177"/>
                  <a:pt x="205356" y="106058"/>
                </a:cubicBezTo>
                <a:cubicBezTo>
                  <a:pt x="204569" y="105939"/>
                  <a:pt x="203938" y="105796"/>
                  <a:pt x="203461" y="105629"/>
                </a:cubicBezTo>
                <a:cubicBezTo>
                  <a:pt x="202984" y="105462"/>
                  <a:pt x="202651" y="105236"/>
                  <a:pt x="202460" y="104950"/>
                </a:cubicBezTo>
                <a:cubicBezTo>
                  <a:pt x="202269" y="104664"/>
                  <a:pt x="202174" y="104330"/>
                  <a:pt x="202174" y="103949"/>
                </a:cubicBezTo>
                <a:lnTo>
                  <a:pt x="202174" y="18588"/>
                </a:lnTo>
                <a:cubicBezTo>
                  <a:pt x="202174" y="16681"/>
                  <a:pt x="202675" y="15323"/>
                  <a:pt x="203676" y="14513"/>
                </a:cubicBezTo>
                <a:cubicBezTo>
                  <a:pt x="204677" y="13703"/>
                  <a:pt x="205797" y="13297"/>
                  <a:pt x="207036" y="13297"/>
                </a:cubicBezTo>
                <a:lnTo>
                  <a:pt x="226842" y="13297"/>
                </a:lnTo>
                <a:cubicBezTo>
                  <a:pt x="228844" y="13297"/>
                  <a:pt x="230763" y="13381"/>
                  <a:pt x="232598" y="13548"/>
                </a:cubicBezTo>
                <a:cubicBezTo>
                  <a:pt x="234433" y="13714"/>
                  <a:pt x="236602" y="14072"/>
                  <a:pt x="239104" y="14620"/>
                </a:cubicBezTo>
                <a:cubicBezTo>
                  <a:pt x="241607" y="15168"/>
                  <a:pt x="244157" y="16193"/>
                  <a:pt x="246755" y="17694"/>
                </a:cubicBezTo>
                <a:cubicBezTo>
                  <a:pt x="249353" y="19195"/>
                  <a:pt x="251558" y="21042"/>
                  <a:pt x="253369" y="23235"/>
                </a:cubicBezTo>
                <a:cubicBezTo>
                  <a:pt x="255180" y="25427"/>
                  <a:pt x="256575" y="27965"/>
                  <a:pt x="257552" y="30849"/>
                </a:cubicBezTo>
                <a:cubicBezTo>
                  <a:pt x="258529" y="33732"/>
                  <a:pt x="259017" y="36913"/>
                  <a:pt x="259017" y="40393"/>
                </a:cubicBezTo>
                <a:moveTo>
                  <a:pt x="246076" y="41394"/>
                </a:moveTo>
                <a:cubicBezTo>
                  <a:pt x="246076" y="37628"/>
                  <a:pt x="245373" y="34483"/>
                  <a:pt x="243966" y="31957"/>
                </a:cubicBezTo>
                <a:cubicBezTo>
                  <a:pt x="242560" y="29431"/>
                  <a:pt x="240820" y="27548"/>
                  <a:pt x="238747" y="26309"/>
                </a:cubicBezTo>
                <a:cubicBezTo>
                  <a:pt x="236673" y="25070"/>
                  <a:pt x="234528" y="24283"/>
                  <a:pt x="232312" y="23950"/>
                </a:cubicBezTo>
                <a:cubicBezTo>
                  <a:pt x="230095" y="23616"/>
                  <a:pt x="227938" y="23449"/>
                  <a:pt x="225841" y="23449"/>
                </a:cubicBezTo>
                <a:lnTo>
                  <a:pt x="214472" y="23449"/>
                </a:lnTo>
                <a:lnTo>
                  <a:pt x="214472" y="60553"/>
                </a:lnTo>
                <a:lnTo>
                  <a:pt x="225555" y="60553"/>
                </a:lnTo>
                <a:cubicBezTo>
                  <a:pt x="229273" y="60553"/>
                  <a:pt x="232359" y="60077"/>
                  <a:pt x="234814" y="59123"/>
                </a:cubicBezTo>
                <a:cubicBezTo>
                  <a:pt x="237269" y="58170"/>
                  <a:pt x="239331" y="56848"/>
                  <a:pt x="240999" y="55156"/>
                </a:cubicBezTo>
                <a:cubicBezTo>
                  <a:pt x="242668" y="53464"/>
                  <a:pt x="243931" y="51438"/>
                  <a:pt x="244789" y="49079"/>
                </a:cubicBezTo>
                <a:cubicBezTo>
                  <a:pt x="245647" y="46720"/>
                  <a:pt x="246076" y="44158"/>
                  <a:pt x="246076" y="41394"/>
                </a:cubicBezTo>
                <a:close/>
                <a:moveTo>
                  <a:pt x="312582" y="43896"/>
                </a:moveTo>
                <a:cubicBezTo>
                  <a:pt x="312582" y="44944"/>
                  <a:pt x="312559" y="45826"/>
                  <a:pt x="312511" y="46541"/>
                </a:cubicBezTo>
                <a:cubicBezTo>
                  <a:pt x="312463" y="47256"/>
                  <a:pt x="312368" y="47816"/>
                  <a:pt x="312225" y="48221"/>
                </a:cubicBezTo>
                <a:cubicBezTo>
                  <a:pt x="312082" y="48626"/>
                  <a:pt x="311903" y="48936"/>
                  <a:pt x="311689" y="49150"/>
                </a:cubicBezTo>
                <a:cubicBezTo>
                  <a:pt x="311474" y="49365"/>
                  <a:pt x="311176" y="49472"/>
                  <a:pt x="310795" y="49472"/>
                </a:cubicBezTo>
                <a:cubicBezTo>
                  <a:pt x="310414" y="49472"/>
                  <a:pt x="309949" y="49365"/>
                  <a:pt x="309401" y="49150"/>
                </a:cubicBezTo>
                <a:cubicBezTo>
                  <a:pt x="308852" y="48936"/>
                  <a:pt x="308233" y="48721"/>
                  <a:pt x="307542" y="48507"/>
                </a:cubicBezTo>
                <a:cubicBezTo>
                  <a:pt x="306850" y="48293"/>
                  <a:pt x="306076" y="48090"/>
                  <a:pt x="305218" y="47899"/>
                </a:cubicBezTo>
                <a:cubicBezTo>
                  <a:pt x="304360" y="47709"/>
                  <a:pt x="303430" y="47613"/>
                  <a:pt x="302429" y="47613"/>
                </a:cubicBezTo>
                <a:cubicBezTo>
                  <a:pt x="301238" y="47613"/>
                  <a:pt x="300070" y="47852"/>
                  <a:pt x="298926" y="48328"/>
                </a:cubicBezTo>
                <a:cubicBezTo>
                  <a:pt x="297782" y="48805"/>
                  <a:pt x="296578" y="49591"/>
                  <a:pt x="295315" y="50687"/>
                </a:cubicBezTo>
                <a:cubicBezTo>
                  <a:pt x="294052" y="51784"/>
                  <a:pt x="292729" y="53237"/>
                  <a:pt x="291347" y="55048"/>
                </a:cubicBezTo>
                <a:cubicBezTo>
                  <a:pt x="289964" y="56860"/>
                  <a:pt x="288439" y="59076"/>
                  <a:pt x="286770" y="61697"/>
                </a:cubicBezTo>
                <a:lnTo>
                  <a:pt x="286770" y="104020"/>
                </a:lnTo>
                <a:cubicBezTo>
                  <a:pt x="286770" y="104401"/>
                  <a:pt x="286675" y="104723"/>
                  <a:pt x="286484" y="104985"/>
                </a:cubicBezTo>
                <a:cubicBezTo>
                  <a:pt x="286294" y="105247"/>
                  <a:pt x="285984" y="105474"/>
                  <a:pt x="285555" y="105664"/>
                </a:cubicBezTo>
                <a:cubicBezTo>
                  <a:pt x="285126" y="105855"/>
                  <a:pt x="284530" y="105998"/>
                  <a:pt x="283767" y="106093"/>
                </a:cubicBezTo>
                <a:cubicBezTo>
                  <a:pt x="283005" y="106189"/>
                  <a:pt x="282028" y="106236"/>
                  <a:pt x="280836" y="106236"/>
                </a:cubicBezTo>
                <a:cubicBezTo>
                  <a:pt x="279692" y="106236"/>
                  <a:pt x="278739" y="106189"/>
                  <a:pt x="277976" y="106093"/>
                </a:cubicBezTo>
                <a:cubicBezTo>
                  <a:pt x="277213" y="105998"/>
                  <a:pt x="276605" y="105855"/>
                  <a:pt x="276153" y="105664"/>
                </a:cubicBezTo>
                <a:cubicBezTo>
                  <a:pt x="275700" y="105474"/>
                  <a:pt x="275390" y="105247"/>
                  <a:pt x="275223" y="104985"/>
                </a:cubicBezTo>
                <a:cubicBezTo>
                  <a:pt x="275056" y="104723"/>
                  <a:pt x="274973" y="104401"/>
                  <a:pt x="274973" y="104020"/>
                </a:cubicBezTo>
                <a:lnTo>
                  <a:pt x="274973" y="39678"/>
                </a:lnTo>
                <a:cubicBezTo>
                  <a:pt x="274973" y="39297"/>
                  <a:pt x="275044" y="38975"/>
                  <a:pt x="275187" y="38713"/>
                </a:cubicBezTo>
                <a:cubicBezTo>
                  <a:pt x="275330" y="38451"/>
                  <a:pt x="275616" y="38212"/>
                  <a:pt x="276045" y="37998"/>
                </a:cubicBezTo>
                <a:cubicBezTo>
                  <a:pt x="276474" y="37783"/>
                  <a:pt x="277023" y="37640"/>
                  <a:pt x="277690" y="37569"/>
                </a:cubicBezTo>
                <a:cubicBezTo>
                  <a:pt x="278357" y="37497"/>
                  <a:pt x="279239" y="37462"/>
                  <a:pt x="280335" y="37462"/>
                </a:cubicBezTo>
                <a:cubicBezTo>
                  <a:pt x="281384" y="37462"/>
                  <a:pt x="282254" y="37497"/>
                  <a:pt x="282945" y="37569"/>
                </a:cubicBezTo>
                <a:cubicBezTo>
                  <a:pt x="283636" y="37640"/>
                  <a:pt x="284173" y="37783"/>
                  <a:pt x="284554" y="37998"/>
                </a:cubicBezTo>
                <a:cubicBezTo>
                  <a:pt x="284935" y="38212"/>
                  <a:pt x="285209" y="38451"/>
                  <a:pt x="285376" y="38713"/>
                </a:cubicBezTo>
                <a:cubicBezTo>
                  <a:pt x="285543" y="38975"/>
                  <a:pt x="285626" y="39297"/>
                  <a:pt x="285626" y="39678"/>
                </a:cubicBezTo>
                <a:lnTo>
                  <a:pt x="285626" y="49043"/>
                </a:lnTo>
                <a:cubicBezTo>
                  <a:pt x="287390" y="46469"/>
                  <a:pt x="289047" y="44372"/>
                  <a:pt x="290596" y="42752"/>
                </a:cubicBezTo>
                <a:cubicBezTo>
                  <a:pt x="292145" y="41131"/>
                  <a:pt x="293611" y="39857"/>
                  <a:pt x="294993" y="38927"/>
                </a:cubicBezTo>
                <a:cubicBezTo>
                  <a:pt x="296375" y="37998"/>
                  <a:pt x="297746" y="37354"/>
                  <a:pt x="299104" y="36997"/>
                </a:cubicBezTo>
                <a:cubicBezTo>
                  <a:pt x="300463" y="36639"/>
                  <a:pt x="301833" y="36461"/>
                  <a:pt x="303216" y="36461"/>
                </a:cubicBezTo>
                <a:cubicBezTo>
                  <a:pt x="303835" y="36461"/>
                  <a:pt x="304539" y="36496"/>
                  <a:pt x="305325" y="36568"/>
                </a:cubicBezTo>
                <a:cubicBezTo>
                  <a:pt x="306112" y="36639"/>
                  <a:pt x="306934" y="36770"/>
                  <a:pt x="307792" y="36961"/>
                </a:cubicBezTo>
                <a:cubicBezTo>
                  <a:pt x="308650" y="37152"/>
                  <a:pt x="309424" y="37366"/>
                  <a:pt x="310116" y="37605"/>
                </a:cubicBezTo>
                <a:cubicBezTo>
                  <a:pt x="310807" y="37843"/>
                  <a:pt x="311295" y="38081"/>
                  <a:pt x="311581" y="38319"/>
                </a:cubicBezTo>
                <a:cubicBezTo>
                  <a:pt x="311867" y="38558"/>
                  <a:pt x="312058" y="38784"/>
                  <a:pt x="312153" y="38999"/>
                </a:cubicBezTo>
                <a:cubicBezTo>
                  <a:pt x="312249" y="39213"/>
                  <a:pt x="312332" y="39487"/>
                  <a:pt x="312404" y="39821"/>
                </a:cubicBezTo>
                <a:cubicBezTo>
                  <a:pt x="312475" y="40154"/>
                  <a:pt x="312523" y="40643"/>
                  <a:pt x="312547" y="41286"/>
                </a:cubicBezTo>
                <a:cubicBezTo>
                  <a:pt x="312570" y="41930"/>
                  <a:pt x="312582" y="42800"/>
                  <a:pt x="312582" y="43896"/>
                </a:cubicBezTo>
                <a:close/>
                <a:moveTo>
                  <a:pt x="371042" y="104092"/>
                </a:moveTo>
                <a:cubicBezTo>
                  <a:pt x="371042" y="104664"/>
                  <a:pt x="370851" y="105093"/>
                  <a:pt x="370470" y="105378"/>
                </a:cubicBezTo>
                <a:cubicBezTo>
                  <a:pt x="370089" y="105664"/>
                  <a:pt x="369564" y="105879"/>
                  <a:pt x="368897" y="106022"/>
                </a:cubicBezTo>
                <a:cubicBezTo>
                  <a:pt x="368230" y="106165"/>
                  <a:pt x="367252" y="106236"/>
                  <a:pt x="365965" y="106236"/>
                </a:cubicBezTo>
                <a:cubicBezTo>
                  <a:pt x="364726" y="106236"/>
                  <a:pt x="363737" y="106165"/>
                  <a:pt x="362998" y="106022"/>
                </a:cubicBezTo>
                <a:cubicBezTo>
                  <a:pt x="362259" y="105879"/>
                  <a:pt x="361723" y="105664"/>
                  <a:pt x="361389" y="105378"/>
                </a:cubicBezTo>
                <a:cubicBezTo>
                  <a:pt x="361056" y="105093"/>
                  <a:pt x="360889" y="104664"/>
                  <a:pt x="360889" y="104092"/>
                </a:cubicBezTo>
                <a:lnTo>
                  <a:pt x="360889" y="97657"/>
                </a:lnTo>
                <a:cubicBezTo>
                  <a:pt x="358076" y="100660"/>
                  <a:pt x="354942" y="103007"/>
                  <a:pt x="351486" y="104699"/>
                </a:cubicBezTo>
                <a:cubicBezTo>
                  <a:pt x="348030" y="106391"/>
                  <a:pt x="344372" y="107237"/>
                  <a:pt x="340511" y="107237"/>
                </a:cubicBezTo>
                <a:cubicBezTo>
                  <a:pt x="337127" y="107237"/>
                  <a:pt x="334064" y="106795"/>
                  <a:pt x="331323" y="105910"/>
                </a:cubicBezTo>
                <a:cubicBezTo>
                  <a:pt x="328582" y="105026"/>
                  <a:pt x="326246" y="103746"/>
                  <a:pt x="324316" y="102072"/>
                </a:cubicBezTo>
                <a:cubicBezTo>
                  <a:pt x="322385" y="100398"/>
                  <a:pt x="320884" y="98342"/>
                  <a:pt x="319811" y="95904"/>
                </a:cubicBezTo>
                <a:cubicBezTo>
                  <a:pt x="318739" y="93464"/>
                  <a:pt x="318203" y="90689"/>
                  <a:pt x="318203" y="87579"/>
                </a:cubicBezTo>
                <a:cubicBezTo>
                  <a:pt x="318203" y="83945"/>
                  <a:pt x="318941" y="80789"/>
                  <a:pt x="320419" y="78111"/>
                </a:cubicBezTo>
                <a:cubicBezTo>
                  <a:pt x="321897" y="75432"/>
                  <a:pt x="324018" y="73207"/>
                  <a:pt x="326783" y="71438"/>
                </a:cubicBezTo>
                <a:cubicBezTo>
                  <a:pt x="329547" y="69668"/>
                  <a:pt x="332932" y="68341"/>
                  <a:pt x="336936" y="67457"/>
                </a:cubicBezTo>
                <a:cubicBezTo>
                  <a:pt x="340940" y="66572"/>
                  <a:pt x="345444" y="66130"/>
                  <a:pt x="350450" y="66130"/>
                </a:cubicBezTo>
                <a:lnTo>
                  <a:pt x="359316" y="66130"/>
                </a:lnTo>
                <a:lnTo>
                  <a:pt x="359316" y="61143"/>
                </a:lnTo>
                <a:cubicBezTo>
                  <a:pt x="359316" y="58674"/>
                  <a:pt x="359054" y="56489"/>
                  <a:pt x="358529" y="54590"/>
                </a:cubicBezTo>
                <a:cubicBezTo>
                  <a:pt x="358005" y="52690"/>
                  <a:pt x="357159" y="51110"/>
                  <a:pt x="355991" y="49852"/>
                </a:cubicBezTo>
                <a:cubicBezTo>
                  <a:pt x="354823" y="48593"/>
                  <a:pt x="353310" y="47644"/>
                  <a:pt x="351451" y="47003"/>
                </a:cubicBezTo>
                <a:cubicBezTo>
                  <a:pt x="349592" y="46361"/>
                  <a:pt x="347304" y="46041"/>
                  <a:pt x="344586" y="46041"/>
                </a:cubicBezTo>
                <a:cubicBezTo>
                  <a:pt x="341679" y="46041"/>
                  <a:pt x="339069" y="46382"/>
                  <a:pt x="336757" y="47066"/>
                </a:cubicBezTo>
                <a:cubicBezTo>
                  <a:pt x="334445" y="47750"/>
                  <a:pt x="332419" y="48504"/>
                  <a:pt x="330680" y="49329"/>
                </a:cubicBezTo>
                <a:cubicBezTo>
                  <a:pt x="328940" y="50154"/>
                  <a:pt x="327486" y="50909"/>
                  <a:pt x="326318" y="51592"/>
                </a:cubicBezTo>
                <a:cubicBezTo>
                  <a:pt x="325150" y="52276"/>
                  <a:pt x="324280" y="52618"/>
                  <a:pt x="323708" y="52618"/>
                </a:cubicBezTo>
                <a:cubicBezTo>
                  <a:pt x="323327" y="52618"/>
                  <a:pt x="322993" y="52522"/>
                  <a:pt x="322707" y="52332"/>
                </a:cubicBezTo>
                <a:cubicBezTo>
                  <a:pt x="322421" y="52141"/>
                  <a:pt x="322171" y="51855"/>
                  <a:pt x="321956" y="51474"/>
                </a:cubicBezTo>
                <a:cubicBezTo>
                  <a:pt x="321742" y="51093"/>
                  <a:pt x="321587" y="50604"/>
                  <a:pt x="321492" y="50008"/>
                </a:cubicBezTo>
                <a:cubicBezTo>
                  <a:pt x="321396" y="49413"/>
                  <a:pt x="321349" y="48757"/>
                  <a:pt x="321349" y="48042"/>
                </a:cubicBezTo>
                <a:cubicBezTo>
                  <a:pt x="321349" y="46851"/>
                  <a:pt x="321432" y="45909"/>
                  <a:pt x="321599" y="45218"/>
                </a:cubicBezTo>
                <a:cubicBezTo>
                  <a:pt x="321766" y="44527"/>
                  <a:pt x="322171" y="43872"/>
                  <a:pt x="322814" y="43252"/>
                </a:cubicBezTo>
                <a:cubicBezTo>
                  <a:pt x="323458" y="42633"/>
                  <a:pt x="324566" y="41911"/>
                  <a:pt x="326139" y="41088"/>
                </a:cubicBezTo>
                <a:cubicBezTo>
                  <a:pt x="327712" y="40262"/>
                  <a:pt x="329524" y="39509"/>
                  <a:pt x="331573" y="38827"/>
                </a:cubicBezTo>
                <a:cubicBezTo>
                  <a:pt x="333623" y="38144"/>
                  <a:pt x="335863" y="37580"/>
                  <a:pt x="338294" y="37133"/>
                </a:cubicBezTo>
                <a:cubicBezTo>
                  <a:pt x="340725" y="36685"/>
                  <a:pt x="343180" y="36461"/>
                  <a:pt x="345659" y="36461"/>
                </a:cubicBezTo>
                <a:cubicBezTo>
                  <a:pt x="350283" y="36461"/>
                  <a:pt x="354215" y="36985"/>
                  <a:pt x="357457" y="38033"/>
                </a:cubicBezTo>
                <a:cubicBezTo>
                  <a:pt x="360698" y="39082"/>
                  <a:pt x="363320" y="40619"/>
                  <a:pt x="365322" y="42645"/>
                </a:cubicBezTo>
                <a:cubicBezTo>
                  <a:pt x="367324" y="44670"/>
                  <a:pt x="368778" y="47184"/>
                  <a:pt x="369683" y="50187"/>
                </a:cubicBezTo>
                <a:cubicBezTo>
                  <a:pt x="370589" y="53190"/>
                  <a:pt x="371042" y="56693"/>
                  <a:pt x="371042" y="60696"/>
                </a:cubicBezTo>
                <a:lnTo>
                  <a:pt x="371042" y="104092"/>
                </a:lnTo>
                <a:moveTo>
                  <a:pt x="359316" y="74637"/>
                </a:moveTo>
                <a:lnTo>
                  <a:pt x="349234" y="74637"/>
                </a:lnTo>
                <a:cubicBezTo>
                  <a:pt x="345993" y="74637"/>
                  <a:pt x="343180" y="74913"/>
                  <a:pt x="340797" y="75466"/>
                </a:cubicBezTo>
                <a:cubicBezTo>
                  <a:pt x="338414" y="76017"/>
                  <a:pt x="336435" y="76832"/>
                  <a:pt x="334862" y="77910"/>
                </a:cubicBezTo>
                <a:cubicBezTo>
                  <a:pt x="333289" y="78988"/>
                  <a:pt x="332133" y="80283"/>
                  <a:pt x="331395" y="81795"/>
                </a:cubicBezTo>
                <a:cubicBezTo>
                  <a:pt x="330656" y="83305"/>
                  <a:pt x="330286" y="85044"/>
                  <a:pt x="330286" y="87010"/>
                </a:cubicBezTo>
                <a:cubicBezTo>
                  <a:pt x="330286" y="90367"/>
                  <a:pt x="331347" y="93040"/>
                  <a:pt x="333468" y="95030"/>
                </a:cubicBezTo>
                <a:cubicBezTo>
                  <a:pt x="335589" y="97020"/>
                  <a:pt x="338557" y="98015"/>
                  <a:pt x="342370" y="98015"/>
                </a:cubicBezTo>
                <a:cubicBezTo>
                  <a:pt x="345468" y="98015"/>
                  <a:pt x="348340" y="97224"/>
                  <a:pt x="350986" y="95642"/>
                </a:cubicBezTo>
                <a:cubicBezTo>
                  <a:pt x="353631" y="94059"/>
                  <a:pt x="356408" y="91637"/>
                  <a:pt x="359316" y="88377"/>
                </a:cubicBezTo>
                <a:lnTo>
                  <a:pt x="359316" y="74637"/>
                </a:lnTo>
                <a:close/>
                <a:moveTo>
                  <a:pt x="437357" y="94297"/>
                </a:moveTo>
                <a:cubicBezTo>
                  <a:pt x="437357" y="95108"/>
                  <a:pt x="437333" y="95811"/>
                  <a:pt x="437285" y="96406"/>
                </a:cubicBezTo>
                <a:cubicBezTo>
                  <a:pt x="437237" y="97002"/>
                  <a:pt x="437154" y="97503"/>
                  <a:pt x="437035" y="97908"/>
                </a:cubicBezTo>
                <a:cubicBezTo>
                  <a:pt x="436916" y="98313"/>
                  <a:pt x="436773" y="98670"/>
                  <a:pt x="436606" y="98980"/>
                </a:cubicBezTo>
                <a:cubicBezTo>
                  <a:pt x="436439" y="99290"/>
                  <a:pt x="436058" y="99743"/>
                  <a:pt x="435462" y="100338"/>
                </a:cubicBezTo>
                <a:cubicBezTo>
                  <a:pt x="434866" y="100934"/>
                  <a:pt x="433853" y="101673"/>
                  <a:pt x="432423" y="102555"/>
                </a:cubicBezTo>
                <a:cubicBezTo>
                  <a:pt x="430993" y="103436"/>
                  <a:pt x="429384" y="104223"/>
                  <a:pt x="427597" y="104914"/>
                </a:cubicBezTo>
                <a:cubicBezTo>
                  <a:pt x="425809" y="105605"/>
                  <a:pt x="423867" y="106165"/>
                  <a:pt x="421769" y="106594"/>
                </a:cubicBezTo>
                <a:cubicBezTo>
                  <a:pt x="419672" y="107023"/>
                  <a:pt x="417503" y="107237"/>
                  <a:pt x="415263" y="107237"/>
                </a:cubicBezTo>
                <a:cubicBezTo>
                  <a:pt x="410639" y="107237"/>
                  <a:pt x="406540" y="106473"/>
                  <a:pt x="402965" y="104945"/>
                </a:cubicBezTo>
                <a:cubicBezTo>
                  <a:pt x="399389" y="103417"/>
                  <a:pt x="396398" y="101184"/>
                  <a:pt x="393991" y="98247"/>
                </a:cubicBezTo>
                <a:cubicBezTo>
                  <a:pt x="391584" y="95310"/>
                  <a:pt x="389749" y="91704"/>
                  <a:pt x="388486" y="87430"/>
                </a:cubicBezTo>
                <a:cubicBezTo>
                  <a:pt x="387222" y="83155"/>
                  <a:pt x="386591" y="78224"/>
                  <a:pt x="386591" y="72638"/>
                </a:cubicBezTo>
                <a:cubicBezTo>
                  <a:pt x="386591" y="66285"/>
                  <a:pt x="387365" y="60829"/>
                  <a:pt x="388915" y="56268"/>
                </a:cubicBezTo>
                <a:cubicBezTo>
                  <a:pt x="390464" y="51708"/>
                  <a:pt x="392585" y="47971"/>
                  <a:pt x="395278" y="45058"/>
                </a:cubicBezTo>
                <a:cubicBezTo>
                  <a:pt x="397971" y="42144"/>
                  <a:pt x="401141" y="39983"/>
                  <a:pt x="404788" y="38574"/>
                </a:cubicBezTo>
                <a:cubicBezTo>
                  <a:pt x="408434" y="37165"/>
                  <a:pt x="412379" y="36461"/>
                  <a:pt x="416621" y="36461"/>
                </a:cubicBezTo>
                <a:cubicBezTo>
                  <a:pt x="418671" y="36461"/>
                  <a:pt x="420661" y="36651"/>
                  <a:pt x="422592" y="37033"/>
                </a:cubicBezTo>
                <a:cubicBezTo>
                  <a:pt x="424522" y="37414"/>
                  <a:pt x="426298" y="37914"/>
                  <a:pt x="427918" y="38534"/>
                </a:cubicBezTo>
                <a:cubicBezTo>
                  <a:pt x="429539" y="39154"/>
                  <a:pt x="430981" y="39868"/>
                  <a:pt x="432244" y="40679"/>
                </a:cubicBezTo>
                <a:cubicBezTo>
                  <a:pt x="433507" y="41489"/>
                  <a:pt x="434425" y="42180"/>
                  <a:pt x="434997" y="42752"/>
                </a:cubicBezTo>
                <a:cubicBezTo>
                  <a:pt x="435569" y="43324"/>
                  <a:pt x="435962" y="43777"/>
                  <a:pt x="436177" y="44110"/>
                </a:cubicBezTo>
                <a:cubicBezTo>
                  <a:pt x="436391" y="44444"/>
                  <a:pt x="436570" y="44837"/>
                  <a:pt x="436713" y="45290"/>
                </a:cubicBezTo>
                <a:cubicBezTo>
                  <a:pt x="436856" y="45743"/>
                  <a:pt x="436951" y="46255"/>
                  <a:pt x="436999" y="46827"/>
                </a:cubicBezTo>
                <a:cubicBezTo>
                  <a:pt x="437047" y="47399"/>
                  <a:pt x="437071" y="48114"/>
                  <a:pt x="437071" y="48972"/>
                </a:cubicBezTo>
                <a:cubicBezTo>
                  <a:pt x="437071" y="50830"/>
                  <a:pt x="436856" y="52129"/>
                  <a:pt x="436427" y="52868"/>
                </a:cubicBezTo>
                <a:cubicBezTo>
                  <a:pt x="435998" y="53607"/>
                  <a:pt x="435474" y="53976"/>
                  <a:pt x="434854" y="53976"/>
                </a:cubicBezTo>
                <a:cubicBezTo>
                  <a:pt x="434139" y="53976"/>
                  <a:pt x="433317" y="53583"/>
                  <a:pt x="432387" y="52796"/>
                </a:cubicBezTo>
                <a:cubicBezTo>
                  <a:pt x="431458" y="52010"/>
                  <a:pt x="430278" y="51140"/>
                  <a:pt x="428848" y="50187"/>
                </a:cubicBezTo>
                <a:cubicBezTo>
                  <a:pt x="427418" y="49234"/>
                  <a:pt x="425690" y="48364"/>
                  <a:pt x="423664" y="47578"/>
                </a:cubicBezTo>
                <a:cubicBezTo>
                  <a:pt x="421638" y="46791"/>
                  <a:pt x="419243" y="46398"/>
                  <a:pt x="416478" y="46398"/>
                </a:cubicBezTo>
                <a:cubicBezTo>
                  <a:pt x="410806" y="46398"/>
                  <a:pt x="406456" y="48585"/>
                  <a:pt x="403429" y="52960"/>
                </a:cubicBezTo>
                <a:cubicBezTo>
                  <a:pt x="400402" y="57332"/>
                  <a:pt x="398889" y="63677"/>
                  <a:pt x="398889" y="71992"/>
                </a:cubicBezTo>
                <a:cubicBezTo>
                  <a:pt x="398889" y="76150"/>
                  <a:pt x="399282" y="79795"/>
                  <a:pt x="400069" y="82926"/>
                </a:cubicBezTo>
                <a:cubicBezTo>
                  <a:pt x="400855" y="86056"/>
                  <a:pt x="402011" y="88673"/>
                  <a:pt x="403537" y="90776"/>
                </a:cubicBezTo>
                <a:cubicBezTo>
                  <a:pt x="405062" y="92879"/>
                  <a:pt x="406933" y="94445"/>
                  <a:pt x="409149" y="95472"/>
                </a:cubicBezTo>
                <a:cubicBezTo>
                  <a:pt x="411366" y="96500"/>
                  <a:pt x="413904" y="97014"/>
                  <a:pt x="416764" y="97014"/>
                </a:cubicBezTo>
                <a:cubicBezTo>
                  <a:pt x="419481" y="97014"/>
                  <a:pt x="421865" y="96585"/>
                  <a:pt x="423914" y="95727"/>
                </a:cubicBezTo>
                <a:cubicBezTo>
                  <a:pt x="425964" y="94869"/>
                  <a:pt x="427740" y="93928"/>
                  <a:pt x="429241" y="92903"/>
                </a:cubicBezTo>
                <a:cubicBezTo>
                  <a:pt x="430743" y="91879"/>
                  <a:pt x="432006" y="90949"/>
                  <a:pt x="433031" y="90115"/>
                </a:cubicBezTo>
                <a:cubicBezTo>
                  <a:pt x="434056" y="89281"/>
                  <a:pt x="434854" y="88864"/>
                  <a:pt x="435426" y="88864"/>
                </a:cubicBezTo>
                <a:cubicBezTo>
                  <a:pt x="435760" y="88864"/>
                  <a:pt x="436046" y="88959"/>
                  <a:pt x="436284" y="89150"/>
                </a:cubicBezTo>
                <a:cubicBezTo>
                  <a:pt x="436522" y="89341"/>
                  <a:pt x="436725" y="89662"/>
                  <a:pt x="436892" y="90115"/>
                </a:cubicBezTo>
                <a:cubicBezTo>
                  <a:pt x="437059" y="90568"/>
                  <a:pt x="437178" y="91140"/>
                  <a:pt x="437249" y="91831"/>
                </a:cubicBezTo>
                <a:cubicBezTo>
                  <a:pt x="437321" y="92522"/>
                  <a:pt x="437357" y="93344"/>
                  <a:pt x="437357" y="94297"/>
                </a:cubicBezTo>
                <a:close/>
                <a:moveTo>
                  <a:pt x="485181" y="99373"/>
                </a:moveTo>
                <a:cubicBezTo>
                  <a:pt x="485181" y="100755"/>
                  <a:pt x="485086" y="101852"/>
                  <a:pt x="484895" y="102662"/>
                </a:cubicBezTo>
                <a:cubicBezTo>
                  <a:pt x="484705" y="103472"/>
                  <a:pt x="484419" y="104068"/>
                  <a:pt x="484037" y="104449"/>
                </a:cubicBezTo>
                <a:cubicBezTo>
                  <a:pt x="483656" y="104830"/>
                  <a:pt x="483084" y="105188"/>
                  <a:pt x="482321" y="105521"/>
                </a:cubicBezTo>
                <a:cubicBezTo>
                  <a:pt x="481559" y="105855"/>
                  <a:pt x="480689" y="106129"/>
                  <a:pt x="479712" y="106344"/>
                </a:cubicBezTo>
                <a:cubicBezTo>
                  <a:pt x="478734" y="106558"/>
                  <a:pt x="477698" y="106737"/>
                  <a:pt x="476601" y="106880"/>
                </a:cubicBezTo>
                <a:cubicBezTo>
                  <a:pt x="475505" y="107023"/>
                  <a:pt x="474409" y="107094"/>
                  <a:pt x="473312" y="107094"/>
                </a:cubicBezTo>
                <a:cubicBezTo>
                  <a:pt x="469976" y="107094"/>
                  <a:pt x="467115" y="106653"/>
                  <a:pt x="464732" y="105769"/>
                </a:cubicBezTo>
                <a:cubicBezTo>
                  <a:pt x="462349" y="104885"/>
                  <a:pt x="460394" y="103547"/>
                  <a:pt x="458869" y="101755"/>
                </a:cubicBezTo>
                <a:cubicBezTo>
                  <a:pt x="457344" y="99963"/>
                  <a:pt x="456235" y="97694"/>
                  <a:pt x="455544" y="94947"/>
                </a:cubicBezTo>
                <a:cubicBezTo>
                  <a:pt x="454853" y="92201"/>
                  <a:pt x="454507" y="88964"/>
                  <a:pt x="454507" y="85238"/>
                </a:cubicBezTo>
                <a:lnTo>
                  <a:pt x="454507" y="47542"/>
                </a:lnTo>
                <a:lnTo>
                  <a:pt x="445498" y="47542"/>
                </a:lnTo>
                <a:cubicBezTo>
                  <a:pt x="444783" y="47542"/>
                  <a:pt x="444211" y="47161"/>
                  <a:pt x="443782" y="46398"/>
                </a:cubicBezTo>
                <a:cubicBezTo>
                  <a:pt x="443353" y="45635"/>
                  <a:pt x="443139" y="44396"/>
                  <a:pt x="443139" y="42680"/>
                </a:cubicBezTo>
                <a:cubicBezTo>
                  <a:pt x="443139" y="41775"/>
                  <a:pt x="443198" y="41012"/>
                  <a:pt x="443318" y="40393"/>
                </a:cubicBezTo>
                <a:cubicBezTo>
                  <a:pt x="443437" y="39773"/>
                  <a:pt x="443592" y="39261"/>
                  <a:pt x="443782" y="38856"/>
                </a:cubicBezTo>
                <a:cubicBezTo>
                  <a:pt x="443973" y="38451"/>
                  <a:pt x="444223" y="38165"/>
                  <a:pt x="444533" y="37998"/>
                </a:cubicBezTo>
                <a:cubicBezTo>
                  <a:pt x="444843" y="37831"/>
                  <a:pt x="445188" y="37748"/>
                  <a:pt x="445570" y="37748"/>
                </a:cubicBezTo>
                <a:lnTo>
                  <a:pt x="454507" y="37748"/>
                </a:lnTo>
                <a:lnTo>
                  <a:pt x="454507" y="22448"/>
                </a:lnTo>
                <a:cubicBezTo>
                  <a:pt x="454507" y="22115"/>
                  <a:pt x="454591" y="21805"/>
                  <a:pt x="454758" y="21519"/>
                </a:cubicBezTo>
                <a:cubicBezTo>
                  <a:pt x="454925" y="21233"/>
                  <a:pt x="455234" y="20983"/>
                  <a:pt x="455687" y="20768"/>
                </a:cubicBezTo>
                <a:cubicBezTo>
                  <a:pt x="456140" y="20554"/>
                  <a:pt x="456748" y="20399"/>
                  <a:pt x="457510" y="20304"/>
                </a:cubicBezTo>
                <a:cubicBezTo>
                  <a:pt x="458273" y="20208"/>
                  <a:pt x="459227" y="20161"/>
                  <a:pt x="460371" y="20161"/>
                </a:cubicBezTo>
                <a:cubicBezTo>
                  <a:pt x="461562" y="20161"/>
                  <a:pt x="462539" y="20208"/>
                  <a:pt x="463302" y="20304"/>
                </a:cubicBezTo>
                <a:cubicBezTo>
                  <a:pt x="464065" y="20399"/>
                  <a:pt x="464661" y="20554"/>
                  <a:pt x="465090" y="20768"/>
                </a:cubicBezTo>
                <a:cubicBezTo>
                  <a:pt x="465519" y="20983"/>
                  <a:pt x="465828" y="21233"/>
                  <a:pt x="466019" y="21519"/>
                </a:cubicBezTo>
                <a:cubicBezTo>
                  <a:pt x="466210" y="21805"/>
                  <a:pt x="466305" y="22115"/>
                  <a:pt x="466305" y="22448"/>
                </a:cubicBezTo>
                <a:lnTo>
                  <a:pt x="466305" y="37748"/>
                </a:lnTo>
                <a:lnTo>
                  <a:pt x="482822" y="37748"/>
                </a:lnTo>
                <a:cubicBezTo>
                  <a:pt x="483203" y="37748"/>
                  <a:pt x="483537" y="37831"/>
                  <a:pt x="483823" y="37998"/>
                </a:cubicBezTo>
                <a:cubicBezTo>
                  <a:pt x="484109" y="38165"/>
                  <a:pt x="484359" y="38451"/>
                  <a:pt x="484574" y="38856"/>
                </a:cubicBezTo>
                <a:cubicBezTo>
                  <a:pt x="484788" y="39261"/>
                  <a:pt x="484943" y="39773"/>
                  <a:pt x="485038" y="40393"/>
                </a:cubicBezTo>
                <a:cubicBezTo>
                  <a:pt x="485134" y="41012"/>
                  <a:pt x="485181" y="41775"/>
                  <a:pt x="485181" y="42680"/>
                </a:cubicBezTo>
                <a:cubicBezTo>
                  <a:pt x="485181" y="44396"/>
                  <a:pt x="484967" y="45635"/>
                  <a:pt x="484538" y="46398"/>
                </a:cubicBezTo>
                <a:cubicBezTo>
                  <a:pt x="484109" y="47161"/>
                  <a:pt x="483537" y="47542"/>
                  <a:pt x="482822" y="47542"/>
                </a:cubicBezTo>
                <a:lnTo>
                  <a:pt x="466305" y="47542"/>
                </a:lnTo>
                <a:lnTo>
                  <a:pt x="466305" y="83536"/>
                </a:lnTo>
                <a:cubicBezTo>
                  <a:pt x="466305" y="87980"/>
                  <a:pt x="466961" y="91338"/>
                  <a:pt x="468271" y="93609"/>
                </a:cubicBezTo>
                <a:cubicBezTo>
                  <a:pt x="469582" y="95879"/>
                  <a:pt x="471930" y="97014"/>
                  <a:pt x="475314" y="97014"/>
                </a:cubicBezTo>
                <a:cubicBezTo>
                  <a:pt x="476411" y="97014"/>
                  <a:pt x="477388" y="96907"/>
                  <a:pt x="478246" y="96692"/>
                </a:cubicBezTo>
                <a:cubicBezTo>
                  <a:pt x="479104" y="96478"/>
                  <a:pt x="479867" y="96251"/>
                  <a:pt x="480534" y="96013"/>
                </a:cubicBezTo>
                <a:cubicBezTo>
                  <a:pt x="481201" y="95775"/>
                  <a:pt x="481773" y="95548"/>
                  <a:pt x="482250" y="95334"/>
                </a:cubicBezTo>
                <a:cubicBezTo>
                  <a:pt x="482727" y="95119"/>
                  <a:pt x="483156" y="95012"/>
                  <a:pt x="483537" y="95012"/>
                </a:cubicBezTo>
                <a:cubicBezTo>
                  <a:pt x="483775" y="95012"/>
                  <a:pt x="484002" y="95072"/>
                  <a:pt x="484216" y="95191"/>
                </a:cubicBezTo>
                <a:cubicBezTo>
                  <a:pt x="484431" y="95310"/>
                  <a:pt x="484598" y="95536"/>
                  <a:pt x="484717" y="95870"/>
                </a:cubicBezTo>
                <a:cubicBezTo>
                  <a:pt x="484836" y="96204"/>
                  <a:pt x="484943" y="96657"/>
                  <a:pt x="485038" y="97228"/>
                </a:cubicBezTo>
                <a:cubicBezTo>
                  <a:pt x="485134" y="97800"/>
                  <a:pt x="485181" y="98515"/>
                  <a:pt x="485181" y="99373"/>
                </a:cubicBezTo>
                <a:close/>
                <a:moveTo>
                  <a:pt x="511840" y="104020"/>
                </a:moveTo>
                <a:cubicBezTo>
                  <a:pt x="511840" y="104401"/>
                  <a:pt x="511745" y="104723"/>
                  <a:pt x="511554" y="104985"/>
                </a:cubicBezTo>
                <a:cubicBezTo>
                  <a:pt x="511363" y="105247"/>
                  <a:pt x="511054" y="105474"/>
                  <a:pt x="510625" y="105664"/>
                </a:cubicBezTo>
                <a:cubicBezTo>
                  <a:pt x="510196" y="105855"/>
                  <a:pt x="509600" y="105998"/>
                  <a:pt x="508837" y="106093"/>
                </a:cubicBezTo>
                <a:cubicBezTo>
                  <a:pt x="508074" y="106189"/>
                  <a:pt x="507097" y="106236"/>
                  <a:pt x="505905" y="106236"/>
                </a:cubicBezTo>
                <a:cubicBezTo>
                  <a:pt x="504761" y="106236"/>
                  <a:pt x="503808" y="106189"/>
                  <a:pt x="503045" y="106093"/>
                </a:cubicBezTo>
                <a:cubicBezTo>
                  <a:pt x="502283" y="105998"/>
                  <a:pt x="501675" y="105855"/>
                  <a:pt x="501222" y="105664"/>
                </a:cubicBezTo>
                <a:cubicBezTo>
                  <a:pt x="500769" y="105474"/>
                  <a:pt x="500459" y="105247"/>
                  <a:pt x="500293" y="104985"/>
                </a:cubicBezTo>
                <a:cubicBezTo>
                  <a:pt x="500126" y="104723"/>
                  <a:pt x="500042" y="104401"/>
                  <a:pt x="500042" y="104020"/>
                </a:cubicBezTo>
                <a:lnTo>
                  <a:pt x="500042" y="39678"/>
                </a:lnTo>
                <a:cubicBezTo>
                  <a:pt x="500042" y="39344"/>
                  <a:pt x="500126" y="39034"/>
                  <a:pt x="500293" y="38748"/>
                </a:cubicBezTo>
                <a:cubicBezTo>
                  <a:pt x="500459" y="38462"/>
                  <a:pt x="500769" y="38224"/>
                  <a:pt x="501222" y="38033"/>
                </a:cubicBezTo>
                <a:cubicBezTo>
                  <a:pt x="501675" y="37843"/>
                  <a:pt x="502283" y="37700"/>
                  <a:pt x="503045" y="37605"/>
                </a:cubicBezTo>
                <a:cubicBezTo>
                  <a:pt x="503808" y="37509"/>
                  <a:pt x="504761" y="37462"/>
                  <a:pt x="505905" y="37462"/>
                </a:cubicBezTo>
                <a:cubicBezTo>
                  <a:pt x="507097" y="37462"/>
                  <a:pt x="508074" y="37509"/>
                  <a:pt x="508837" y="37605"/>
                </a:cubicBezTo>
                <a:cubicBezTo>
                  <a:pt x="509600" y="37700"/>
                  <a:pt x="510196" y="37843"/>
                  <a:pt x="510625" y="38033"/>
                </a:cubicBezTo>
                <a:cubicBezTo>
                  <a:pt x="511054" y="38224"/>
                  <a:pt x="511363" y="38462"/>
                  <a:pt x="511554" y="38748"/>
                </a:cubicBezTo>
                <a:cubicBezTo>
                  <a:pt x="511745" y="39034"/>
                  <a:pt x="511840" y="39344"/>
                  <a:pt x="511840" y="39678"/>
                </a:cubicBezTo>
                <a:lnTo>
                  <a:pt x="511840" y="104020"/>
                </a:lnTo>
                <a:moveTo>
                  <a:pt x="513199" y="17873"/>
                </a:moveTo>
                <a:cubicBezTo>
                  <a:pt x="513199" y="20637"/>
                  <a:pt x="512674" y="22520"/>
                  <a:pt x="511626" y="23521"/>
                </a:cubicBezTo>
                <a:cubicBezTo>
                  <a:pt x="510577" y="24522"/>
                  <a:pt x="508646" y="25022"/>
                  <a:pt x="505834" y="25022"/>
                </a:cubicBezTo>
                <a:cubicBezTo>
                  <a:pt x="503069" y="25022"/>
                  <a:pt x="501174" y="24534"/>
                  <a:pt x="500150" y="23556"/>
                </a:cubicBezTo>
                <a:cubicBezTo>
                  <a:pt x="499125" y="22579"/>
                  <a:pt x="498612" y="20733"/>
                  <a:pt x="498612" y="18016"/>
                </a:cubicBezTo>
                <a:cubicBezTo>
                  <a:pt x="498612" y="15252"/>
                  <a:pt x="499137" y="13369"/>
                  <a:pt x="500185" y="12368"/>
                </a:cubicBezTo>
                <a:cubicBezTo>
                  <a:pt x="501234" y="11367"/>
                  <a:pt x="503165" y="10867"/>
                  <a:pt x="505977" y="10867"/>
                </a:cubicBezTo>
                <a:cubicBezTo>
                  <a:pt x="508742" y="10867"/>
                  <a:pt x="510636" y="11355"/>
                  <a:pt x="511661" y="12332"/>
                </a:cubicBezTo>
                <a:cubicBezTo>
                  <a:pt x="512686" y="13309"/>
                  <a:pt x="513199" y="15156"/>
                  <a:pt x="513199" y="17873"/>
                </a:cubicBezTo>
                <a:close/>
                <a:moveTo>
                  <a:pt x="578959" y="94297"/>
                </a:moveTo>
                <a:cubicBezTo>
                  <a:pt x="578959" y="95108"/>
                  <a:pt x="578935" y="95811"/>
                  <a:pt x="578887" y="96406"/>
                </a:cubicBezTo>
                <a:cubicBezTo>
                  <a:pt x="578839" y="97002"/>
                  <a:pt x="578756" y="97503"/>
                  <a:pt x="578637" y="97908"/>
                </a:cubicBezTo>
                <a:cubicBezTo>
                  <a:pt x="578518" y="98313"/>
                  <a:pt x="578375" y="98670"/>
                  <a:pt x="578208" y="98980"/>
                </a:cubicBezTo>
                <a:cubicBezTo>
                  <a:pt x="578041" y="99290"/>
                  <a:pt x="577660" y="99743"/>
                  <a:pt x="577064" y="100338"/>
                </a:cubicBezTo>
                <a:cubicBezTo>
                  <a:pt x="576468" y="100934"/>
                  <a:pt x="575455" y="101673"/>
                  <a:pt x="574025" y="102555"/>
                </a:cubicBezTo>
                <a:cubicBezTo>
                  <a:pt x="572595" y="103436"/>
                  <a:pt x="570986" y="104223"/>
                  <a:pt x="569199" y="104914"/>
                </a:cubicBezTo>
                <a:cubicBezTo>
                  <a:pt x="567411" y="105605"/>
                  <a:pt x="565469" y="106165"/>
                  <a:pt x="563371" y="106594"/>
                </a:cubicBezTo>
                <a:cubicBezTo>
                  <a:pt x="561274" y="107023"/>
                  <a:pt x="559105" y="107237"/>
                  <a:pt x="556865" y="107237"/>
                </a:cubicBezTo>
                <a:cubicBezTo>
                  <a:pt x="552241" y="107237"/>
                  <a:pt x="548142" y="106473"/>
                  <a:pt x="544566" y="104945"/>
                </a:cubicBezTo>
                <a:cubicBezTo>
                  <a:pt x="540991" y="103417"/>
                  <a:pt x="538000" y="101184"/>
                  <a:pt x="535593" y="98247"/>
                </a:cubicBezTo>
                <a:cubicBezTo>
                  <a:pt x="533186" y="95310"/>
                  <a:pt x="531351" y="91704"/>
                  <a:pt x="530088" y="87430"/>
                </a:cubicBezTo>
                <a:cubicBezTo>
                  <a:pt x="528824" y="83155"/>
                  <a:pt x="528193" y="78224"/>
                  <a:pt x="528193" y="72638"/>
                </a:cubicBezTo>
                <a:cubicBezTo>
                  <a:pt x="528193" y="66285"/>
                  <a:pt x="528967" y="60829"/>
                  <a:pt x="530517" y="56268"/>
                </a:cubicBezTo>
                <a:cubicBezTo>
                  <a:pt x="532066" y="51708"/>
                  <a:pt x="534187" y="47971"/>
                  <a:pt x="536880" y="45058"/>
                </a:cubicBezTo>
                <a:cubicBezTo>
                  <a:pt x="539573" y="42144"/>
                  <a:pt x="542743" y="39983"/>
                  <a:pt x="546390" y="38574"/>
                </a:cubicBezTo>
                <a:cubicBezTo>
                  <a:pt x="550036" y="37165"/>
                  <a:pt x="553981" y="36461"/>
                  <a:pt x="558223" y="36461"/>
                </a:cubicBezTo>
                <a:cubicBezTo>
                  <a:pt x="560273" y="36461"/>
                  <a:pt x="562263" y="36651"/>
                  <a:pt x="564194" y="37033"/>
                </a:cubicBezTo>
                <a:cubicBezTo>
                  <a:pt x="566124" y="37414"/>
                  <a:pt x="567900" y="37914"/>
                  <a:pt x="569520" y="38534"/>
                </a:cubicBezTo>
                <a:cubicBezTo>
                  <a:pt x="571141" y="39154"/>
                  <a:pt x="572583" y="39868"/>
                  <a:pt x="573846" y="40679"/>
                </a:cubicBezTo>
                <a:cubicBezTo>
                  <a:pt x="575109" y="41489"/>
                  <a:pt x="576027" y="42180"/>
                  <a:pt x="576599" y="42752"/>
                </a:cubicBezTo>
                <a:cubicBezTo>
                  <a:pt x="577171" y="43324"/>
                  <a:pt x="577564" y="43777"/>
                  <a:pt x="577779" y="44110"/>
                </a:cubicBezTo>
                <a:cubicBezTo>
                  <a:pt x="577993" y="44444"/>
                  <a:pt x="578172" y="44837"/>
                  <a:pt x="578315" y="45290"/>
                </a:cubicBezTo>
                <a:cubicBezTo>
                  <a:pt x="578458" y="45743"/>
                  <a:pt x="578553" y="46255"/>
                  <a:pt x="578601" y="46827"/>
                </a:cubicBezTo>
                <a:cubicBezTo>
                  <a:pt x="578649" y="47399"/>
                  <a:pt x="578673" y="48114"/>
                  <a:pt x="578673" y="48972"/>
                </a:cubicBezTo>
                <a:cubicBezTo>
                  <a:pt x="578673" y="50830"/>
                  <a:pt x="578458" y="52129"/>
                  <a:pt x="578029" y="52868"/>
                </a:cubicBezTo>
                <a:cubicBezTo>
                  <a:pt x="577600" y="53607"/>
                  <a:pt x="577076" y="53976"/>
                  <a:pt x="576456" y="53976"/>
                </a:cubicBezTo>
                <a:cubicBezTo>
                  <a:pt x="575741" y="53976"/>
                  <a:pt x="574919" y="53583"/>
                  <a:pt x="573989" y="52796"/>
                </a:cubicBezTo>
                <a:cubicBezTo>
                  <a:pt x="573060" y="52010"/>
                  <a:pt x="571880" y="51140"/>
                  <a:pt x="570450" y="50187"/>
                </a:cubicBezTo>
                <a:cubicBezTo>
                  <a:pt x="569020" y="49234"/>
                  <a:pt x="567292" y="48364"/>
                  <a:pt x="565266" y="47578"/>
                </a:cubicBezTo>
                <a:cubicBezTo>
                  <a:pt x="563240" y="46791"/>
                  <a:pt x="560845" y="46398"/>
                  <a:pt x="558080" y="46398"/>
                </a:cubicBezTo>
                <a:cubicBezTo>
                  <a:pt x="552408" y="46398"/>
                  <a:pt x="548058" y="48585"/>
                  <a:pt x="545031" y="52960"/>
                </a:cubicBezTo>
                <a:cubicBezTo>
                  <a:pt x="542004" y="57332"/>
                  <a:pt x="540491" y="63677"/>
                  <a:pt x="540491" y="71992"/>
                </a:cubicBezTo>
                <a:cubicBezTo>
                  <a:pt x="540491" y="76150"/>
                  <a:pt x="540884" y="79795"/>
                  <a:pt x="541671" y="82926"/>
                </a:cubicBezTo>
                <a:cubicBezTo>
                  <a:pt x="542457" y="86056"/>
                  <a:pt x="543613" y="88673"/>
                  <a:pt x="545139" y="90776"/>
                </a:cubicBezTo>
                <a:cubicBezTo>
                  <a:pt x="546664" y="92879"/>
                  <a:pt x="548535" y="94445"/>
                  <a:pt x="550751" y="95472"/>
                </a:cubicBezTo>
                <a:cubicBezTo>
                  <a:pt x="552968" y="96500"/>
                  <a:pt x="555506" y="97014"/>
                  <a:pt x="558366" y="97014"/>
                </a:cubicBezTo>
                <a:cubicBezTo>
                  <a:pt x="561083" y="97014"/>
                  <a:pt x="563467" y="96585"/>
                  <a:pt x="565516" y="95727"/>
                </a:cubicBezTo>
                <a:cubicBezTo>
                  <a:pt x="567566" y="94869"/>
                  <a:pt x="569342" y="93928"/>
                  <a:pt x="570843" y="92903"/>
                </a:cubicBezTo>
                <a:cubicBezTo>
                  <a:pt x="572345" y="91879"/>
                  <a:pt x="573608" y="90949"/>
                  <a:pt x="574633" y="90115"/>
                </a:cubicBezTo>
                <a:cubicBezTo>
                  <a:pt x="575658" y="89281"/>
                  <a:pt x="576456" y="88864"/>
                  <a:pt x="577028" y="88864"/>
                </a:cubicBezTo>
                <a:cubicBezTo>
                  <a:pt x="577362" y="88864"/>
                  <a:pt x="577648" y="88959"/>
                  <a:pt x="577886" y="89150"/>
                </a:cubicBezTo>
                <a:cubicBezTo>
                  <a:pt x="578124" y="89341"/>
                  <a:pt x="578327" y="89662"/>
                  <a:pt x="578494" y="90115"/>
                </a:cubicBezTo>
                <a:cubicBezTo>
                  <a:pt x="578661" y="90568"/>
                  <a:pt x="578780" y="91140"/>
                  <a:pt x="578851" y="91831"/>
                </a:cubicBezTo>
                <a:cubicBezTo>
                  <a:pt x="578923" y="92522"/>
                  <a:pt x="578959" y="93344"/>
                  <a:pt x="578959" y="94297"/>
                </a:cubicBezTo>
                <a:close/>
                <a:moveTo>
                  <a:pt x="640627" y="104092"/>
                </a:moveTo>
                <a:cubicBezTo>
                  <a:pt x="640627" y="104664"/>
                  <a:pt x="640437" y="105093"/>
                  <a:pt x="640055" y="105378"/>
                </a:cubicBezTo>
                <a:cubicBezTo>
                  <a:pt x="639674" y="105664"/>
                  <a:pt x="639150" y="105879"/>
                  <a:pt x="638482" y="106022"/>
                </a:cubicBezTo>
                <a:cubicBezTo>
                  <a:pt x="637815" y="106165"/>
                  <a:pt x="636838" y="106236"/>
                  <a:pt x="635551" y="106236"/>
                </a:cubicBezTo>
                <a:cubicBezTo>
                  <a:pt x="634311" y="106236"/>
                  <a:pt x="633322" y="106165"/>
                  <a:pt x="632583" y="106022"/>
                </a:cubicBezTo>
                <a:cubicBezTo>
                  <a:pt x="631845" y="105879"/>
                  <a:pt x="631308" y="105664"/>
                  <a:pt x="630975" y="105378"/>
                </a:cubicBezTo>
                <a:cubicBezTo>
                  <a:pt x="630641" y="105093"/>
                  <a:pt x="630474" y="104664"/>
                  <a:pt x="630474" y="104092"/>
                </a:cubicBezTo>
                <a:lnTo>
                  <a:pt x="630474" y="97657"/>
                </a:lnTo>
                <a:cubicBezTo>
                  <a:pt x="627662" y="100660"/>
                  <a:pt x="624528" y="103007"/>
                  <a:pt x="621072" y="104699"/>
                </a:cubicBezTo>
                <a:cubicBezTo>
                  <a:pt x="617616" y="106391"/>
                  <a:pt x="613957" y="107237"/>
                  <a:pt x="610096" y="107237"/>
                </a:cubicBezTo>
                <a:cubicBezTo>
                  <a:pt x="606712" y="107237"/>
                  <a:pt x="603649" y="106795"/>
                  <a:pt x="600908" y="105910"/>
                </a:cubicBezTo>
                <a:cubicBezTo>
                  <a:pt x="598168" y="105026"/>
                  <a:pt x="595832" y="103746"/>
                  <a:pt x="593901" y="102072"/>
                </a:cubicBezTo>
                <a:cubicBezTo>
                  <a:pt x="591971" y="100398"/>
                  <a:pt x="590469" y="98342"/>
                  <a:pt x="589397" y="95904"/>
                </a:cubicBezTo>
                <a:cubicBezTo>
                  <a:pt x="588324" y="93464"/>
                  <a:pt x="587788" y="90689"/>
                  <a:pt x="587788" y="87579"/>
                </a:cubicBezTo>
                <a:cubicBezTo>
                  <a:pt x="587788" y="83945"/>
                  <a:pt x="588527" y="80789"/>
                  <a:pt x="590005" y="78111"/>
                </a:cubicBezTo>
                <a:cubicBezTo>
                  <a:pt x="591482" y="75432"/>
                  <a:pt x="593603" y="73207"/>
                  <a:pt x="596368" y="71438"/>
                </a:cubicBezTo>
                <a:cubicBezTo>
                  <a:pt x="599133" y="69668"/>
                  <a:pt x="602517" y="68341"/>
                  <a:pt x="606521" y="67457"/>
                </a:cubicBezTo>
                <a:cubicBezTo>
                  <a:pt x="610525" y="66572"/>
                  <a:pt x="615030" y="66130"/>
                  <a:pt x="620035" y="66130"/>
                </a:cubicBezTo>
                <a:lnTo>
                  <a:pt x="628901" y="66130"/>
                </a:lnTo>
                <a:lnTo>
                  <a:pt x="628901" y="61143"/>
                </a:lnTo>
                <a:cubicBezTo>
                  <a:pt x="628901" y="58674"/>
                  <a:pt x="628639" y="56489"/>
                  <a:pt x="628115" y="54590"/>
                </a:cubicBezTo>
                <a:cubicBezTo>
                  <a:pt x="627590" y="52690"/>
                  <a:pt x="626744" y="51110"/>
                  <a:pt x="625576" y="49852"/>
                </a:cubicBezTo>
                <a:cubicBezTo>
                  <a:pt x="624409" y="48593"/>
                  <a:pt x="622895" y="47644"/>
                  <a:pt x="621036" y="47003"/>
                </a:cubicBezTo>
                <a:cubicBezTo>
                  <a:pt x="619177" y="46361"/>
                  <a:pt x="616889" y="46041"/>
                  <a:pt x="614172" y="46041"/>
                </a:cubicBezTo>
                <a:cubicBezTo>
                  <a:pt x="611264" y="46041"/>
                  <a:pt x="608654" y="46382"/>
                  <a:pt x="606343" y="47066"/>
                </a:cubicBezTo>
                <a:cubicBezTo>
                  <a:pt x="604031" y="47750"/>
                  <a:pt x="602005" y="48504"/>
                  <a:pt x="600265" y="49329"/>
                </a:cubicBezTo>
                <a:cubicBezTo>
                  <a:pt x="598525" y="50154"/>
                  <a:pt x="597071" y="50909"/>
                  <a:pt x="595903" y="51592"/>
                </a:cubicBezTo>
                <a:cubicBezTo>
                  <a:pt x="594736" y="52276"/>
                  <a:pt x="593866" y="52618"/>
                  <a:pt x="593294" y="52618"/>
                </a:cubicBezTo>
                <a:cubicBezTo>
                  <a:pt x="592912" y="52618"/>
                  <a:pt x="592579" y="52522"/>
                  <a:pt x="592293" y="52332"/>
                </a:cubicBezTo>
                <a:cubicBezTo>
                  <a:pt x="592007" y="52141"/>
                  <a:pt x="591756" y="51855"/>
                  <a:pt x="591542" y="51474"/>
                </a:cubicBezTo>
                <a:cubicBezTo>
                  <a:pt x="591327" y="51093"/>
                  <a:pt x="591172" y="50604"/>
                  <a:pt x="591077" y="50008"/>
                </a:cubicBezTo>
                <a:cubicBezTo>
                  <a:pt x="590982" y="49413"/>
                  <a:pt x="590934" y="48757"/>
                  <a:pt x="590934" y="48042"/>
                </a:cubicBezTo>
                <a:cubicBezTo>
                  <a:pt x="590934" y="46851"/>
                  <a:pt x="591017" y="45909"/>
                  <a:pt x="591184" y="45218"/>
                </a:cubicBezTo>
                <a:cubicBezTo>
                  <a:pt x="591351" y="44527"/>
                  <a:pt x="591756" y="43872"/>
                  <a:pt x="592400" y="43252"/>
                </a:cubicBezTo>
                <a:cubicBezTo>
                  <a:pt x="593043" y="42633"/>
                  <a:pt x="594152" y="41911"/>
                  <a:pt x="595725" y="41088"/>
                </a:cubicBezTo>
                <a:cubicBezTo>
                  <a:pt x="597298" y="40262"/>
                  <a:pt x="599109" y="39509"/>
                  <a:pt x="601159" y="38827"/>
                </a:cubicBezTo>
                <a:cubicBezTo>
                  <a:pt x="603208" y="38144"/>
                  <a:pt x="605449" y="37580"/>
                  <a:pt x="607880" y="37133"/>
                </a:cubicBezTo>
                <a:cubicBezTo>
                  <a:pt x="610311" y="36685"/>
                  <a:pt x="612766" y="36461"/>
                  <a:pt x="615244" y="36461"/>
                </a:cubicBezTo>
                <a:cubicBezTo>
                  <a:pt x="619868" y="36461"/>
                  <a:pt x="623801" y="36985"/>
                  <a:pt x="627042" y="38033"/>
                </a:cubicBezTo>
                <a:cubicBezTo>
                  <a:pt x="630284" y="39082"/>
                  <a:pt x="632905" y="40619"/>
                  <a:pt x="634907" y="42645"/>
                </a:cubicBezTo>
                <a:cubicBezTo>
                  <a:pt x="636909" y="44670"/>
                  <a:pt x="638363" y="47184"/>
                  <a:pt x="639269" y="50187"/>
                </a:cubicBezTo>
                <a:cubicBezTo>
                  <a:pt x="640175" y="53190"/>
                  <a:pt x="640627" y="56693"/>
                  <a:pt x="640627" y="60696"/>
                </a:cubicBezTo>
                <a:lnTo>
                  <a:pt x="640627" y="104092"/>
                </a:lnTo>
                <a:moveTo>
                  <a:pt x="628901" y="74637"/>
                </a:moveTo>
                <a:lnTo>
                  <a:pt x="618820" y="74637"/>
                </a:lnTo>
                <a:cubicBezTo>
                  <a:pt x="615578" y="74637"/>
                  <a:pt x="612766" y="74913"/>
                  <a:pt x="610382" y="75466"/>
                </a:cubicBezTo>
                <a:cubicBezTo>
                  <a:pt x="607999" y="76017"/>
                  <a:pt x="606021" y="76832"/>
                  <a:pt x="604448" y="77910"/>
                </a:cubicBezTo>
                <a:cubicBezTo>
                  <a:pt x="602875" y="78988"/>
                  <a:pt x="601719" y="80283"/>
                  <a:pt x="600980" y="81795"/>
                </a:cubicBezTo>
                <a:cubicBezTo>
                  <a:pt x="600241" y="83305"/>
                  <a:pt x="599872" y="85044"/>
                  <a:pt x="599872" y="87010"/>
                </a:cubicBezTo>
                <a:cubicBezTo>
                  <a:pt x="599872" y="90367"/>
                  <a:pt x="600932" y="93040"/>
                  <a:pt x="603054" y="95030"/>
                </a:cubicBezTo>
                <a:cubicBezTo>
                  <a:pt x="605175" y="97020"/>
                  <a:pt x="608142" y="98015"/>
                  <a:pt x="611955" y="98015"/>
                </a:cubicBezTo>
                <a:cubicBezTo>
                  <a:pt x="615054" y="98015"/>
                  <a:pt x="617926" y="97224"/>
                  <a:pt x="620571" y="95642"/>
                </a:cubicBezTo>
                <a:cubicBezTo>
                  <a:pt x="623217" y="94059"/>
                  <a:pt x="625993" y="91637"/>
                  <a:pt x="628901" y="88377"/>
                </a:cubicBezTo>
                <a:lnTo>
                  <a:pt x="628901" y="74637"/>
                </a:lnTo>
                <a:close/>
                <a:moveTo>
                  <a:pt x="672479" y="104018"/>
                </a:moveTo>
                <a:cubicBezTo>
                  <a:pt x="672479" y="104399"/>
                  <a:pt x="672383" y="104722"/>
                  <a:pt x="672193" y="104985"/>
                </a:cubicBezTo>
                <a:cubicBezTo>
                  <a:pt x="672002" y="105247"/>
                  <a:pt x="671692" y="105474"/>
                  <a:pt x="671263" y="105664"/>
                </a:cubicBezTo>
                <a:cubicBezTo>
                  <a:pt x="670834" y="105855"/>
                  <a:pt x="670238" y="105998"/>
                  <a:pt x="669476" y="106093"/>
                </a:cubicBezTo>
                <a:cubicBezTo>
                  <a:pt x="668713" y="106189"/>
                  <a:pt x="667736" y="106236"/>
                  <a:pt x="666544" y="106236"/>
                </a:cubicBezTo>
                <a:cubicBezTo>
                  <a:pt x="665400" y="106236"/>
                  <a:pt x="664447" y="106189"/>
                  <a:pt x="663684" y="106093"/>
                </a:cubicBezTo>
                <a:cubicBezTo>
                  <a:pt x="662921" y="105998"/>
                  <a:pt x="662314" y="105855"/>
                  <a:pt x="661861" y="105664"/>
                </a:cubicBezTo>
                <a:cubicBezTo>
                  <a:pt x="661408" y="105474"/>
                  <a:pt x="661098" y="105247"/>
                  <a:pt x="660931" y="104985"/>
                </a:cubicBezTo>
                <a:cubicBezTo>
                  <a:pt x="660764" y="104722"/>
                  <a:pt x="660681" y="104399"/>
                  <a:pt x="660681" y="104018"/>
                </a:cubicBezTo>
                <a:lnTo>
                  <a:pt x="660681" y="8438"/>
                </a:lnTo>
                <a:cubicBezTo>
                  <a:pt x="660681" y="8057"/>
                  <a:pt x="660764" y="7723"/>
                  <a:pt x="660931" y="7437"/>
                </a:cubicBezTo>
                <a:cubicBezTo>
                  <a:pt x="661098" y="7150"/>
                  <a:pt x="661408" y="6911"/>
                  <a:pt x="661861" y="6720"/>
                </a:cubicBezTo>
                <a:cubicBezTo>
                  <a:pt x="662314" y="6530"/>
                  <a:pt x="662921" y="6387"/>
                  <a:pt x="663684" y="6291"/>
                </a:cubicBezTo>
                <a:cubicBezTo>
                  <a:pt x="664447" y="6196"/>
                  <a:pt x="665400" y="6148"/>
                  <a:pt x="666544" y="6148"/>
                </a:cubicBezTo>
                <a:cubicBezTo>
                  <a:pt x="667736" y="6148"/>
                  <a:pt x="668713" y="6196"/>
                  <a:pt x="669476" y="6291"/>
                </a:cubicBezTo>
                <a:cubicBezTo>
                  <a:pt x="670238" y="6387"/>
                  <a:pt x="670834" y="6530"/>
                  <a:pt x="671263" y="6720"/>
                </a:cubicBezTo>
                <a:cubicBezTo>
                  <a:pt x="671692" y="6911"/>
                  <a:pt x="672002" y="7150"/>
                  <a:pt x="672193" y="7437"/>
                </a:cubicBezTo>
                <a:cubicBezTo>
                  <a:pt x="672383" y="7723"/>
                  <a:pt x="672479" y="8057"/>
                  <a:pt x="672479" y="8438"/>
                </a:cubicBezTo>
                <a:lnTo>
                  <a:pt x="672479" y="104018"/>
                </a:lnTo>
                <a:close/>
                <a:moveTo>
                  <a:pt x="780903" y="69061"/>
                </a:moveTo>
                <a:cubicBezTo>
                  <a:pt x="780903" y="70920"/>
                  <a:pt x="780439" y="72242"/>
                  <a:pt x="779509" y="73029"/>
                </a:cubicBezTo>
                <a:cubicBezTo>
                  <a:pt x="778580" y="73815"/>
                  <a:pt x="777519" y="74208"/>
                  <a:pt x="776327" y="74208"/>
                </a:cubicBezTo>
                <a:lnTo>
                  <a:pt x="734142" y="74208"/>
                </a:lnTo>
                <a:cubicBezTo>
                  <a:pt x="734142" y="77793"/>
                  <a:pt x="734499" y="81020"/>
                  <a:pt x="735214" y="83889"/>
                </a:cubicBezTo>
                <a:cubicBezTo>
                  <a:pt x="735929" y="86757"/>
                  <a:pt x="737121" y="89219"/>
                  <a:pt x="738789" y="91275"/>
                </a:cubicBezTo>
                <a:cubicBezTo>
                  <a:pt x="740458" y="93330"/>
                  <a:pt x="742627" y="94908"/>
                  <a:pt x="745296" y="96009"/>
                </a:cubicBezTo>
                <a:cubicBezTo>
                  <a:pt x="747965" y="97108"/>
                  <a:pt x="751231" y="97657"/>
                  <a:pt x="755092" y="97657"/>
                </a:cubicBezTo>
                <a:cubicBezTo>
                  <a:pt x="758142" y="97657"/>
                  <a:pt x="760859" y="97407"/>
                  <a:pt x="763243" y="96907"/>
                </a:cubicBezTo>
                <a:cubicBezTo>
                  <a:pt x="765626" y="96406"/>
                  <a:pt x="767688" y="95846"/>
                  <a:pt x="769428" y="95227"/>
                </a:cubicBezTo>
                <a:cubicBezTo>
                  <a:pt x="771167" y="94607"/>
                  <a:pt x="772597" y="94047"/>
                  <a:pt x="773718" y="93547"/>
                </a:cubicBezTo>
                <a:cubicBezTo>
                  <a:pt x="774838" y="93046"/>
                  <a:pt x="775684" y="92796"/>
                  <a:pt x="776256" y="92796"/>
                </a:cubicBezTo>
                <a:cubicBezTo>
                  <a:pt x="776590" y="92796"/>
                  <a:pt x="776887" y="92879"/>
                  <a:pt x="777150" y="93046"/>
                </a:cubicBezTo>
                <a:cubicBezTo>
                  <a:pt x="777412" y="93213"/>
                  <a:pt x="777614" y="93463"/>
                  <a:pt x="777757" y="93797"/>
                </a:cubicBezTo>
                <a:cubicBezTo>
                  <a:pt x="777900" y="94130"/>
                  <a:pt x="778008" y="94595"/>
                  <a:pt x="778079" y="95191"/>
                </a:cubicBezTo>
                <a:cubicBezTo>
                  <a:pt x="778151" y="95787"/>
                  <a:pt x="778186" y="96514"/>
                  <a:pt x="778186" y="97371"/>
                </a:cubicBezTo>
                <a:cubicBezTo>
                  <a:pt x="778186" y="97991"/>
                  <a:pt x="778163" y="98527"/>
                  <a:pt x="778115" y="98980"/>
                </a:cubicBezTo>
                <a:cubicBezTo>
                  <a:pt x="778067" y="99433"/>
                  <a:pt x="778008" y="99838"/>
                  <a:pt x="777936" y="100195"/>
                </a:cubicBezTo>
                <a:cubicBezTo>
                  <a:pt x="777865" y="100553"/>
                  <a:pt x="777746" y="100875"/>
                  <a:pt x="777579" y="101160"/>
                </a:cubicBezTo>
                <a:cubicBezTo>
                  <a:pt x="777412" y="101446"/>
                  <a:pt x="777197" y="101721"/>
                  <a:pt x="776935" y="101983"/>
                </a:cubicBezTo>
                <a:cubicBezTo>
                  <a:pt x="776673" y="102245"/>
                  <a:pt x="775898" y="102674"/>
                  <a:pt x="774611" y="103269"/>
                </a:cubicBezTo>
                <a:cubicBezTo>
                  <a:pt x="773324" y="103865"/>
                  <a:pt x="771656" y="104449"/>
                  <a:pt x="769606" y="105021"/>
                </a:cubicBezTo>
                <a:cubicBezTo>
                  <a:pt x="767557" y="105593"/>
                  <a:pt x="765185" y="106105"/>
                  <a:pt x="762492" y="106558"/>
                </a:cubicBezTo>
                <a:cubicBezTo>
                  <a:pt x="759799" y="107011"/>
                  <a:pt x="756927" y="107237"/>
                  <a:pt x="753876" y="107237"/>
                </a:cubicBezTo>
                <a:cubicBezTo>
                  <a:pt x="748585" y="107237"/>
                  <a:pt x="743949" y="106498"/>
                  <a:pt x="739969" y="105019"/>
                </a:cubicBezTo>
                <a:cubicBezTo>
                  <a:pt x="735989" y="103540"/>
                  <a:pt x="732640" y="101345"/>
                  <a:pt x="729923" y="98435"/>
                </a:cubicBezTo>
                <a:cubicBezTo>
                  <a:pt x="727206" y="95525"/>
                  <a:pt x="725156" y="91875"/>
                  <a:pt x="723774" y="87486"/>
                </a:cubicBezTo>
                <a:cubicBezTo>
                  <a:pt x="722392" y="83096"/>
                  <a:pt x="721701" y="77991"/>
                  <a:pt x="721701" y="72171"/>
                </a:cubicBezTo>
                <a:cubicBezTo>
                  <a:pt x="721701" y="66636"/>
                  <a:pt x="722416" y="61662"/>
                  <a:pt x="723846" y="57249"/>
                </a:cubicBezTo>
                <a:cubicBezTo>
                  <a:pt x="725276" y="52836"/>
                  <a:pt x="727337" y="49091"/>
                  <a:pt x="730030" y="46014"/>
                </a:cubicBezTo>
                <a:cubicBezTo>
                  <a:pt x="732724" y="42937"/>
                  <a:pt x="735977" y="40575"/>
                  <a:pt x="739790" y="38929"/>
                </a:cubicBezTo>
                <a:cubicBezTo>
                  <a:pt x="743604" y="37284"/>
                  <a:pt x="747870" y="36461"/>
                  <a:pt x="752589" y="36461"/>
                </a:cubicBezTo>
                <a:cubicBezTo>
                  <a:pt x="757642" y="36461"/>
                  <a:pt x="761944" y="37271"/>
                  <a:pt x="765495" y="38891"/>
                </a:cubicBezTo>
                <a:cubicBezTo>
                  <a:pt x="769046" y="40512"/>
                  <a:pt x="771966" y="42692"/>
                  <a:pt x="774254" y="45433"/>
                </a:cubicBezTo>
                <a:cubicBezTo>
                  <a:pt x="776542" y="48173"/>
                  <a:pt x="778222" y="51390"/>
                  <a:pt x="779295" y="55084"/>
                </a:cubicBezTo>
                <a:cubicBezTo>
                  <a:pt x="780367" y="58778"/>
                  <a:pt x="780903" y="62722"/>
                  <a:pt x="780903" y="66916"/>
                </a:cubicBezTo>
                <a:lnTo>
                  <a:pt x="780903" y="69061"/>
                </a:lnTo>
                <a:moveTo>
                  <a:pt x="769034" y="65558"/>
                </a:moveTo>
                <a:cubicBezTo>
                  <a:pt x="769177" y="59362"/>
                  <a:pt x="767807" y="54500"/>
                  <a:pt x="764923" y="50973"/>
                </a:cubicBezTo>
                <a:cubicBezTo>
                  <a:pt x="762039" y="47447"/>
                  <a:pt x="757761" y="45683"/>
                  <a:pt x="752089" y="45683"/>
                </a:cubicBezTo>
                <a:cubicBezTo>
                  <a:pt x="749181" y="45683"/>
                  <a:pt x="746631" y="46231"/>
                  <a:pt x="744438" y="47327"/>
                </a:cubicBezTo>
                <a:cubicBezTo>
                  <a:pt x="742245" y="48424"/>
                  <a:pt x="740410" y="49877"/>
                  <a:pt x="738932" y="51688"/>
                </a:cubicBezTo>
                <a:cubicBezTo>
                  <a:pt x="737455" y="53499"/>
                  <a:pt x="736311" y="55608"/>
                  <a:pt x="735500" y="58015"/>
                </a:cubicBezTo>
                <a:cubicBezTo>
                  <a:pt x="734690" y="60422"/>
                  <a:pt x="734237" y="62936"/>
                  <a:pt x="734142" y="65558"/>
                </a:cubicBezTo>
                <a:lnTo>
                  <a:pt x="769034" y="65558"/>
                </a:lnTo>
                <a:close/>
                <a:moveTo>
                  <a:pt x="844457" y="102662"/>
                </a:moveTo>
                <a:cubicBezTo>
                  <a:pt x="844838" y="103329"/>
                  <a:pt x="845029" y="103889"/>
                  <a:pt x="845029" y="104342"/>
                </a:cubicBezTo>
                <a:cubicBezTo>
                  <a:pt x="845029" y="104795"/>
                  <a:pt x="844803" y="105164"/>
                  <a:pt x="844350" y="105450"/>
                </a:cubicBezTo>
                <a:cubicBezTo>
                  <a:pt x="843897" y="105736"/>
                  <a:pt x="843206" y="105939"/>
                  <a:pt x="842276" y="106058"/>
                </a:cubicBezTo>
                <a:cubicBezTo>
                  <a:pt x="841347" y="106177"/>
                  <a:pt x="840143" y="106236"/>
                  <a:pt x="838666" y="106236"/>
                </a:cubicBezTo>
                <a:cubicBezTo>
                  <a:pt x="837235" y="106236"/>
                  <a:pt x="836103" y="106201"/>
                  <a:pt x="835269" y="106129"/>
                </a:cubicBezTo>
                <a:cubicBezTo>
                  <a:pt x="834435" y="106058"/>
                  <a:pt x="833768" y="105939"/>
                  <a:pt x="833267" y="105772"/>
                </a:cubicBezTo>
                <a:cubicBezTo>
                  <a:pt x="832767" y="105605"/>
                  <a:pt x="832385" y="105390"/>
                  <a:pt x="832123" y="105128"/>
                </a:cubicBezTo>
                <a:cubicBezTo>
                  <a:pt x="831861" y="104866"/>
                  <a:pt x="831635" y="104568"/>
                  <a:pt x="831444" y="104235"/>
                </a:cubicBezTo>
                <a:lnTo>
                  <a:pt x="816000" y="78712"/>
                </a:lnTo>
                <a:lnTo>
                  <a:pt x="800627" y="104235"/>
                </a:lnTo>
                <a:cubicBezTo>
                  <a:pt x="800436" y="104568"/>
                  <a:pt x="800210" y="104866"/>
                  <a:pt x="799948" y="105128"/>
                </a:cubicBezTo>
                <a:cubicBezTo>
                  <a:pt x="799685" y="105390"/>
                  <a:pt x="799304" y="105605"/>
                  <a:pt x="798804" y="105772"/>
                </a:cubicBezTo>
                <a:cubicBezTo>
                  <a:pt x="798303" y="105939"/>
                  <a:pt x="797648" y="106058"/>
                  <a:pt x="796837" y="106129"/>
                </a:cubicBezTo>
                <a:cubicBezTo>
                  <a:pt x="796027" y="106201"/>
                  <a:pt x="794954" y="106236"/>
                  <a:pt x="793620" y="106236"/>
                </a:cubicBezTo>
                <a:cubicBezTo>
                  <a:pt x="792237" y="106236"/>
                  <a:pt x="791105" y="106177"/>
                  <a:pt x="790223" y="106058"/>
                </a:cubicBezTo>
                <a:cubicBezTo>
                  <a:pt x="789342" y="105939"/>
                  <a:pt x="788698" y="105736"/>
                  <a:pt x="788293" y="105450"/>
                </a:cubicBezTo>
                <a:cubicBezTo>
                  <a:pt x="787888" y="105164"/>
                  <a:pt x="787697" y="104795"/>
                  <a:pt x="787721" y="104342"/>
                </a:cubicBezTo>
                <a:cubicBezTo>
                  <a:pt x="787745" y="103889"/>
                  <a:pt x="787971" y="103329"/>
                  <a:pt x="788400" y="102662"/>
                </a:cubicBezTo>
                <a:lnTo>
                  <a:pt x="808421" y="71277"/>
                </a:lnTo>
                <a:lnTo>
                  <a:pt x="789473" y="41036"/>
                </a:lnTo>
                <a:cubicBezTo>
                  <a:pt x="789091" y="40369"/>
                  <a:pt x="788889" y="39809"/>
                  <a:pt x="788865" y="39356"/>
                </a:cubicBezTo>
                <a:cubicBezTo>
                  <a:pt x="788841" y="38903"/>
                  <a:pt x="789056" y="38522"/>
                  <a:pt x="789508" y="38212"/>
                </a:cubicBezTo>
                <a:cubicBezTo>
                  <a:pt x="789961" y="37902"/>
                  <a:pt x="790652" y="37700"/>
                  <a:pt x="791582" y="37605"/>
                </a:cubicBezTo>
                <a:cubicBezTo>
                  <a:pt x="792512" y="37509"/>
                  <a:pt x="793739" y="37462"/>
                  <a:pt x="795264" y="37462"/>
                </a:cubicBezTo>
                <a:cubicBezTo>
                  <a:pt x="796647" y="37462"/>
                  <a:pt x="797755" y="37497"/>
                  <a:pt x="798589" y="37569"/>
                </a:cubicBezTo>
                <a:cubicBezTo>
                  <a:pt x="799423" y="37640"/>
                  <a:pt x="800079" y="37748"/>
                  <a:pt x="800555" y="37891"/>
                </a:cubicBezTo>
                <a:cubicBezTo>
                  <a:pt x="801032" y="38033"/>
                  <a:pt x="801390" y="38224"/>
                  <a:pt x="801628" y="38462"/>
                </a:cubicBezTo>
                <a:cubicBezTo>
                  <a:pt x="801866" y="38701"/>
                  <a:pt x="802081" y="38987"/>
                  <a:pt x="802271" y="39320"/>
                </a:cubicBezTo>
                <a:lnTo>
                  <a:pt x="816929" y="63270"/>
                </a:lnTo>
                <a:lnTo>
                  <a:pt x="831801" y="39320"/>
                </a:lnTo>
                <a:cubicBezTo>
                  <a:pt x="831992" y="39034"/>
                  <a:pt x="832207" y="38772"/>
                  <a:pt x="832445" y="38534"/>
                </a:cubicBezTo>
                <a:cubicBezTo>
                  <a:pt x="832683" y="38296"/>
                  <a:pt x="833005" y="38093"/>
                  <a:pt x="833410" y="37926"/>
                </a:cubicBezTo>
                <a:cubicBezTo>
                  <a:pt x="833815" y="37759"/>
                  <a:pt x="834387" y="37640"/>
                  <a:pt x="835126" y="37569"/>
                </a:cubicBezTo>
                <a:cubicBezTo>
                  <a:pt x="835865" y="37497"/>
                  <a:pt x="836878" y="37462"/>
                  <a:pt x="838165" y="37462"/>
                </a:cubicBezTo>
                <a:cubicBezTo>
                  <a:pt x="839547" y="37462"/>
                  <a:pt x="840679" y="37509"/>
                  <a:pt x="841561" y="37605"/>
                </a:cubicBezTo>
                <a:cubicBezTo>
                  <a:pt x="842443" y="37700"/>
                  <a:pt x="843099" y="37879"/>
                  <a:pt x="843528" y="38141"/>
                </a:cubicBezTo>
                <a:cubicBezTo>
                  <a:pt x="843957" y="38403"/>
                  <a:pt x="844147" y="38772"/>
                  <a:pt x="844100" y="39249"/>
                </a:cubicBezTo>
                <a:cubicBezTo>
                  <a:pt x="844052" y="39725"/>
                  <a:pt x="843814" y="40321"/>
                  <a:pt x="843385" y="41036"/>
                </a:cubicBezTo>
                <a:lnTo>
                  <a:pt x="824580" y="70920"/>
                </a:lnTo>
                <a:lnTo>
                  <a:pt x="844457" y="102662"/>
                </a:lnTo>
                <a:close/>
                <a:moveTo>
                  <a:pt x="903331" y="104092"/>
                </a:moveTo>
                <a:cubicBezTo>
                  <a:pt x="903331" y="104664"/>
                  <a:pt x="903140" y="105093"/>
                  <a:pt x="902759" y="105378"/>
                </a:cubicBezTo>
                <a:cubicBezTo>
                  <a:pt x="902377" y="105664"/>
                  <a:pt x="901853" y="105879"/>
                  <a:pt x="901186" y="106022"/>
                </a:cubicBezTo>
                <a:cubicBezTo>
                  <a:pt x="900518" y="106165"/>
                  <a:pt x="899541" y="106236"/>
                  <a:pt x="898254" y="106236"/>
                </a:cubicBezTo>
                <a:cubicBezTo>
                  <a:pt x="897015" y="106236"/>
                  <a:pt x="896026" y="106165"/>
                  <a:pt x="895287" y="106022"/>
                </a:cubicBezTo>
                <a:cubicBezTo>
                  <a:pt x="894548" y="105879"/>
                  <a:pt x="894012" y="105664"/>
                  <a:pt x="893678" y="105378"/>
                </a:cubicBezTo>
                <a:cubicBezTo>
                  <a:pt x="893344" y="105093"/>
                  <a:pt x="893178" y="104664"/>
                  <a:pt x="893178" y="104092"/>
                </a:cubicBezTo>
                <a:lnTo>
                  <a:pt x="893178" y="97657"/>
                </a:lnTo>
                <a:cubicBezTo>
                  <a:pt x="890365" y="100660"/>
                  <a:pt x="887231" y="103007"/>
                  <a:pt x="883775" y="104699"/>
                </a:cubicBezTo>
                <a:cubicBezTo>
                  <a:pt x="880319" y="106391"/>
                  <a:pt x="876661" y="107237"/>
                  <a:pt x="872800" y="107237"/>
                </a:cubicBezTo>
                <a:cubicBezTo>
                  <a:pt x="869415" y="107237"/>
                  <a:pt x="866353" y="106795"/>
                  <a:pt x="863612" y="105910"/>
                </a:cubicBezTo>
                <a:cubicBezTo>
                  <a:pt x="860871" y="105026"/>
                  <a:pt x="858535" y="103746"/>
                  <a:pt x="856605" y="102072"/>
                </a:cubicBezTo>
                <a:cubicBezTo>
                  <a:pt x="854674" y="100398"/>
                  <a:pt x="853173" y="98342"/>
                  <a:pt x="852100" y="95904"/>
                </a:cubicBezTo>
                <a:cubicBezTo>
                  <a:pt x="851028" y="93464"/>
                  <a:pt x="850491" y="90689"/>
                  <a:pt x="850491" y="87579"/>
                </a:cubicBezTo>
                <a:cubicBezTo>
                  <a:pt x="850491" y="83945"/>
                  <a:pt x="851230" y="80789"/>
                  <a:pt x="852708" y="78111"/>
                </a:cubicBezTo>
                <a:cubicBezTo>
                  <a:pt x="854186" y="75432"/>
                  <a:pt x="856307" y="73207"/>
                  <a:pt x="859072" y="71438"/>
                </a:cubicBezTo>
                <a:cubicBezTo>
                  <a:pt x="861836" y="69668"/>
                  <a:pt x="865221" y="68341"/>
                  <a:pt x="869225" y="67457"/>
                </a:cubicBezTo>
                <a:cubicBezTo>
                  <a:pt x="873229" y="66572"/>
                  <a:pt x="877733" y="66130"/>
                  <a:pt x="882738" y="66130"/>
                </a:cubicBezTo>
                <a:lnTo>
                  <a:pt x="891605" y="66130"/>
                </a:lnTo>
                <a:lnTo>
                  <a:pt x="891605" y="61143"/>
                </a:lnTo>
                <a:cubicBezTo>
                  <a:pt x="891605" y="58674"/>
                  <a:pt x="891342" y="56489"/>
                  <a:pt x="890818" y="54590"/>
                </a:cubicBezTo>
                <a:cubicBezTo>
                  <a:pt x="890294" y="52690"/>
                  <a:pt x="889448" y="51110"/>
                  <a:pt x="888280" y="49852"/>
                </a:cubicBezTo>
                <a:cubicBezTo>
                  <a:pt x="887112" y="48593"/>
                  <a:pt x="885598" y="47644"/>
                  <a:pt x="883739" y="47003"/>
                </a:cubicBezTo>
                <a:cubicBezTo>
                  <a:pt x="881880" y="46361"/>
                  <a:pt x="879592" y="46041"/>
                  <a:pt x="876875" y="46041"/>
                </a:cubicBezTo>
                <a:cubicBezTo>
                  <a:pt x="873968" y="46041"/>
                  <a:pt x="871358" y="46382"/>
                  <a:pt x="869046" y="47066"/>
                </a:cubicBezTo>
                <a:cubicBezTo>
                  <a:pt x="866734" y="47750"/>
                  <a:pt x="864708" y="48504"/>
                  <a:pt x="862968" y="49329"/>
                </a:cubicBezTo>
                <a:cubicBezTo>
                  <a:pt x="861229" y="50154"/>
                  <a:pt x="859775" y="50909"/>
                  <a:pt x="858607" y="51592"/>
                </a:cubicBezTo>
                <a:cubicBezTo>
                  <a:pt x="857439" y="52276"/>
                  <a:pt x="856569" y="52618"/>
                  <a:pt x="855997" y="52618"/>
                </a:cubicBezTo>
                <a:cubicBezTo>
                  <a:pt x="855616" y="52618"/>
                  <a:pt x="855282" y="52522"/>
                  <a:pt x="854996" y="52332"/>
                </a:cubicBezTo>
                <a:cubicBezTo>
                  <a:pt x="854710" y="52141"/>
                  <a:pt x="854460" y="51855"/>
                  <a:pt x="854245" y="51474"/>
                </a:cubicBezTo>
                <a:cubicBezTo>
                  <a:pt x="854031" y="51093"/>
                  <a:pt x="853876" y="50604"/>
                  <a:pt x="853780" y="50008"/>
                </a:cubicBezTo>
                <a:cubicBezTo>
                  <a:pt x="853685" y="49413"/>
                  <a:pt x="853637" y="48757"/>
                  <a:pt x="853637" y="48042"/>
                </a:cubicBezTo>
                <a:cubicBezTo>
                  <a:pt x="853637" y="46851"/>
                  <a:pt x="853721" y="45909"/>
                  <a:pt x="853888" y="45218"/>
                </a:cubicBezTo>
                <a:cubicBezTo>
                  <a:pt x="854055" y="44527"/>
                  <a:pt x="854460" y="43872"/>
                  <a:pt x="855103" y="43252"/>
                </a:cubicBezTo>
                <a:cubicBezTo>
                  <a:pt x="855747" y="42633"/>
                  <a:pt x="856855" y="41911"/>
                  <a:pt x="858428" y="41088"/>
                </a:cubicBezTo>
                <a:cubicBezTo>
                  <a:pt x="860001" y="40262"/>
                  <a:pt x="861812" y="39509"/>
                  <a:pt x="863862" y="38827"/>
                </a:cubicBezTo>
                <a:cubicBezTo>
                  <a:pt x="865912" y="38144"/>
                  <a:pt x="868152" y="37580"/>
                  <a:pt x="870583" y="37133"/>
                </a:cubicBezTo>
                <a:cubicBezTo>
                  <a:pt x="873014" y="36685"/>
                  <a:pt x="875469" y="36461"/>
                  <a:pt x="877948" y="36461"/>
                </a:cubicBezTo>
                <a:cubicBezTo>
                  <a:pt x="882572" y="36461"/>
                  <a:pt x="886504" y="36985"/>
                  <a:pt x="889746" y="38033"/>
                </a:cubicBezTo>
                <a:cubicBezTo>
                  <a:pt x="892987" y="39082"/>
                  <a:pt x="895609" y="40619"/>
                  <a:pt x="897611" y="42645"/>
                </a:cubicBezTo>
                <a:cubicBezTo>
                  <a:pt x="899613" y="44670"/>
                  <a:pt x="901067" y="47184"/>
                  <a:pt x="901972" y="50187"/>
                </a:cubicBezTo>
                <a:cubicBezTo>
                  <a:pt x="902878" y="53190"/>
                  <a:pt x="903331" y="56693"/>
                  <a:pt x="903331" y="60696"/>
                </a:cubicBezTo>
                <a:lnTo>
                  <a:pt x="903331" y="104092"/>
                </a:lnTo>
                <a:moveTo>
                  <a:pt x="891605" y="74637"/>
                </a:moveTo>
                <a:lnTo>
                  <a:pt x="881523" y="74637"/>
                </a:lnTo>
                <a:cubicBezTo>
                  <a:pt x="878282" y="74637"/>
                  <a:pt x="875469" y="74913"/>
                  <a:pt x="873086" y="75466"/>
                </a:cubicBezTo>
                <a:cubicBezTo>
                  <a:pt x="870702" y="76017"/>
                  <a:pt x="868724" y="76832"/>
                  <a:pt x="867151" y="77910"/>
                </a:cubicBezTo>
                <a:cubicBezTo>
                  <a:pt x="865578" y="78988"/>
                  <a:pt x="864422" y="80283"/>
                  <a:pt x="863683" y="81795"/>
                </a:cubicBezTo>
                <a:cubicBezTo>
                  <a:pt x="862945" y="83305"/>
                  <a:pt x="862575" y="85044"/>
                  <a:pt x="862575" y="87010"/>
                </a:cubicBezTo>
                <a:cubicBezTo>
                  <a:pt x="862575" y="90367"/>
                  <a:pt x="863636" y="93040"/>
                  <a:pt x="865757" y="95030"/>
                </a:cubicBezTo>
                <a:cubicBezTo>
                  <a:pt x="867878" y="97020"/>
                  <a:pt x="870845" y="98015"/>
                  <a:pt x="874659" y="98015"/>
                </a:cubicBezTo>
                <a:cubicBezTo>
                  <a:pt x="877757" y="98015"/>
                  <a:pt x="880629" y="97224"/>
                  <a:pt x="883275" y="95642"/>
                </a:cubicBezTo>
                <a:cubicBezTo>
                  <a:pt x="885920" y="94059"/>
                  <a:pt x="888697" y="91637"/>
                  <a:pt x="891605" y="88377"/>
                </a:cubicBezTo>
                <a:lnTo>
                  <a:pt x="891605" y="74637"/>
                </a:lnTo>
                <a:close/>
                <a:moveTo>
                  <a:pt x="1018838" y="104020"/>
                </a:moveTo>
                <a:cubicBezTo>
                  <a:pt x="1018838" y="104401"/>
                  <a:pt x="1018743" y="104723"/>
                  <a:pt x="1018552" y="104985"/>
                </a:cubicBezTo>
                <a:cubicBezTo>
                  <a:pt x="1018361" y="105247"/>
                  <a:pt x="1018052" y="105474"/>
                  <a:pt x="1017623" y="105664"/>
                </a:cubicBezTo>
                <a:cubicBezTo>
                  <a:pt x="1017194" y="105855"/>
                  <a:pt x="1016598" y="105998"/>
                  <a:pt x="1015835" y="106093"/>
                </a:cubicBezTo>
                <a:cubicBezTo>
                  <a:pt x="1015072" y="106189"/>
                  <a:pt x="1014119" y="106236"/>
                  <a:pt x="1012975" y="106236"/>
                </a:cubicBezTo>
                <a:cubicBezTo>
                  <a:pt x="1011783" y="106236"/>
                  <a:pt x="1010806" y="106189"/>
                  <a:pt x="1010044" y="106093"/>
                </a:cubicBezTo>
                <a:cubicBezTo>
                  <a:pt x="1009281" y="105998"/>
                  <a:pt x="1008673" y="105855"/>
                  <a:pt x="1008220" y="105664"/>
                </a:cubicBezTo>
                <a:cubicBezTo>
                  <a:pt x="1007767" y="105474"/>
                  <a:pt x="1007446" y="105247"/>
                  <a:pt x="1007255" y="104985"/>
                </a:cubicBezTo>
                <a:cubicBezTo>
                  <a:pt x="1007064" y="104723"/>
                  <a:pt x="1006969" y="104401"/>
                  <a:pt x="1006969" y="104020"/>
                </a:cubicBezTo>
                <a:lnTo>
                  <a:pt x="1006969" y="64914"/>
                </a:lnTo>
                <a:cubicBezTo>
                  <a:pt x="1006969" y="62198"/>
                  <a:pt x="1006731" y="59719"/>
                  <a:pt x="1006254" y="57479"/>
                </a:cubicBezTo>
                <a:cubicBezTo>
                  <a:pt x="1005777" y="55239"/>
                  <a:pt x="1005015" y="53309"/>
                  <a:pt x="1003966" y="51688"/>
                </a:cubicBezTo>
                <a:cubicBezTo>
                  <a:pt x="1002917" y="50068"/>
                  <a:pt x="1001583" y="48829"/>
                  <a:pt x="999962" y="47971"/>
                </a:cubicBezTo>
                <a:cubicBezTo>
                  <a:pt x="998341" y="47113"/>
                  <a:pt x="996434" y="46684"/>
                  <a:pt x="994242" y="46684"/>
                </a:cubicBezTo>
                <a:cubicBezTo>
                  <a:pt x="991525" y="46684"/>
                  <a:pt x="988796" y="47733"/>
                  <a:pt x="986055" y="49830"/>
                </a:cubicBezTo>
                <a:cubicBezTo>
                  <a:pt x="983314" y="51927"/>
                  <a:pt x="980299" y="55001"/>
                  <a:pt x="977010" y="59052"/>
                </a:cubicBezTo>
                <a:lnTo>
                  <a:pt x="977010" y="104020"/>
                </a:lnTo>
                <a:cubicBezTo>
                  <a:pt x="977010" y="104401"/>
                  <a:pt x="976915" y="104723"/>
                  <a:pt x="976724" y="104985"/>
                </a:cubicBezTo>
                <a:cubicBezTo>
                  <a:pt x="976533" y="105247"/>
                  <a:pt x="976212" y="105474"/>
                  <a:pt x="975759" y="105664"/>
                </a:cubicBezTo>
                <a:cubicBezTo>
                  <a:pt x="975306" y="105855"/>
                  <a:pt x="974698" y="105998"/>
                  <a:pt x="973935" y="106093"/>
                </a:cubicBezTo>
                <a:cubicBezTo>
                  <a:pt x="973173" y="106189"/>
                  <a:pt x="972219" y="106236"/>
                  <a:pt x="971075" y="106236"/>
                </a:cubicBezTo>
                <a:cubicBezTo>
                  <a:pt x="969979" y="106236"/>
                  <a:pt x="969038" y="106189"/>
                  <a:pt x="968251" y="106093"/>
                </a:cubicBezTo>
                <a:cubicBezTo>
                  <a:pt x="967465" y="105998"/>
                  <a:pt x="966845" y="105855"/>
                  <a:pt x="966392" y="105664"/>
                </a:cubicBezTo>
                <a:cubicBezTo>
                  <a:pt x="965939" y="105474"/>
                  <a:pt x="965629" y="105247"/>
                  <a:pt x="965463" y="104985"/>
                </a:cubicBezTo>
                <a:cubicBezTo>
                  <a:pt x="965296" y="104723"/>
                  <a:pt x="965212" y="104401"/>
                  <a:pt x="965212" y="104020"/>
                </a:cubicBezTo>
                <a:lnTo>
                  <a:pt x="965212" y="64914"/>
                </a:lnTo>
                <a:cubicBezTo>
                  <a:pt x="965212" y="62198"/>
                  <a:pt x="964950" y="59719"/>
                  <a:pt x="964426" y="57479"/>
                </a:cubicBezTo>
                <a:cubicBezTo>
                  <a:pt x="963901" y="55239"/>
                  <a:pt x="963115" y="53309"/>
                  <a:pt x="962066" y="51688"/>
                </a:cubicBezTo>
                <a:cubicBezTo>
                  <a:pt x="961018" y="50068"/>
                  <a:pt x="959695" y="48829"/>
                  <a:pt x="958098" y="47971"/>
                </a:cubicBezTo>
                <a:cubicBezTo>
                  <a:pt x="956501" y="47113"/>
                  <a:pt x="954606" y="46684"/>
                  <a:pt x="952414" y="46684"/>
                </a:cubicBezTo>
                <a:cubicBezTo>
                  <a:pt x="949697" y="46684"/>
                  <a:pt x="946956" y="47733"/>
                  <a:pt x="944191" y="49830"/>
                </a:cubicBezTo>
                <a:cubicBezTo>
                  <a:pt x="941426" y="51927"/>
                  <a:pt x="938423" y="55001"/>
                  <a:pt x="935182" y="59052"/>
                </a:cubicBezTo>
                <a:lnTo>
                  <a:pt x="935182" y="104020"/>
                </a:lnTo>
                <a:cubicBezTo>
                  <a:pt x="935182" y="104401"/>
                  <a:pt x="935086" y="104723"/>
                  <a:pt x="934896" y="104985"/>
                </a:cubicBezTo>
                <a:cubicBezTo>
                  <a:pt x="934705" y="105247"/>
                  <a:pt x="934395" y="105474"/>
                  <a:pt x="933966" y="105664"/>
                </a:cubicBezTo>
                <a:cubicBezTo>
                  <a:pt x="933537" y="105855"/>
                  <a:pt x="932941" y="105998"/>
                  <a:pt x="932179" y="106093"/>
                </a:cubicBezTo>
                <a:cubicBezTo>
                  <a:pt x="931416" y="106189"/>
                  <a:pt x="930439" y="106236"/>
                  <a:pt x="929247" y="106236"/>
                </a:cubicBezTo>
                <a:cubicBezTo>
                  <a:pt x="928103" y="106236"/>
                  <a:pt x="927150" y="106189"/>
                  <a:pt x="926387" y="106093"/>
                </a:cubicBezTo>
                <a:cubicBezTo>
                  <a:pt x="925625" y="105998"/>
                  <a:pt x="925017" y="105855"/>
                  <a:pt x="924564" y="105664"/>
                </a:cubicBezTo>
                <a:cubicBezTo>
                  <a:pt x="924111" y="105474"/>
                  <a:pt x="923801" y="105247"/>
                  <a:pt x="923634" y="104985"/>
                </a:cubicBezTo>
                <a:cubicBezTo>
                  <a:pt x="923468" y="104723"/>
                  <a:pt x="923384" y="104401"/>
                  <a:pt x="923384" y="104020"/>
                </a:cubicBezTo>
                <a:lnTo>
                  <a:pt x="923384" y="39678"/>
                </a:lnTo>
                <a:cubicBezTo>
                  <a:pt x="923384" y="39297"/>
                  <a:pt x="923456" y="38975"/>
                  <a:pt x="923599" y="38713"/>
                </a:cubicBezTo>
                <a:cubicBezTo>
                  <a:pt x="923742" y="38451"/>
                  <a:pt x="924028" y="38212"/>
                  <a:pt x="924457" y="37998"/>
                </a:cubicBezTo>
                <a:cubicBezTo>
                  <a:pt x="924886" y="37783"/>
                  <a:pt x="925434" y="37640"/>
                  <a:pt x="926101" y="37569"/>
                </a:cubicBezTo>
                <a:cubicBezTo>
                  <a:pt x="926769" y="37497"/>
                  <a:pt x="927650" y="37462"/>
                  <a:pt x="928747" y="37462"/>
                </a:cubicBezTo>
                <a:cubicBezTo>
                  <a:pt x="929795" y="37462"/>
                  <a:pt x="930665" y="37497"/>
                  <a:pt x="931357" y="37569"/>
                </a:cubicBezTo>
                <a:cubicBezTo>
                  <a:pt x="932048" y="37640"/>
                  <a:pt x="932584" y="37783"/>
                  <a:pt x="932965" y="37998"/>
                </a:cubicBezTo>
                <a:cubicBezTo>
                  <a:pt x="933347" y="38212"/>
                  <a:pt x="933621" y="38451"/>
                  <a:pt x="933788" y="38713"/>
                </a:cubicBezTo>
                <a:cubicBezTo>
                  <a:pt x="933954" y="38975"/>
                  <a:pt x="934038" y="39297"/>
                  <a:pt x="934038" y="39678"/>
                </a:cubicBezTo>
                <a:lnTo>
                  <a:pt x="934038" y="48185"/>
                </a:lnTo>
                <a:cubicBezTo>
                  <a:pt x="937661" y="44134"/>
                  <a:pt x="941176" y="41167"/>
                  <a:pt x="944584" y="39285"/>
                </a:cubicBezTo>
                <a:cubicBezTo>
                  <a:pt x="947992" y="37402"/>
                  <a:pt x="951436" y="36461"/>
                  <a:pt x="954916" y="36461"/>
                </a:cubicBezTo>
                <a:cubicBezTo>
                  <a:pt x="957586" y="36461"/>
                  <a:pt x="959981" y="36770"/>
                  <a:pt x="962102" y="37390"/>
                </a:cubicBezTo>
                <a:cubicBezTo>
                  <a:pt x="964223" y="38010"/>
                  <a:pt x="966094" y="38879"/>
                  <a:pt x="967715" y="40000"/>
                </a:cubicBezTo>
                <a:cubicBezTo>
                  <a:pt x="969336" y="41120"/>
                  <a:pt x="970718" y="42454"/>
                  <a:pt x="971862" y="44003"/>
                </a:cubicBezTo>
                <a:cubicBezTo>
                  <a:pt x="973006" y="45552"/>
                  <a:pt x="973959" y="47280"/>
                  <a:pt x="974722" y="49186"/>
                </a:cubicBezTo>
                <a:cubicBezTo>
                  <a:pt x="976867" y="46851"/>
                  <a:pt x="978905" y="44873"/>
                  <a:pt x="980835" y="43252"/>
                </a:cubicBezTo>
                <a:cubicBezTo>
                  <a:pt x="982766" y="41632"/>
                  <a:pt x="984625" y="40321"/>
                  <a:pt x="986412" y="39320"/>
                </a:cubicBezTo>
                <a:cubicBezTo>
                  <a:pt x="988200" y="38319"/>
                  <a:pt x="989940" y="37593"/>
                  <a:pt x="991632" y="37140"/>
                </a:cubicBezTo>
                <a:cubicBezTo>
                  <a:pt x="993324" y="36687"/>
                  <a:pt x="995028" y="36461"/>
                  <a:pt x="996744" y="36461"/>
                </a:cubicBezTo>
                <a:cubicBezTo>
                  <a:pt x="1000891" y="36461"/>
                  <a:pt x="1004371" y="37188"/>
                  <a:pt x="1007183" y="38641"/>
                </a:cubicBezTo>
                <a:cubicBezTo>
                  <a:pt x="1009996" y="40095"/>
                  <a:pt x="1012272" y="42037"/>
                  <a:pt x="1014012" y="44468"/>
                </a:cubicBezTo>
                <a:cubicBezTo>
                  <a:pt x="1015752" y="46898"/>
                  <a:pt x="1016991" y="49746"/>
                  <a:pt x="1017730" y="53011"/>
                </a:cubicBezTo>
                <a:cubicBezTo>
                  <a:pt x="1018469" y="56276"/>
                  <a:pt x="1018838" y="59719"/>
                  <a:pt x="1018838" y="63341"/>
                </a:cubicBezTo>
                <a:lnTo>
                  <a:pt x="1018838" y="104020"/>
                </a:lnTo>
                <a:close/>
                <a:moveTo>
                  <a:pt x="1097245" y="70884"/>
                </a:moveTo>
                <a:cubicBezTo>
                  <a:pt x="1097245" y="76512"/>
                  <a:pt x="1096637" y="81569"/>
                  <a:pt x="1095422" y="86053"/>
                </a:cubicBezTo>
                <a:cubicBezTo>
                  <a:pt x="1094206" y="90538"/>
                  <a:pt x="1092419" y="94343"/>
                  <a:pt x="1090059" y="97470"/>
                </a:cubicBezTo>
                <a:cubicBezTo>
                  <a:pt x="1087700" y="100595"/>
                  <a:pt x="1084780" y="103004"/>
                  <a:pt x="1081300" y="104697"/>
                </a:cubicBezTo>
                <a:cubicBezTo>
                  <a:pt x="1077821" y="106391"/>
                  <a:pt x="1073840" y="107237"/>
                  <a:pt x="1069360" y="107237"/>
                </a:cubicBezTo>
                <a:cubicBezTo>
                  <a:pt x="1067453" y="107237"/>
                  <a:pt x="1065689" y="107047"/>
                  <a:pt x="1064069" y="106665"/>
                </a:cubicBezTo>
                <a:cubicBezTo>
                  <a:pt x="1062448" y="106284"/>
                  <a:pt x="1060863" y="105688"/>
                  <a:pt x="1059314" y="104878"/>
                </a:cubicBezTo>
                <a:cubicBezTo>
                  <a:pt x="1057765" y="104066"/>
                  <a:pt x="1056227" y="103040"/>
                  <a:pt x="1054702" y="101799"/>
                </a:cubicBezTo>
                <a:cubicBezTo>
                  <a:pt x="1053177" y="100559"/>
                  <a:pt x="1051556" y="99104"/>
                  <a:pt x="1049840" y="97434"/>
                </a:cubicBezTo>
                <a:lnTo>
                  <a:pt x="1049840" y="129547"/>
                </a:lnTo>
                <a:cubicBezTo>
                  <a:pt x="1049840" y="129927"/>
                  <a:pt x="1049745" y="130260"/>
                  <a:pt x="1049554" y="130546"/>
                </a:cubicBezTo>
                <a:cubicBezTo>
                  <a:pt x="1049363" y="130832"/>
                  <a:pt x="1049053" y="131069"/>
                  <a:pt x="1048624" y="131258"/>
                </a:cubicBezTo>
                <a:cubicBezTo>
                  <a:pt x="1048195" y="131449"/>
                  <a:pt x="1047599" y="131592"/>
                  <a:pt x="1046837" y="131687"/>
                </a:cubicBezTo>
                <a:cubicBezTo>
                  <a:pt x="1046074" y="131783"/>
                  <a:pt x="1045097" y="131830"/>
                  <a:pt x="1043905" y="131830"/>
                </a:cubicBezTo>
                <a:cubicBezTo>
                  <a:pt x="1042761" y="131830"/>
                  <a:pt x="1041808" y="131783"/>
                  <a:pt x="1041045" y="131687"/>
                </a:cubicBezTo>
                <a:cubicBezTo>
                  <a:pt x="1040283" y="131592"/>
                  <a:pt x="1039675" y="131449"/>
                  <a:pt x="1039222" y="131258"/>
                </a:cubicBezTo>
                <a:cubicBezTo>
                  <a:pt x="1038769" y="131068"/>
                  <a:pt x="1038459" y="130829"/>
                  <a:pt x="1038292" y="130544"/>
                </a:cubicBezTo>
                <a:cubicBezTo>
                  <a:pt x="1038126" y="130258"/>
                  <a:pt x="1038042" y="129924"/>
                  <a:pt x="1038042" y="129543"/>
                </a:cubicBezTo>
                <a:lnTo>
                  <a:pt x="1038042" y="39678"/>
                </a:lnTo>
                <a:cubicBezTo>
                  <a:pt x="1038042" y="39249"/>
                  <a:pt x="1038114" y="38903"/>
                  <a:pt x="1038257" y="38641"/>
                </a:cubicBezTo>
                <a:cubicBezTo>
                  <a:pt x="1038400" y="38379"/>
                  <a:pt x="1038686" y="38153"/>
                  <a:pt x="1039115" y="37962"/>
                </a:cubicBezTo>
                <a:cubicBezTo>
                  <a:pt x="1039544" y="37771"/>
                  <a:pt x="1040092" y="37640"/>
                  <a:pt x="1040759" y="37569"/>
                </a:cubicBezTo>
                <a:cubicBezTo>
                  <a:pt x="1041427" y="37497"/>
                  <a:pt x="1042237" y="37462"/>
                  <a:pt x="1043190" y="37462"/>
                </a:cubicBezTo>
                <a:cubicBezTo>
                  <a:pt x="1044191" y="37462"/>
                  <a:pt x="1045014" y="37497"/>
                  <a:pt x="1045657" y="37569"/>
                </a:cubicBezTo>
                <a:cubicBezTo>
                  <a:pt x="1046301" y="37640"/>
                  <a:pt x="1046837" y="37771"/>
                  <a:pt x="1047266" y="37962"/>
                </a:cubicBezTo>
                <a:cubicBezTo>
                  <a:pt x="1047695" y="38153"/>
                  <a:pt x="1047993" y="38380"/>
                  <a:pt x="1048160" y="38643"/>
                </a:cubicBezTo>
                <a:cubicBezTo>
                  <a:pt x="1048326" y="38906"/>
                  <a:pt x="1048410" y="39251"/>
                  <a:pt x="1048410" y="39680"/>
                </a:cubicBezTo>
                <a:lnTo>
                  <a:pt x="1048410" y="48339"/>
                </a:lnTo>
                <a:cubicBezTo>
                  <a:pt x="1050364" y="46336"/>
                  <a:pt x="1052247" y="44595"/>
                  <a:pt x="1054058" y="43116"/>
                </a:cubicBezTo>
                <a:cubicBezTo>
                  <a:pt x="1055870" y="41637"/>
                  <a:pt x="1057693" y="40409"/>
                  <a:pt x="1059528" y="39432"/>
                </a:cubicBezTo>
                <a:cubicBezTo>
                  <a:pt x="1061363" y="38453"/>
                  <a:pt x="1063246" y="37714"/>
                  <a:pt x="1065177" y="37214"/>
                </a:cubicBezTo>
                <a:cubicBezTo>
                  <a:pt x="1067107" y="36712"/>
                  <a:pt x="1069145" y="36461"/>
                  <a:pt x="1071290" y="36461"/>
                </a:cubicBezTo>
                <a:cubicBezTo>
                  <a:pt x="1075962" y="36461"/>
                  <a:pt x="1079942" y="37367"/>
                  <a:pt x="1083231" y="39180"/>
                </a:cubicBezTo>
                <a:cubicBezTo>
                  <a:pt x="1086520" y="40992"/>
                  <a:pt x="1089201" y="43474"/>
                  <a:pt x="1091275" y="46624"/>
                </a:cubicBezTo>
                <a:cubicBezTo>
                  <a:pt x="1093348" y="49772"/>
                  <a:pt x="1094862" y="53434"/>
                  <a:pt x="1095815" y="57609"/>
                </a:cubicBezTo>
                <a:cubicBezTo>
                  <a:pt x="1096768" y="61782"/>
                  <a:pt x="1097245" y="66207"/>
                  <a:pt x="1097245" y="70884"/>
                </a:cubicBezTo>
                <a:moveTo>
                  <a:pt x="1084804" y="72242"/>
                </a:moveTo>
                <a:cubicBezTo>
                  <a:pt x="1084804" y="68949"/>
                  <a:pt x="1084554" y="65763"/>
                  <a:pt x="1084053" y="62685"/>
                </a:cubicBezTo>
                <a:cubicBezTo>
                  <a:pt x="1083553" y="59606"/>
                  <a:pt x="1082695" y="56874"/>
                  <a:pt x="1081479" y="54488"/>
                </a:cubicBezTo>
                <a:cubicBezTo>
                  <a:pt x="1080264" y="52102"/>
                  <a:pt x="1078631" y="50193"/>
                  <a:pt x="1076581" y="48762"/>
                </a:cubicBezTo>
                <a:cubicBezTo>
                  <a:pt x="1074532" y="47329"/>
                  <a:pt x="1071981" y="46612"/>
                  <a:pt x="1068931" y="46612"/>
                </a:cubicBezTo>
                <a:cubicBezTo>
                  <a:pt x="1067405" y="46612"/>
                  <a:pt x="1065904" y="46840"/>
                  <a:pt x="1064426" y="47294"/>
                </a:cubicBezTo>
                <a:cubicBezTo>
                  <a:pt x="1062948" y="47747"/>
                  <a:pt x="1061447" y="48462"/>
                  <a:pt x="1059922" y="49441"/>
                </a:cubicBezTo>
                <a:cubicBezTo>
                  <a:pt x="1058396" y="50419"/>
                  <a:pt x="1056799" y="51708"/>
                  <a:pt x="1055131" y="53308"/>
                </a:cubicBezTo>
                <a:cubicBezTo>
                  <a:pt x="1053463" y="54908"/>
                  <a:pt x="1051699" y="56877"/>
                  <a:pt x="1049840" y="59217"/>
                </a:cubicBezTo>
                <a:lnTo>
                  <a:pt x="1049840" y="84838"/>
                </a:lnTo>
                <a:cubicBezTo>
                  <a:pt x="1053081" y="88801"/>
                  <a:pt x="1056156" y="91834"/>
                  <a:pt x="1059064" y="93935"/>
                </a:cubicBezTo>
                <a:cubicBezTo>
                  <a:pt x="1061971" y="96035"/>
                  <a:pt x="1065022" y="97085"/>
                  <a:pt x="1068216" y="97085"/>
                </a:cubicBezTo>
                <a:cubicBezTo>
                  <a:pt x="1071171" y="97085"/>
                  <a:pt x="1073709" y="96370"/>
                  <a:pt x="1075831" y="94938"/>
                </a:cubicBezTo>
                <a:cubicBezTo>
                  <a:pt x="1077952" y="93506"/>
                  <a:pt x="1079668" y="91596"/>
                  <a:pt x="1080979" y="89210"/>
                </a:cubicBezTo>
                <a:cubicBezTo>
                  <a:pt x="1082289" y="86824"/>
                  <a:pt x="1083255" y="84151"/>
                  <a:pt x="1083874" y="81192"/>
                </a:cubicBezTo>
                <a:cubicBezTo>
                  <a:pt x="1084494" y="78233"/>
                  <a:pt x="1084804" y="75249"/>
                  <a:pt x="1084804" y="72242"/>
                </a:cubicBezTo>
                <a:close/>
                <a:moveTo>
                  <a:pt x="1125107" y="104018"/>
                </a:moveTo>
                <a:cubicBezTo>
                  <a:pt x="1125107" y="104399"/>
                  <a:pt x="1125012" y="104722"/>
                  <a:pt x="1124821" y="104985"/>
                </a:cubicBezTo>
                <a:cubicBezTo>
                  <a:pt x="1124631" y="105247"/>
                  <a:pt x="1124321" y="105474"/>
                  <a:pt x="1123892" y="105664"/>
                </a:cubicBezTo>
                <a:cubicBezTo>
                  <a:pt x="1123463" y="105855"/>
                  <a:pt x="1122867" y="105998"/>
                  <a:pt x="1122104" y="106093"/>
                </a:cubicBezTo>
                <a:cubicBezTo>
                  <a:pt x="1121341" y="106189"/>
                  <a:pt x="1120364" y="106236"/>
                  <a:pt x="1119173" y="106236"/>
                </a:cubicBezTo>
                <a:cubicBezTo>
                  <a:pt x="1118029" y="106236"/>
                  <a:pt x="1117075" y="106189"/>
                  <a:pt x="1116313" y="106093"/>
                </a:cubicBezTo>
                <a:cubicBezTo>
                  <a:pt x="1115550" y="105998"/>
                  <a:pt x="1114942" y="105855"/>
                  <a:pt x="1114489" y="105664"/>
                </a:cubicBezTo>
                <a:cubicBezTo>
                  <a:pt x="1114036" y="105474"/>
                  <a:pt x="1113727" y="105247"/>
                  <a:pt x="1113560" y="104985"/>
                </a:cubicBezTo>
                <a:cubicBezTo>
                  <a:pt x="1113393" y="104722"/>
                  <a:pt x="1113310" y="104399"/>
                  <a:pt x="1113310" y="104018"/>
                </a:cubicBezTo>
                <a:lnTo>
                  <a:pt x="1113310" y="8438"/>
                </a:lnTo>
                <a:cubicBezTo>
                  <a:pt x="1113310" y="8057"/>
                  <a:pt x="1113393" y="7723"/>
                  <a:pt x="1113560" y="7437"/>
                </a:cubicBezTo>
                <a:cubicBezTo>
                  <a:pt x="1113727" y="7150"/>
                  <a:pt x="1114036" y="6911"/>
                  <a:pt x="1114489" y="6720"/>
                </a:cubicBezTo>
                <a:cubicBezTo>
                  <a:pt x="1114942" y="6530"/>
                  <a:pt x="1115550" y="6387"/>
                  <a:pt x="1116313" y="6291"/>
                </a:cubicBezTo>
                <a:cubicBezTo>
                  <a:pt x="1117075" y="6196"/>
                  <a:pt x="1118029" y="6148"/>
                  <a:pt x="1119173" y="6148"/>
                </a:cubicBezTo>
                <a:cubicBezTo>
                  <a:pt x="1120364" y="6148"/>
                  <a:pt x="1121341" y="6196"/>
                  <a:pt x="1122104" y="6291"/>
                </a:cubicBezTo>
                <a:cubicBezTo>
                  <a:pt x="1122867" y="6387"/>
                  <a:pt x="1123463" y="6530"/>
                  <a:pt x="1123892" y="6720"/>
                </a:cubicBezTo>
                <a:cubicBezTo>
                  <a:pt x="1124321" y="6911"/>
                  <a:pt x="1124631" y="7150"/>
                  <a:pt x="1124821" y="7437"/>
                </a:cubicBezTo>
                <a:cubicBezTo>
                  <a:pt x="1125012" y="7723"/>
                  <a:pt x="1125107" y="8057"/>
                  <a:pt x="1125107" y="8438"/>
                </a:cubicBezTo>
                <a:lnTo>
                  <a:pt x="1125107" y="104018"/>
                </a:lnTo>
                <a:close/>
                <a:moveTo>
                  <a:pt x="1200877" y="69061"/>
                </a:moveTo>
                <a:cubicBezTo>
                  <a:pt x="1200877" y="70920"/>
                  <a:pt x="1200412" y="72242"/>
                  <a:pt x="1199483" y="73029"/>
                </a:cubicBezTo>
                <a:cubicBezTo>
                  <a:pt x="1198553" y="73815"/>
                  <a:pt x="1197493" y="74208"/>
                  <a:pt x="1196301" y="74208"/>
                </a:cubicBezTo>
                <a:lnTo>
                  <a:pt x="1154115" y="74208"/>
                </a:lnTo>
                <a:cubicBezTo>
                  <a:pt x="1154115" y="77793"/>
                  <a:pt x="1154473" y="81020"/>
                  <a:pt x="1155188" y="83889"/>
                </a:cubicBezTo>
                <a:cubicBezTo>
                  <a:pt x="1155903" y="86757"/>
                  <a:pt x="1157095" y="89219"/>
                  <a:pt x="1158763" y="91275"/>
                </a:cubicBezTo>
                <a:cubicBezTo>
                  <a:pt x="1160431" y="93330"/>
                  <a:pt x="1162600" y="94908"/>
                  <a:pt x="1165270" y="96009"/>
                </a:cubicBezTo>
                <a:cubicBezTo>
                  <a:pt x="1167939" y="97108"/>
                  <a:pt x="1171204" y="97657"/>
                  <a:pt x="1175065" y="97657"/>
                </a:cubicBezTo>
                <a:cubicBezTo>
                  <a:pt x="1178116" y="97657"/>
                  <a:pt x="1180833" y="97407"/>
                  <a:pt x="1183216" y="96907"/>
                </a:cubicBezTo>
                <a:cubicBezTo>
                  <a:pt x="1185600" y="96406"/>
                  <a:pt x="1187661" y="95846"/>
                  <a:pt x="1189401" y="95227"/>
                </a:cubicBezTo>
                <a:cubicBezTo>
                  <a:pt x="1191141" y="94607"/>
                  <a:pt x="1192571" y="94047"/>
                  <a:pt x="1193691" y="93547"/>
                </a:cubicBezTo>
                <a:cubicBezTo>
                  <a:pt x="1194811" y="93046"/>
                  <a:pt x="1195658" y="92796"/>
                  <a:pt x="1196230" y="92796"/>
                </a:cubicBezTo>
                <a:cubicBezTo>
                  <a:pt x="1196563" y="92796"/>
                  <a:pt x="1196861" y="92879"/>
                  <a:pt x="1197123" y="93046"/>
                </a:cubicBezTo>
                <a:cubicBezTo>
                  <a:pt x="1197385" y="93213"/>
                  <a:pt x="1197588" y="93463"/>
                  <a:pt x="1197731" y="93797"/>
                </a:cubicBezTo>
                <a:cubicBezTo>
                  <a:pt x="1197874" y="94130"/>
                  <a:pt x="1197981" y="94595"/>
                  <a:pt x="1198053" y="95191"/>
                </a:cubicBezTo>
                <a:cubicBezTo>
                  <a:pt x="1198124" y="95787"/>
                  <a:pt x="1198160" y="96514"/>
                  <a:pt x="1198160" y="97371"/>
                </a:cubicBezTo>
                <a:cubicBezTo>
                  <a:pt x="1198160" y="97991"/>
                  <a:pt x="1198136" y="98527"/>
                  <a:pt x="1198089" y="98980"/>
                </a:cubicBezTo>
                <a:cubicBezTo>
                  <a:pt x="1198041" y="99433"/>
                  <a:pt x="1197981" y="99838"/>
                  <a:pt x="1197910" y="100195"/>
                </a:cubicBezTo>
                <a:cubicBezTo>
                  <a:pt x="1197838" y="100553"/>
                  <a:pt x="1197719" y="100875"/>
                  <a:pt x="1197552" y="101160"/>
                </a:cubicBezTo>
                <a:cubicBezTo>
                  <a:pt x="1197385" y="101446"/>
                  <a:pt x="1197171" y="101721"/>
                  <a:pt x="1196909" y="101983"/>
                </a:cubicBezTo>
                <a:cubicBezTo>
                  <a:pt x="1196647" y="102245"/>
                  <a:pt x="1195872" y="102674"/>
                  <a:pt x="1194585" y="103269"/>
                </a:cubicBezTo>
                <a:cubicBezTo>
                  <a:pt x="1193298" y="103865"/>
                  <a:pt x="1191630" y="104449"/>
                  <a:pt x="1189580" y="105021"/>
                </a:cubicBezTo>
                <a:cubicBezTo>
                  <a:pt x="1187530" y="105593"/>
                  <a:pt x="1185159" y="106105"/>
                  <a:pt x="1182466" y="106558"/>
                </a:cubicBezTo>
                <a:cubicBezTo>
                  <a:pt x="1179772" y="107011"/>
                  <a:pt x="1176900" y="107237"/>
                  <a:pt x="1173850" y="107237"/>
                </a:cubicBezTo>
                <a:cubicBezTo>
                  <a:pt x="1168559" y="107237"/>
                  <a:pt x="1163923" y="106498"/>
                  <a:pt x="1159943" y="105019"/>
                </a:cubicBezTo>
                <a:cubicBezTo>
                  <a:pt x="1155962" y="103540"/>
                  <a:pt x="1152614" y="101345"/>
                  <a:pt x="1149897" y="98435"/>
                </a:cubicBezTo>
                <a:cubicBezTo>
                  <a:pt x="1147180" y="95525"/>
                  <a:pt x="1145130" y="91875"/>
                  <a:pt x="1143748" y="87486"/>
                </a:cubicBezTo>
                <a:cubicBezTo>
                  <a:pt x="1142365" y="83096"/>
                  <a:pt x="1141674" y="77991"/>
                  <a:pt x="1141674" y="72171"/>
                </a:cubicBezTo>
                <a:cubicBezTo>
                  <a:pt x="1141674" y="66636"/>
                  <a:pt x="1142389" y="61662"/>
                  <a:pt x="1143819" y="57249"/>
                </a:cubicBezTo>
                <a:cubicBezTo>
                  <a:pt x="1145249" y="52836"/>
                  <a:pt x="1147311" y="49091"/>
                  <a:pt x="1150004" y="46014"/>
                </a:cubicBezTo>
                <a:cubicBezTo>
                  <a:pt x="1152697" y="42937"/>
                  <a:pt x="1155951" y="40575"/>
                  <a:pt x="1159764" y="38929"/>
                </a:cubicBezTo>
                <a:cubicBezTo>
                  <a:pt x="1163577" y="37284"/>
                  <a:pt x="1167844" y="36461"/>
                  <a:pt x="1172563" y="36461"/>
                </a:cubicBezTo>
                <a:cubicBezTo>
                  <a:pt x="1177615" y="36461"/>
                  <a:pt x="1181917" y="37271"/>
                  <a:pt x="1185469" y="38891"/>
                </a:cubicBezTo>
                <a:cubicBezTo>
                  <a:pt x="1189020" y="40512"/>
                  <a:pt x="1191939" y="42692"/>
                  <a:pt x="1194228" y="45433"/>
                </a:cubicBezTo>
                <a:cubicBezTo>
                  <a:pt x="1196516" y="48173"/>
                  <a:pt x="1198196" y="51390"/>
                  <a:pt x="1199268" y="55084"/>
                </a:cubicBezTo>
                <a:cubicBezTo>
                  <a:pt x="1200341" y="58778"/>
                  <a:pt x="1200877" y="62722"/>
                  <a:pt x="1200877" y="66916"/>
                </a:cubicBezTo>
                <a:lnTo>
                  <a:pt x="1200877" y="69061"/>
                </a:lnTo>
                <a:moveTo>
                  <a:pt x="1189008" y="65558"/>
                </a:moveTo>
                <a:cubicBezTo>
                  <a:pt x="1189151" y="59362"/>
                  <a:pt x="1187780" y="54500"/>
                  <a:pt x="1184897" y="50973"/>
                </a:cubicBezTo>
                <a:cubicBezTo>
                  <a:pt x="1182013" y="47447"/>
                  <a:pt x="1177735" y="45683"/>
                  <a:pt x="1172062" y="45683"/>
                </a:cubicBezTo>
                <a:cubicBezTo>
                  <a:pt x="1169154" y="45683"/>
                  <a:pt x="1166604" y="46231"/>
                  <a:pt x="1164412" y="47327"/>
                </a:cubicBezTo>
                <a:cubicBezTo>
                  <a:pt x="1162219" y="48424"/>
                  <a:pt x="1160384" y="49877"/>
                  <a:pt x="1158906" y="51688"/>
                </a:cubicBezTo>
                <a:cubicBezTo>
                  <a:pt x="1157428" y="53499"/>
                  <a:pt x="1156284" y="55608"/>
                  <a:pt x="1155474" y="58015"/>
                </a:cubicBezTo>
                <a:cubicBezTo>
                  <a:pt x="1154664" y="60422"/>
                  <a:pt x="1154211" y="62936"/>
                  <a:pt x="1154115" y="65558"/>
                </a:cubicBezTo>
                <a:lnTo>
                  <a:pt x="1189008" y="65558"/>
                </a:lnTo>
                <a:close/>
                <a:moveTo>
                  <a:pt x="1258262" y="86556"/>
                </a:moveTo>
                <a:cubicBezTo>
                  <a:pt x="1258262" y="89848"/>
                  <a:pt x="1257654" y="92782"/>
                  <a:pt x="1256438" y="95359"/>
                </a:cubicBezTo>
                <a:cubicBezTo>
                  <a:pt x="1255223" y="97934"/>
                  <a:pt x="1253495" y="100105"/>
                  <a:pt x="1251255" y="101871"/>
                </a:cubicBezTo>
                <a:cubicBezTo>
                  <a:pt x="1249014" y="103636"/>
                  <a:pt x="1246345" y="104971"/>
                  <a:pt x="1243246" y="105877"/>
                </a:cubicBezTo>
                <a:cubicBezTo>
                  <a:pt x="1240148" y="106784"/>
                  <a:pt x="1236740" y="107237"/>
                  <a:pt x="1233022" y="107237"/>
                </a:cubicBezTo>
                <a:cubicBezTo>
                  <a:pt x="1230734" y="107237"/>
                  <a:pt x="1228553" y="107059"/>
                  <a:pt x="1226479" y="106701"/>
                </a:cubicBezTo>
                <a:cubicBezTo>
                  <a:pt x="1224406" y="106344"/>
                  <a:pt x="1222547" y="105891"/>
                  <a:pt x="1220902" y="105343"/>
                </a:cubicBezTo>
                <a:cubicBezTo>
                  <a:pt x="1219258" y="104795"/>
                  <a:pt x="1217864" y="104223"/>
                  <a:pt x="1216719" y="103627"/>
                </a:cubicBezTo>
                <a:cubicBezTo>
                  <a:pt x="1215575" y="103031"/>
                  <a:pt x="1214741" y="102495"/>
                  <a:pt x="1214217" y="102018"/>
                </a:cubicBezTo>
                <a:cubicBezTo>
                  <a:pt x="1213693" y="101542"/>
                  <a:pt x="1213311" y="100875"/>
                  <a:pt x="1213073" y="100017"/>
                </a:cubicBezTo>
                <a:cubicBezTo>
                  <a:pt x="1212835" y="99159"/>
                  <a:pt x="1212715" y="97991"/>
                  <a:pt x="1212715" y="96514"/>
                </a:cubicBezTo>
                <a:cubicBezTo>
                  <a:pt x="1212715" y="95608"/>
                  <a:pt x="1212763" y="94845"/>
                  <a:pt x="1212858" y="94226"/>
                </a:cubicBezTo>
                <a:cubicBezTo>
                  <a:pt x="1212954" y="93606"/>
                  <a:pt x="1213073" y="93106"/>
                  <a:pt x="1213216" y="92724"/>
                </a:cubicBezTo>
                <a:cubicBezTo>
                  <a:pt x="1213359" y="92343"/>
                  <a:pt x="1213562" y="92069"/>
                  <a:pt x="1213824" y="91902"/>
                </a:cubicBezTo>
                <a:cubicBezTo>
                  <a:pt x="1214086" y="91736"/>
                  <a:pt x="1214384" y="91652"/>
                  <a:pt x="1214717" y="91652"/>
                </a:cubicBezTo>
                <a:cubicBezTo>
                  <a:pt x="1215242" y="91652"/>
                  <a:pt x="1216016" y="91974"/>
                  <a:pt x="1217041" y="92617"/>
                </a:cubicBezTo>
                <a:cubicBezTo>
                  <a:pt x="1218066" y="93261"/>
                  <a:pt x="1219329" y="93964"/>
                  <a:pt x="1220831" y="94726"/>
                </a:cubicBezTo>
                <a:cubicBezTo>
                  <a:pt x="1222332" y="95489"/>
                  <a:pt x="1224108" y="96192"/>
                  <a:pt x="1226158" y="96835"/>
                </a:cubicBezTo>
                <a:cubicBezTo>
                  <a:pt x="1228207" y="97479"/>
                  <a:pt x="1230567" y="97800"/>
                  <a:pt x="1233236" y="97800"/>
                </a:cubicBezTo>
                <a:cubicBezTo>
                  <a:pt x="1235238" y="97800"/>
                  <a:pt x="1237050" y="97586"/>
                  <a:pt x="1238670" y="97157"/>
                </a:cubicBezTo>
                <a:cubicBezTo>
                  <a:pt x="1240291" y="96727"/>
                  <a:pt x="1241697" y="96094"/>
                  <a:pt x="1242889" y="95258"/>
                </a:cubicBezTo>
                <a:cubicBezTo>
                  <a:pt x="1244081" y="94422"/>
                  <a:pt x="1244998" y="93360"/>
                  <a:pt x="1245642" y="92070"/>
                </a:cubicBezTo>
                <a:cubicBezTo>
                  <a:pt x="1246285" y="90780"/>
                  <a:pt x="1246607" y="89252"/>
                  <a:pt x="1246607" y="87486"/>
                </a:cubicBezTo>
                <a:cubicBezTo>
                  <a:pt x="1246607" y="85673"/>
                  <a:pt x="1246142" y="84146"/>
                  <a:pt x="1245213" y="82906"/>
                </a:cubicBezTo>
                <a:cubicBezTo>
                  <a:pt x="1244283" y="81665"/>
                  <a:pt x="1243056" y="80568"/>
                  <a:pt x="1241530" y="79615"/>
                </a:cubicBezTo>
                <a:cubicBezTo>
                  <a:pt x="1240005" y="78660"/>
                  <a:pt x="1238289" y="77813"/>
                  <a:pt x="1236382" y="77075"/>
                </a:cubicBezTo>
                <a:cubicBezTo>
                  <a:pt x="1234476" y="76334"/>
                  <a:pt x="1232509" y="75559"/>
                  <a:pt x="1230483" y="74749"/>
                </a:cubicBezTo>
                <a:cubicBezTo>
                  <a:pt x="1228458" y="73937"/>
                  <a:pt x="1226479" y="73018"/>
                  <a:pt x="1224549" y="71992"/>
                </a:cubicBezTo>
                <a:cubicBezTo>
                  <a:pt x="1222618" y="70966"/>
                  <a:pt x="1220890" y="69713"/>
                  <a:pt x="1219365" y="68234"/>
                </a:cubicBezTo>
                <a:cubicBezTo>
                  <a:pt x="1217840" y="66755"/>
                  <a:pt x="1216612" y="64990"/>
                  <a:pt x="1215683" y="62939"/>
                </a:cubicBezTo>
                <a:cubicBezTo>
                  <a:pt x="1214753" y="60888"/>
                  <a:pt x="1214288" y="58432"/>
                  <a:pt x="1214288" y="55569"/>
                </a:cubicBezTo>
                <a:cubicBezTo>
                  <a:pt x="1214288" y="53040"/>
                  <a:pt x="1214777" y="50619"/>
                  <a:pt x="1215754" y="48306"/>
                </a:cubicBezTo>
                <a:cubicBezTo>
                  <a:pt x="1216731" y="45991"/>
                  <a:pt x="1218197" y="43964"/>
                  <a:pt x="1220152" y="42222"/>
                </a:cubicBezTo>
                <a:cubicBezTo>
                  <a:pt x="1222106" y="40480"/>
                  <a:pt x="1224549" y="39084"/>
                  <a:pt x="1227480" y="38036"/>
                </a:cubicBezTo>
                <a:cubicBezTo>
                  <a:pt x="1230412" y="36986"/>
                  <a:pt x="1233832" y="36461"/>
                  <a:pt x="1237741" y="36461"/>
                </a:cubicBezTo>
                <a:cubicBezTo>
                  <a:pt x="1239457" y="36461"/>
                  <a:pt x="1241173" y="36606"/>
                  <a:pt x="1242889" y="36896"/>
                </a:cubicBezTo>
                <a:cubicBezTo>
                  <a:pt x="1244605" y="37187"/>
                  <a:pt x="1246154" y="37549"/>
                  <a:pt x="1247536" y="37984"/>
                </a:cubicBezTo>
                <a:cubicBezTo>
                  <a:pt x="1248919" y="38419"/>
                  <a:pt x="1250099" y="38891"/>
                  <a:pt x="1251076" y="39399"/>
                </a:cubicBezTo>
                <a:cubicBezTo>
                  <a:pt x="1252053" y="39906"/>
                  <a:pt x="1252792" y="40354"/>
                  <a:pt x="1253292" y="40741"/>
                </a:cubicBezTo>
                <a:cubicBezTo>
                  <a:pt x="1253793" y="41128"/>
                  <a:pt x="1254127" y="41465"/>
                  <a:pt x="1254293" y="41751"/>
                </a:cubicBezTo>
                <a:cubicBezTo>
                  <a:pt x="1254460" y="42037"/>
                  <a:pt x="1254579" y="42359"/>
                  <a:pt x="1254651" y="42716"/>
                </a:cubicBezTo>
                <a:cubicBezTo>
                  <a:pt x="1254722" y="43074"/>
                  <a:pt x="1254794" y="43515"/>
                  <a:pt x="1254865" y="44039"/>
                </a:cubicBezTo>
                <a:cubicBezTo>
                  <a:pt x="1254937" y="44563"/>
                  <a:pt x="1254973" y="45206"/>
                  <a:pt x="1254973" y="45969"/>
                </a:cubicBezTo>
                <a:cubicBezTo>
                  <a:pt x="1254973" y="46779"/>
                  <a:pt x="1254937" y="47482"/>
                  <a:pt x="1254865" y="48078"/>
                </a:cubicBezTo>
                <a:cubicBezTo>
                  <a:pt x="1254794" y="48674"/>
                  <a:pt x="1254675" y="49162"/>
                  <a:pt x="1254508" y="49544"/>
                </a:cubicBezTo>
                <a:cubicBezTo>
                  <a:pt x="1254341" y="49925"/>
                  <a:pt x="1254138" y="50199"/>
                  <a:pt x="1253900" y="50366"/>
                </a:cubicBezTo>
                <a:cubicBezTo>
                  <a:pt x="1253662" y="50533"/>
                  <a:pt x="1253400" y="50616"/>
                  <a:pt x="1253114" y="50616"/>
                </a:cubicBezTo>
                <a:cubicBezTo>
                  <a:pt x="1252685" y="50616"/>
                  <a:pt x="1252065" y="50350"/>
                  <a:pt x="1251255" y="49818"/>
                </a:cubicBezTo>
                <a:cubicBezTo>
                  <a:pt x="1250444" y="49287"/>
                  <a:pt x="1249396" y="48718"/>
                  <a:pt x="1248108" y="48114"/>
                </a:cubicBezTo>
                <a:cubicBezTo>
                  <a:pt x="1246821" y="47509"/>
                  <a:pt x="1245308" y="46941"/>
                  <a:pt x="1243568" y="46409"/>
                </a:cubicBezTo>
                <a:cubicBezTo>
                  <a:pt x="1241828" y="45877"/>
                  <a:pt x="1239838" y="45612"/>
                  <a:pt x="1237598" y="45612"/>
                </a:cubicBezTo>
                <a:cubicBezTo>
                  <a:pt x="1235596" y="45612"/>
                  <a:pt x="1233832" y="45839"/>
                  <a:pt x="1232307" y="46293"/>
                </a:cubicBezTo>
                <a:cubicBezTo>
                  <a:pt x="1230781" y="46746"/>
                  <a:pt x="1229530" y="47390"/>
                  <a:pt x="1228553" y="48225"/>
                </a:cubicBezTo>
                <a:cubicBezTo>
                  <a:pt x="1227576" y="49061"/>
                  <a:pt x="1226837" y="50052"/>
                  <a:pt x="1226336" y="51199"/>
                </a:cubicBezTo>
                <a:cubicBezTo>
                  <a:pt x="1225836" y="52344"/>
                  <a:pt x="1225586" y="53586"/>
                  <a:pt x="1225586" y="54923"/>
                </a:cubicBezTo>
                <a:cubicBezTo>
                  <a:pt x="1225586" y="56784"/>
                  <a:pt x="1226062" y="58346"/>
                  <a:pt x="1227016" y="59611"/>
                </a:cubicBezTo>
                <a:cubicBezTo>
                  <a:pt x="1227969" y="60875"/>
                  <a:pt x="1229208" y="61985"/>
                  <a:pt x="1230734" y="62939"/>
                </a:cubicBezTo>
                <a:cubicBezTo>
                  <a:pt x="1232259" y="63893"/>
                  <a:pt x="1233999" y="64751"/>
                  <a:pt x="1235953" y="65515"/>
                </a:cubicBezTo>
                <a:cubicBezTo>
                  <a:pt x="1237908" y="66278"/>
                  <a:pt x="1239898" y="67065"/>
                  <a:pt x="1241924" y="67877"/>
                </a:cubicBezTo>
                <a:cubicBezTo>
                  <a:pt x="1243950" y="68687"/>
                  <a:pt x="1245952" y="69593"/>
                  <a:pt x="1247930" y="70596"/>
                </a:cubicBezTo>
                <a:cubicBezTo>
                  <a:pt x="1249908" y="71598"/>
                  <a:pt x="1251660" y="72815"/>
                  <a:pt x="1253185" y="74246"/>
                </a:cubicBezTo>
                <a:cubicBezTo>
                  <a:pt x="1254710" y="75677"/>
                  <a:pt x="1255938" y="77396"/>
                  <a:pt x="1256867" y="79400"/>
                </a:cubicBezTo>
                <a:cubicBezTo>
                  <a:pt x="1257797" y="81404"/>
                  <a:pt x="1258262" y="83789"/>
                  <a:pt x="1258262" y="86556"/>
                </a:cubicBezTo>
                <a:close/>
                <a:moveTo>
                  <a:pt x="1366318" y="71170"/>
                </a:moveTo>
                <a:cubicBezTo>
                  <a:pt x="1366318" y="76417"/>
                  <a:pt x="1365627" y="81247"/>
                  <a:pt x="1364245" y="85660"/>
                </a:cubicBezTo>
                <a:cubicBezTo>
                  <a:pt x="1362863" y="90073"/>
                  <a:pt x="1360801" y="93879"/>
                  <a:pt x="1358060" y="97077"/>
                </a:cubicBezTo>
                <a:cubicBezTo>
                  <a:pt x="1355319" y="100273"/>
                  <a:pt x="1351887" y="102765"/>
                  <a:pt x="1347764" y="104554"/>
                </a:cubicBezTo>
                <a:cubicBezTo>
                  <a:pt x="1343641" y="106343"/>
                  <a:pt x="1338862" y="107237"/>
                  <a:pt x="1333428" y="107237"/>
                </a:cubicBezTo>
                <a:cubicBezTo>
                  <a:pt x="1328137" y="107237"/>
                  <a:pt x="1323525" y="106450"/>
                  <a:pt x="1319592" y="104876"/>
                </a:cubicBezTo>
                <a:cubicBezTo>
                  <a:pt x="1315660" y="103302"/>
                  <a:pt x="1312383" y="101012"/>
                  <a:pt x="1309761" y="98006"/>
                </a:cubicBezTo>
                <a:cubicBezTo>
                  <a:pt x="1307139" y="95000"/>
                  <a:pt x="1305185" y="91351"/>
                  <a:pt x="1303898" y="87057"/>
                </a:cubicBezTo>
                <a:cubicBezTo>
                  <a:pt x="1302611" y="82763"/>
                  <a:pt x="1301967" y="77896"/>
                  <a:pt x="1301967" y="72457"/>
                </a:cubicBezTo>
                <a:cubicBezTo>
                  <a:pt x="1301967" y="67209"/>
                  <a:pt x="1302647" y="62379"/>
                  <a:pt x="1304005" y="57966"/>
                </a:cubicBezTo>
                <a:cubicBezTo>
                  <a:pt x="1305364" y="53553"/>
                  <a:pt x="1307413" y="49748"/>
                  <a:pt x="1310154" y="46552"/>
                </a:cubicBezTo>
                <a:cubicBezTo>
                  <a:pt x="1312895" y="43354"/>
                  <a:pt x="1316315" y="40873"/>
                  <a:pt x="1320415" y="39108"/>
                </a:cubicBezTo>
                <a:cubicBezTo>
                  <a:pt x="1324514" y="37343"/>
                  <a:pt x="1329305" y="36461"/>
                  <a:pt x="1334786" y="36461"/>
                </a:cubicBezTo>
                <a:cubicBezTo>
                  <a:pt x="1340078" y="36461"/>
                  <a:pt x="1344689" y="37248"/>
                  <a:pt x="1348622" y="38822"/>
                </a:cubicBezTo>
                <a:cubicBezTo>
                  <a:pt x="1352554" y="40396"/>
                  <a:pt x="1355832" y="42686"/>
                  <a:pt x="1358453" y="45692"/>
                </a:cubicBezTo>
                <a:cubicBezTo>
                  <a:pt x="1361075" y="48698"/>
                  <a:pt x="1363041" y="52347"/>
                  <a:pt x="1364352" y="56641"/>
                </a:cubicBezTo>
                <a:cubicBezTo>
                  <a:pt x="1365663" y="60935"/>
                  <a:pt x="1366318" y="65778"/>
                  <a:pt x="1366318" y="71170"/>
                </a:cubicBezTo>
                <a:moveTo>
                  <a:pt x="1353877" y="71956"/>
                </a:moveTo>
                <a:cubicBezTo>
                  <a:pt x="1353877" y="68472"/>
                  <a:pt x="1353556" y="65179"/>
                  <a:pt x="1352912" y="62077"/>
                </a:cubicBezTo>
                <a:cubicBezTo>
                  <a:pt x="1352268" y="58975"/>
                  <a:pt x="1351208" y="56254"/>
                  <a:pt x="1349730" y="53916"/>
                </a:cubicBezTo>
                <a:cubicBezTo>
                  <a:pt x="1348253" y="51577"/>
                  <a:pt x="1346250" y="49728"/>
                  <a:pt x="1343724" y="48368"/>
                </a:cubicBezTo>
                <a:cubicBezTo>
                  <a:pt x="1341198" y="47007"/>
                  <a:pt x="1338052" y="46327"/>
                  <a:pt x="1334286" y="46327"/>
                </a:cubicBezTo>
                <a:cubicBezTo>
                  <a:pt x="1330806" y="46327"/>
                  <a:pt x="1327815" y="46947"/>
                  <a:pt x="1325313" y="48188"/>
                </a:cubicBezTo>
                <a:cubicBezTo>
                  <a:pt x="1322810" y="49428"/>
                  <a:pt x="1320748" y="51183"/>
                  <a:pt x="1319128" y="53451"/>
                </a:cubicBezTo>
                <a:cubicBezTo>
                  <a:pt x="1317507" y="55718"/>
                  <a:pt x="1316303" y="58403"/>
                  <a:pt x="1315517" y="61505"/>
                </a:cubicBezTo>
                <a:cubicBezTo>
                  <a:pt x="1314730" y="64606"/>
                  <a:pt x="1314337" y="67994"/>
                  <a:pt x="1314337" y="71670"/>
                </a:cubicBezTo>
                <a:cubicBezTo>
                  <a:pt x="1314337" y="75202"/>
                  <a:pt x="1314659" y="78519"/>
                  <a:pt x="1315302" y="81621"/>
                </a:cubicBezTo>
                <a:cubicBezTo>
                  <a:pt x="1315946" y="84723"/>
                  <a:pt x="1317018" y="87432"/>
                  <a:pt x="1318520" y="89746"/>
                </a:cubicBezTo>
                <a:cubicBezTo>
                  <a:pt x="1320021" y="92061"/>
                  <a:pt x="1322035" y="93899"/>
                  <a:pt x="1324562" y="95260"/>
                </a:cubicBezTo>
                <a:cubicBezTo>
                  <a:pt x="1327088" y="96620"/>
                  <a:pt x="1330234" y="97300"/>
                  <a:pt x="1334000" y="97300"/>
                </a:cubicBezTo>
                <a:cubicBezTo>
                  <a:pt x="1337432" y="97300"/>
                  <a:pt x="1340411" y="96680"/>
                  <a:pt x="1342938" y="95439"/>
                </a:cubicBezTo>
                <a:cubicBezTo>
                  <a:pt x="1345464" y="94198"/>
                  <a:pt x="1347537" y="92456"/>
                  <a:pt x="1349158" y="90213"/>
                </a:cubicBezTo>
                <a:cubicBezTo>
                  <a:pt x="1350779" y="87969"/>
                  <a:pt x="1351971" y="85296"/>
                  <a:pt x="1352733" y="82195"/>
                </a:cubicBezTo>
                <a:cubicBezTo>
                  <a:pt x="1353496" y="79093"/>
                  <a:pt x="1353877" y="75680"/>
                  <a:pt x="1353877" y="71956"/>
                </a:cubicBezTo>
                <a:close/>
                <a:moveTo>
                  <a:pt x="1418131" y="13226"/>
                </a:moveTo>
                <a:cubicBezTo>
                  <a:pt x="1418131" y="14131"/>
                  <a:pt x="1418084" y="14858"/>
                  <a:pt x="1417988" y="15406"/>
                </a:cubicBezTo>
                <a:cubicBezTo>
                  <a:pt x="1417893" y="15955"/>
                  <a:pt x="1417786" y="16395"/>
                  <a:pt x="1417667" y="16729"/>
                </a:cubicBezTo>
                <a:cubicBezTo>
                  <a:pt x="1417547" y="17063"/>
                  <a:pt x="1417392" y="17289"/>
                  <a:pt x="1417202" y="17408"/>
                </a:cubicBezTo>
                <a:cubicBezTo>
                  <a:pt x="1417011" y="17527"/>
                  <a:pt x="1416773" y="17587"/>
                  <a:pt x="1416487" y="17587"/>
                </a:cubicBezTo>
                <a:cubicBezTo>
                  <a:pt x="1416153" y="17587"/>
                  <a:pt x="1415736" y="17480"/>
                  <a:pt x="1415236" y="17265"/>
                </a:cubicBezTo>
                <a:cubicBezTo>
                  <a:pt x="1414735" y="17051"/>
                  <a:pt x="1414127" y="16812"/>
                  <a:pt x="1413412" y="16550"/>
                </a:cubicBezTo>
                <a:cubicBezTo>
                  <a:pt x="1412697" y="16288"/>
                  <a:pt x="1411851" y="16050"/>
                  <a:pt x="1410874" y="15835"/>
                </a:cubicBezTo>
                <a:cubicBezTo>
                  <a:pt x="1409897" y="15621"/>
                  <a:pt x="1408765" y="15514"/>
                  <a:pt x="1407478" y="15514"/>
                </a:cubicBezTo>
                <a:cubicBezTo>
                  <a:pt x="1405714" y="15514"/>
                  <a:pt x="1404212" y="15799"/>
                  <a:pt x="1402973" y="16369"/>
                </a:cubicBezTo>
                <a:cubicBezTo>
                  <a:pt x="1401734" y="16940"/>
                  <a:pt x="1400733" y="17830"/>
                  <a:pt x="1399970" y="19041"/>
                </a:cubicBezTo>
                <a:cubicBezTo>
                  <a:pt x="1399207" y="20252"/>
                  <a:pt x="1398659" y="21820"/>
                  <a:pt x="1398326" y="23744"/>
                </a:cubicBezTo>
                <a:cubicBezTo>
                  <a:pt x="1397992" y="25668"/>
                  <a:pt x="1397825" y="28008"/>
                  <a:pt x="1397825" y="30764"/>
                </a:cubicBezTo>
                <a:lnTo>
                  <a:pt x="1397825" y="37748"/>
                </a:lnTo>
                <a:lnTo>
                  <a:pt x="1412197" y="37748"/>
                </a:lnTo>
                <a:cubicBezTo>
                  <a:pt x="1412578" y="37748"/>
                  <a:pt x="1412900" y="37831"/>
                  <a:pt x="1413162" y="37998"/>
                </a:cubicBezTo>
                <a:cubicBezTo>
                  <a:pt x="1413424" y="38165"/>
                  <a:pt x="1413663" y="38451"/>
                  <a:pt x="1413877" y="38856"/>
                </a:cubicBezTo>
                <a:cubicBezTo>
                  <a:pt x="1414092" y="39261"/>
                  <a:pt x="1414258" y="39773"/>
                  <a:pt x="1414378" y="40393"/>
                </a:cubicBezTo>
                <a:cubicBezTo>
                  <a:pt x="1414497" y="41012"/>
                  <a:pt x="1414556" y="41775"/>
                  <a:pt x="1414556" y="42680"/>
                </a:cubicBezTo>
                <a:cubicBezTo>
                  <a:pt x="1414556" y="44396"/>
                  <a:pt x="1414342" y="45635"/>
                  <a:pt x="1413913" y="46398"/>
                </a:cubicBezTo>
                <a:cubicBezTo>
                  <a:pt x="1413484" y="47161"/>
                  <a:pt x="1412912" y="47542"/>
                  <a:pt x="1412197" y="47542"/>
                </a:cubicBezTo>
                <a:lnTo>
                  <a:pt x="1397825" y="47542"/>
                </a:lnTo>
                <a:lnTo>
                  <a:pt x="1397825" y="104018"/>
                </a:lnTo>
                <a:cubicBezTo>
                  <a:pt x="1397825" y="104399"/>
                  <a:pt x="1397730" y="104722"/>
                  <a:pt x="1397539" y="104985"/>
                </a:cubicBezTo>
                <a:cubicBezTo>
                  <a:pt x="1397348" y="105247"/>
                  <a:pt x="1397027" y="105474"/>
                  <a:pt x="1396574" y="105664"/>
                </a:cubicBezTo>
                <a:cubicBezTo>
                  <a:pt x="1396121" y="105855"/>
                  <a:pt x="1395513" y="105998"/>
                  <a:pt x="1394750" y="106093"/>
                </a:cubicBezTo>
                <a:cubicBezTo>
                  <a:pt x="1393988" y="106189"/>
                  <a:pt x="1393034" y="106236"/>
                  <a:pt x="1391890" y="106236"/>
                </a:cubicBezTo>
                <a:cubicBezTo>
                  <a:pt x="1390746" y="106236"/>
                  <a:pt x="1389793" y="106189"/>
                  <a:pt x="1389030" y="106093"/>
                </a:cubicBezTo>
                <a:cubicBezTo>
                  <a:pt x="1388268" y="105998"/>
                  <a:pt x="1387660" y="105855"/>
                  <a:pt x="1387207" y="105664"/>
                </a:cubicBezTo>
                <a:cubicBezTo>
                  <a:pt x="1386754" y="105474"/>
                  <a:pt x="1386433" y="105247"/>
                  <a:pt x="1386242" y="104985"/>
                </a:cubicBezTo>
                <a:cubicBezTo>
                  <a:pt x="1386051" y="104722"/>
                  <a:pt x="1385956" y="104399"/>
                  <a:pt x="1385956" y="104018"/>
                </a:cubicBezTo>
                <a:lnTo>
                  <a:pt x="1385956" y="47542"/>
                </a:lnTo>
                <a:lnTo>
                  <a:pt x="1376875" y="47542"/>
                </a:lnTo>
                <a:cubicBezTo>
                  <a:pt x="1376113" y="47542"/>
                  <a:pt x="1375540" y="47161"/>
                  <a:pt x="1375159" y="46398"/>
                </a:cubicBezTo>
                <a:cubicBezTo>
                  <a:pt x="1374778" y="45635"/>
                  <a:pt x="1374587" y="44396"/>
                  <a:pt x="1374587" y="42680"/>
                </a:cubicBezTo>
                <a:cubicBezTo>
                  <a:pt x="1374587" y="41775"/>
                  <a:pt x="1374635" y="41012"/>
                  <a:pt x="1374730" y="40393"/>
                </a:cubicBezTo>
                <a:cubicBezTo>
                  <a:pt x="1374825" y="39773"/>
                  <a:pt x="1374968" y="39261"/>
                  <a:pt x="1375159" y="38856"/>
                </a:cubicBezTo>
                <a:cubicBezTo>
                  <a:pt x="1375350" y="38451"/>
                  <a:pt x="1375588" y="38165"/>
                  <a:pt x="1375874" y="37998"/>
                </a:cubicBezTo>
                <a:cubicBezTo>
                  <a:pt x="1376160" y="37831"/>
                  <a:pt x="1376494" y="37748"/>
                  <a:pt x="1376875" y="37748"/>
                </a:cubicBezTo>
                <a:lnTo>
                  <a:pt x="1385956" y="37748"/>
                </a:lnTo>
                <a:lnTo>
                  <a:pt x="1385956" y="31114"/>
                </a:lnTo>
                <a:cubicBezTo>
                  <a:pt x="1385956" y="26643"/>
                  <a:pt x="1386373" y="22803"/>
                  <a:pt x="1387207" y="19593"/>
                </a:cubicBezTo>
                <a:cubicBezTo>
                  <a:pt x="1388041" y="16383"/>
                  <a:pt x="1389316" y="13756"/>
                  <a:pt x="1391032" y="11711"/>
                </a:cubicBezTo>
                <a:cubicBezTo>
                  <a:pt x="1392748" y="9666"/>
                  <a:pt x="1394905" y="8157"/>
                  <a:pt x="1397503" y="7183"/>
                </a:cubicBezTo>
                <a:cubicBezTo>
                  <a:pt x="1400101" y="6207"/>
                  <a:pt x="1403164" y="5719"/>
                  <a:pt x="1406691" y="5719"/>
                </a:cubicBezTo>
                <a:cubicBezTo>
                  <a:pt x="1408360" y="5719"/>
                  <a:pt x="1409980" y="5874"/>
                  <a:pt x="1411553" y="6184"/>
                </a:cubicBezTo>
                <a:cubicBezTo>
                  <a:pt x="1413126" y="6494"/>
                  <a:pt x="1414342" y="6827"/>
                  <a:pt x="1415200" y="7185"/>
                </a:cubicBezTo>
                <a:cubicBezTo>
                  <a:pt x="1416058" y="7542"/>
                  <a:pt x="1416630" y="7864"/>
                  <a:pt x="1416916" y="8150"/>
                </a:cubicBezTo>
                <a:cubicBezTo>
                  <a:pt x="1417202" y="8436"/>
                  <a:pt x="1417440" y="8805"/>
                  <a:pt x="1417631" y="9258"/>
                </a:cubicBezTo>
                <a:cubicBezTo>
                  <a:pt x="1417821" y="9711"/>
                  <a:pt x="1417953" y="10259"/>
                  <a:pt x="1418024" y="10902"/>
                </a:cubicBezTo>
                <a:cubicBezTo>
                  <a:pt x="1418096" y="11546"/>
                  <a:pt x="1418131" y="12320"/>
                  <a:pt x="1418131" y="13226"/>
                </a:cubicBezTo>
                <a:close/>
                <a:moveTo>
                  <a:pt x="1547015" y="104018"/>
                </a:moveTo>
                <a:cubicBezTo>
                  <a:pt x="1547015" y="104399"/>
                  <a:pt x="1546931" y="104734"/>
                  <a:pt x="1546764" y="105021"/>
                </a:cubicBezTo>
                <a:cubicBezTo>
                  <a:pt x="1546597" y="105307"/>
                  <a:pt x="1546311" y="105533"/>
                  <a:pt x="1545906" y="105700"/>
                </a:cubicBezTo>
                <a:cubicBezTo>
                  <a:pt x="1545501" y="105867"/>
                  <a:pt x="1544965" y="105998"/>
                  <a:pt x="1544298" y="106093"/>
                </a:cubicBezTo>
                <a:cubicBezTo>
                  <a:pt x="1543630" y="106189"/>
                  <a:pt x="1542820" y="106236"/>
                  <a:pt x="1541866" y="106236"/>
                </a:cubicBezTo>
                <a:cubicBezTo>
                  <a:pt x="1540865" y="106236"/>
                  <a:pt x="1540031" y="106189"/>
                  <a:pt x="1539364" y="106093"/>
                </a:cubicBezTo>
                <a:cubicBezTo>
                  <a:pt x="1538697" y="106000"/>
                  <a:pt x="1538148" y="105870"/>
                  <a:pt x="1537719" y="105705"/>
                </a:cubicBezTo>
                <a:cubicBezTo>
                  <a:pt x="1537290" y="105538"/>
                  <a:pt x="1536981" y="105312"/>
                  <a:pt x="1536790" y="105028"/>
                </a:cubicBezTo>
                <a:cubicBezTo>
                  <a:pt x="1536599" y="104743"/>
                  <a:pt x="1536504" y="104412"/>
                  <a:pt x="1536504" y="104034"/>
                </a:cubicBezTo>
                <a:lnTo>
                  <a:pt x="1536504" y="95573"/>
                </a:lnTo>
                <a:cubicBezTo>
                  <a:pt x="1533120" y="99246"/>
                  <a:pt x="1529604" y="102108"/>
                  <a:pt x="1525957" y="104161"/>
                </a:cubicBezTo>
                <a:cubicBezTo>
                  <a:pt x="1522311" y="106212"/>
                  <a:pt x="1518319" y="107237"/>
                  <a:pt x="1513981" y="107237"/>
                </a:cubicBezTo>
                <a:cubicBezTo>
                  <a:pt x="1509262" y="107237"/>
                  <a:pt x="1505234" y="106319"/>
                  <a:pt x="1501897" y="104483"/>
                </a:cubicBezTo>
                <a:cubicBezTo>
                  <a:pt x="1498561" y="102646"/>
                  <a:pt x="1495856" y="100166"/>
                  <a:pt x="1493782" y="97041"/>
                </a:cubicBezTo>
                <a:cubicBezTo>
                  <a:pt x="1491708" y="93915"/>
                  <a:pt x="1490195" y="90241"/>
                  <a:pt x="1489242" y="86020"/>
                </a:cubicBezTo>
                <a:cubicBezTo>
                  <a:pt x="1488288" y="81797"/>
                  <a:pt x="1487812" y="77348"/>
                  <a:pt x="1487812" y="72671"/>
                </a:cubicBezTo>
                <a:cubicBezTo>
                  <a:pt x="1487812" y="67138"/>
                  <a:pt x="1488407" y="62141"/>
                  <a:pt x="1489599" y="57680"/>
                </a:cubicBezTo>
                <a:cubicBezTo>
                  <a:pt x="1490791" y="53219"/>
                  <a:pt x="1492555" y="49415"/>
                  <a:pt x="1494890" y="46266"/>
                </a:cubicBezTo>
                <a:cubicBezTo>
                  <a:pt x="1497226" y="43116"/>
                  <a:pt x="1500122" y="40694"/>
                  <a:pt x="1503578" y="39001"/>
                </a:cubicBezTo>
                <a:cubicBezTo>
                  <a:pt x="1507034" y="37307"/>
                  <a:pt x="1511026" y="36461"/>
                  <a:pt x="1515554" y="36461"/>
                </a:cubicBezTo>
                <a:cubicBezTo>
                  <a:pt x="1519320" y="36461"/>
                  <a:pt x="1522764" y="37284"/>
                  <a:pt x="1525886" y="38929"/>
                </a:cubicBezTo>
                <a:cubicBezTo>
                  <a:pt x="1529008" y="40575"/>
                  <a:pt x="1532095" y="42996"/>
                  <a:pt x="1535145" y="46192"/>
                </a:cubicBezTo>
                <a:lnTo>
                  <a:pt x="1535145" y="8726"/>
                </a:lnTo>
                <a:cubicBezTo>
                  <a:pt x="1535145" y="8393"/>
                  <a:pt x="1535229" y="8071"/>
                  <a:pt x="1535396" y="7761"/>
                </a:cubicBezTo>
                <a:cubicBezTo>
                  <a:pt x="1535562" y="7450"/>
                  <a:pt x="1535884" y="7211"/>
                  <a:pt x="1536361" y="7044"/>
                </a:cubicBezTo>
                <a:cubicBezTo>
                  <a:pt x="1536838" y="6876"/>
                  <a:pt x="1537445" y="6732"/>
                  <a:pt x="1538184" y="6613"/>
                </a:cubicBezTo>
                <a:cubicBezTo>
                  <a:pt x="1538923" y="6494"/>
                  <a:pt x="1539864" y="6434"/>
                  <a:pt x="1541008" y="6434"/>
                </a:cubicBezTo>
                <a:cubicBezTo>
                  <a:pt x="1542200" y="6434"/>
                  <a:pt x="1543177" y="6494"/>
                  <a:pt x="1543940" y="6613"/>
                </a:cubicBezTo>
                <a:cubicBezTo>
                  <a:pt x="1544703" y="6732"/>
                  <a:pt x="1545299" y="6875"/>
                  <a:pt x="1545728" y="7042"/>
                </a:cubicBezTo>
                <a:cubicBezTo>
                  <a:pt x="1546157" y="7209"/>
                  <a:pt x="1546478" y="7448"/>
                  <a:pt x="1546693" y="7759"/>
                </a:cubicBezTo>
                <a:cubicBezTo>
                  <a:pt x="1546907" y="8069"/>
                  <a:pt x="1547015" y="8391"/>
                  <a:pt x="1547015" y="8724"/>
                </a:cubicBezTo>
                <a:lnTo>
                  <a:pt x="1547015" y="104018"/>
                </a:lnTo>
                <a:moveTo>
                  <a:pt x="1535145" y="58788"/>
                </a:moveTo>
                <a:cubicBezTo>
                  <a:pt x="1531952" y="54825"/>
                  <a:pt x="1528865" y="51805"/>
                  <a:pt x="1525886" y="49729"/>
                </a:cubicBezTo>
                <a:cubicBezTo>
                  <a:pt x="1522907" y="47651"/>
                  <a:pt x="1519796" y="46612"/>
                  <a:pt x="1516555" y="46612"/>
                </a:cubicBezTo>
                <a:cubicBezTo>
                  <a:pt x="1513552" y="46612"/>
                  <a:pt x="1511002" y="47329"/>
                  <a:pt x="1508904" y="48762"/>
                </a:cubicBezTo>
                <a:cubicBezTo>
                  <a:pt x="1506807" y="50193"/>
                  <a:pt x="1505103" y="52078"/>
                  <a:pt x="1503792" y="54416"/>
                </a:cubicBezTo>
                <a:cubicBezTo>
                  <a:pt x="1502481" y="56755"/>
                  <a:pt x="1501528" y="59403"/>
                  <a:pt x="1500932" y="62363"/>
                </a:cubicBezTo>
                <a:cubicBezTo>
                  <a:pt x="1500336" y="65322"/>
                  <a:pt x="1500038" y="68330"/>
                  <a:pt x="1500038" y="71384"/>
                </a:cubicBezTo>
                <a:cubicBezTo>
                  <a:pt x="1500038" y="74630"/>
                  <a:pt x="1500289" y="77804"/>
                  <a:pt x="1500789" y="80906"/>
                </a:cubicBezTo>
                <a:cubicBezTo>
                  <a:pt x="1501290" y="84008"/>
                  <a:pt x="1502160" y="86765"/>
                  <a:pt x="1503399" y="89174"/>
                </a:cubicBezTo>
                <a:cubicBezTo>
                  <a:pt x="1504638" y="91584"/>
                  <a:pt x="1506283" y="93518"/>
                  <a:pt x="1508332" y="94974"/>
                </a:cubicBezTo>
                <a:cubicBezTo>
                  <a:pt x="1510382" y="96429"/>
                  <a:pt x="1512956" y="97157"/>
                  <a:pt x="1516055" y="97157"/>
                </a:cubicBezTo>
                <a:cubicBezTo>
                  <a:pt x="1517628" y="97157"/>
                  <a:pt x="1519141" y="96942"/>
                  <a:pt x="1520595" y="96514"/>
                </a:cubicBezTo>
                <a:cubicBezTo>
                  <a:pt x="1522049" y="96083"/>
                  <a:pt x="1523538" y="95367"/>
                  <a:pt x="1525064" y="94364"/>
                </a:cubicBezTo>
                <a:cubicBezTo>
                  <a:pt x="1526589" y="93362"/>
                  <a:pt x="1528186" y="92061"/>
                  <a:pt x="1529854" y="90461"/>
                </a:cubicBezTo>
                <a:cubicBezTo>
                  <a:pt x="1531523" y="88862"/>
                  <a:pt x="1533286" y="86892"/>
                  <a:pt x="1535145" y="84552"/>
                </a:cubicBezTo>
                <a:lnTo>
                  <a:pt x="1535145" y="58788"/>
                </a:lnTo>
                <a:close/>
                <a:moveTo>
                  <a:pt x="1622038" y="69061"/>
                </a:moveTo>
                <a:cubicBezTo>
                  <a:pt x="1622038" y="70920"/>
                  <a:pt x="1621573" y="72242"/>
                  <a:pt x="1620644" y="73029"/>
                </a:cubicBezTo>
                <a:cubicBezTo>
                  <a:pt x="1619714" y="73815"/>
                  <a:pt x="1618654" y="74208"/>
                  <a:pt x="1617462" y="74208"/>
                </a:cubicBezTo>
                <a:lnTo>
                  <a:pt x="1575276" y="74208"/>
                </a:lnTo>
                <a:cubicBezTo>
                  <a:pt x="1575276" y="77793"/>
                  <a:pt x="1575634" y="81020"/>
                  <a:pt x="1576349" y="83889"/>
                </a:cubicBezTo>
                <a:cubicBezTo>
                  <a:pt x="1577064" y="86757"/>
                  <a:pt x="1578256" y="89219"/>
                  <a:pt x="1579924" y="91275"/>
                </a:cubicBezTo>
                <a:cubicBezTo>
                  <a:pt x="1581592" y="93330"/>
                  <a:pt x="1583761" y="94908"/>
                  <a:pt x="1586430" y="96009"/>
                </a:cubicBezTo>
                <a:cubicBezTo>
                  <a:pt x="1589100" y="97108"/>
                  <a:pt x="1592365" y="97657"/>
                  <a:pt x="1596226" y="97657"/>
                </a:cubicBezTo>
                <a:cubicBezTo>
                  <a:pt x="1599277" y="97657"/>
                  <a:pt x="1601994" y="97407"/>
                  <a:pt x="1604377" y="96907"/>
                </a:cubicBezTo>
                <a:cubicBezTo>
                  <a:pt x="1606761" y="96406"/>
                  <a:pt x="1608822" y="95846"/>
                  <a:pt x="1610562" y="95227"/>
                </a:cubicBezTo>
                <a:cubicBezTo>
                  <a:pt x="1612302" y="94607"/>
                  <a:pt x="1613732" y="94047"/>
                  <a:pt x="1614852" y="93547"/>
                </a:cubicBezTo>
                <a:cubicBezTo>
                  <a:pt x="1615972" y="93046"/>
                  <a:pt x="1616818" y="92796"/>
                  <a:pt x="1617390" y="92796"/>
                </a:cubicBezTo>
                <a:cubicBezTo>
                  <a:pt x="1617724" y="92796"/>
                  <a:pt x="1618022" y="92879"/>
                  <a:pt x="1618284" y="93046"/>
                </a:cubicBezTo>
                <a:cubicBezTo>
                  <a:pt x="1618546" y="93213"/>
                  <a:pt x="1618749" y="93463"/>
                  <a:pt x="1618892" y="93797"/>
                </a:cubicBezTo>
                <a:cubicBezTo>
                  <a:pt x="1619035" y="94130"/>
                  <a:pt x="1619142" y="94595"/>
                  <a:pt x="1619214" y="95191"/>
                </a:cubicBezTo>
                <a:cubicBezTo>
                  <a:pt x="1619285" y="95787"/>
                  <a:pt x="1619321" y="96514"/>
                  <a:pt x="1619321" y="97371"/>
                </a:cubicBezTo>
                <a:cubicBezTo>
                  <a:pt x="1619321" y="97991"/>
                  <a:pt x="1619297" y="98527"/>
                  <a:pt x="1619249" y="98980"/>
                </a:cubicBezTo>
                <a:cubicBezTo>
                  <a:pt x="1619202" y="99433"/>
                  <a:pt x="1619142" y="99838"/>
                  <a:pt x="1619071" y="100195"/>
                </a:cubicBezTo>
                <a:cubicBezTo>
                  <a:pt x="1618999" y="100553"/>
                  <a:pt x="1618880" y="100875"/>
                  <a:pt x="1618713" y="101160"/>
                </a:cubicBezTo>
                <a:cubicBezTo>
                  <a:pt x="1618546" y="101446"/>
                  <a:pt x="1618332" y="101721"/>
                  <a:pt x="1618070" y="101983"/>
                </a:cubicBezTo>
                <a:cubicBezTo>
                  <a:pt x="1617808" y="102245"/>
                  <a:pt x="1617033" y="102674"/>
                  <a:pt x="1615746" y="103269"/>
                </a:cubicBezTo>
                <a:cubicBezTo>
                  <a:pt x="1614459" y="103865"/>
                  <a:pt x="1612791" y="104449"/>
                  <a:pt x="1610741" y="105021"/>
                </a:cubicBezTo>
                <a:cubicBezTo>
                  <a:pt x="1608691" y="105593"/>
                  <a:pt x="1606320" y="106105"/>
                  <a:pt x="1603626" y="106558"/>
                </a:cubicBezTo>
                <a:cubicBezTo>
                  <a:pt x="1600933" y="107011"/>
                  <a:pt x="1598061" y="107237"/>
                  <a:pt x="1595011" y="107237"/>
                </a:cubicBezTo>
                <a:cubicBezTo>
                  <a:pt x="1589720" y="107237"/>
                  <a:pt x="1585084" y="106498"/>
                  <a:pt x="1581104" y="105019"/>
                </a:cubicBezTo>
                <a:cubicBezTo>
                  <a:pt x="1577123" y="103540"/>
                  <a:pt x="1573775" y="101345"/>
                  <a:pt x="1571058" y="98435"/>
                </a:cubicBezTo>
                <a:cubicBezTo>
                  <a:pt x="1568341" y="95525"/>
                  <a:pt x="1566291" y="91875"/>
                  <a:pt x="1564909" y="87486"/>
                </a:cubicBezTo>
                <a:cubicBezTo>
                  <a:pt x="1563526" y="83096"/>
                  <a:pt x="1562835" y="77991"/>
                  <a:pt x="1562835" y="72171"/>
                </a:cubicBezTo>
                <a:cubicBezTo>
                  <a:pt x="1562835" y="66636"/>
                  <a:pt x="1563550" y="61662"/>
                  <a:pt x="1564980" y="57249"/>
                </a:cubicBezTo>
                <a:cubicBezTo>
                  <a:pt x="1566410" y="52836"/>
                  <a:pt x="1568472" y="49091"/>
                  <a:pt x="1571165" y="46014"/>
                </a:cubicBezTo>
                <a:cubicBezTo>
                  <a:pt x="1573858" y="42937"/>
                  <a:pt x="1577111" y="40575"/>
                  <a:pt x="1580925" y="38929"/>
                </a:cubicBezTo>
                <a:cubicBezTo>
                  <a:pt x="1584738" y="37284"/>
                  <a:pt x="1589005" y="36461"/>
                  <a:pt x="1593724" y="36461"/>
                </a:cubicBezTo>
                <a:cubicBezTo>
                  <a:pt x="1598776" y="36461"/>
                  <a:pt x="1603078" y="37271"/>
                  <a:pt x="1606630" y="38891"/>
                </a:cubicBezTo>
                <a:cubicBezTo>
                  <a:pt x="1610181" y="40512"/>
                  <a:pt x="1613100" y="42692"/>
                  <a:pt x="1615388" y="45433"/>
                </a:cubicBezTo>
                <a:cubicBezTo>
                  <a:pt x="1617676" y="48173"/>
                  <a:pt x="1619357" y="51390"/>
                  <a:pt x="1620429" y="55084"/>
                </a:cubicBezTo>
                <a:cubicBezTo>
                  <a:pt x="1621502" y="58778"/>
                  <a:pt x="1622038" y="62722"/>
                  <a:pt x="1622038" y="66916"/>
                </a:cubicBezTo>
                <a:lnTo>
                  <a:pt x="1622038" y="69061"/>
                </a:lnTo>
                <a:moveTo>
                  <a:pt x="1610169" y="65558"/>
                </a:moveTo>
                <a:cubicBezTo>
                  <a:pt x="1610312" y="59362"/>
                  <a:pt x="1608941" y="54500"/>
                  <a:pt x="1606058" y="50973"/>
                </a:cubicBezTo>
                <a:cubicBezTo>
                  <a:pt x="1603174" y="47447"/>
                  <a:pt x="1598896" y="45683"/>
                  <a:pt x="1593223" y="45683"/>
                </a:cubicBezTo>
                <a:cubicBezTo>
                  <a:pt x="1590315" y="45683"/>
                  <a:pt x="1587765" y="46231"/>
                  <a:pt x="1585572" y="47327"/>
                </a:cubicBezTo>
                <a:cubicBezTo>
                  <a:pt x="1583380" y="48424"/>
                  <a:pt x="1581545" y="49877"/>
                  <a:pt x="1580067" y="51688"/>
                </a:cubicBezTo>
                <a:cubicBezTo>
                  <a:pt x="1578589" y="53499"/>
                  <a:pt x="1577445" y="55608"/>
                  <a:pt x="1576635" y="58015"/>
                </a:cubicBezTo>
                <a:cubicBezTo>
                  <a:pt x="1575824" y="60422"/>
                  <a:pt x="1575372" y="62936"/>
                  <a:pt x="1575276" y="65558"/>
                </a:cubicBezTo>
                <a:lnTo>
                  <a:pt x="1610169" y="65558"/>
                </a:lnTo>
                <a:close/>
                <a:moveTo>
                  <a:pt x="1679393" y="86556"/>
                </a:moveTo>
                <a:cubicBezTo>
                  <a:pt x="1679393" y="89848"/>
                  <a:pt x="1678786" y="92782"/>
                  <a:pt x="1677570" y="95359"/>
                </a:cubicBezTo>
                <a:cubicBezTo>
                  <a:pt x="1676355" y="97934"/>
                  <a:pt x="1674627" y="100105"/>
                  <a:pt x="1672386" y="101871"/>
                </a:cubicBezTo>
                <a:cubicBezTo>
                  <a:pt x="1670146" y="103636"/>
                  <a:pt x="1667477" y="104971"/>
                  <a:pt x="1664378" y="105877"/>
                </a:cubicBezTo>
                <a:cubicBezTo>
                  <a:pt x="1661280" y="106784"/>
                  <a:pt x="1657872" y="107237"/>
                  <a:pt x="1654154" y="107237"/>
                </a:cubicBezTo>
                <a:cubicBezTo>
                  <a:pt x="1651865" y="107237"/>
                  <a:pt x="1649685" y="107059"/>
                  <a:pt x="1647611" y="106701"/>
                </a:cubicBezTo>
                <a:cubicBezTo>
                  <a:pt x="1645538" y="106344"/>
                  <a:pt x="1643679" y="105891"/>
                  <a:pt x="1642034" y="105343"/>
                </a:cubicBezTo>
                <a:cubicBezTo>
                  <a:pt x="1640390" y="104795"/>
                  <a:pt x="1638995" y="104223"/>
                  <a:pt x="1637851" y="103627"/>
                </a:cubicBezTo>
                <a:cubicBezTo>
                  <a:pt x="1636707" y="103031"/>
                  <a:pt x="1635873" y="102495"/>
                  <a:pt x="1635349" y="102018"/>
                </a:cubicBezTo>
                <a:cubicBezTo>
                  <a:pt x="1634824" y="101542"/>
                  <a:pt x="1634443" y="100875"/>
                  <a:pt x="1634205" y="100017"/>
                </a:cubicBezTo>
                <a:cubicBezTo>
                  <a:pt x="1633966" y="99159"/>
                  <a:pt x="1633847" y="97991"/>
                  <a:pt x="1633847" y="96514"/>
                </a:cubicBezTo>
                <a:cubicBezTo>
                  <a:pt x="1633847" y="95608"/>
                  <a:pt x="1633895" y="94845"/>
                  <a:pt x="1633990" y="94226"/>
                </a:cubicBezTo>
                <a:cubicBezTo>
                  <a:pt x="1634086" y="93606"/>
                  <a:pt x="1634205" y="93106"/>
                  <a:pt x="1634348" y="92724"/>
                </a:cubicBezTo>
                <a:cubicBezTo>
                  <a:pt x="1634491" y="92343"/>
                  <a:pt x="1634693" y="92069"/>
                  <a:pt x="1634955" y="91902"/>
                </a:cubicBezTo>
                <a:cubicBezTo>
                  <a:pt x="1635218" y="91736"/>
                  <a:pt x="1635516" y="91652"/>
                  <a:pt x="1635849" y="91652"/>
                </a:cubicBezTo>
                <a:cubicBezTo>
                  <a:pt x="1636374" y="91652"/>
                  <a:pt x="1637148" y="91974"/>
                  <a:pt x="1638173" y="92617"/>
                </a:cubicBezTo>
                <a:cubicBezTo>
                  <a:pt x="1639198" y="93261"/>
                  <a:pt x="1640461" y="93964"/>
                  <a:pt x="1641963" y="94726"/>
                </a:cubicBezTo>
                <a:cubicBezTo>
                  <a:pt x="1643464" y="95489"/>
                  <a:pt x="1645240" y="96192"/>
                  <a:pt x="1647289" y="96835"/>
                </a:cubicBezTo>
                <a:cubicBezTo>
                  <a:pt x="1649339" y="97479"/>
                  <a:pt x="1651699" y="97800"/>
                  <a:pt x="1654368" y="97800"/>
                </a:cubicBezTo>
                <a:cubicBezTo>
                  <a:pt x="1656370" y="97800"/>
                  <a:pt x="1658181" y="97586"/>
                  <a:pt x="1659802" y="97157"/>
                </a:cubicBezTo>
                <a:cubicBezTo>
                  <a:pt x="1661423" y="96727"/>
                  <a:pt x="1662829" y="96094"/>
                  <a:pt x="1664021" y="95258"/>
                </a:cubicBezTo>
                <a:cubicBezTo>
                  <a:pt x="1665212" y="94422"/>
                  <a:pt x="1666130" y="93360"/>
                  <a:pt x="1666773" y="92070"/>
                </a:cubicBezTo>
                <a:cubicBezTo>
                  <a:pt x="1667417" y="90780"/>
                  <a:pt x="1667739" y="89252"/>
                  <a:pt x="1667739" y="87486"/>
                </a:cubicBezTo>
                <a:cubicBezTo>
                  <a:pt x="1667739" y="85673"/>
                  <a:pt x="1667274" y="84146"/>
                  <a:pt x="1666344" y="82906"/>
                </a:cubicBezTo>
                <a:cubicBezTo>
                  <a:pt x="1665415" y="81665"/>
                  <a:pt x="1664188" y="80568"/>
                  <a:pt x="1662662" y="79615"/>
                </a:cubicBezTo>
                <a:cubicBezTo>
                  <a:pt x="1661137" y="78660"/>
                  <a:pt x="1659421" y="77813"/>
                  <a:pt x="1657514" y="77075"/>
                </a:cubicBezTo>
                <a:cubicBezTo>
                  <a:pt x="1655607" y="76334"/>
                  <a:pt x="1653641" y="75559"/>
                  <a:pt x="1651615" y="74749"/>
                </a:cubicBezTo>
                <a:cubicBezTo>
                  <a:pt x="1649589" y="73937"/>
                  <a:pt x="1647611" y="73018"/>
                  <a:pt x="1645681" y="71992"/>
                </a:cubicBezTo>
                <a:cubicBezTo>
                  <a:pt x="1643750" y="70966"/>
                  <a:pt x="1642022" y="69713"/>
                  <a:pt x="1640497" y="68234"/>
                </a:cubicBezTo>
                <a:cubicBezTo>
                  <a:pt x="1638971" y="66755"/>
                  <a:pt x="1637744" y="64990"/>
                  <a:pt x="1636815" y="62939"/>
                </a:cubicBezTo>
                <a:cubicBezTo>
                  <a:pt x="1635885" y="60888"/>
                  <a:pt x="1635420" y="58432"/>
                  <a:pt x="1635420" y="55569"/>
                </a:cubicBezTo>
                <a:cubicBezTo>
                  <a:pt x="1635420" y="53040"/>
                  <a:pt x="1635909" y="50619"/>
                  <a:pt x="1636886" y="48306"/>
                </a:cubicBezTo>
                <a:cubicBezTo>
                  <a:pt x="1637863" y="45991"/>
                  <a:pt x="1639329" y="43964"/>
                  <a:pt x="1641283" y="42222"/>
                </a:cubicBezTo>
                <a:cubicBezTo>
                  <a:pt x="1643238" y="40480"/>
                  <a:pt x="1645681" y="39084"/>
                  <a:pt x="1648612" y="38036"/>
                </a:cubicBezTo>
                <a:cubicBezTo>
                  <a:pt x="1651544" y="36986"/>
                  <a:pt x="1654964" y="36461"/>
                  <a:pt x="1658873" y="36461"/>
                </a:cubicBezTo>
                <a:cubicBezTo>
                  <a:pt x="1660589" y="36461"/>
                  <a:pt x="1662305" y="36606"/>
                  <a:pt x="1664021" y="36896"/>
                </a:cubicBezTo>
                <a:cubicBezTo>
                  <a:pt x="1665737" y="37187"/>
                  <a:pt x="1667286" y="37549"/>
                  <a:pt x="1668668" y="37984"/>
                </a:cubicBezTo>
                <a:cubicBezTo>
                  <a:pt x="1670051" y="38419"/>
                  <a:pt x="1671230" y="38891"/>
                  <a:pt x="1672208" y="39399"/>
                </a:cubicBezTo>
                <a:cubicBezTo>
                  <a:pt x="1673185" y="39906"/>
                  <a:pt x="1673924" y="40354"/>
                  <a:pt x="1674424" y="40741"/>
                </a:cubicBezTo>
                <a:cubicBezTo>
                  <a:pt x="1674925" y="41128"/>
                  <a:pt x="1675258" y="41465"/>
                  <a:pt x="1675425" y="41751"/>
                </a:cubicBezTo>
                <a:cubicBezTo>
                  <a:pt x="1675592" y="42037"/>
                  <a:pt x="1675711" y="42359"/>
                  <a:pt x="1675783" y="42716"/>
                </a:cubicBezTo>
                <a:cubicBezTo>
                  <a:pt x="1675854" y="43074"/>
                  <a:pt x="1675926" y="43515"/>
                  <a:pt x="1675997" y="44039"/>
                </a:cubicBezTo>
                <a:cubicBezTo>
                  <a:pt x="1676069" y="44563"/>
                  <a:pt x="1676104" y="45206"/>
                  <a:pt x="1676104" y="45969"/>
                </a:cubicBezTo>
                <a:cubicBezTo>
                  <a:pt x="1676104" y="46779"/>
                  <a:pt x="1676069" y="47482"/>
                  <a:pt x="1675997" y="48078"/>
                </a:cubicBezTo>
                <a:cubicBezTo>
                  <a:pt x="1675926" y="48674"/>
                  <a:pt x="1675806" y="49162"/>
                  <a:pt x="1675640" y="49544"/>
                </a:cubicBezTo>
                <a:cubicBezTo>
                  <a:pt x="1675473" y="49925"/>
                  <a:pt x="1675270" y="50199"/>
                  <a:pt x="1675032" y="50366"/>
                </a:cubicBezTo>
                <a:cubicBezTo>
                  <a:pt x="1674794" y="50533"/>
                  <a:pt x="1674531" y="50616"/>
                  <a:pt x="1674245" y="50616"/>
                </a:cubicBezTo>
                <a:cubicBezTo>
                  <a:pt x="1673816" y="50616"/>
                  <a:pt x="1673197" y="50350"/>
                  <a:pt x="1672386" y="49818"/>
                </a:cubicBezTo>
                <a:cubicBezTo>
                  <a:pt x="1671576" y="49287"/>
                  <a:pt x="1670527" y="48718"/>
                  <a:pt x="1669240" y="48114"/>
                </a:cubicBezTo>
                <a:cubicBezTo>
                  <a:pt x="1667953" y="47509"/>
                  <a:pt x="1666440" y="46941"/>
                  <a:pt x="1664700" y="46409"/>
                </a:cubicBezTo>
                <a:cubicBezTo>
                  <a:pt x="1662960" y="45877"/>
                  <a:pt x="1660970" y="45612"/>
                  <a:pt x="1658730" y="45612"/>
                </a:cubicBezTo>
                <a:cubicBezTo>
                  <a:pt x="1656728" y="45612"/>
                  <a:pt x="1654964" y="45839"/>
                  <a:pt x="1653439" y="46293"/>
                </a:cubicBezTo>
                <a:cubicBezTo>
                  <a:pt x="1651913" y="46746"/>
                  <a:pt x="1650662" y="47390"/>
                  <a:pt x="1649685" y="48225"/>
                </a:cubicBezTo>
                <a:cubicBezTo>
                  <a:pt x="1648708" y="49061"/>
                  <a:pt x="1647969" y="50052"/>
                  <a:pt x="1647468" y="51199"/>
                </a:cubicBezTo>
                <a:cubicBezTo>
                  <a:pt x="1646968" y="52344"/>
                  <a:pt x="1646717" y="53586"/>
                  <a:pt x="1646717" y="54923"/>
                </a:cubicBezTo>
                <a:cubicBezTo>
                  <a:pt x="1646717" y="56784"/>
                  <a:pt x="1647194" y="58346"/>
                  <a:pt x="1648147" y="59611"/>
                </a:cubicBezTo>
                <a:cubicBezTo>
                  <a:pt x="1649101" y="60875"/>
                  <a:pt x="1650340" y="61985"/>
                  <a:pt x="1651865" y="62939"/>
                </a:cubicBezTo>
                <a:cubicBezTo>
                  <a:pt x="1653391" y="63893"/>
                  <a:pt x="1655131" y="64751"/>
                  <a:pt x="1657085" y="65515"/>
                </a:cubicBezTo>
                <a:cubicBezTo>
                  <a:pt x="1659039" y="66278"/>
                  <a:pt x="1661030" y="67065"/>
                  <a:pt x="1663055" y="67877"/>
                </a:cubicBezTo>
                <a:cubicBezTo>
                  <a:pt x="1665081" y="68687"/>
                  <a:pt x="1667083" y="69593"/>
                  <a:pt x="1669062" y="70596"/>
                </a:cubicBezTo>
                <a:cubicBezTo>
                  <a:pt x="1671040" y="71598"/>
                  <a:pt x="1672791" y="72815"/>
                  <a:pt x="1674317" y="74246"/>
                </a:cubicBezTo>
                <a:cubicBezTo>
                  <a:pt x="1675842" y="75677"/>
                  <a:pt x="1677070" y="77396"/>
                  <a:pt x="1677999" y="79400"/>
                </a:cubicBezTo>
                <a:cubicBezTo>
                  <a:pt x="1678929" y="81404"/>
                  <a:pt x="1679393" y="83789"/>
                  <a:pt x="1679393" y="86556"/>
                </a:cubicBezTo>
                <a:close/>
                <a:moveTo>
                  <a:pt x="1706994" y="104020"/>
                </a:moveTo>
                <a:cubicBezTo>
                  <a:pt x="1706994" y="104401"/>
                  <a:pt x="1706899" y="104723"/>
                  <a:pt x="1706708" y="104985"/>
                </a:cubicBezTo>
                <a:cubicBezTo>
                  <a:pt x="1706517" y="105247"/>
                  <a:pt x="1706207" y="105474"/>
                  <a:pt x="1705778" y="105664"/>
                </a:cubicBezTo>
                <a:cubicBezTo>
                  <a:pt x="1705349" y="105855"/>
                  <a:pt x="1704754" y="105998"/>
                  <a:pt x="1703991" y="106093"/>
                </a:cubicBezTo>
                <a:cubicBezTo>
                  <a:pt x="1703228" y="106189"/>
                  <a:pt x="1702251" y="106236"/>
                  <a:pt x="1701059" y="106236"/>
                </a:cubicBezTo>
                <a:cubicBezTo>
                  <a:pt x="1699915" y="106236"/>
                  <a:pt x="1698962" y="106189"/>
                  <a:pt x="1698199" y="106093"/>
                </a:cubicBezTo>
                <a:cubicBezTo>
                  <a:pt x="1697437" y="105998"/>
                  <a:pt x="1696829" y="105855"/>
                  <a:pt x="1696376" y="105664"/>
                </a:cubicBezTo>
                <a:cubicBezTo>
                  <a:pt x="1695923" y="105474"/>
                  <a:pt x="1695613" y="105247"/>
                  <a:pt x="1695447" y="104985"/>
                </a:cubicBezTo>
                <a:cubicBezTo>
                  <a:pt x="1695280" y="104723"/>
                  <a:pt x="1695196" y="104401"/>
                  <a:pt x="1695196" y="104020"/>
                </a:cubicBezTo>
                <a:lnTo>
                  <a:pt x="1695196" y="39678"/>
                </a:lnTo>
                <a:cubicBezTo>
                  <a:pt x="1695196" y="39344"/>
                  <a:pt x="1695280" y="39034"/>
                  <a:pt x="1695447" y="38748"/>
                </a:cubicBezTo>
                <a:cubicBezTo>
                  <a:pt x="1695613" y="38462"/>
                  <a:pt x="1695923" y="38224"/>
                  <a:pt x="1696376" y="38033"/>
                </a:cubicBezTo>
                <a:cubicBezTo>
                  <a:pt x="1696829" y="37843"/>
                  <a:pt x="1697437" y="37700"/>
                  <a:pt x="1698199" y="37605"/>
                </a:cubicBezTo>
                <a:cubicBezTo>
                  <a:pt x="1698962" y="37509"/>
                  <a:pt x="1699915" y="37462"/>
                  <a:pt x="1701059" y="37462"/>
                </a:cubicBezTo>
                <a:cubicBezTo>
                  <a:pt x="1702251" y="37462"/>
                  <a:pt x="1703228" y="37509"/>
                  <a:pt x="1703991" y="37605"/>
                </a:cubicBezTo>
                <a:cubicBezTo>
                  <a:pt x="1704754" y="37700"/>
                  <a:pt x="1705349" y="37843"/>
                  <a:pt x="1705778" y="38033"/>
                </a:cubicBezTo>
                <a:cubicBezTo>
                  <a:pt x="1706207" y="38224"/>
                  <a:pt x="1706517" y="38462"/>
                  <a:pt x="1706708" y="38748"/>
                </a:cubicBezTo>
                <a:cubicBezTo>
                  <a:pt x="1706899" y="39034"/>
                  <a:pt x="1706994" y="39344"/>
                  <a:pt x="1706994" y="39678"/>
                </a:cubicBezTo>
                <a:lnTo>
                  <a:pt x="1706994" y="104020"/>
                </a:lnTo>
                <a:moveTo>
                  <a:pt x="1708353" y="17873"/>
                </a:moveTo>
                <a:cubicBezTo>
                  <a:pt x="1708353" y="20637"/>
                  <a:pt x="1707828" y="22520"/>
                  <a:pt x="1706779" y="23521"/>
                </a:cubicBezTo>
                <a:cubicBezTo>
                  <a:pt x="1705731" y="24522"/>
                  <a:pt x="1703800" y="25022"/>
                  <a:pt x="1700988" y="25022"/>
                </a:cubicBezTo>
                <a:cubicBezTo>
                  <a:pt x="1698223" y="25022"/>
                  <a:pt x="1696328" y="24534"/>
                  <a:pt x="1695304" y="23556"/>
                </a:cubicBezTo>
                <a:cubicBezTo>
                  <a:pt x="1694279" y="22579"/>
                  <a:pt x="1693766" y="20733"/>
                  <a:pt x="1693766" y="18016"/>
                </a:cubicBezTo>
                <a:cubicBezTo>
                  <a:pt x="1693766" y="15252"/>
                  <a:pt x="1694291" y="13369"/>
                  <a:pt x="1695339" y="12368"/>
                </a:cubicBezTo>
                <a:cubicBezTo>
                  <a:pt x="1696388" y="11367"/>
                  <a:pt x="1698319" y="10867"/>
                  <a:pt x="1701131" y="10867"/>
                </a:cubicBezTo>
                <a:cubicBezTo>
                  <a:pt x="1703896" y="10867"/>
                  <a:pt x="1705790" y="11355"/>
                  <a:pt x="1706815" y="12332"/>
                </a:cubicBezTo>
                <a:cubicBezTo>
                  <a:pt x="1707840" y="13309"/>
                  <a:pt x="1708353" y="15156"/>
                  <a:pt x="1708353" y="17873"/>
                </a:cubicBezTo>
                <a:close/>
                <a:moveTo>
                  <a:pt x="1781591" y="42537"/>
                </a:moveTo>
                <a:cubicBezTo>
                  <a:pt x="1781591" y="44206"/>
                  <a:pt x="1781365" y="45409"/>
                  <a:pt x="1780912" y="46148"/>
                </a:cubicBezTo>
                <a:cubicBezTo>
                  <a:pt x="1780459" y="46887"/>
                  <a:pt x="1779875" y="47256"/>
                  <a:pt x="1779160" y="47256"/>
                </a:cubicBezTo>
                <a:lnTo>
                  <a:pt x="1769936" y="47256"/>
                </a:lnTo>
                <a:cubicBezTo>
                  <a:pt x="1771605" y="48976"/>
                  <a:pt x="1772772" y="50877"/>
                  <a:pt x="1773440" y="52957"/>
                </a:cubicBezTo>
                <a:cubicBezTo>
                  <a:pt x="1774107" y="55037"/>
                  <a:pt x="1774441" y="57199"/>
                  <a:pt x="1774441" y="59445"/>
                </a:cubicBezTo>
                <a:cubicBezTo>
                  <a:pt x="1774441" y="63157"/>
                  <a:pt x="1773845" y="66440"/>
                  <a:pt x="1772653" y="69295"/>
                </a:cubicBezTo>
                <a:cubicBezTo>
                  <a:pt x="1771462" y="72151"/>
                  <a:pt x="1769758" y="74566"/>
                  <a:pt x="1767541" y="76541"/>
                </a:cubicBezTo>
                <a:cubicBezTo>
                  <a:pt x="1765324" y="78516"/>
                  <a:pt x="1762691" y="80027"/>
                  <a:pt x="1759640" y="81074"/>
                </a:cubicBezTo>
                <a:cubicBezTo>
                  <a:pt x="1756589" y="82121"/>
                  <a:pt x="1753205" y="82644"/>
                  <a:pt x="1749487" y="82644"/>
                </a:cubicBezTo>
                <a:cubicBezTo>
                  <a:pt x="1746865" y="82644"/>
                  <a:pt x="1744375" y="82299"/>
                  <a:pt x="1742015" y="81610"/>
                </a:cubicBezTo>
                <a:cubicBezTo>
                  <a:pt x="1739656" y="80920"/>
                  <a:pt x="1737832" y="80052"/>
                  <a:pt x="1736545" y="79005"/>
                </a:cubicBezTo>
                <a:cubicBezTo>
                  <a:pt x="1735687" y="79863"/>
                  <a:pt x="1734984" y="80840"/>
                  <a:pt x="1734436" y="81936"/>
                </a:cubicBezTo>
                <a:cubicBezTo>
                  <a:pt x="1733888" y="83031"/>
                  <a:pt x="1733614" y="84292"/>
                  <a:pt x="1733614" y="85721"/>
                </a:cubicBezTo>
                <a:cubicBezTo>
                  <a:pt x="1733614" y="87389"/>
                  <a:pt x="1734388" y="88771"/>
                  <a:pt x="1735937" y="89867"/>
                </a:cubicBezTo>
                <a:cubicBezTo>
                  <a:pt x="1737487" y="90962"/>
                  <a:pt x="1739548" y="91557"/>
                  <a:pt x="1742122" y="91652"/>
                </a:cubicBezTo>
                <a:lnTo>
                  <a:pt x="1758925" y="92369"/>
                </a:lnTo>
                <a:cubicBezTo>
                  <a:pt x="1762119" y="92465"/>
                  <a:pt x="1765050" y="92907"/>
                  <a:pt x="1767720" y="93696"/>
                </a:cubicBezTo>
                <a:cubicBezTo>
                  <a:pt x="1770389" y="94486"/>
                  <a:pt x="1772701" y="95610"/>
                  <a:pt x="1774655" y="97070"/>
                </a:cubicBezTo>
                <a:cubicBezTo>
                  <a:pt x="1776610" y="98528"/>
                  <a:pt x="1778135" y="100321"/>
                  <a:pt x="1779231" y="102450"/>
                </a:cubicBezTo>
                <a:cubicBezTo>
                  <a:pt x="1780328" y="104578"/>
                  <a:pt x="1780876" y="107053"/>
                  <a:pt x="1780876" y="109876"/>
                </a:cubicBezTo>
                <a:cubicBezTo>
                  <a:pt x="1780876" y="112841"/>
                  <a:pt x="1780256" y="115663"/>
                  <a:pt x="1779017" y="118341"/>
                </a:cubicBezTo>
                <a:cubicBezTo>
                  <a:pt x="1777778" y="121020"/>
                  <a:pt x="1775883" y="123376"/>
                  <a:pt x="1773333" y="125407"/>
                </a:cubicBezTo>
                <a:cubicBezTo>
                  <a:pt x="1770782" y="127440"/>
                  <a:pt x="1767529" y="129043"/>
                  <a:pt x="1763573" y="130215"/>
                </a:cubicBezTo>
                <a:cubicBezTo>
                  <a:pt x="1759616" y="131387"/>
                  <a:pt x="1754945" y="131973"/>
                  <a:pt x="1749558" y="131973"/>
                </a:cubicBezTo>
                <a:cubicBezTo>
                  <a:pt x="1744363" y="131973"/>
                  <a:pt x="1739942" y="131532"/>
                  <a:pt x="1736295" y="130649"/>
                </a:cubicBezTo>
                <a:cubicBezTo>
                  <a:pt x="1732648" y="129767"/>
                  <a:pt x="1729657" y="128563"/>
                  <a:pt x="1727322" y="127036"/>
                </a:cubicBezTo>
                <a:cubicBezTo>
                  <a:pt x="1724986" y="125511"/>
                  <a:pt x="1723294" y="123687"/>
                  <a:pt x="1722245" y="121565"/>
                </a:cubicBezTo>
                <a:cubicBezTo>
                  <a:pt x="1721196" y="119442"/>
                  <a:pt x="1720672" y="117140"/>
                  <a:pt x="1720672" y="114659"/>
                </a:cubicBezTo>
                <a:cubicBezTo>
                  <a:pt x="1720672" y="113086"/>
                  <a:pt x="1720863" y="111560"/>
                  <a:pt x="1721244" y="110081"/>
                </a:cubicBezTo>
                <a:cubicBezTo>
                  <a:pt x="1721625" y="108602"/>
                  <a:pt x="1722209" y="107195"/>
                  <a:pt x="1722996" y="105859"/>
                </a:cubicBezTo>
                <a:cubicBezTo>
                  <a:pt x="1723782" y="104524"/>
                  <a:pt x="1724759" y="103249"/>
                  <a:pt x="1725927" y="102034"/>
                </a:cubicBezTo>
                <a:cubicBezTo>
                  <a:pt x="1727095" y="100817"/>
                  <a:pt x="1728442" y="99612"/>
                  <a:pt x="1729967" y="98419"/>
                </a:cubicBezTo>
                <a:cubicBezTo>
                  <a:pt x="1727631" y="97223"/>
                  <a:pt x="1725903" y="95716"/>
                  <a:pt x="1724783" y="93897"/>
                </a:cubicBezTo>
                <a:cubicBezTo>
                  <a:pt x="1723663" y="92077"/>
                  <a:pt x="1723103" y="90114"/>
                  <a:pt x="1723103" y="88008"/>
                </a:cubicBezTo>
                <a:cubicBezTo>
                  <a:pt x="1723103" y="85089"/>
                  <a:pt x="1723699" y="82480"/>
                  <a:pt x="1724891" y="80182"/>
                </a:cubicBezTo>
                <a:cubicBezTo>
                  <a:pt x="1726082" y="77884"/>
                  <a:pt x="1727560" y="75826"/>
                  <a:pt x="1729324" y="74007"/>
                </a:cubicBezTo>
                <a:cubicBezTo>
                  <a:pt x="1727846" y="72247"/>
                  <a:pt x="1726678" y="70260"/>
                  <a:pt x="1725820" y="68047"/>
                </a:cubicBezTo>
                <a:cubicBezTo>
                  <a:pt x="1724962" y="65833"/>
                  <a:pt x="1724533" y="63157"/>
                  <a:pt x="1724533" y="60017"/>
                </a:cubicBezTo>
                <a:cubicBezTo>
                  <a:pt x="1724533" y="56353"/>
                  <a:pt x="1725153" y="53070"/>
                  <a:pt x="1726392" y="50167"/>
                </a:cubicBezTo>
                <a:cubicBezTo>
                  <a:pt x="1727631" y="47264"/>
                  <a:pt x="1729347" y="44813"/>
                  <a:pt x="1731540" y="42814"/>
                </a:cubicBezTo>
                <a:cubicBezTo>
                  <a:pt x="1733733" y="40816"/>
                  <a:pt x="1736366" y="39281"/>
                  <a:pt x="1739441" y="38210"/>
                </a:cubicBezTo>
                <a:cubicBezTo>
                  <a:pt x="1742516" y="37139"/>
                  <a:pt x="1745864" y="36604"/>
                  <a:pt x="1749487" y="36604"/>
                </a:cubicBezTo>
                <a:cubicBezTo>
                  <a:pt x="1751441" y="36604"/>
                  <a:pt x="1753265" y="36705"/>
                  <a:pt x="1754957" y="36907"/>
                </a:cubicBezTo>
                <a:cubicBezTo>
                  <a:pt x="1756649" y="37109"/>
                  <a:pt x="1758234" y="37389"/>
                  <a:pt x="1759712" y="37748"/>
                </a:cubicBezTo>
                <a:lnTo>
                  <a:pt x="1779160" y="37748"/>
                </a:lnTo>
                <a:cubicBezTo>
                  <a:pt x="1779970" y="37748"/>
                  <a:pt x="1780578" y="38141"/>
                  <a:pt x="1780983" y="38927"/>
                </a:cubicBezTo>
                <a:cubicBezTo>
                  <a:pt x="1781388" y="39714"/>
                  <a:pt x="1781591" y="40917"/>
                  <a:pt x="1781591" y="42537"/>
                </a:cubicBezTo>
                <a:moveTo>
                  <a:pt x="1763144" y="59517"/>
                </a:moveTo>
                <a:cubicBezTo>
                  <a:pt x="1763144" y="55144"/>
                  <a:pt x="1761940" y="51733"/>
                  <a:pt x="1759533" y="49284"/>
                </a:cubicBezTo>
                <a:cubicBezTo>
                  <a:pt x="1757126" y="46836"/>
                  <a:pt x="1753706" y="45612"/>
                  <a:pt x="1749272" y="45612"/>
                </a:cubicBezTo>
                <a:cubicBezTo>
                  <a:pt x="1746984" y="45612"/>
                  <a:pt x="1744994" y="45992"/>
                  <a:pt x="1743302" y="46753"/>
                </a:cubicBezTo>
                <a:cubicBezTo>
                  <a:pt x="1741610" y="47513"/>
                  <a:pt x="1740204" y="48558"/>
                  <a:pt x="1739084" y="49890"/>
                </a:cubicBezTo>
                <a:cubicBezTo>
                  <a:pt x="1737963" y="51221"/>
                  <a:pt x="1737129" y="52755"/>
                  <a:pt x="1736581" y="54490"/>
                </a:cubicBezTo>
                <a:cubicBezTo>
                  <a:pt x="1736033" y="56225"/>
                  <a:pt x="1735759" y="58044"/>
                  <a:pt x="1735759" y="59946"/>
                </a:cubicBezTo>
                <a:cubicBezTo>
                  <a:pt x="1735759" y="64176"/>
                  <a:pt x="1736962" y="67503"/>
                  <a:pt x="1739370" y="69928"/>
                </a:cubicBezTo>
                <a:cubicBezTo>
                  <a:pt x="1741777" y="72352"/>
                  <a:pt x="1745149" y="73565"/>
                  <a:pt x="1749487" y="73565"/>
                </a:cubicBezTo>
                <a:cubicBezTo>
                  <a:pt x="1751823" y="73565"/>
                  <a:pt x="1753849" y="73197"/>
                  <a:pt x="1755565" y="72461"/>
                </a:cubicBezTo>
                <a:cubicBezTo>
                  <a:pt x="1757281" y="71724"/>
                  <a:pt x="1758699" y="70701"/>
                  <a:pt x="1759819" y="69394"/>
                </a:cubicBezTo>
                <a:cubicBezTo>
                  <a:pt x="1760939" y="68086"/>
                  <a:pt x="1761773" y="66576"/>
                  <a:pt x="1762321" y="64865"/>
                </a:cubicBezTo>
                <a:cubicBezTo>
                  <a:pt x="1762870" y="63154"/>
                  <a:pt x="1763144" y="61371"/>
                  <a:pt x="1763144" y="59517"/>
                </a:cubicBezTo>
                <a:moveTo>
                  <a:pt x="1769078" y="110517"/>
                </a:moveTo>
                <a:cubicBezTo>
                  <a:pt x="1769078" y="107733"/>
                  <a:pt x="1767946" y="105586"/>
                  <a:pt x="1765682" y="104076"/>
                </a:cubicBezTo>
                <a:cubicBezTo>
                  <a:pt x="1763418" y="102564"/>
                  <a:pt x="1760355" y="101761"/>
                  <a:pt x="1756494" y="101665"/>
                </a:cubicBezTo>
                <a:lnTo>
                  <a:pt x="1739834" y="101089"/>
                </a:lnTo>
                <a:cubicBezTo>
                  <a:pt x="1738309" y="102288"/>
                  <a:pt x="1737058" y="103427"/>
                  <a:pt x="1736080" y="104507"/>
                </a:cubicBezTo>
                <a:cubicBezTo>
                  <a:pt x="1735103" y="105587"/>
                  <a:pt x="1734329" y="106618"/>
                  <a:pt x="1733757" y="107601"/>
                </a:cubicBezTo>
                <a:cubicBezTo>
                  <a:pt x="1733185" y="108584"/>
                  <a:pt x="1732791" y="109556"/>
                  <a:pt x="1732577" y="110515"/>
                </a:cubicBezTo>
                <a:cubicBezTo>
                  <a:pt x="1732362" y="111475"/>
                  <a:pt x="1732255" y="112459"/>
                  <a:pt x="1732255" y="113466"/>
                </a:cubicBezTo>
                <a:cubicBezTo>
                  <a:pt x="1732255" y="116585"/>
                  <a:pt x="1733828" y="118948"/>
                  <a:pt x="1736974" y="120555"/>
                </a:cubicBezTo>
                <a:cubicBezTo>
                  <a:pt x="1740120" y="122162"/>
                  <a:pt x="1744506" y="122965"/>
                  <a:pt x="1750130" y="122965"/>
                </a:cubicBezTo>
                <a:cubicBezTo>
                  <a:pt x="1753706" y="122965"/>
                  <a:pt x="1756697" y="122618"/>
                  <a:pt x="1759104" y="121922"/>
                </a:cubicBezTo>
                <a:cubicBezTo>
                  <a:pt x="1761511" y="121227"/>
                  <a:pt x="1763454" y="120303"/>
                  <a:pt x="1764931" y="119152"/>
                </a:cubicBezTo>
                <a:cubicBezTo>
                  <a:pt x="1766409" y="118000"/>
                  <a:pt x="1767469" y="116681"/>
                  <a:pt x="1768113" y="115193"/>
                </a:cubicBezTo>
                <a:cubicBezTo>
                  <a:pt x="1768757" y="113707"/>
                  <a:pt x="1769078" y="112148"/>
                  <a:pt x="1769078" y="110517"/>
                </a:cubicBezTo>
                <a:close/>
                <a:moveTo>
                  <a:pt x="1850712" y="104020"/>
                </a:moveTo>
                <a:cubicBezTo>
                  <a:pt x="1850712" y="104401"/>
                  <a:pt x="1850617" y="104723"/>
                  <a:pt x="1850426" y="104985"/>
                </a:cubicBezTo>
                <a:cubicBezTo>
                  <a:pt x="1850236" y="105247"/>
                  <a:pt x="1849926" y="105474"/>
                  <a:pt x="1849497" y="105664"/>
                </a:cubicBezTo>
                <a:cubicBezTo>
                  <a:pt x="1849068" y="105855"/>
                  <a:pt x="1848472" y="105998"/>
                  <a:pt x="1847709" y="106093"/>
                </a:cubicBezTo>
                <a:cubicBezTo>
                  <a:pt x="1846947" y="106189"/>
                  <a:pt x="1845993" y="106236"/>
                  <a:pt x="1844849" y="106236"/>
                </a:cubicBezTo>
                <a:cubicBezTo>
                  <a:pt x="1843658" y="106236"/>
                  <a:pt x="1842681" y="106189"/>
                  <a:pt x="1841918" y="106093"/>
                </a:cubicBezTo>
                <a:cubicBezTo>
                  <a:pt x="1841155" y="105998"/>
                  <a:pt x="1840559" y="105855"/>
                  <a:pt x="1840130" y="105664"/>
                </a:cubicBezTo>
                <a:cubicBezTo>
                  <a:pt x="1839701" y="105474"/>
                  <a:pt x="1839391" y="105247"/>
                  <a:pt x="1839201" y="104985"/>
                </a:cubicBezTo>
                <a:cubicBezTo>
                  <a:pt x="1839010" y="104723"/>
                  <a:pt x="1838915" y="104401"/>
                  <a:pt x="1838915" y="104020"/>
                </a:cubicBezTo>
                <a:lnTo>
                  <a:pt x="1838915" y="66344"/>
                </a:lnTo>
                <a:cubicBezTo>
                  <a:pt x="1838915" y="62674"/>
                  <a:pt x="1838629" y="59719"/>
                  <a:pt x="1838057" y="57479"/>
                </a:cubicBezTo>
                <a:cubicBezTo>
                  <a:pt x="1837485" y="55239"/>
                  <a:pt x="1836651" y="53309"/>
                  <a:pt x="1835554" y="51688"/>
                </a:cubicBezTo>
                <a:cubicBezTo>
                  <a:pt x="1834458" y="50068"/>
                  <a:pt x="1833040" y="48829"/>
                  <a:pt x="1831300" y="47971"/>
                </a:cubicBezTo>
                <a:cubicBezTo>
                  <a:pt x="1829560" y="47113"/>
                  <a:pt x="1827546" y="46684"/>
                  <a:pt x="1825258" y="46684"/>
                </a:cubicBezTo>
                <a:cubicBezTo>
                  <a:pt x="1822303" y="46684"/>
                  <a:pt x="1819347" y="47733"/>
                  <a:pt x="1816392" y="49830"/>
                </a:cubicBezTo>
                <a:cubicBezTo>
                  <a:pt x="1813437" y="51927"/>
                  <a:pt x="1810338" y="55001"/>
                  <a:pt x="1807097" y="59052"/>
                </a:cubicBezTo>
                <a:lnTo>
                  <a:pt x="1807097" y="104020"/>
                </a:lnTo>
                <a:cubicBezTo>
                  <a:pt x="1807097" y="104401"/>
                  <a:pt x="1807001" y="104723"/>
                  <a:pt x="1806811" y="104985"/>
                </a:cubicBezTo>
                <a:cubicBezTo>
                  <a:pt x="1806620" y="105247"/>
                  <a:pt x="1806310" y="105474"/>
                  <a:pt x="1805881" y="105664"/>
                </a:cubicBezTo>
                <a:cubicBezTo>
                  <a:pt x="1805452" y="105855"/>
                  <a:pt x="1804856" y="105998"/>
                  <a:pt x="1804094" y="106093"/>
                </a:cubicBezTo>
                <a:cubicBezTo>
                  <a:pt x="1803331" y="106189"/>
                  <a:pt x="1802354" y="106236"/>
                  <a:pt x="1801162" y="106236"/>
                </a:cubicBezTo>
                <a:cubicBezTo>
                  <a:pt x="1800018" y="106236"/>
                  <a:pt x="1799065" y="106189"/>
                  <a:pt x="1798302" y="106093"/>
                </a:cubicBezTo>
                <a:cubicBezTo>
                  <a:pt x="1797539" y="105998"/>
                  <a:pt x="1796932" y="105855"/>
                  <a:pt x="1796479" y="105664"/>
                </a:cubicBezTo>
                <a:cubicBezTo>
                  <a:pt x="1796026" y="105474"/>
                  <a:pt x="1795716" y="105247"/>
                  <a:pt x="1795549" y="104985"/>
                </a:cubicBezTo>
                <a:cubicBezTo>
                  <a:pt x="1795383" y="104723"/>
                  <a:pt x="1795299" y="104401"/>
                  <a:pt x="1795299" y="104020"/>
                </a:cubicBezTo>
                <a:lnTo>
                  <a:pt x="1795299" y="39678"/>
                </a:lnTo>
                <a:cubicBezTo>
                  <a:pt x="1795299" y="39297"/>
                  <a:pt x="1795371" y="38975"/>
                  <a:pt x="1795514" y="38713"/>
                </a:cubicBezTo>
                <a:cubicBezTo>
                  <a:pt x="1795657" y="38451"/>
                  <a:pt x="1795943" y="38212"/>
                  <a:pt x="1796372" y="37998"/>
                </a:cubicBezTo>
                <a:cubicBezTo>
                  <a:pt x="1796801" y="37783"/>
                  <a:pt x="1797349" y="37640"/>
                  <a:pt x="1798016" y="37569"/>
                </a:cubicBezTo>
                <a:cubicBezTo>
                  <a:pt x="1798683" y="37497"/>
                  <a:pt x="1799565" y="37462"/>
                  <a:pt x="1800662" y="37462"/>
                </a:cubicBezTo>
                <a:cubicBezTo>
                  <a:pt x="1801710" y="37462"/>
                  <a:pt x="1802580" y="37497"/>
                  <a:pt x="1803271" y="37569"/>
                </a:cubicBezTo>
                <a:cubicBezTo>
                  <a:pt x="1803963" y="37640"/>
                  <a:pt x="1804499" y="37783"/>
                  <a:pt x="1804880" y="37998"/>
                </a:cubicBezTo>
                <a:cubicBezTo>
                  <a:pt x="1805262" y="38212"/>
                  <a:pt x="1805536" y="38451"/>
                  <a:pt x="1805703" y="38713"/>
                </a:cubicBezTo>
                <a:cubicBezTo>
                  <a:pt x="1805869" y="38975"/>
                  <a:pt x="1805953" y="39297"/>
                  <a:pt x="1805953" y="39678"/>
                </a:cubicBezTo>
                <a:lnTo>
                  <a:pt x="1805953" y="48185"/>
                </a:lnTo>
                <a:cubicBezTo>
                  <a:pt x="1809576" y="44134"/>
                  <a:pt x="1813186" y="41167"/>
                  <a:pt x="1816785" y="39285"/>
                </a:cubicBezTo>
                <a:cubicBezTo>
                  <a:pt x="1820384" y="37402"/>
                  <a:pt x="1824019" y="36461"/>
                  <a:pt x="1827689" y="36461"/>
                </a:cubicBezTo>
                <a:cubicBezTo>
                  <a:pt x="1831979" y="36461"/>
                  <a:pt x="1835590" y="37188"/>
                  <a:pt x="1838522" y="38641"/>
                </a:cubicBezTo>
                <a:cubicBezTo>
                  <a:pt x="1841453" y="40095"/>
                  <a:pt x="1843825" y="42037"/>
                  <a:pt x="1845636" y="44468"/>
                </a:cubicBezTo>
                <a:cubicBezTo>
                  <a:pt x="1847447" y="46898"/>
                  <a:pt x="1848746" y="49746"/>
                  <a:pt x="1849533" y="53011"/>
                </a:cubicBezTo>
                <a:cubicBezTo>
                  <a:pt x="1850319" y="56276"/>
                  <a:pt x="1850712" y="60196"/>
                  <a:pt x="1850712" y="64771"/>
                </a:cubicBezTo>
                <a:lnTo>
                  <a:pt x="1850712" y="104020"/>
                </a:lnTo>
                <a:close/>
                <a:moveTo>
                  <a:pt x="1949424" y="94297"/>
                </a:moveTo>
                <a:cubicBezTo>
                  <a:pt x="1949424" y="95108"/>
                  <a:pt x="1949400" y="95811"/>
                  <a:pt x="1949352" y="96406"/>
                </a:cubicBezTo>
                <a:cubicBezTo>
                  <a:pt x="1949305" y="97002"/>
                  <a:pt x="1949221" y="97503"/>
                  <a:pt x="1949102" y="97908"/>
                </a:cubicBezTo>
                <a:cubicBezTo>
                  <a:pt x="1948983" y="98313"/>
                  <a:pt x="1948840" y="98670"/>
                  <a:pt x="1948673" y="98980"/>
                </a:cubicBezTo>
                <a:cubicBezTo>
                  <a:pt x="1948506" y="99290"/>
                  <a:pt x="1948125" y="99743"/>
                  <a:pt x="1947529" y="100338"/>
                </a:cubicBezTo>
                <a:cubicBezTo>
                  <a:pt x="1946933" y="100934"/>
                  <a:pt x="1945920" y="101673"/>
                  <a:pt x="1944490" y="102555"/>
                </a:cubicBezTo>
                <a:cubicBezTo>
                  <a:pt x="1943060" y="103436"/>
                  <a:pt x="1941451" y="104223"/>
                  <a:pt x="1939664" y="104914"/>
                </a:cubicBezTo>
                <a:cubicBezTo>
                  <a:pt x="1937876" y="105605"/>
                  <a:pt x="1935934" y="106165"/>
                  <a:pt x="1933837" y="106594"/>
                </a:cubicBezTo>
                <a:cubicBezTo>
                  <a:pt x="1931739" y="107023"/>
                  <a:pt x="1929570" y="107237"/>
                  <a:pt x="1927330" y="107237"/>
                </a:cubicBezTo>
                <a:cubicBezTo>
                  <a:pt x="1922706" y="107237"/>
                  <a:pt x="1918607" y="106473"/>
                  <a:pt x="1915032" y="104945"/>
                </a:cubicBezTo>
                <a:cubicBezTo>
                  <a:pt x="1911457" y="103417"/>
                  <a:pt x="1908466" y="101184"/>
                  <a:pt x="1906058" y="98247"/>
                </a:cubicBezTo>
                <a:cubicBezTo>
                  <a:pt x="1903651" y="95310"/>
                  <a:pt x="1901816" y="91704"/>
                  <a:pt x="1900553" y="87430"/>
                </a:cubicBezTo>
                <a:cubicBezTo>
                  <a:pt x="1899290" y="83155"/>
                  <a:pt x="1898658" y="78224"/>
                  <a:pt x="1898658" y="72638"/>
                </a:cubicBezTo>
                <a:cubicBezTo>
                  <a:pt x="1898658" y="66285"/>
                  <a:pt x="1899433" y="60829"/>
                  <a:pt x="1900982" y="56268"/>
                </a:cubicBezTo>
                <a:cubicBezTo>
                  <a:pt x="1902531" y="51708"/>
                  <a:pt x="1904652" y="47971"/>
                  <a:pt x="1907345" y="45058"/>
                </a:cubicBezTo>
                <a:cubicBezTo>
                  <a:pt x="1910039" y="42144"/>
                  <a:pt x="1913209" y="39983"/>
                  <a:pt x="1916855" y="38574"/>
                </a:cubicBezTo>
                <a:cubicBezTo>
                  <a:pt x="1920502" y="37165"/>
                  <a:pt x="1924446" y="36461"/>
                  <a:pt x="1928688" y="36461"/>
                </a:cubicBezTo>
                <a:cubicBezTo>
                  <a:pt x="1930738" y="36461"/>
                  <a:pt x="1932728" y="36651"/>
                  <a:pt x="1934659" y="37033"/>
                </a:cubicBezTo>
                <a:cubicBezTo>
                  <a:pt x="1936589" y="37414"/>
                  <a:pt x="1938365" y="37914"/>
                  <a:pt x="1939986" y="38534"/>
                </a:cubicBezTo>
                <a:cubicBezTo>
                  <a:pt x="1941606" y="39154"/>
                  <a:pt x="1943048" y="39868"/>
                  <a:pt x="1944311" y="40679"/>
                </a:cubicBezTo>
                <a:cubicBezTo>
                  <a:pt x="1945575" y="41489"/>
                  <a:pt x="1946492" y="42180"/>
                  <a:pt x="1947064" y="42752"/>
                </a:cubicBezTo>
                <a:cubicBezTo>
                  <a:pt x="1947636" y="43324"/>
                  <a:pt x="1948030" y="43777"/>
                  <a:pt x="1948244" y="44110"/>
                </a:cubicBezTo>
                <a:cubicBezTo>
                  <a:pt x="1948459" y="44444"/>
                  <a:pt x="1948637" y="44837"/>
                  <a:pt x="1948780" y="45290"/>
                </a:cubicBezTo>
                <a:cubicBezTo>
                  <a:pt x="1948923" y="45743"/>
                  <a:pt x="1949019" y="46255"/>
                  <a:pt x="1949066" y="46827"/>
                </a:cubicBezTo>
                <a:cubicBezTo>
                  <a:pt x="1949114" y="47399"/>
                  <a:pt x="1949138" y="48114"/>
                  <a:pt x="1949138" y="48972"/>
                </a:cubicBezTo>
                <a:cubicBezTo>
                  <a:pt x="1949138" y="50830"/>
                  <a:pt x="1948923" y="52129"/>
                  <a:pt x="1948494" y="52868"/>
                </a:cubicBezTo>
                <a:cubicBezTo>
                  <a:pt x="1948065" y="53607"/>
                  <a:pt x="1947541" y="53976"/>
                  <a:pt x="1946921" y="53976"/>
                </a:cubicBezTo>
                <a:cubicBezTo>
                  <a:pt x="1946206" y="53976"/>
                  <a:pt x="1945384" y="53583"/>
                  <a:pt x="1944454" y="52796"/>
                </a:cubicBezTo>
                <a:cubicBezTo>
                  <a:pt x="1943525" y="52010"/>
                  <a:pt x="1942345" y="51140"/>
                  <a:pt x="1940915" y="50187"/>
                </a:cubicBezTo>
                <a:cubicBezTo>
                  <a:pt x="1939485" y="49234"/>
                  <a:pt x="1937757" y="48364"/>
                  <a:pt x="1935731" y="47578"/>
                </a:cubicBezTo>
                <a:cubicBezTo>
                  <a:pt x="1933705" y="46791"/>
                  <a:pt x="1931310" y="46398"/>
                  <a:pt x="1928545" y="46398"/>
                </a:cubicBezTo>
                <a:cubicBezTo>
                  <a:pt x="1922873" y="46398"/>
                  <a:pt x="1918523" y="48585"/>
                  <a:pt x="1915497" y="52960"/>
                </a:cubicBezTo>
                <a:cubicBezTo>
                  <a:pt x="1912470" y="57332"/>
                  <a:pt x="1910956" y="63677"/>
                  <a:pt x="1910956" y="71992"/>
                </a:cubicBezTo>
                <a:cubicBezTo>
                  <a:pt x="1910956" y="76150"/>
                  <a:pt x="1911349" y="79795"/>
                  <a:pt x="1912136" y="82926"/>
                </a:cubicBezTo>
                <a:cubicBezTo>
                  <a:pt x="1912922" y="86056"/>
                  <a:pt x="1914078" y="88673"/>
                  <a:pt x="1915604" y="90776"/>
                </a:cubicBezTo>
                <a:cubicBezTo>
                  <a:pt x="1917129" y="92879"/>
                  <a:pt x="1919000" y="94445"/>
                  <a:pt x="1921217" y="95472"/>
                </a:cubicBezTo>
                <a:cubicBezTo>
                  <a:pt x="1923433" y="96500"/>
                  <a:pt x="1925971" y="97014"/>
                  <a:pt x="1928831" y="97014"/>
                </a:cubicBezTo>
                <a:cubicBezTo>
                  <a:pt x="1931549" y="97014"/>
                  <a:pt x="1933932" y="96585"/>
                  <a:pt x="1935982" y="95727"/>
                </a:cubicBezTo>
                <a:cubicBezTo>
                  <a:pt x="1938031" y="94869"/>
                  <a:pt x="1939807" y="93928"/>
                  <a:pt x="1941308" y="92903"/>
                </a:cubicBezTo>
                <a:cubicBezTo>
                  <a:pt x="1942810" y="91879"/>
                  <a:pt x="1944073" y="90949"/>
                  <a:pt x="1945098" y="90115"/>
                </a:cubicBezTo>
                <a:cubicBezTo>
                  <a:pt x="1946123" y="89281"/>
                  <a:pt x="1946921" y="88864"/>
                  <a:pt x="1947493" y="88864"/>
                </a:cubicBezTo>
                <a:cubicBezTo>
                  <a:pt x="1947827" y="88864"/>
                  <a:pt x="1948113" y="88959"/>
                  <a:pt x="1948351" y="89150"/>
                </a:cubicBezTo>
                <a:cubicBezTo>
                  <a:pt x="1948590" y="89341"/>
                  <a:pt x="1948792" y="89662"/>
                  <a:pt x="1948959" y="90115"/>
                </a:cubicBezTo>
                <a:cubicBezTo>
                  <a:pt x="1949126" y="90568"/>
                  <a:pt x="1949245" y="91140"/>
                  <a:pt x="1949317" y="91831"/>
                </a:cubicBezTo>
                <a:cubicBezTo>
                  <a:pt x="1949388" y="92522"/>
                  <a:pt x="1949424" y="93344"/>
                  <a:pt x="1949424" y="94297"/>
                </a:cubicBezTo>
                <a:close/>
                <a:moveTo>
                  <a:pt x="2022432" y="71170"/>
                </a:moveTo>
                <a:cubicBezTo>
                  <a:pt x="2022432" y="76417"/>
                  <a:pt x="2021741" y="81247"/>
                  <a:pt x="2020358" y="85660"/>
                </a:cubicBezTo>
                <a:cubicBezTo>
                  <a:pt x="2018976" y="90073"/>
                  <a:pt x="2016914" y="93879"/>
                  <a:pt x="2014174" y="97077"/>
                </a:cubicBezTo>
                <a:cubicBezTo>
                  <a:pt x="2011433" y="100273"/>
                  <a:pt x="2008001" y="102765"/>
                  <a:pt x="2003877" y="104554"/>
                </a:cubicBezTo>
                <a:cubicBezTo>
                  <a:pt x="1999754" y="106343"/>
                  <a:pt x="1994975" y="107237"/>
                  <a:pt x="1989541" y="107237"/>
                </a:cubicBezTo>
                <a:cubicBezTo>
                  <a:pt x="1984250" y="107237"/>
                  <a:pt x="1979638" y="106450"/>
                  <a:pt x="1975706" y="104876"/>
                </a:cubicBezTo>
                <a:cubicBezTo>
                  <a:pt x="1971773" y="103302"/>
                  <a:pt x="1968496" y="101012"/>
                  <a:pt x="1965875" y="98006"/>
                </a:cubicBezTo>
                <a:cubicBezTo>
                  <a:pt x="1963253" y="95000"/>
                  <a:pt x="1961298" y="91351"/>
                  <a:pt x="1960011" y="87057"/>
                </a:cubicBezTo>
                <a:cubicBezTo>
                  <a:pt x="1958724" y="82763"/>
                  <a:pt x="1958081" y="77896"/>
                  <a:pt x="1958081" y="72457"/>
                </a:cubicBezTo>
                <a:cubicBezTo>
                  <a:pt x="1958081" y="67209"/>
                  <a:pt x="1958760" y="62379"/>
                  <a:pt x="1960119" y="57966"/>
                </a:cubicBezTo>
                <a:cubicBezTo>
                  <a:pt x="1961477" y="53553"/>
                  <a:pt x="1963527" y="49748"/>
                  <a:pt x="1966268" y="46552"/>
                </a:cubicBezTo>
                <a:cubicBezTo>
                  <a:pt x="1969009" y="43354"/>
                  <a:pt x="1972429" y="40873"/>
                  <a:pt x="1976528" y="39108"/>
                </a:cubicBezTo>
                <a:cubicBezTo>
                  <a:pt x="1980628" y="37343"/>
                  <a:pt x="1985418" y="36461"/>
                  <a:pt x="1990900" y="36461"/>
                </a:cubicBezTo>
                <a:cubicBezTo>
                  <a:pt x="1996191" y="36461"/>
                  <a:pt x="2000803" y="37248"/>
                  <a:pt x="2004735" y="38822"/>
                </a:cubicBezTo>
                <a:cubicBezTo>
                  <a:pt x="2008668" y="40396"/>
                  <a:pt x="2011945" y="42686"/>
                  <a:pt x="2014567" y="45692"/>
                </a:cubicBezTo>
                <a:cubicBezTo>
                  <a:pt x="2017188" y="48698"/>
                  <a:pt x="2019155" y="52347"/>
                  <a:pt x="2020466" y="56641"/>
                </a:cubicBezTo>
                <a:cubicBezTo>
                  <a:pt x="2021776" y="60935"/>
                  <a:pt x="2022432" y="65778"/>
                  <a:pt x="2022432" y="71170"/>
                </a:cubicBezTo>
                <a:moveTo>
                  <a:pt x="2009991" y="71956"/>
                </a:moveTo>
                <a:cubicBezTo>
                  <a:pt x="2009991" y="68472"/>
                  <a:pt x="2009669" y="65179"/>
                  <a:pt x="2009025" y="62077"/>
                </a:cubicBezTo>
                <a:cubicBezTo>
                  <a:pt x="2008382" y="58975"/>
                  <a:pt x="2007321" y="56254"/>
                  <a:pt x="2005844" y="53916"/>
                </a:cubicBezTo>
                <a:cubicBezTo>
                  <a:pt x="2004366" y="51577"/>
                  <a:pt x="2002364" y="49728"/>
                  <a:pt x="1999838" y="48368"/>
                </a:cubicBezTo>
                <a:cubicBezTo>
                  <a:pt x="1997311" y="47007"/>
                  <a:pt x="1994165" y="46327"/>
                  <a:pt x="1990399" y="46327"/>
                </a:cubicBezTo>
                <a:cubicBezTo>
                  <a:pt x="1986920" y="46327"/>
                  <a:pt x="1983929" y="46947"/>
                  <a:pt x="1981426" y="48188"/>
                </a:cubicBezTo>
                <a:cubicBezTo>
                  <a:pt x="1978923" y="49428"/>
                  <a:pt x="1976862" y="51183"/>
                  <a:pt x="1975241" y="53451"/>
                </a:cubicBezTo>
                <a:cubicBezTo>
                  <a:pt x="1973620" y="55718"/>
                  <a:pt x="1972417" y="58403"/>
                  <a:pt x="1971630" y="61505"/>
                </a:cubicBezTo>
                <a:cubicBezTo>
                  <a:pt x="1970844" y="64606"/>
                  <a:pt x="1970451" y="67994"/>
                  <a:pt x="1970451" y="71670"/>
                </a:cubicBezTo>
                <a:cubicBezTo>
                  <a:pt x="1970451" y="75202"/>
                  <a:pt x="1970772" y="78519"/>
                  <a:pt x="1971416" y="81621"/>
                </a:cubicBezTo>
                <a:cubicBezTo>
                  <a:pt x="1972059" y="84723"/>
                  <a:pt x="1973132" y="87432"/>
                  <a:pt x="1974633" y="89746"/>
                </a:cubicBezTo>
                <a:cubicBezTo>
                  <a:pt x="1976135" y="92061"/>
                  <a:pt x="1978149" y="93899"/>
                  <a:pt x="1980675" y="95260"/>
                </a:cubicBezTo>
                <a:cubicBezTo>
                  <a:pt x="1983202" y="96620"/>
                  <a:pt x="1986348" y="97300"/>
                  <a:pt x="1990113" y="97300"/>
                </a:cubicBezTo>
                <a:cubicBezTo>
                  <a:pt x="1993545" y="97300"/>
                  <a:pt x="1996525" y="96680"/>
                  <a:pt x="1999051" y="95439"/>
                </a:cubicBezTo>
                <a:cubicBezTo>
                  <a:pt x="2001577" y="94198"/>
                  <a:pt x="2003651" y="92456"/>
                  <a:pt x="2005272" y="90213"/>
                </a:cubicBezTo>
                <a:cubicBezTo>
                  <a:pt x="2006892" y="87969"/>
                  <a:pt x="2008084" y="85296"/>
                  <a:pt x="2008847" y="82195"/>
                </a:cubicBezTo>
                <a:cubicBezTo>
                  <a:pt x="2009609" y="79093"/>
                  <a:pt x="2009991" y="75680"/>
                  <a:pt x="2009991" y="71956"/>
                </a:cubicBezTo>
                <a:close/>
                <a:moveTo>
                  <a:pt x="2094408" y="104020"/>
                </a:moveTo>
                <a:cubicBezTo>
                  <a:pt x="2094408" y="104401"/>
                  <a:pt x="2094313" y="104723"/>
                  <a:pt x="2094122" y="104985"/>
                </a:cubicBezTo>
                <a:cubicBezTo>
                  <a:pt x="2093932" y="105247"/>
                  <a:pt x="2093622" y="105474"/>
                  <a:pt x="2093193" y="105664"/>
                </a:cubicBezTo>
                <a:cubicBezTo>
                  <a:pt x="2092764" y="105855"/>
                  <a:pt x="2092168" y="105998"/>
                  <a:pt x="2091405" y="106093"/>
                </a:cubicBezTo>
                <a:cubicBezTo>
                  <a:pt x="2090643" y="106189"/>
                  <a:pt x="2089689" y="106236"/>
                  <a:pt x="2088545" y="106236"/>
                </a:cubicBezTo>
                <a:cubicBezTo>
                  <a:pt x="2087354" y="106236"/>
                  <a:pt x="2086376" y="106189"/>
                  <a:pt x="2085614" y="106093"/>
                </a:cubicBezTo>
                <a:cubicBezTo>
                  <a:pt x="2084851" y="105998"/>
                  <a:pt x="2084255" y="105855"/>
                  <a:pt x="2083826" y="105664"/>
                </a:cubicBezTo>
                <a:cubicBezTo>
                  <a:pt x="2083397" y="105474"/>
                  <a:pt x="2083087" y="105247"/>
                  <a:pt x="2082897" y="104985"/>
                </a:cubicBezTo>
                <a:cubicBezTo>
                  <a:pt x="2082706" y="104723"/>
                  <a:pt x="2082611" y="104401"/>
                  <a:pt x="2082611" y="104020"/>
                </a:cubicBezTo>
                <a:lnTo>
                  <a:pt x="2082611" y="66344"/>
                </a:lnTo>
                <a:cubicBezTo>
                  <a:pt x="2082611" y="62674"/>
                  <a:pt x="2082325" y="59719"/>
                  <a:pt x="2081753" y="57479"/>
                </a:cubicBezTo>
                <a:cubicBezTo>
                  <a:pt x="2081181" y="55239"/>
                  <a:pt x="2080346" y="53309"/>
                  <a:pt x="2079250" y="51688"/>
                </a:cubicBezTo>
                <a:cubicBezTo>
                  <a:pt x="2078154" y="50068"/>
                  <a:pt x="2076736" y="48829"/>
                  <a:pt x="2074996" y="47971"/>
                </a:cubicBezTo>
                <a:cubicBezTo>
                  <a:pt x="2073256" y="47113"/>
                  <a:pt x="2071242" y="46684"/>
                  <a:pt x="2068954" y="46684"/>
                </a:cubicBezTo>
                <a:cubicBezTo>
                  <a:pt x="2065999" y="46684"/>
                  <a:pt x="2063043" y="47733"/>
                  <a:pt x="2060088" y="49830"/>
                </a:cubicBezTo>
                <a:cubicBezTo>
                  <a:pt x="2057132" y="51927"/>
                  <a:pt x="2054034" y="55001"/>
                  <a:pt x="2050793" y="59052"/>
                </a:cubicBezTo>
                <a:lnTo>
                  <a:pt x="2050793" y="104020"/>
                </a:lnTo>
                <a:cubicBezTo>
                  <a:pt x="2050793" y="104401"/>
                  <a:pt x="2050697" y="104723"/>
                  <a:pt x="2050507" y="104985"/>
                </a:cubicBezTo>
                <a:cubicBezTo>
                  <a:pt x="2050316" y="105247"/>
                  <a:pt x="2050006" y="105474"/>
                  <a:pt x="2049577" y="105664"/>
                </a:cubicBezTo>
                <a:cubicBezTo>
                  <a:pt x="2049148" y="105855"/>
                  <a:pt x="2048552" y="105998"/>
                  <a:pt x="2047790" y="106093"/>
                </a:cubicBezTo>
                <a:cubicBezTo>
                  <a:pt x="2047027" y="106189"/>
                  <a:pt x="2046050" y="106236"/>
                  <a:pt x="2044858" y="106236"/>
                </a:cubicBezTo>
                <a:cubicBezTo>
                  <a:pt x="2043714" y="106236"/>
                  <a:pt x="2042761" y="106189"/>
                  <a:pt x="2041998" y="106093"/>
                </a:cubicBezTo>
                <a:cubicBezTo>
                  <a:pt x="2041235" y="105998"/>
                  <a:pt x="2040628" y="105855"/>
                  <a:pt x="2040175" y="105664"/>
                </a:cubicBezTo>
                <a:cubicBezTo>
                  <a:pt x="2039722" y="105474"/>
                  <a:pt x="2039412" y="105247"/>
                  <a:pt x="2039245" y="104985"/>
                </a:cubicBezTo>
                <a:cubicBezTo>
                  <a:pt x="2039078" y="104723"/>
                  <a:pt x="2038995" y="104401"/>
                  <a:pt x="2038995" y="104020"/>
                </a:cubicBezTo>
                <a:lnTo>
                  <a:pt x="2038995" y="39678"/>
                </a:lnTo>
                <a:cubicBezTo>
                  <a:pt x="2038995" y="39297"/>
                  <a:pt x="2039066" y="38975"/>
                  <a:pt x="2039210" y="38713"/>
                </a:cubicBezTo>
                <a:cubicBezTo>
                  <a:pt x="2039353" y="38451"/>
                  <a:pt x="2039639" y="38212"/>
                  <a:pt x="2040068" y="37998"/>
                </a:cubicBezTo>
                <a:cubicBezTo>
                  <a:pt x="2040497" y="37783"/>
                  <a:pt x="2041045" y="37640"/>
                  <a:pt x="2041712" y="37569"/>
                </a:cubicBezTo>
                <a:cubicBezTo>
                  <a:pt x="2042379" y="37497"/>
                  <a:pt x="2043261" y="37462"/>
                  <a:pt x="2044358" y="37462"/>
                </a:cubicBezTo>
                <a:cubicBezTo>
                  <a:pt x="2045406" y="37462"/>
                  <a:pt x="2046276" y="37497"/>
                  <a:pt x="2046967" y="37569"/>
                </a:cubicBezTo>
                <a:cubicBezTo>
                  <a:pt x="2047659" y="37640"/>
                  <a:pt x="2048195" y="37783"/>
                  <a:pt x="2048576" y="37998"/>
                </a:cubicBezTo>
                <a:cubicBezTo>
                  <a:pt x="2048957" y="38212"/>
                  <a:pt x="2049232" y="38451"/>
                  <a:pt x="2049398" y="38713"/>
                </a:cubicBezTo>
                <a:cubicBezTo>
                  <a:pt x="2049565" y="38975"/>
                  <a:pt x="2049649" y="39297"/>
                  <a:pt x="2049649" y="39678"/>
                </a:cubicBezTo>
                <a:lnTo>
                  <a:pt x="2049649" y="48185"/>
                </a:lnTo>
                <a:cubicBezTo>
                  <a:pt x="2053271" y="44134"/>
                  <a:pt x="2056882" y="41167"/>
                  <a:pt x="2060481" y="39285"/>
                </a:cubicBezTo>
                <a:cubicBezTo>
                  <a:pt x="2064080" y="37402"/>
                  <a:pt x="2067715" y="36461"/>
                  <a:pt x="2071385" y="36461"/>
                </a:cubicBezTo>
                <a:cubicBezTo>
                  <a:pt x="2075675" y="36461"/>
                  <a:pt x="2079286" y="37188"/>
                  <a:pt x="2082217" y="38641"/>
                </a:cubicBezTo>
                <a:cubicBezTo>
                  <a:pt x="2085149" y="40095"/>
                  <a:pt x="2087520" y="42037"/>
                  <a:pt x="2089332" y="44468"/>
                </a:cubicBezTo>
                <a:cubicBezTo>
                  <a:pt x="2091143" y="46898"/>
                  <a:pt x="2092442" y="49746"/>
                  <a:pt x="2093229" y="53011"/>
                </a:cubicBezTo>
                <a:cubicBezTo>
                  <a:pt x="2094015" y="56276"/>
                  <a:pt x="2094408" y="60196"/>
                  <a:pt x="2094408" y="64771"/>
                </a:cubicBezTo>
                <a:lnTo>
                  <a:pt x="2094408" y="104020"/>
                </a:lnTo>
                <a:close/>
                <a:moveTo>
                  <a:pt x="2160494" y="94297"/>
                </a:moveTo>
                <a:cubicBezTo>
                  <a:pt x="2160494" y="95108"/>
                  <a:pt x="2160470" y="95811"/>
                  <a:pt x="2160423" y="96406"/>
                </a:cubicBezTo>
                <a:cubicBezTo>
                  <a:pt x="2160375" y="97002"/>
                  <a:pt x="2160292" y="97503"/>
                  <a:pt x="2160172" y="97908"/>
                </a:cubicBezTo>
                <a:cubicBezTo>
                  <a:pt x="2160053" y="98313"/>
                  <a:pt x="2159910" y="98670"/>
                  <a:pt x="2159743" y="98980"/>
                </a:cubicBezTo>
                <a:cubicBezTo>
                  <a:pt x="2159577" y="99290"/>
                  <a:pt x="2159195" y="99743"/>
                  <a:pt x="2158599" y="100338"/>
                </a:cubicBezTo>
                <a:cubicBezTo>
                  <a:pt x="2158004" y="100934"/>
                  <a:pt x="2156991" y="101673"/>
                  <a:pt x="2155561" y="102555"/>
                </a:cubicBezTo>
                <a:cubicBezTo>
                  <a:pt x="2154131" y="103436"/>
                  <a:pt x="2152522" y="104223"/>
                  <a:pt x="2150734" y="104914"/>
                </a:cubicBezTo>
                <a:cubicBezTo>
                  <a:pt x="2148947" y="105605"/>
                  <a:pt x="2147004" y="106165"/>
                  <a:pt x="2144907" y="106594"/>
                </a:cubicBezTo>
                <a:cubicBezTo>
                  <a:pt x="2142810" y="107023"/>
                  <a:pt x="2140641" y="107237"/>
                  <a:pt x="2138400" y="107237"/>
                </a:cubicBezTo>
                <a:cubicBezTo>
                  <a:pt x="2133777" y="107237"/>
                  <a:pt x="2129677" y="106473"/>
                  <a:pt x="2126102" y="104945"/>
                </a:cubicBezTo>
                <a:cubicBezTo>
                  <a:pt x="2122527" y="103417"/>
                  <a:pt x="2119536" y="101184"/>
                  <a:pt x="2117129" y="98247"/>
                </a:cubicBezTo>
                <a:cubicBezTo>
                  <a:pt x="2114722" y="95310"/>
                  <a:pt x="2112886" y="91704"/>
                  <a:pt x="2111623" y="87430"/>
                </a:cubicBezTo>
                <a:cubicBezTo>
                  <a:pt x="2110360" y="83155"/>
                  <a:pt x="2109728" y="78224"/>
                  <a:pt x="2109728" y="72638"/>
                </a:cubicBezTo>
                <a:cubicBezTo>
                  <a:pt x="2109728" y="66285"/>
                  <a:pt x="2110503" y="60829"/>
                  <a:pt x="2112052" y="56268"/>
                </a:cubicBezTo>
                <a:cubicBezTo>
                  <a:pt x="2113601" y="51708"/>
                  <a:pt x="2115723" y="47971"/>
                  <a:pt x="2118416" y="45058"/>
                </a:cubicBezTo>
                <a:cubicBezTo>
                  <a:pt x="2121109" y="42144"/>
                  <a:pt x="2124279" y="39983"/>
                  <a:pt x="2127925" y="38574"/>
                </a:cubicBezTo>
                <a:cubicBezTo>
                  <a:pt x="2131572" y="37165"/>
                  <a:pt x="2135516" y="36461"/>
                  <a:pt x="2139759" y="36461"/>
                </a:cubicBezTo>
                <a:cubicBezTo>
                  <a:pt x="2141809" y="36461"/>
                  <a:pt x="2143799" y="36651"/>
                  <a:pt x="2145729" y="37033"/>
                </a:cubicBezTo>
                <a:cubicBezTo>
                  <a:pt x="2147660" y="37414"/>
                  <a:pt x="2149435" y="37914"/>
                  <a:pt x="2151056" y="38534"/>
                </a:cubicBezTo>
                <a:cubicBezTo>
                  <a:pt x="2152677" y="39154"/>
                  <a:pt x="2154119" y="39868"/>
                  <a:pt x="2155382" y="40679"/>
                </a:cubicBezTo>
                <a:cubicBezTo>
                  <a:pt x="2156645" y="41489"/>
                  <a:pt x="2157563" y="42180"/>
                  <a:pt x="2158135" y="42752"/>
                </a:cubicBezTo>
                <a:cubicBezTo>
                  <a:pt x="2158707" y="43324"/>
                  <a:pt x="2159100" y="43777"/>
                  <a:pt x="2159314" y="44110"/>
                </a:cubicBezTo>
                <a:cubicBezTo>
                  <a:pt x="2159529" y="44444"/>
                  <a:pt x="2159708" y="44837"/>
                  <a:pt x="2159851" y="45290"/>
                </a:cubicBezTo>
                <a:cubicBezTo>
                  <a:pt x="2159994" y="45743"/>
                  <a:pt x="2160089" y="46255"/>
                  <a:pt x="2160137" y="46827"/>
                </a:cubicBezTo>
                <a:cubicBezTo>
                  <a:pt x="2160184" y="47399"/>
                  <a:pt x="2160208" y="48114"/>
                  <a:pt x="2160208" y="48972"/>
                </a:cubicBezTo>
                <a:cubicBezTo>
                  <a:pt x="2160208" y="50830"/>
                  <a:pt x="2159994" y="52129"/>
                  <a:pt x="2159565" y="52868"/>
                </a:cubicBezTo>
                <a:cubicBezTo>
                  <a:pt x="2159136" y="53607"/>
                  <a:pt x="2158611" y="53976"/>
                  <a:pt x="2157992" y="53976"/>
                </a:cubicBezTo>
                <a:cubicBezTo>
                  <a:pt x="2157277" y="53976"/>
                  <a:pt x="2156454" y="53583"/>
                  <a:pt x="2155525" y="52796"/>
                </a:cubicBezTo>
                <a:cubicBezTo>
                  <a:pt x="2154595" y="52010"/>
                  <a:pt x="2153416" y="51140"/>
                  <a:pt x="2151986" y="50187"/>
                </a:cubicBezTo>
                <a:cubicBezTo>
                  <a:pt x="2150556" y="49234"/>
                  <a:pt x="2148828" y="48364"/>
                  <a:pt x="2146802" y="47578"/>
                </a:cubicBezTo>
                <a:cubicBezTo>
                  <a:pt x="2144776" y="46791"/>
                  <a:pt x="2142381" y="46398"/>
                  <a:pt x="2139616" y="46398"/>
                </a:cubicBezTo>
                <a:cubicBezTo>
                  <a:pt x="2133943" y="46398"/>
                  <a:pt x="2129594" y="48585"/>
                  <a:pt x="2126567" y="52960"/>
                </a:cubicBezTo>
                <a:cubicBezTo>
                  <a:pt x="2123540" y="57332"/>
                  <a:pt x="2122027" y="63677"/>
                  <a:pt x="2122027" y="71992"/>
                </a:cubicBezTo>
                <a:cubicBezTo>
                  <a:pt x="2122027" y="76150"/>
                  <a:pt x="2122420" y="79795"/>
                  <a:pt x="2123206" y="82926"/>
                </a:cubicBezTo>
                <a:cubicBezTo>
                  <a:pt x="2123993" y="86056"/>
                  <a:pt x="2125149" y="88673"/>
                  <a:pt x="2126674" y="90776"/>
                </a:cubicBezTo>
                <a:cubicBezTo>
                  <a:pt x="2128200" y="92879"/>
                  <a:pt x="2130070" y="94445"/>
                  <a:pt x="2132287" y="95472"/>
                </a:cubicBezTo>
                <a:cubicBezTo>
                  <a:pt x="2134504" y="96500"/>
                  <a:pt x="2137042" y="97014"/>
                  <a:pt x="2139902" y="97014"/>
                </a:cubicBezTo>
                <a:cubicBezTo>
                  <a:pt x="2142619" y="97014"/>
                  <a:pt x="2145002" y="96585"/>
                  <a:pt x="2147052" y="95727"/>
                </a:cubicBezTo>
                <a:cubicBezTo>
                  <a:pt x="2149102" y="94869"/>
                  <a:pt x="2150877" y="93928"/>
                  <a:pt x="2152379" y="92903"/>
                </a:cubicBezTo>
                <a:cubicBezTo>
                  <a:pt x="2153880" y="91879"/>
                  <a:pt x="2155144" y="90949"/>
                  <a:pt x="2156168" y="90115"/>
                </a:cubicBezTo>
                <a:cubicBezTo>
                  <a:pt x="2157193" y="89281"/>
                  <a:pt x="2157992" y="88864"/>
                  <a:pt x="2158564" y="88864"/>
                </a:cubicBezTo>
                <a:cubicBezTo>
                  <a:pt x="2158897" y="88864"/>
                  <a:pt x="2159183" y="88959"/>
                  <a:pt x="2159422" y="89150"/>
                </a:cubicBezTo>
                <a:cubicBezTo>
                  <a:pt x="2159660" y="89341"/>
                  <a:pt x="2159863" y="89662"/>
                  <a:pt x="2160029" y="90115"/>
                </a:cubicBezTo>
                <a:cubicBezTo>
                  <a:pt x="2160196" y="90568"/>
                  <a:pt x="2160315" y="91140"/>
                  <a:pt x="2160387" y="91831"/>
                </a:cubicBezTo>
                <a:cubicBezTo>
                  <a:pt x="2160458" y="92522"/>
                  <a:pt x="2160494" y="93344"/>
                  <a:pt x="2160494" y="94297"/>
                </a:cubicBezTo>
                <a:close/>
                <a:moveTo>
                  <a:pt x="2229887" y="69061"/>
                </a:moveTo>
                <a:cubicBezTo>
                  <a:pt x="2229887" y="70920"/>
                  <a:pt x="2229422" y="72242"/>
                  <a:pt x="2228493" y="73029"/>
                </a:cubicBezTo>
                <a:cubicBezTo>
                  <a:pt x="2227563" y="73815"/>
                  <a:pt x="2226502" y="74208"/>
                  <a:pt x="2225311" y="74208"/>
                </a:cubicBezTo>
                <a:lnTo>
                  <a:pt x="2183125" y="74208"/>
                </a:lnTo>
                <a:cubicBezTo>
                  <a:pt x="2183125" y="77793"/>
                  <a:pt x="2183483" y="81020"/>
                  <a:pt x="2184198" y="83889"/>
                </a:cubicBezTo>
                <a:cubicBezTo>
                  <a:pt x="2184913" y="86757"/>
                  <a:pt x="2186104" y="89219"/>
                  <a:pt x="2187773" y="91275"/>
                </a:cubicBezTo>
                <a:cubicBezTo>
                  <a:pt x="2189441" y="93330"/>
                  <a:pt x="2191610" y="94908"/>
                  <a:pt x="2194279" y="96009"/>
                </a:cubicBezTo>
                <a:cubicBezTo>
                  <a:pt x="2196949" y="97108"/>
                  <a:pt x="2200214" y="97657"/>
                  <a:pt x="2204075" y="97657"/>
                </a:cubicBezTo>
                <a:cubicBezTo>
                  <a:pt x="2207126" y="97657"/>
                  <a:pt x="2209843" y="97407"/>
                  <a:pt x="2212226" y="96907"/>
                </a:cubicBezTo>
                <a:cubicBezTo>
                  <a:pt x="2214609" y="96406"/>
                  <a:pt x="2216671" y="95846"/>
                  <a:pt x="2218411" y="95227"/>
                </a:cubicBezTo>
                <a:cubicBezTo>
                  <a:pt x="2220151" y="94607"/>
                  <a:pt x="2221581" y="94047"/>
                  <a:pt x="2222701" y="93547"/>
                </a:cubicBezTo>
                <a:cubicBezTo>
                  <a:pt x="2223821" y="93046"/>
                  <a:pt x="2224667" y="92796"/>
                  <a:pt x="2225239" y="92796"/>
                </a:cubicBezTo>
                <a:cubicBezTo>
                  <a:pt x="2225573" y="92796"/>
                  <a:pt x="2225871" y="92879"/>
                  <a:pt x="2226133" y="93046"/>
                </a:cubicBezTo>
                <a:cubicBezTo>
                  <a:pt x="2226395" y="93213"/>
                  <a:pt x="2226598" y="93463"/>
                  <a:pt x="2226741" y="93797"/>
                </a:cubicBezTo>
                <a:cubicBezTo>
                  <a:pt x="2226884" y="94130"/>
                  <a:pt x="2226991" y="94595"/>
                  <a:pt x="2227063" y="95191"/>
                </a:cubicBezTo>
                <a:cubicBezTo>
                  <a:pt x="2227134" y="95787"/>
                  <a:pt x="2227170" y="96514"/>
                  <a:pt x="2227170" y="97371"/>
                </a:cubicBezTo>
                <a:cubicBezTo>
                  <a:pt x="2227170" y="97991"/>
                  <a:pt x="2227146" y="98527"/>
                  <a:pt x="2227098" y="98980"/>
                </a:cubicBezTo>
                <a:cubicBezTo>
                  <a:pt x="2227051" y="99433"/>
                  <a:pt x="2226991" y="99838"/>
                  <a:pt x="2226920" y="100195"/>
                </a:cubicBezTo>
                <a:cubicBezTo>
                  <a:pt x="2226848" y="100553"/>
                  <a:pt x="2226729" y="100875"/>
                  <a:pt x="2226562" y="101160"/>
                </a:cubicBezTo>
                <a:cubicBezTo>
                  <a:pt x="2226395" y="101446"/>
                  <a:pt x="2226181" y="101721"/>
                  <a:pt x="2225919" y="101983"/>
                </a:cubicBezTo>
                <a:cubicBezTo>
                  <a:pt x="2225656" y="102245"/>
                  <a:pt x="2224882" y="102674"/>
                  <a:pt x="2223595" y="103269"/>
                </a:cubicBezTo>
                <a:cubicBezTo>
                  <a:pt x="2222308" y="103865"/>
                  <a:pt x="2220639" y="104449"/>
                  <a:pt x="2218590" y="105021"/>
                </a:cubicBezTo>
                <a:cubicBezTo>
                  <a:pt x="2216540" y="105593"/>
                  <a:pt x="2214169" y="106105"/>
                  <a:pt x="2211475" y="106558"/>
                </a:cubicBezTo>
                <a:cubicBezTo>
                  <a:pt x="2208782" y="107011"/>
                  <a:pt x="2205910" y="107237"/>
                  <a:pt x="2202859" y="107237"/>
                </a:cubicBezTo>
                <a:cubicBezTo>
                  <a:pt x="2197568" y="107237"/>
                  <a:pt x="2192933" y="106498"/>
                  <a:pt x="2188952" y="105019"/>
                </a:cubicBezTo>
                <a:cubicBezTo>
                  <a:pt x="2184972" y="103540"/>
                  <a:pt x="2181624" y="101345"/>
                  <a:pt x="2178907" y="98435"/>
                </a:cubicBezTo>
                <a:cubicBezTo>
                  <a:pt x="2176190" y="95525"/>
                  <a:pt x="2174140" y="91875"/>
                  <a:pt x="2172757" y="87486"/>
                </a:cubicBezTo>
                <a:cubicBezTo>
                  <a:pt x="2171375" y="83096"/>
                  <a:pt x="2170684" y="77991"/>
                  <a:pt x="2170684" y="72171"/>
                </a:cubicBezTo>
                <a:cubicBezTo>
                  <a:pt x="2170684" y="66636"/>
                  <a:pt x="2171399" y="61662"/>
                  <a:pt x="2172829" y="57249"/>
                </a:cubicBezTo>
                <a:cubicBezTo>
                  <a:pt x="2174259" y="52836"/>
                  <a:pt x="2176321" y="49091"/>
                  <a:pt x="2179014" y="46014"/>
                </a:cubicBezTo>
                <a:cubicBezTo>
                  <a:pt x="2181707" y="42937"/>
                  <a:pt x="2184960" y="40575"/>
                  <a:pt x="2188774" y="38929"/>
                </a:cubicBezTo>
                <a:cubicBezTo>
                  <a:pt x="2192587" y="37284"/>
                  <a:pt x="2196853" y="36461"/>
                  <a:pt x="2201572" y="36461"/>
                </a:cubicBezTo>
                <a:cubicBezTo>
                  <a:pt x="2206625" y="36461"/>
                  <a:pt x="2210927" y="37271"/>
                  <a:pt x="2214478" y="38891"/>
                </a:cubicBezTo>
                <a:cubicBezTo>
                  <a:pt x="2218030" y="40512"/>
                  <a:pt x="2220949" y="42692"/>
                  <a:pt x="2223237" y="45433"/>
                </a:cubicBezTo>
                <a:cubicBezTo>
                  <a:pt x="2225525" y="48173"/>
                  <a:pt x="2227206" y="51390"/>
                  <a:pt x="2228278" y="55084"/>
                </a:cubicBezTo>
                <a:cubicBezTo>
                  <a:pt x="2229351" y="58778"/>
                  <a:pt x="2229887" y="62722"/>
                  <a:pt x="2229887" y="66916"/>
                </a:cubicBezTo>
                <a:lnTo>
                  <a:pt x="2229887" y="69061"/>
                </a:lnTo>
                <a:moveTo>
                  <a:pt x="2218018" y="65558"/>
                </a:moveTo>
                <a:cubicBezTo>
                  <a:pt x="2218161" y="59362"/>
                  <a:pt x="2216790" y="54500"/>
                  <a:pt x="2213906" y="50973"/>
                </a:cubicBezTo>
                <a:cubicBezTo>
                  <a:pt x="2211022" y="47447"/>
                  <a:pt x="2206744" y="45683"/>
                  <a:pt x="2201072" y="45683"/>
                </a:cubicBezTo>
                <a:cubicBezTo>
                  <a:pt x="2198164" y="45683"/>
                  <a:pt x="2195614" y="46231"/>
                  <a:pt x="2193421" y="47327"/>
                </a:cubicBezTo>
                <a:cubicBezTo>
                  <a:pt x="2191229" y="48424"/>
                  <a:pt x="2189393" y="49877"/>
                  <a:pt x="2187916" y="51688"/>
                </a:cubicBezTo>
                <a:cubicBezTo>
                  <a:pt x="2186438" y="53499"/>
                  <a:pt x="2185294" y="55608"/>
                  <a:pt x="2184484" y="58015"/>
                </a:cubicBezTo>
                <a:cubicBezTo>
                  <a:pt x="2183673" y="60422"/>
                  <a:pt x="2183220" y="62936"/>
                  <a:pt x="2183125" y="65558"/>
                </a:cubicBezTo>
                <a:lnTo>
                  <a:pt x="2218018" y="65558"/>
                </a:lnTo>
                <a:close/>
                <a:moveTo>
                  <a:pt x="2306047" y="70884"/>
                </a:moveTo>
                <a:cubicBezTo>
                  <a:pt x="2306047" y="76512"/>
                  <a:pt x="2305439" y="81569"/>
                  <a:pt x="2304223" y="86053"/>
                </a:cubicBezTo>
                <a:cubicBezTo>
                  <a:pt x="2303008" y="90538"/>
                  <a:pt x="2301220" y="94343"/>
                  <a:pt x="2298861" y="97470"/>
                </a:cubicBezTo>
                <a:cubicBezTo>
                  <a:pt x="2296501" y="100595"/>
                  <a:pt x="2293582" y="103004"/>
                  <a:pt x="2290102" y="104697"/>
                </a:cubicBezTo>
                <a:cubicBezTo>
                  <a:pt x="2286622" y="106391"/>
                  <a:pt x="2282642" y="107237"/>
                  <a:pt x="2278161" y="107237"/>
                </a:cubicBezTo>
                <a:cubicBezTo>
                  <a:pt x="2276255" y="107237"/>
                  <a:pt x="2274491" y="107047"/>
                  <a:pt x="2272870" y="106665"/>
                </a:cubicBezTo>
                <a:cubicBezTo>
                  <a:pt x="2271250" y="106284"/>
                  <a:pt x="2269665" y="105688"/>
                  <a:pt x="2268115" y="104878"/>
                </a:cubicBezTo>
                <a:cubicBezTo>
                  <a:pt x="2266566" y="104066"/>
                  <a:pt x="2265029" y="103040"/>
                  <a:pt x="2263504" y="101799"/>
                </a:cubicBezTo>
                <a:cubicBezTo>
                  <a:pt x="2261978" y="100559"/>
                  <a:pt x="2260358" y="99104"/>
                  <a:pt x="2258642" y="97434"/>
                </a:cubicBezTo>
                <a:lnTo>
                  <a:pt x="2258642" y="129547"/>
                </a:lnTo>
                <a:cubicBezTo>
                  <a:pt x="2258642" y="129927"/>
                  <a:pt x="2258546" y="130260"/>
                  <a:pt x="2258356" y="130546"/>
                </a:cubicBezTo>
                <a:cubicBezTo>
                  <a:pt x="2258165" y="130832"/>
                  <a:pt x="2257855" y="131069"/>
                  <a:pt x="2257426" y="131258"/>
                </a:cubicBezTo>
                <a:cubicBezTo>
                  <a:pt x="2256997" y="131449"/>
                  <a:pt x="2256401" y="131592"/>
                  <a:pt x="2255638" y="131687"/>
                </a:cubicBezTo>
                <a:cubicBezTo>
                  <a:pt x="2254876" y="131783"/>
                  <a:pt x="2253899" y="131830"/>
                  <a:pt x="2252707" y="131830"/>
                </a:cubicBezTo>
                <a:cubicBezTo>
                  <a:pt x="2251563" y="131830"/>
                  <a:pt x="2250610" y="131783"/>
                  <a:pt x="2249847" y="131687"/>
                </a:cubicBezTo>
                <a:cubicBezTo>
                  <a:pt x="2249084" y="131592"/>
                  <a:pt x="2248476" y="131449"/>
                  <a:pt x="2248024" y="131258"/>
                </a:cubicBezTo>
                <a:cubicBezTo>
                  <a:pt x="2247571" y="131068"/>
                  <a:pt x="2247261" y="130829"/>
                  <a:pt x="2247094" y="130544"/>
                </a:cubicBezTo>
                <a:cubicBezTo>
                  <a:pt x="2246927" y="130258"/>
                  <a:pt x="2246844" y="129924"/>
                  <a:pt x="2246844" y="129543"/>
                </a:cubicBezTo>
                <a:lnTo>
                  <a:pt x="2246844" y="39678"/>
                </a:lnTo>
                <a:cubicBezTo>
                  <a:pt x="2246844" y="39249"/>
                  <a:pt x="2246915" y="38903"/>
                  <a:pt x="2247058" y="38641"/>
                </a:cubicBezTo>
                <a:cubicBezTo>
                  <a:pt x="2247201" y="38379"/>
                  <a:pt x="2247487" y="38153"/>
                  <a:pt x="2247916" y="37962"/>
                </a:cubicBezTo>
                <a:cubicBezTo>
                  <a:pt x="2248345" y="37771"/>
                  <a:pt x="2248894" y="37640"/>
                  <a:pt x="2249561" y="37569"/>
                </a:cubicBezTo>
                <a:cubicBezTo>
                  <a:pt x="2250228" y="37497"/>
                  <a:pt x="2251039" y="37462"/>
                  <a:pt x="2251992" y="37462"/>
                </a:cubicBezTo>
                <a:cubicBezTo>
                  <a:pt x="2252993" y="37462"/>
                  <a:pt x="2253815" y="37497"/>
                  <a:pt x="2254459" y="37569"/>
                </a:cubicBezTo>
                <a:cubicBezTo>
                  <a:pt x="2255102" y="37640"/>
                  <a:pt x="2255638" y="37771"/>
                  <a:pt x="2256067" y="37962"/>
                </a:cubicBezTo>
                <a:cubicBezTo>
                  <a:pt x="2256496" y="38153"/>
                  <a:pt x="2256794" y="38380"/>
                  <a:pt x="2256961" y="38643"/>
                </a:cubicBezTo>
                <a:cubicBezTo>
                  <a:pt x="2257128" y="38906"/>
                  <a:pt x="2257211" y="39251"/>
                  <a:pt x="2257211" y="39680"/>
                </a:cubicBezTo>
                <a:lnTo>
                  <a:pt x="2257211" y="48339"/>
                </a:lnTo>
                <a:cubicBezTo>
                  <a:pt x="2259166" y="46336"/>
                  <a:pt x="2261049" y="44595"/>
                  <a:pt x="2262860" y="43116"/>
                </a:cubicBezTo>
                <a:cubicBezTo>
                  <a:pt x="2264671" y="41637"/>
                  <a:pt x="2266495" y="40409"/>
                  <a:pt x="2268330" y="39432"/>
                </a:cubicBezTo>
                <a:cubicBezTo>
                  <a:pt x="2270165" y="38453"/>
                  <a:pt x="2272048" y="37714"/>
                  <a:pt x="2273979" y="37214"/>
                </a:cubicBezTo>
                <a:cubicBezTo>
                  <a:pt x="2275909" y="36712"/>
                  <a:pt x="2277947" y="36461"/>
                  <a:pt x="2280092" y="36461"/>
                </a:cubicBezTo>
                <a:cubicBezTo>
                  <a:pt x="2284763" y="36461"/>
                  <a:pt x="2288743" y="37367"/>
                  <a:pt x="2292033" y="39180"/>
                </a:cubicBezTo>
                <a:cubicBezTo>
                  <a:pt x="2295322" y="40992"/>
                  <a:pt x="2298003" y="43474"/>
                  <a:pt x="2300076" y="46624"/>
                </a:cubicBezTo>
                <a:cubicBezTo>
                  <a:pt x="2302150" y="49772"/>
                  <a:pt x="2303663" y="53434"/>
                  <a:pt x="2304617" y="57609"/>
                </a:cubicBezTo>
                <a:cubicBezTo>
                  <a:pt x="2305570" y="61782"/>
                  <a:pt x="2306047" y="66207"/>
                  <a:pt x="2306047" y="70884"/>
                </a:cubicBezTo>
                <a:moveTo>
                  <a:pt x="2293606" y="72242"/>
                </a:moveTo>
                <a:cubicBezTo>
                  <a:pt x="2293606" y="68949"/>
                  <a:pt x="2293355" y="65763"/>
                  <a:pt x="2292855" y="62685"/>
                </a:cubicBezTo>
                <a:cubicBezTo>
                  <a:pt x="2292354" y="59606"/>
                  <a:pt x="2291496" y="56874"/>
                  <a:pt x="2290281" y="54488"/>
                </a:cubicBezTo>
                <a:cubicBezTo>
                  <a:pt x="2289065" y="52102"/>
                  <a:pt x="2287433" y="50193"/>
                  <a:pt x="2285383" y="48762"/>
                </a:cubicBezTo>
                <a:cubicBezTo>
                  <a:pt x="2283333" y="47329"/>
                  <a:pt x="2280783" y="46612"/>
                  <a:pt x="2277732" y="46612"/>
                </a:cubicBezTo>
                <a:cubicBezTo>
                  <a:pt x="2276207" y="46612"/>
                  <a:pt x="2274705" y="46840"/>
                  <a:pt x="2273228" y="47294"/>
                </a:cubicBezTo>
                <a:cubicBezTo>
                  <a:pt x="2271750" y="47747"/>
                  <a:pt x="2270249" y="48462"/>
                  <a:pt x="2268723" y="49441"/>
                </a:cubicBezTo>
                <a:cubicBezTo>
                  <a:pt x="2267198" y="50419"/>
                  <a:pt x="2265601" y="51708"/>
                  <a:pt x="2263933" y="53308"/>
                </a:cubicBezTo>
                <a:cubicBezTo>
                  <a:pt x="2262264" y="54908"/>
                  <a:pt x="2260501" y="56877"/>
                  <a:pt x="2258642" y="59217"/>
                </a:cubicBezTo>
                <a:lnTo>
                  <a:pt x="2258642" y="84838"/>
                </a:lnTo>
                <a:cubicBezTo>
                  <a:pt x="2261883" y="88801"/>
                  <a:pt x="2264957" y="91834"/>
                  <a:pt x="2267865" y="93935"/>
                </a:cubicBezTo>
                <a:cubicBezTo>
                  <a:pt x="2270773" y="96035"/>
                  <a:pt x="2273824" y="97085"/>
                  <a:pt x="2277017" y="97085"/>
                </a:cubicBezTo>
                <a:cubicBezTo>
                  <a:pt x="2279973" y="97085"/>
                  <a:pt x="2282511" y="96370"/>
                  <a:pt x="2284632" y="94938"/>
                </a:cubicBezTo>
                <a:cubicBezTo>
                  <a:pt x="2286753" y="93506"/>
                  <a:pt x="2288469" y="91596"/>
                  <a:pt x="2289780" y="89210"/>
                </a:cubicBezTo>
                <a:cubicBezTo>
                  <a:pt x="2291091" y="86824"/>
                  <a:pt x="2292056" y="84151"/>
                  <a:pt x="2292676" y="81192"/>
                </a:cubicBezTo>
                <a:cubicBezTo>
                  <a:pt x="2293296" y="78233"/>
                  <a:pt x="2293606" y="75249"/>
                  <a:pt x="2293606" y="72242"/>
                </a:cubicBezTo>
                <a:close/>
                <a:moveTo>
                  <a:pt x="2354958" y="99373"/>
                </a:moveTo>
                <a:cubicBezTo>
                  <a:pt x="2354958" y="100755"/>
                  <a:pt x="2354863" y="101852"/>
                  <a:pt x="2354672" y="102662"/>
                </a:cubicBezTo>
                <a:cubicBezTo>
                  <a:pt x="2354482" y="103472"/>
                  <a:pt x="2354196" y="104068"/>
                  <a:pt x="2353814" y="104449"/>
                </a:cubicBezTo>
                <a:cubicBezTo>
                  <a:pt x="2353433" y="104830"/>
                  <a:pt x="2352861" y="105188"/>
                  <a:pt x="2352098" y="105521"/>
                </a:cubicBezTo>
                <a:cubicBezTo>
                  <a:pt x="2351336" y="105855"/>
                  <a:pt x="2350466" y="106129"/>
                  <a:pt x="2349488" y="106344"/>
                </a:cubicBezTo>
                <a:cubicBezTo>
                  <a:pt x="2348511" y="106558"/>
                  <a:pt x="2347474" y="106737"/>
                  <a:pt x="2346378" y="106880"/>
                </a:cubicBezTo>
                <a:cubicBezTo>
                  <a:pt x="2345282" y="107023"/>
                  <a:pt x="2344185" y="107094"/>
                  <a:pt x="2343089" y="107094"/>
                </a:cubicBezTo>
                <a:cubicBezTo>
                  <a:pt x="2339752" y="107094"/>
                  <a:pt x="2336892" y="106653"/>
                  <a:pt x="2334509" y="105769"/>
                </a:cubicBezTo>
                <a:cubicBezTo>
                  <a:pt x="2332126" y="104885"/>
                  <a:pt x="2330171" y="103547"/>
                  <a:pt x="2328646" y="101755"/>
                </a:cubicBezTo>
                <a:cubicBezTo>
                  <a:pt x="2327120" y="99963"/>
                  <a:pt x="2326012" y="97694"/>
                  <a:pt x="2325321" y="94947"/>
                </a:cubicBezTo>
                <a:cubicBezTo>
                  <a:pt x="2324630" y="92201"/>
                  <a:pt x="2324284" y="88964"/>
                  <a:pt x="2324284" y="85238"/>
                </a:cubicBezTo>
                <a:lnTo>
                  <a:pt x="2324284" y="47542"/>
                </a:lnTo>
                <a:lnTo>
                  <a:pt x="2315275" y="47542"/>
                </a:lnTo>
                <a:cubicBezTo>
                  <a:pt x="2314560" y="47542"/>
                  <a:pt x="2313988" y="47161"/>
                  <a:pt x="2313559" y="46398"/>
                </a:cubicBezTo>
                <a:cubicBezTo>
                  <a:pt x="2313130" y="45635"/>
                  <a:pt x="2312916" y="44396"/>
                  <a:pt x="2312916" y="42680"/>
                </a:cubicBezTo>
                <a:cubicBezTo>
                  <a:pt x="2312916" y="41775"/>
                  <a:pt x="2312975" y="41012"/>
                  <a:pt x="2313094" y="40393"/>
                </a:cubicBezTo>
                <a:cubicBezTo>
                  <a:pt x="2313214" y="39773"/>
                  <a:pt x="2313368" y="39261"/>
                  <a:pt x="2313559" y="38856"/>
                </a:cubicBezTo>
                <a:cubicBezTo>
                  <a:pt x="2313750" y="38451"/>
                  <a:pt x="2314000" y="38165"/>
                  <a:pt x="2314310" y="37998"/>
                </a:cubicBezTo>
                <a:cubicBezTo>
                  <a:pt x="2314620" y="37831"/>
                  <a:pt x="2314965" y="37748"/>
                  <a:pt x="2315347" y="37748"/>
                </a:cubicBezTo>
                <a:lnTo>
                  <a:pt x="2324284" y="37748"/>
                </a:lnTo>
                <a:lnTo>
                  <a:pt x="2324284" y="22448"/>
                </a:lnTo>
                <a:cubicBezTo>
                  <a:pt x="2324284" y="22115"/>
                  <a:pt x="2324368" y="21805"/>
                  <a:pt x="2324535" y="21519"/>
                </a:cubicBezTo>
                <a:cubicBezTo>
                  <a:pt x="2324701" y="21233"/>
                  <a:pt x="2325011" y="20983"/>
                  <a:pt x="2325464" y="20768"/>
                </a:cubicBezTo>
                <a:cubicBezTo>
                  <a:pt x="2325917" y="20554"/>
                  <a:pt x="2326525" y="20399"/>
                  <a:pt x="2327287" y="20304"/>
                </a:cubicBezTo>
                <a:cubicBezTo>
                  <a:pt x="2328050" y="20208"/>
                  <a:pt x="2329003" y="20161"/>
                  <a:pt x="2330147" y="20161"/>
                </a:cubicBezTo>
                <a:cubicBezTo>
                  <a:pt x="2331339" y="20161"/>
                  <a:pt x="2332316" y="20208"/>
                  <a:pt x="2333079" y="20304"/>
                </a:cubicBezTo>
                <a:cubicBezTo>
                  <a:pt x="2333842" y="20399"/>
                  <a:pt x="2334437" y="20554"/>
                  <a:pt x="2334866" y="20768"/>
                </a:cubicBezTo>
                <a:cubicBezTo>
                  <a:pt x="2335295" y="20983"/>
                  <a:pt x="2335605" y="21233"/>
                  <a:pt x="2335796" y="21519"/>
                </a:cubicBezTo>
                <a:cubicBezTo>
                  <a:pt x="2335987" y="21805"/>
                  <a:pt x="2336082" y="22115"/>
                  <a:pt x="2336082" y="22448"/>
                </a:cubicBezTo>
                <a:lnTo>
                  <a:pt x="2336082" y="37748"/>
                </a:lnTo>
                <a:lnTo>
                  <a:pt x="2352599" y="37748"/>
                </a:lnTo>
                <a:cubicBezTo>
                  <a:pt x="2352980" y="37748"/>
                  <a:pt x="2353314" y="37831"/>
                  <a:pt x="2353600" y="37998"/>
                </a:cubicBezTo>
                <a:cubicBezTo>
                  <a:pt x="2353886" y="38165"/>
                  <a:pt x="2354136" y="38451"/>
                  <a:pt x="2354351" y="38856"/>
                </a:cubicBezTo>
                <a:cubicBezTo>
                  <a:pt x="2354565" y="39261"/>
                  <a:pt x="2354720" y="39773"/>
                  <a:pt x="2354815" y="40393"/>
                </a:cubicBezTo>
                <a:cubicBezTo>
                  <a:pt x="2354911" y="41012"/>
                  <a:pt x="2354958" y="41775"/>
                  <a:pt x="2354958" y="42680"/>
                </a:cubicBezTo>
                <a:cubicBezTo>
                  <a:pt x="2354958" y="44396"/>
                  <a:pt x="2354744" y="45635"/>
                  <a:pt x="2354315" y="46398"/>
                </a:cubicBezTo>
                <a:cubicBezTo>
                  <a:pt x="2353886" y="47161"/>
                  <a:pt x="2353314" y="47542"/>
                  <a:pt x="2352599" y="47542"/>
                </a:cubicBezTo>
                <a:lnTo>
                  <a:pt x="2336082" y="47542"/>
                </a:lnTo>
                <a:lnTo>
                  <a:pt x="2336082" y="83536"/>
                </a:lnTo>
                <a:cubicBezTo>
                  <a:pt x="2336082" y="87980"/>
                  <a:pt x="2336737" y="91338"/>
                  <a:pt x="2338048" y="93609"/>
                </a:cubicBezTo>
                <a:cubicBezTo>
                  <a:pt x="2339359" y="95879"/>
                  <a:pt x="2341707" y="97014"/>
                  <a:pt x="2345091" y="97014"/>
                </a:cubicBezTo>
                <a:cubicBezTo>
                  <a:pt x="2346187" y="97014"/>
                  <a:pt x="2347165" y="96907"/>
                  <a:pt x="2348023" y="96692"/>
                </a:cubicBezTo>
                <a:cubicBezTo>
                  <a:pt x="2348881" y="96478"/>
                  <a:pt x="2349643" y="96251"/>
                  <a:pt x="2350311" y="96013"/>
                </a:cubicBezTo>
                <a:cubicBezTo>
                  <a:pt x="2350978" y="95775"/>
                  <a:pt x="2351550" y="95548"/>
                  <a:pt x="2352027" y="95334"/>
                </a:cubicBezTo>
                <a:cubicBezTo>
                  <a:pt x="2352503" y="95119"/>
                  <a:pt x="2352932" y="95012"/>
                  <a:pt x="2353314" y="95012"/>
                </a:cubicBezTo>
                <a:cubicBezTo>
                  <a:pt x="2353552" y="95012"/>
                  <a:pt x="2353778" y="95072"/>
                  <a:pt x="2353993" y="95191"/>
                </a:cubicBezTo>
                <a:cubicBezTo>
                  <a:pt x="2354208" y="95310"/>
                  <a:pt x="2354374" y="95536"/>
                  <a:pt x="2354494" y="95870"/>
                </a:cubicBezTo>
                <a:cubicBezTo>
                  <a:pt x="2354613" y="96204"/>
                  <a:pt x="2354720" y="96657"/>
                  <a:pt x="2354815" y="97228"/>
                </a:cubicBezTo>
                <a:cubicBezTo>
                  <a:pt x="2354911" y="97800"/>
                  <a:pt x="2354958" y="98515"/>
                  <a:pt x="2354958" y="99373"/>
                </a:cubicBezTo>
                <a:close/>
                <a:moveTo>
                  <a:pt x="2410188" y="86556"/>
                </a:moveTo>
                <a:cubicBezTo>
                  <a:pt x="2410188" y="89848"/>
                  <a:pt x="2409581" y="92782"/>
                  <a:pt x="2408365" y="95359"/>
                </a:cubicBezTo>
                <a:cubicBezTo>
                  <a:pt x="2407150" y="97934"/>
                  <a:pt x="2405422" y="100105"/>
                  <a:pt x="2403181" y="101871"/>
                </a:cubicBezTo>
                <a:cubicBezTo>
                  <a:pt x="2400941" y="103636"/>
                  <a:pt x="2398272" y="104971"/>
                  <a:pt x="2395173" y="105877"/>
                </a:cubicBezTo>
                <a:cubicBezTo>
                  <a:pt x="2392075" y="106784"/>
                  <a:pt x="2388667" y="107237"/>
                  <a:pt x="2384949" y="107237"/>
                </a:cubicBezTo>
                <a:cubicBezTo>
                  <a:pt x="2382661" y="107237"/>
                  <a:pt x="2380480" y="107059"/>
                  <a:pt x="2378406" y="106701"/>
                </a:cubicBezTo>
                <a:cubicBezTo>
                  <a:pt x="2376333" y="106344"/>
                  <a:pt x="2374474" y="105891"/>
                  <a:pt x="2372829" y="105343"/>
                </a:cubicBezTo>
                <a:cubicBezTo>
                  <a:pt x="2371185" y="104795"/>
                  <a:pt x="2369790" y="104223"/>
                  <a:pt x="2368646" y="103627"/>
                </a:cubicBezTo>
                <a:cubicBezTo>
                  <a:pt x="2367502" y="103031"/>
                  <a:pt x="2366668" y="102495"/>
                  <a:pt x="2366144" y="102018"/>
                </a:cubicBezTo>
                <a:cubicBezTo>
                  <a:pt x="2365619" y="101542"/>
                  <a:pt x="2365238" y="100875"/>
                  <a:pt x="2365000" y="100017"/>
                </a:cubicBezTo>
                <a:cubicBezTo>
                  <a:pt x="2364761" y="99159"/>
                  <a:pt x="2364642" y="97991"/>
                  <a:pt x="2364642" y="96514"/>
                </a:cubicBezTo>
                <a:cubicBezTo>
                  <a:pt x="2364642" y="95608"/>
                  <a:pt x="2364690" y="94845"/>
                  <a:pt x="2364785" y="94226"/>
                </a:cubicBezTo>
                <a:cubicBezTo>
                  <a:pt x="2364881" y="93606"/>
                  <a:pt x="2365000" y="93106"/>
                  <a:pt x="2365143" y="92724"/>
                </a:cubicBezTo>
                <a:cubicBezTo>
                  <a:pt x="2365286" y="92343"/>
                  <a:pt x="2365488" y="92069"/>
                  <a:pt x="2365751" y="91902"/>
                </a:cubicBezTo>
                <a:cubicBezTo>
                  <a:pt x="2366013" y="91736"/>
                  <a:pt x="2366311" y="91652"/>
                  <a:pt x="2366644" y="91652"/>
                </a:cubicBezTo>
                <a:cubicBezTo>
                  <a:pt x="2367169" y="91652"/>
                  <a:pt x="2367943" y="91974"/>
                  <a:pt x="2368968" y="92617"/>
                </a:cubicBezTo>
                <a:cubicBezTo>
                  <a:pt x="2369993" y="93261"/>
                  <a:pt x="2371256" y="93964"/>
                  <a:pt x="2372758" y="94726"/>
                </a:cubicBezTo>
                <a:cubicBezTo>
                  <a:pt x="2374259" y="95489"/>
                  <a:pt x="2376035" y="96192"/>
                  <a:pt x="2378084" y="96835"/>
                </a:cubicBezTo>
                <a:cubicBezTo>
                  <a:pt x="2380134" y="97479"/>
                  <a:pt x="2382494" y="97800"/>
                  <a:pt x="2385163" y="97800"/>
                </a:cubicBezTo>
                <a:cubicBezTo>
                  <a:pt x="2387165" y="97800"/>
                  <a:pt x="2388976" y="97586"/>
                  <a:pt x="2390597" y="97157"/>
                </a:cubicBezTo>
                <a:cubicBezTo>
                  <a:pt x="2392218" y="96727"/>
                  <a:pt x="2393624" y="96094"/>
                  <a:pt x="2394816" y="95258"/>
                </a:cubicBezTo>
                <a:cubicBezTo>
                  <a:pt x="2396007" y="94422"/>
                  <a:pt x="2396925" y="93360"/>
                  <a:pt x="2397569" y="92070"/>
                </a:cubicBezTo>
                <a:cubicBezTo>
                  <a:pt x="2398212" y="90780"/>
                  <a:pt x="2398534" y="89252"/>
                  <a:pt x="2398534" y="87486"/>
                </a:cubicBezTo>
                <a:cubicBezTo>
                  <a:pt x="2398534" y="85673"/>
                  <a:pt x="2398069" y="84146"/>
                  <a:pt x="2397140" y="82906"/>
                </a:cubicBezTo>
                <a:cubicBezTo>
                  <a:pt x="2396210" y="81665"/>
                  <a:pt x="2394983" y="80568"/>
                  <a:pt x="2393457" y="79615"/>
                </a:cubicBezTo>
                <a:cubicBezTo>
                  <a:pt x="2391932" y="78660"/>
                  <a:pt x="2390216" y="77813"/>
                  <a:pt x="2388309" y="77075"/>
                </a:cubicBezTo>
                <a:cubicBezTo>
                  <a:pt x="2386402" y="76334"/>
                  <a:pt x="2384436" y="75559"/>
                  <a:pt x="2382410" y="74749"/>
                </a:cubicBezTo>
                <a:cubicBezTo>
                  <a:pt x="2380384" y="73937"/>
                  <a:pt x="2378406" y="73018"/>
                  <a:pt x="2376476" y="71992"/>
                </a:cubicBezTo>
                <a:cubicBezTo>
                  <a:pt x="2374545" y="70966"/>
                  <a:pt x="2372817" y="69713"/>
                  <a:pt x="2371292" y="68234"/>
                </a:cubicBezTo>
                <a:cubicBezTo>
                  <a:pt x="2369767" y="66755"/>
                  <a:pt x="2368539" y="64990"/>
                  <a:pt x="2367610" y="62939"/>
                </a:cubicBezTo>
                <a:cubicBezTo>
                  <a:pt x="2366680" y="60888"/>
                  <a:pt x="2366215" y="58432"/>
                  <a:pt x="2366215" y="55569"/>
                </a:cubicBezTo>
                <a:cubicBezTo>
                  <a:pt x="2366215" y="53040"/>
                  <a:pt x="2366704" y="50619"/>
                  <a:pt x="2367681" y="48306"/>
                </a:cubicBezTo>
                <a:cubicBezTo>
                  <a:pt x="2368658" y="45991"/>
                  <a:pt x="2370124" y="43964"/>
                  <a:pt x="2372078" y="42222"/>
                </a:cubicBezTo>
                <a:cubicBezTo>
                  <a:pt x="2374033" y="40480"/>
                  <a:pt x="2376476" y="39084"/>
                  <a:pt x="2379407" y="38036"/>
                </a:cubicBezTo>
                <a:cubicBezTo>
                  <a:pt x="2382339" y="36986"/>
                  <a:pt x="2385759" y="36461"/>
                  <a:pt x="2389668" y="36461"/>
                </a:cubicBezTo>
                <a:cubicBezTo>
                  <a:pt x="2391384" y="36461"/>
                  <a:pt x="2393100" y="36606"/>
                  <a:pt x="2394816" y="36896"/>
                </a:cubicBezTo>
                <a:cubicBezTo>
                  <a:pt x="2396532" y="37187"/>
                  <a:pt x="2398081" y="37549"/>
                  <a:pt x="2399463" y="37984"/>
                </a:cubicBezTo>
                <a:cubicBezTo>
                  <a:pt x="2400846" y="38419"/>
                  <a:pt x="2402025" y="38891"/>
                  <a:pt x="2403003" y="39399"/>
                </a:cubicBezTo>
                <a:cubicBezTo>
                  <a:pt x="2403980" y="39906"/>
                  <a:pt x="2404719" y="40354"/>
                  <a:pt x="2405219" y="40741"/>
                </a:cubicBezTo>
                <a:cubicBezTo>
                  <a:pt x="2405720" y="41128"/>
                  <a:pt x="2406053" y="41465"/>
                  <a:pt x="2406220" y="41751"/>
                </a:cubicBezTo>
                <a:cubicBezTo>
                  <a:pt x="2406387" y="42037"/>
                  <a:pt x="2406506" y="42359"/>
                  <a:pt x="2406578" y="42716"/>
                </a:cubicBezTo>
                <a:cubicBezTo>
                  <a:pt x="2406649" y="43074"/>
                  <a:pt x="2406721" y="43515"/>
                  <a:pt x="2406792" y="44039"/>
                </a:cubicBezTo>
                <a:cubicBezTo>
                  <a:pt x="2406864" y="44563"/>
                  <a:pt x="2406899" y="45206"/>
                  <a:pt x="2406899" y="45969"/>
                </a:cubicBezTo>
                <a:cubicBezTo>
                  <a:pt x="2406899" y="46779"/>
                  <a:pt x="2406864" y="47482"/>
                  <a:pt x="2406792" y="48078"/>
                </a:cubicBezTo>
                <a:cubicBezTo>
                  <a:pt x="2406721" y="48674"/>
                  <a:pt x="2406602" y="49162"/>
                  <a:pt x="2406435" y="49544"/>
                </a:cubicBezTo>
                <a:cubicBezTo>
                  <a:pt x="2406268" y="49925"/>
                  <a:pt x="2406065" y="50199"/>
                  <a:pt x="2405827" y="50366"/>
                </a:cubicBezTo>
                <a:cubicBezTo>
                  <a:pt x="2405589" y="50533"/>
                  <a:pt x="2405326" y="50616"/>
                  <a:pt x="2405040" y="50616"/>
                </a:cubicBezTo>
                <a:cubicBezTo>
                  <a:pt x="2404611" y="50616"/>
                  <a:pt x="2403992" y="50350"/>
                  <a:pt x="2403181" y="49818"/>
                </a:cubicBezTo>
                <a:cubicBezTo>
                  <a:pt x="2402371" y="49287"/>
                  <a:pt x="2401322" y="48718"/>
                  <a:pt x="2400035" y="48114"/>
                </a:cubicBezTo>
                <a:cubicBezTo>
                  <a:pt x="2398748" y="47509"/>
                  <a:pt x="2397235" y="46941"/>
                  <a:pt x="2395495" y="46409"/>
                </a:cubicBezTo>
                <a:cubicBezTo>
                  <a:pt x="2393755" y="45877"/>
                  <a:pt x="2391765" y="45612"/>
                  <a:pt x="2389525" y="45612"/>
                </a:cubicBezTo>
                <a:cubicBezTo>
                  <a:pt x="2387523" y="45612"/>
                  <a:pt x="2385759" y="45839"/>
                  <a:pt x="2384234" y="46293"/>
                </a:cubicBezTo>
                <a:cubicBezTo>
                  <a:pt x="2382708" y="46746"/>
                  <a:pt x="2381457" y="47390"/>
                  <a:pt x="2380480" y="48225"/>
                </a:cubicBezTo>
                <a:cubicBezTo>
                  <a:pt x="2379503" y="49061"/>
                  <a:pt x="2378764" y="50052"/>
                  <a:pt x="2378263" y="51199"/>
                </a:cubicBezTo>
                <a:cubicBezTo>
                  <a:pt x="2377763" y="52344"/>
                  <a:pt x="2377512" y="53586"/>
                  <a:pt x="2377512" y="54923"/>
                </a:cubicBezTo>
                <a:cubicBezTo>
                  <a:pt x="2377512" y="56784"/>
                  <a:pt x="2377989" y="58346"/>
                  <a:pt x="2378942" y="59611"/>
                </a:cubicBezTo>
                <a:cubicBezTo>
                  <a:pt x="2379896" y="60875"/>
                  <a:pt x="2381135" y="61985"/>
                  <a:pt x="2382661" y="62939"/>
                </a:cubicBezTo>
                <a:cubicBezTo>
                  <a:pt x="2384186" y="63893"/>
                  <a:pt x="2385926" y="64751"/>
                  <a:pt x="2387880" y="65515"/>
                </a:cubicBezTo>
                <a:cubicBezTo>
                  <a:pt x="2389834" y="66278"/>
                  <a:pt x="2391825" y="67065"/>
                  <a:pt x="2393850" y="67877"/>
                </a:cubicBezTo>
                <a:cubicBezTo>
                  <a:pt x="2395876" y="68687"/>
                  <a:pt x="2397878" y="69593"/>
                  <a:pt x="2399857" y="70596"/>
                </a:cubicBezTo>
                <a:cubicBezTo>
                  <a:pt x="2401835" y="71598"/>
                  <a:pt x="2403587" y="72815"/>
                  <a:pt x="2405112" y="74246"/>
                </a:cubicBezTo>
                <a:cubicBezTo>
                  <a:pt x="2406637" y="75677"/>
                  <a:pt x="2407865" y="77396"/>
                  <a:pt x="2408794" y="79400"/>
                </a:cubicBezTo>
                <a:cubicBezTo>
                  <a:pt x="2409724" y="81404"/>
                  <a:pt x="2410188" y="83789"/>
                  <a:pt x="2410188" y="865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A991A-F93A-430A-A914-0D71A5D0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269" y="2257864"/>
            <a:ext cx="1334824" cy="772026"/>
          </a:xfrm>
          <a:custGeom xmlns:a="http://schemas.openxmlformats.org/drawingml/2006/main">
            <a:pathLst>
              <a:path w="1334824" h="772026" fill="none">
                <a:moveTo>
                  <a:pt x="0" y="193007"/>
                </a:moveTo>
                <a:lnTo>
                  <a:pt x="948760" y="193007"/>
                </a:lnTo>
                <a:lnTo>
                  <a:pt x="948760" y="0"/>
                </a:lnTo>
                <a:lnTo>
                  <a:pt x="1334824" y="386014"/>
                </a:lnTo>
                <a:lnTo>
                  <a:pt x="948760" y="772026"/>
                </a:lnTo>
                <a:lnTo>
                  <a:pt x="948760" y="579019"/>
                </a:lnTo>
                <a:lnTo>
                  <a:pt x="0" y="579019"/>
                </a:lnTo>
                <a:lnTo>
                  <a:pt x="0" y="1930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88" cap="flat">
            <a:solidFill>
              <a:srgbClr val="2E54A1"/>
            </a:solidFill>
            <a:miter/>
          </a:ln>
        </p:spPr>
      </p:sp>
      <p:sp>
        <p:nvSpPr>
          <p:cNvPr id="56" name="Text Whole-process">
            <a:extLst xmlns:a="http://schemas.openxmlformats.org/drawingml/2006/main">
              <a:ext uri="{FF2B5EF4-FFF2-40B4-BE49-F238E27FC236}">
                <a16:creationId xmlns:a16="http://schemas.microsoft.com/office/drawing/2014/main" id="{BEADEE27-4C51-4E52-825A-F9398C5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022" y="2500172"/>
            <a:ext cx="968943" cy="134659"/>
          </a:xfrm>
          <a:custGeom xmlns:a="http://schemas.openxmlformats.org/drawingml/2006/main">
            <a:pathLst>
              <a:path w="968943" h="134659">
                <a:moveTo>
                  <a:pt x="103409" y="103867"/>
                </a:moveTo>
                <a:cubicBezTo>
                  <a:pt x="103204" y="104582"/>
                  <a:pt x="102898" y="105156"/>
                  <a:pt x="102489" y="105590"/>
                </a:cubicBezTo>
                <a:cubicBezTo>
                  <a:pt x="102081" y="106024"/>
                  <a:pt x="101519" y="106356"/>
                  <a:pt x="100804" y="106586"/>
                </a:cubicBezTo>
                <a:cubicBezTo>
                  <a:pt x="100089" y="106816"/>
                  <a:pt x="99208" y="106982"/>
                  <a:pt x="98161" y="107084"/>
                </a:cubicBezTo>
                <a:cubicBezTo>
                  <a:pt x="97114" y="107186"/>
                  <a:pt x="95824" y="107237"/>
                  <a:pt x="94292" y="107237"/>
                </a:cubicBezTo>
                <a:cubicBezTo>
                  <a:pt x="92709" y="107237"/>
                  <a:pt x="91368" y="107186"/>
                  <a:pt x="90270" y="107084"/>
                </a:cubicBezTo>
                <a:cubicBezTo>
                  <a:pt x="89172" y="106982"/>
                  <a:pt x="88266" y="106816"/>
                  <a:pt x="87551" y="106586"/>
                </a:cubicBezTo>
                <a:cubicBezTo>
                  <a:pt x="86836" y="106356"/>
                  <a:pt x="86299" y="106024"/>
                  <a:pt x="85942" y="105590"/>
                </a:cubicBezTo>
                <a:cubicBezTo>
                  <a:pt x="85584" y="105156"/>
                  <a:pt x="85303" y="104582"/>
                  <a:pt x="85099" y="103867"/>
                </a:cubicBezTo>
                <a:lnTo>
                  <a:pt x="64338" y="29031"/>
                </a:lnTo>
                <a:lnTo>
                  <a:pt x="64185" y="29031"/>
                </a:lnTo>
                <a:lnTo>
                  <a:pt x="45033" y="103867"/>
                </a:lnTo>
                <a:cubicBezTo>
                  <a:pt x="44880" y="104582"/>
                  <a:pt x="44624" y="105156"/>
                  <a:pt x="44267" y="105590"/>
                </a:cubicBezTo>
                <a:cubicBezTo>
                  <a:pt x="43909" y="106024"/>
                  <a:pt x="43399" y="106356"/>
                  <a:pt x="42735" y="106586"/>
                </a:cubicBezTo>
                <a:cubicBezTo>
                  <a:pt x="42071" y="106816"/>
                  <a:pt x="41215" y="106982"/>
                  <a:pt x="40168" y="107084"/>
                </a:cubicBezTo>
                <a:cubicBezTo>
                  <a:pt x="39121" y="107186"/>
                  <a:pt x="37781" y="107237"/>
                  <a:pt x="36146" y="107237"/>
                </a:cubicBezTo>
                <a:cubicBezTo>
                  <a:pt x="34461" y="107237"/>
                  <a:pt x="33056" y="107186"/>
                  <a:pt x="31933" y="107084"/>
                </a:cubicBezTo>
                <a:cubicBezTo>
                  <a:pt x="30809" y="106982"/>
                  <a:pt x="29890" y="106816"/>
                  <a:pt x="29175" y="106586"/>
                </a:cubicBezTo>
                <a:cubicBezTo>
                  <a:pt x="28460" y="106356"/>
                  <a:pt x="27911" y="106024"/>
                  <a:pt x="27528" y="105590"/>
                </a:cubicBezTo>
                <a:cubicBezTo>
                  <a:pt x="27145" y="105156"/>
                  <a:pt x="26877" y="104582"/>
                  <a:pt x="26724" y="103867"/>
                </a:cubicBezTo>
                <a:lnTo>
                  <a:pt x="523" y="12332"/>
                </a:lnTo>
                <a:cubicBezTo>
                  <a:pt x="217" y="11158"/>
                  <a:pt x="51" y="10239"/>
                  <a:pt x="26" y="9575"/>
                </a:cubicBezTo>
                <a:cubicBezTo>
                  <a:pt x="0" y="8911"/>
                  <a:pt x="204" y="8400"/>
                  <a:pt x="638" y="8043"/>
                </a:cubicBezTo>
                <a:cubicBezTo>
                  <a:pt x="1073" y="7685"/>
                  <a:pt x="1775" y="7456"/>
                  <a:pt x="2745" y="7353"/>
                </a:cubicBezTo>
                <a:cubicBezTo>
                  <a:pt x="3716" y="7251"/>
                  <a:pt x="5018" y="7200"/>
                  <a:pt x="6652" y="7200"/>
                </a:cubicBezTo>
                <a:cubicBezTo>
                  <a:pt x="8235" y="7200"/>
                  <a:pt x="9487" y="7239"/>
                  <a:pt x="10406" y="7315"/>
                </a:cubicBezTo>
                <a:cubicBezTo>
                  <a:pt x="11325" y="7392"/>
                  <a:pt x="12028" y="7532"/>
                  <a:pt x="12513" y="7736"/>
                </a:cubicBezTo>
                <a:cubicBezTo>
                  <a:pt x="12998" y="7941"/>
                  <a:pt x="13330" y="8222"/>
                  <a:pt x="13509" y="8579"/>
                </a:cubicBezTo>
                <a:cubicBezTo>
                  <a:pt x="13687" y="8936"/>
                  <a:pt x="13828" y="9396"/>
                  <a:pt x="13930" y="9958"/>
                </a:cubicBezTo>
                <a:lnTo>
                  <a:pt x="36223" y="92990"/>
                </a:lnTo>
                <a:lnTo>
                  <a:pt x="36300" y="92990"/>
                </a:lnTo>
                <a:lnTo>
                  <a:pt x="57443" y="10111"/>
                </a:lnTo>
                <a:cubicBezTo>
                  <a:pt x="57597" y="9549"/>
                  <a:pt x="57788" y="9077"/>
                  <a:pt x="58018" y="8694"/>
                </a:cubicBezTo>
                <a:cubicBezTo>
                  <a:pt x="58248" y="8311"/>
                  <a:pt x="58618" y="8017"/>
                  <a:pt x="59129" y="7813"/>
                </a:cubicBezTo>
                <a:cubicBezTo>
                  <a:pt x="59640" y="7609"/>
                  <a:pt x="60367" y="7456"/>
                  <a:pt x="61312" y="7353"/>
                </a:cubicBezTo>
                <a:cubicBezTo>
                  <a:pt x="62257" y="7251"/>
                  <a:pt x="63496" y="7200"/>
                  <a:pt x="65028" y="7200"/>
                </a:cubicBezTo>
                <a:cubicBezTo>
                  <a:pt x="66458" y="7200"/>
                  <a:pt x="67594" y="7251"/>
                  <a:pt x="68437" y="7353"/>
                </a:cubicBezTo>
                <a:cubicBezTo>
                  <a:pt x="69279" y="7456"/>
                  <a:pt x="69956" y="7609"/>
                  <a:pt x="70467" y="7813"/>
                </a:cubicBezTo>
                <a:cubicBezTo>
                  <a:pt x="70978" y="8017"/>
                  <a:pt x="71348" y="8311"/>
                  <a:pt x="71578" y="8694"/>
                </a:cubicBezTo>
                <a:cubicBezTo>
                  <a:pt x="71808" y="9077"/>
                  <a:pt x="71999" y="9549"/>
                  <a:pt x="72152" y="10111"/>
                </a:cubicBezTo>
                <a:lnTo>
                  <a:pt x="94905" y="92990"/>
                </a:lnTo>
                <a:lnTo>
                  <a:pt x="95058" y="92990"/>
                </a:lnTo>
                <a:lnTo>
                  <a:pt x="116892" y="10034"/>
                </a:lnTo>
                <a:cubicBezTo>
                  <a:pt x="117045" y="9524"/>
                  <a:pt x="117198" y="9077"/>
                  <a:pt x="117351" y="8694"/>
                </a:cubicBezTo>
                <a:cubicBezTo>
                  <a:pt x="117504" y="8311"/>
                  <a:pt x="117824" y="8017"/>
                  <a:pt x="118309" y="7813"/>
                </a:cubicBezTo>
                <a:cubicBezTo>
                  <a:pt x="118794" y="7609"/>
                  <a:pt x="119483" y="7456"/>
                  <a:pt x="120377" y="7353"/>
                </a:cubicBezTo>
                <a:cubicBezTo>
                  <a:pt x="121271" y="7251"/>
                  <a:pt x="122458" y="7200"/>
                  <a:pt x="123940" y="7200"/>
                </a:cubicBezTo>
                <a:cubicBezTo>
                  <a:pt x="125472" y="7200"/>
                  <a:pt x="126685" y="7264"/>
                  <a:pt x="127578" y="7392"/>
                </a:cubicBezTo>
                <a:cubicBezTo>
                  <a:pt x="128472" y="7519"/>
                  <a:pt x="129123" y="7762"/>
                  <a:pt x="129532" y="8119"/>
                </a:cubicBezTo>
                <a:cubicBezTo>
                  <a:pt x="129941" y="8477"/>
                  <a:pt x="130132" y="8988"/>
                  <a:pt x="130107" y="9651"/>
                </a:cubicBezTo>
                <a:cubicBezTo>
                  <a:pt x="130081" y="10315"/>
                  <a:pt x="129941" y="11234"/>
                  <a:pt x="129685" y="12409"/>
                </a:cubicBezTo>
                <a:lnTo>
                  <a:pt x="103409" y="103867"/>
                </a:lnTo>
                <a:close/>
                <a:moveTo>
                  <a:pt x="210231" y="104863"/>
                </a:moveTo>
                <a:cubicBezTo>
                  <a:pt x="210231" y="105271"/>
                  <a:pt x="210129" y="105616"/>
                  <a:pt x="209925" y="105897"/>
                </a:cubicBezTo>
                <a:cubicBezTo>
                  <a:pt x="209721" y="106178"/>
                  <a:pt x="209389" y="106420"/>
                  <a:pt x="208929" y="106624"/>
                </a:cubicBezTo>
                <a:cubicBezTo>
                  <a:pt x="208470" y="106829"/>
                  <a:pt x="207831" y="106982"/>
                  <a:pt x="207014" y="107084"/>
                </a:cubicBezTo>
                <a:cubicBezTo>
                  <a:pt x="206197" y="107186"/>
                  <a:pt x="205175" y="107237"/>
                  <a:pt x="203950" y="107237"/>
                </a:cubicBezTo>
                <a:cubicBezTo>
                  <a:pt x="202673" y="107237"/>
                  <a:pt x="201626" y="107186"/>
                  <a:pt x="200809" y="107084"/>
                </a:cubicBezTo>
                <a:cubicBezTo>
                  <a:pt x="199992" y="106982"/>
                  <a:pt x="199353" y="106829"/>
                  <a:pt x="198893" y="106624"/>
                </a:cubicBezTo>
                <a:cubicBezTo>
                  <a:pt x="198434" y="106420"/>
                  <a:pt x="198102" y="106178"/>
                  <a:pt x="197898" y="105897"/>
                </a:cubicBezTo>
                <a:cubicBezTo>
                  <a:pt x="197693" y="105616"/>
                  <a:pt x="197591" y="105271"/>
                  <a:pt x="197591" y="104863"/>
                </a:cubicBezTo>
                <a:lnTo>
                  <a:pt x="197591" y="64496"/>
                </a:lnTo>
                <a:cubicBezTo>
                  <a:pt x="197591" y="60564"/>
                  <a:pt x="197285" y="57397"/>
                  <a:pt x="196672" y="54997"/>
                </a:cubicBezTo>
                <a:cubicBezTo>
                  <a:pt x="196059" y="52597"/>
                  <a:pt x="195165" y="50529"/>
                  <a:pt x="193991" y="48793"/>
                </a:cubicBezTo>
                <a:cubicBezTo>
                  <a:pt x="192816" y="47057"/>
                  <a:pt x="191296" y="45729"/>
                  <a:pt x="189432" y="44810"/>
                </a:cubicBezTo>
                <a:cubicBezTo>
                  <a:pt x="187568" y="43891"/>
                  <a:pt x="185410" y="43431"/>
                  <a:pt x="182959" y="43431"/>
                </a:cubicBezTo>
                <a:cubicBezTo>
                  <a:pt x="179792" y="43431"/>
                  <a:pt x="176626" y="44555"/>
                  <a:pt x="173459" y="46801"/>
                </a:cubicBezTo>
                <a:cubicBezTo>
                  <a:pt x="170293" y="49048"/>
                  <a:pt x="166973" y="52342"/>
                  <a:pt x="163500" y="56683"/>
                </a:cubicBezTo>
                <a:lnTo>
                  <a:pt x="163500" y="104863"/>
                </a:lnTo>
                <a:cubicBezTo>
                  <a:pt x="163500" y="105271"/>
                  <a:pt x="163398" y="105616"/>
                  <a:pt x="163194" y="105897"/>
                </a:cubicBezTo>
                <a:cubicBezTo>
                  <a:pt x="162990" y="106178"/>
                  <a:pt x="162658" y="106420"/>
                  <a:pt x="162198" y="106624"/>
                </a:cubicBezTo>
                <a:cubicBezTo>
                  <a:pt x="161738" y="106829"/>
                  <a:pt x="161100" y="106982"/>
                  <a:pt x="160283" y="107084"/>
                </a:cubicBezTo>
                <a:cubicBezTo>
                  <a:pt x="159466" y="107186"/>
                  <a:pt x="158419" y="107237"/>
                  <a:pt x="157142" y="107237"/>
                </a:cubicBezTo>
                <a:cubicBezTo>
                  <a:pt x="155916" y="107237"/>
                  <a:pt x="154895" y="107186"/>
                  <a:pt x="154078" y="107084"/>
                </a:cubicBezTo>
                <a:cubicBezTo>
                  <a:pt x="153260" y="106982"/>
                  <a:pt x="152609" y="106829"/>
                  <a:pt x="152124" y="106624"/>
                </a:cubicBezTo>
                <a:cubicBezTo>
                  <a:pt x="151639" y="106420"/>
                  <a:pt x="151307" y="106178"/>
                  <a:pt x="151128" y="105897"/>
                </a:cubicBezTo>
                <a:cubicBezTo>
                  <a:pt x="150949" y="105614"/>
                  <a:pt x="150860" y="105269"/>
                  <a:pt x="150860" y="104860"/>
                </a:cubicBezTo>
                <a:lnTo>
                  <a:pt x="150860" y="2454"/>
                </a:lnTo>
                <a:cubicBezTo>
                  <a:pt x="150860" y="2045"/>
                  <a:pt x="150949" y="1688"/>
                  <a:pt x="151128" y="1381"/>
                </a:cubicBezTo>
                <a:cubicBezTo>
                  <a:pt x="151307" y="1073"/>
                  <a:pt x="151639" y="817"/>
                  <a:pt x="152124" y="613"/>
                </a:cubicBezTo>
                <a:cubicBezTo>
                  <a:pt x="152609" y="409"/>
                  <a:pt x="153260" y="255"/>
                  <a:pt x="154078" y="153"/>
                </a:cubicBezTo>
                <a:cubicBezTo>
                  <a:pt x="154895" y="51"/>
                  <a:pt x="155916" y="0"/>
                  <a:pt x="157142" y="0"/>
                </a:cubicBezTo>
                <a:cubicBezTo>
                  <a:pt x="158419" y="0"/>
                  <a:pt x="159466" y="51"/>
                  <a:pt x="160283" y="153"/>
                </a:cubicBezTo>
                <a:cubicBezTo>
                  <a:pt x="161100" y="255"/>
                  <a:pt x="161738" y="409"/>
                  <a:pt x="162198" y="615"/>
                </a:cubicBezTo>
                <a:cubicBezTo>
                  <a:pt x="162658" y="819"/>
                  <a:pt x="162990" y="1075"/>
                  <a:pt x="163194" y="1381"/>
                </a:cubicBezTo>
                <a:cubicBezTo>
                  <a:pt x="163398" y="1688"/>
                  <a:pt x="163500" y="2046"/>
                  <a:pt x="163500" y="2456"/>
                </a:cubicBezTo>
                <a:lnTo>
                  <a:pt x="163500" y="43814"/>
                </a:lnTo>
                <a:cubicBezTo>
                  <a:pt x="167127" y="39984"/>
                  <a:pt x="170778" y="37137"/>
                  <a:pt x="174455" y="35273"/>
                </a:cubicBezTo>
                <a:cubicBezTo>
                  <a:pt x="178133" y="33410"/>
                  <a:pt x="181835" y="32478"/>
                  <a:pt x="185564" y="32478"/>
                </a:cubicBezTo>
                <a:cubicBezTo>
                  <a:pt x="190160" y="32478"/>
                  <a:pt x="194029" y="33256"/>
                  <a:pt x="197170" y="34814"/>
                </a:cubicBezTo>
                <a:cubicBezTo>
                  <a:pt x="200311" y="36371"/>
                  <a:pt x="202852" y="38452"/>
                  <a:pt x="204792" y="41057"/>
                </a:cubicBezTo>
                <a:cubicBezTo>
                  <a:pt x="206733" y="43661"/>
                  <a:pt x="208125" y="46712"/>
                  <a:pt x="208967" y="50210"/>
                </a:cubicBezTo>
                <a:cubicBezTo>
                  <a:pt x="209810" y="53708"/>
                  <a:pt x="210231" y="57934"/>
                  <a:pt x="210231" y="62887"/>
                </a:cubicBezTo>
                <a:lnTo>
                  <a:pt x="210231" y="104863"/>
                </a:lnTo>
                <a:close/>
                <a:moveTo>
                  <a:pt x="300441" y="69666"/>
                </a:moveTo>
                <a:cubicBezTo>
                  <a:pt x="300441" y="75288"/>
                  <a:pt x="299700" y="80463"/>
                  <a:pt x="298219" y="85191"/>
                </a:cubicBezTo>
                <a:cubicBezTo>
                  <a:pt x="296738" y="89920"/>
                  <a:pt x="294529" y="93997"/>
                  <a:pt x="291593" y="97423"/>
                </a:cubicBezTo>
                <a:cubicBezTo>
                  <a:pt x="288656" y="100848"/>
                  <a:pt x="284979" y="103518"/>
                  <a:pt x="280561" y="105435"/>
                </a:cubicBezTo>
                <a:cubicBezTo>
                  <a:pt x="276143" y="107351"/>
                  <a:pt x="271023" y="108310"/>
                  <a:pt x="265201" y="108310"/>
                </a:cubicBezTo>
                <a:cubicBezTo>
                  <a:pt x="259532" y="108310"/>
                  <a:pt x="254591" y="107466"/>
                  <a:pt x="250377" y="105779"/>
                </a:cubicBezTo>
                <a:cubicBezTo>
                  <a:pt x="246164" y="104093"/>
                  <a:pt x="242653" y="101639"/>
                  <a:pt x="239844" y="98419"/>
                </a:cubicBezTo>
                <a:cubicBezTo>
                  <a:pt x="237035" y="95199"/>
                  <a:pt x="234941" y="91288"/>
                  <a:pt x="233562" y="86687"/>
                </a:cubicBezTo>
                <a:cubicBezTo>
                  <a:pt x="232183" y="82087"/>
                  <a:pt x="231494" y="76873"/>
                  <a:pt x="231494" y="71045"/>
                </a:cubicBezTo>
                <a:cubicBezTo>
                  <a:pt x="231494" y="65423"/>
                  <a:pt x="232221" y="60248"/>
                  <a:pt x="233677" y="55519"/>
                </a:cubicBezTo>
                <a:cubicBezTo>
                  <a:pt x="235132" y="50791"/>
                  <a:pt x="237329" y="46714"/>
                  <a:pt x="240265" y="43290"/>
                </a:cubicBezTo>
                <a:cubicBezTo>
                  <a:pt x="243202" y="39864"/>
                  <a:pt x="246866" y="37205"/>
                  <a:pt x="251258" y="35314"/>
                </a:cubicBezTo>
                <a:cubicBezTo>
                  <a:pt x="255651" y="33423"/>
                  <a:pt x="260783" y="32478"/>
                  <a:pt x="266657" y="32478"/>
                </a:cubicBezTo>
                <a:cubicBezTo>
                  <a:pt x="272326" y="32478"/>
                  <a:pt x="277267" y="33321"/>
                  <a:pt x="281480" y="35008"/>
                </a:cubicBezTo>
                <a:cubicBezTo>
                  <a:pt x="285694" y="36694"/>
                  <a:pt x="289205" y="39148"/>
                  <a:pt x="292014" y="42368"/>
                </a:cubicBezTo>
                <a:cubicBezTo>
                  <a:pt x="294823" y="45589"/>
                  <a:pt x="296930" y="49499"/>
                  <a:pt x="298334" y="54100"/>
                </a:cubicBezTo>
                <a:cubicBezTo>
                  <a:pt x="299739" y="58700"/>
                  <a:pt x="300441" y="63889"/>
                  <a:pt x="300441" y="69666"/>
                </a:cubicBezTo>
                <a:moveTo>
                  <a:pt x="287111" y="70508"/>
                </a:moveTo>
                <a:cubicBezTo>
                  <a:pt x="287111" y="66776"/>
                  <a:pt x="286766" y="63248"/>
                  <a:pt x="286077" y="59924"/>
                </a:cubicBezTo>
                <a:cubicBezTo>
                  <a:pt x="285388" y="56600"/>
                  <a:pt x="284251" y="53685"/>
                  <a:pt x="282668" y="51179"/>
                </a:cubicBezTo>
                <a:cubicBezTo>
                  <a:pt x="281085" y="48674"/>
                  <a:pt x="278940" y="46693"/>
                  <a:pt x="276233" y="45236"/>
                </a:cubicBezTo>
                <a:cubicBezTo>
                  <a:pt x="273526" y="43777"/>
                  <a:pt x="270155" y="43048"/>
                  <a:pt x="266121" y="43048"/>
                </a:cubicBezTo>
                <a:cubicBezTo>
                  <a:pt x="262392" y="43048"/>
                  <a:pt x="259187" y="43713"/>
                  <a:pt x="256506" y="45042"/>
                </a:cubicBezTo>
                <a:cubicBezTo>
                  <a:pt x="253825" y="46371"/>
                  <a:pt x="251616" y="48251"/>
                  <a:pt x="249880" y="50682"/>
                </a:cubicBezTo>
                <a:cubicBezTo>
                  <a:pt x="248143" y="53110"/>
                  <a:pt x="246854" y="55987"/>
                  <a:pt x="246011" y="59311"/>
                </a:cubicBezTo>
                <a:cubicBezTo>
                  <a:pt x="245168" y="62633"/>
                  <a:pt x="244747" y="66264"/>
                  <a:pt x="244747" y="70202"/>
                </a:cubicBezTo>
                <a:cubicBezTo>
                  <a:pt x="244747" y="73986"/>
                  <a:pt x="245092" y="77540"/>
                  <a:pt x="245781" y="80864"/>
                </a:cubicBezTo>
                <a:cubicBezTo>
                  <a:pt x="246470" y="84188"/>
                  <a:pt x="247620" y="87090"/>
                  <a:pt x="249228" y="89569"/>
                </a:cubicBezTo>
                <a:cubicBezTo>
                  <a:pt x="250837" y="92049"/>
                  <a:pt x="252995" y="94019"/>
                  <a:pt x="255702" y="95477"/>
                </a:cubicBezTo>
                <a:cubicBezTo>
                  <a:pt x="258409" y="96934"/>
                  <a:pt x="261779" y="97663"/>
                  <a:pt x="265814" y="97663"/>
                </a:cubicBezTo>
                <a:cubicBezTo>
                  <a:pt x="269491" y="97663"/>
                  <a:pt x="272683" y="96998"/>
                  <a:pt x="275390" y="95669"/>
                </a:cubicBezTo>
                <a:cubicBezTo>
                  <a:pt x="278097" y="94339"/>
                  <a:pt x="280319" y="92473"/>
                  <a:pt x="282055" y="90070"/>
                </a:cubicBezTo>
                <a:cubicBezTo>
                  <a:pt x="283791" y="87665"/>
                  <a:pt x="285068" y="84801"/>
                  <a:pt x="285885" y="81479"/>
                </a:cubicBezTo>
                <a:cubicBezTo>
                  <a:pt x="286703" y="78155"/>
                  <a:pt x="287111" y="74498"/>
                  <a:pt x="287111" y="70508"/>
                </a:cubicBezTo>
                <a:close/>
                <a:moveTo>
                  <a:pt x="334421" y="104860"/>
                </a:moveTo>
                <a:cubicBezTo>
                  <a:pt x="334421" y="105269"/>
                  <a:pt x="334318" y="105614"/>
                  <a:pt x="334114" y="105897"/>
                </a:cubicBezTo>
                <a:cubicBezTo>
                  <a:pt x="333910" y="106178"/>
                  <a:pt x="333578" y="106420"/>
                  <a:pt x="333118" y="106624"/>
                </a:cubicBezTo>
                <a:cubicBezTo>
                  <a:pt x="332659" y="106829"/>
                  <a:pt x="332020" y="106982"/>
                  <a:pt x="331203" y="107084"/>
                </a:cubicBezTo>
                <a:cubicBezTo>
                  <a:pt x="330386" y="107186"/>
                  <a:pt x="329339" y="107237"/>
                  <a:pt x="328062" y="107237"/>
                </a:cubicBezTo>
                <a:cubicBezTo>
                  <a:pt x="326836" y="107237"/>
                  <a:pt x="325815" y="107186"/>
                  <a:pt x="324998" y="107084"/>
                </a:cubicBezTo>
                <a:cubicBezTo>
                  <a:pt x="324181" y="106982"/>
                  <a:pt x="323529" y="106829"/>
                  <a:pt x="323044" y="106624"/>
                </a:cubicBezTo>
                <a:cubicBezTo>
                  <a:pt x="322559" y="106420"/>
                  <a:pt x="322227" y="106178"/>
                  <a:pt x="322048" y="105897"/>
                </a:cubicBezTo>
                <a:cubicBezTo>
                  <a:pt x="321870" y="105614"/>
                  <a:pt x="321780" y="105269"/>
                  <a:pt x="321780" y="104860"/>
                </a:cubicBezTo>
                <a:lnTo>
                  <a:pt x="321780" y="2454"/>
                </a:lnTo>
                <a:cubicBezTo>
                  <a:pt x="321780" y="2045"/>
                  <a:pt x="321870" y="1688"/>
                  <a:pt x="322048" y="1381"/>
                </a:cubicBezTo>
                <a:cubicBezTo>
                  <a:pt x="322227" y="1073"/>
                  <a:pt x="322559" y="817"/>
                  <a:pt x="323044" y="613"/>
                </a:cubicBezTo>
                <a:cubicBezTo>
                  <a:pt x="323529" y="409"/>
                  <a:pt x="324181" y="255"/>
                  <a:pt x="324998" y="153"/>
                </a:cubicBezTo>
                <a:cubicBezTo>
                  <a:pt x="325815" y="51"/>
                  <a:pt x="326836" y="0"/>
                  <a:pt x="328062" y="0"/>
                </a:cubicBezTo>
                <a:cubicBezTo>
                  <a:pt x="329339" y="0"/>
                  <a:pt x="330386" y="51"/>
                  <a:pt x="331203" y="153"/>
                </a:cubicBezTo>
                <a:cubicBezTo>
                  <a:pt x="332020" y="255"/>
                  <a:pt x="332659" y="409"/>
                  <a:pt x="333118" y="613"/>
                </a:cubicBezTo>
                <a:cubicBezTo>
                  <a:pt x="333578" y="817"/>
                  <a:pt x="333910" y="1073"/>
                  <a:pt x="334114" y="1381"/>
                </a:cubicBezTo>
                <a:cubicBezTo>
                  <a:pt x="334318" y="1688"/>
                  <a:pt x="334421" y="2045"/>
                  <a:pt x="334421" y="2454"/>
                </a:cubicBezTo>
                <a:lnTo>
                  <a:pt x="334421" y="104860"/>
                </a:lnTo>
                <a:close/>
                <a:moveTo>
                  <a:pt x="417752" y="67406"/>
                </a:moveTo>
                <a:cubicBezTo>
                  <a:pt x="417752" y="69398"/>
                  <a:pt x="417254" y="70815"/>
                  <a:pt x="416258" y="71657"/>
                </a:cubicBezTo>
                <a:cubicBezTo>
                  <a:pt x="415262" y="72500"/>
                  <a:pt x="414126" y="72921"/>
                  <a:pt x="412849" y="72921"/>
                </a:cubicBezTo>
                <a:lnTo>
                  <a:pt x="367650" y="72921"/>
                </a:lnTo>
                <a:cubicBezTo>
                  <a:pt x="367650" y="76762"/>
                  <a:pt x="368033" y="80220"/>
                  <a:pt x="368799" y="83293"/>
                </a:cubicBezTo>
                <a:cubicBezTo>
                  <a:pt x="369565" y="86367"/>
                  <a:pt x="370842" y="89005"/>
                  <a:pt x="372630" y="91207"/>
                </a:cubicBezTo>
                <a:cubicBezTo>
                  <a:pt x="374417" y="93409"/>
                  <a:pt x="376741" y="95100"/>
                  <a:pt x="379601" y="96279"/>
                </a:cubicBezTo>
                <a:cubicBezTo>
                  <a:pt x="382461" y="97457"/>
                  <a:pt x="385960" y="98045"/>
                  <a:pt x="390096" y="98045"/>
                </a:cubicBezTo>
                <a:cubicBezTo>
                  <a:pt x="393365" y="98045"/>
                  <a:pt x="396276" y="97777"/>
                  <a:pt x="398830" y="97241"/>
                </a:cubicBezTo>
                <a:cubicBezTo>
                  <a:pt x="401383" y="96705"/>
                  <a:pt x="403592" y="96105"/>
                  <a:pt x="405456" y="95441"/>
                </a:cubicBezTo>
                <a:cubicBezTo>
                  <a:pt x="407321" y="94777"/>
                  <a:pt x="408853" y="94177"/>
                  <a:pt x="410053" y="93641"/>
                </a:cubicBezTo>
                <a:cubicBezTo>
                  <a:pt x="411253" y="93105"/>
                  <a:pt x="412160" y="92837"/>
                  <a:pt x="412773" y="92837"/>
                </a:cubicBezTo>
                <a:cubicBezTo>
                  <a:pt x="413130" y="92837"/>
                  <a:pt x="413449" y="92926"/>
                  <a:pt x="413730" y="93105"/>
                </a:cubicBezTo>
                <a:cubicBezTo>
                  <a:pt x="414011" y="93284"/>
                  <a:pt x="414228" y="93552"/>
                  <a:pt x="414381" y="93909"/>
                </a:cubicBezTo>
                <a:cubicBezTo>
                  <a:pt x="414535" y="94267"/>
                  <a:pt x="414649" y="94765"/>
                  <a:pt x="414726" y="95403"/>
                </a:cubicBezTo>
                <a:cubicBezTo>
                  <a:pt x="414803" y="96041"/>
                  <a:pt x="414841" y="96820"/>
                  <a:pt x="414841" y="97739"/>
                </a:cubicBezTo>
                <a:cubicBezTo>
                  <a:pt x="414841" y="98403"/>
                  <a:pt x="414815" y="98977"/>
                  <a:pt x="414764" y="99463"/>
                </a:cubicBezTo>
                <a:cubicBezTo>
                  <a:pt x="414713" y="99948"/>
                  <a:pt x="414649" y="100382"/>
                  <a:pt x="414573" y="100765"/>
                </a:cubicBezTo>
                <a:cubicBezTo>
                  <a:pt x="414496" y="101148"/>
                  <a:pt x="414369" y="101492"/>
                  <a:pt x="414190" y="101799"/>
                </a:cubicBezTo>
                <a:cubicBezTo>
                  <a:pt x="414011" y="102105"/>
                  <a:pt x="413781" y="102399"/>
                  <a:pt x="413500" y="102680"/>
                </a:cubicBezTo>
                <a:cubicBezTo>
                  <a:pt x="413219" y="102961"/>
                  <a:pt x="412390" y="103420"/>
                  <a:pt x="411011" y="104058"/>
                </a:cubicBezTo>
                <a:cubicBezTo>
                  <a:pt x="409632" y="104697"/>
                  <a:pt x="407844" y="105322"/>
                  <a:pt x="405648" y="105935"/>
                </a:cubicBezTo>
                <a:cubicBezTo>
                  <a:pt x="403452" y="106548"/>
                  <a:pt x="400911" y="107097"/>
                  <a:pt x="398025" y="107582"/>
                </a:cubicBezTo>
                <a:cubicBezTo>
                  <a:pt x="395140" y="108067"/>
                  <a:pt x="392063" y="108310"/>
                  <a:pt x="388794" y="108310"/>
                </a:cubicBezTo>
                <a:cubicBezTo>
                  <a:pt x="383125" y="108310"/>
                  <a:pt x="378158" y="107517"/>
                  <a:pt x="373894" y="105933"/>
                </a:cubicBezTo>
                <a:cubicBezTo>
                  <a:pt x="369629" y="104348"/>
                  <a:pt x="366041" y="101997"/>
                  <a:pt x="363130" y="98878"/>
                </a:cubicBezTo>
                <a:cubicBezTo>
                  <a:pt x="360219" y="95760"/>
                  <a:pt x="358023" y="91850"/>
                  <a:pt x="356542" y="87147"/>
                </a:cubicBezTo>
                <a:cubicBezTo>
                  <a:pt x="355061" y="82444"/>
                  <a:pt x="354320" y="76975"/>
                  <a:pt x="354320" y="70738"/>
                </a:cubicBezTo>
                <a:cubicBezTo>
                  <a:pt x="354320" y="64808"/>
                  <a:pt x="355086" y="59479"/>
                  <a:pt x="356619" y="54751"/>
                </a:cubicBezTo>
                <a:cubicBezTo>
                  <a:pt x="358151" y="50023"/>
                  <a:pt x="360360" y="46010"/>
                  <a:pt x="363245" y="42713"/>
                </a:cubicBezTo>
                <a:cubicBezTo>
                  <a:pt x="366131" y="39416"/>
                  <a:pt x="369617" y="36886"/>
                  <a:pt x="373702" y="35123"/>
                </a:cubicBezTo>
                <a:cubicBezTo>
                  <a:pt x="377788" y="33359"/>
                  <a:pt x="382359" y="32478"/>
                  <a:pt x="387415" y="32478"/>
                </a:cubicBezTo>
                <a:cubicBezTo>
                  <a:pt x="392829" y="32478"/>
                  <a:pt x="397438" y="33346"/>
                  <a:pt x="401243" y="35082"/>
                </a:cubicBezTo>
                <a:cubicBezTo>
                  <a:pt x="405048" y="36818"/>
                  <a:pt x="408176" y="39154"/>
                  <a:pt x="410628" y="42091"/>
                </a:cubicBezTo>
                <a:cubicBezTo>
                  <a:pt x="413079" y="45027"/>
                  <a:pt x="414879" y="48474"/>
                  <a:pt x="416028" y="52431"/>
                </a:cubicBezTo>
                <a:cubicBezTo>
                  <a:pt x="417178" y="56389"/>
                  <a:pt x="417752" y="60615"/>
                  <a:pt x="417752" y="65108"/>
                </a:cubicBezTo>
                <a:lnTo>
                  <a:pt x="417752" y="67406"/>
                </a:lnTo>
                <a:moveTo>
                  <a:pt x="405035" y="63653"/>
                </a:moveTo>
                <a:cubicBezTo>
                  <a:pt x="405188" y="57014"/>
                  <a:pt x="403720" y="51806"/>
                  <a:pt x="400630" y="48027"/>
                </a:cubicBezTo>
                <a:cubicBezTo>
                  <a:pt x="397540" y="44248"/>
                  <a:pt x="392957" y="42359"/>
                  <a:pt x="386879" y="42359"/>
                </a:cubicBezTo>
                <a:cubicBezTo>
                  <a:pt x="383764" y="42359"/>
                  <a:pt x="381031" y="42946"/>
                  <a:pt x="378682" y="44120"/>
                </a:cubicBezTo>
                <a:cubicBezTo>
                  <a:pt x="376333" y="45295"/>
                  <a:pt x="374366" y="46852"/>
                  <a:pt x="372783" y="48793"/>
                </a:cubicBezTo>
                <a:cubicBezTo>
                  <a:pt x="371200" y="50733"/>
                  <a:pt x="369974" y="52993"/>
                  <a:pt x="369106" y="55572"/>
                </a:cubicBezTo>
                <a:cubicBezTo>
                  <a:pt x="368238" y="58151"/>
                  <a:pt x="367752" y="60844"/>
                  <a:pt x="367650" y="63653"/>
                </a:cubicBezTo>
                <a:lnTo>
                  <a:pt x="405035" y="63653"/>
                </a:lnTo>
                <a:close/>
                <a:moveTo>
                  <a:pt x="470644" y="68096"/>
                </a:moveTo>
                <a:cubicBezTo>
                  <a:pt x="470644" y="70087"/>
                  <a:pt x="470414" y="71466"/>
                  <a:pt x="469954" y="72232"/>
                </a:cubicBezTo>
                <a:cubicBezTo>
                  <a:pt x="469495" y="72998"/>
                  <a:pt x="468831" y="73381"/>
                  <a:pt x="467962" y="73381"/>
                </a:cubicBezTo>
                <a:lnTo>
                  <a:pt x="435940" y="73381"/>
                </a:lnTo>
                <a:cubicBezTo>
                  <a:pt x="435021" y="73381"/>
                  <a:pt x="434331" y="72985"/>
                  <a:pt x="433872" y="72194"/>
                </a:cubicBezTo>
                <a:cubicBezTo>
                  <a:pt x="433412" y="71402"/>
                  <a:pt x="433182" y="70036"/>
                  <a:pt x="433182" y="68096"/>
                </a:cubicBezTo>
                <a:cubicBezTo>
                  <a:pt x="433182" y="66155"/>
                  <a:pt x="433412" y="64802"/>
                  <a:pt x="433872" y="64036"/>
                </a:cubicBezTo>
                <a:cubicBezTo>
                  <a:pt x="434331" y="63270"/>
                  <a:pt x="435021" y="62887"/>
                  <a:pt x="435940" y="62887"/>
                </a:cubicBezTo>
                <a:lnTo>
                  <a:pt x="467962" y="62887"/>
                </a:lnTo>
                <a:cubicBezTo>
                  <a:pt x="468371" y="62887"/>
                  <a:pt x="468741" y="62964"/>
                  <a:pt x="469073" y="63117"/>
                </a:cubicBezTo>
                <a:cubicBezTo>
                  <a:pt x="469405" y="63270"/>
                  <a:pt x="469686" y="63564"/>
                  <a:pt x="469916" y="63998"/>
                </a:cubicBezTo>
                <a:cubicBezTo>
                  <a:pt x="470146" y="64432"/>
                  <a:pt x="470324" y="64981"/>
                  <a:pt x="470452" y="65645"/>
                </a:cubicBezTo>
                <a:cubicBezTo>
                  <a:pt x="470580" y="66308"/>
                  <a:pt x="470644" y="67125"/>
                  <a:pt x="470644" y="68096"/>
                </a:cubicBezTo>
                <a:close/>
                <a:moveTo>
                  <a:pt x="552487" y="69360"/>
                </a:moveTo>
                <a:cubicBezTo>
                  <a:pt x="552487" y="75390"/>
                  <a:pt x="551836" y="80808"/>
                  <a:pt x="550534" y="85613"/>
                </a:cubicBezTo>
                <a:cubicBezTo>
                  <a:pt x="549232" y="90418"/>
                  <a:pt x="547316" y="94495"/>
                  <a:pt x="544788" y="97844"/>
                </a:cubicBezTo>
                <a:cubicBezTo>
                  <a:pt x="542260" y="101192"/>
                  <a:pt x="539132" y="103774"/>
                  <a:pt x="535404" y="105588"/>
                </a:cubicBezTo>
                <a:cubicBezTo>
                  <a:pt x="531676" y="107402"/>
                  <a:pt x="527411" y="108310"/>
                  <a:pt x="522610" y="108310"/>
                </a:cubicBezTo>
                <a:cubicBezTo>
                  <a:pt x="520567" y="108310"/>
                  <a:pt x="518678" y="108105"/>
                  <a:pt x="516941" y="107697"/>
                </a:cubicBezTo>
                <a:cubicBezTo>
                  <a:pt x="515205" y="107288"/>
                  <a:pt x="513507" y="106650"/>
                  <a:pt x="511847" y="105782"/>
                </a:cubicBezTo>
                <a:cubicBezTo>
                  <a:pt x="510187" y="104912"/>
                  <a:pt x="508540" y="103813"/>
                  <a:pt x="506905" y="102483"/>
                </a:cubicBezTo>
                <a:cubicBezTo>
                  <a:pt x="505271" y="101154"/>
                  <a:pt x="503535" y="99595"/>
                  <a:pt x="501696" y="97806"/>
                </a:cubicBezTo>
                <a:lnTo>
                  <a:pt x="501696" y="132213"/>
                </a:lnTo>
                <a:cubicBezTo>
                  <a:pt x="501696" y="132620"/>
                  <a:pt x="501594" y="132977"/>
                  <a:pt x="501390" y="133283"/>
                </a:cubicBezTo>
                <a:cubicBezTo>
                  <a:pt x="501185" y="133589"/>
                  <a:pt x="500853" y="133844"/>
                  <a:pt x="500394" y="134047"/>
                </a:cubicBezTo>
                <a:cubicBezTo>
                  <a:pt x="499934" y="134251"/>
                  <a:pt x="499296" y="134404"/>
                  <a:pt x="498479" y="134506"/>
                </a:cubicBezTo>
                <a:cubicBezTo>
                  <a:pt x="497661" y="134608"/>
                  <a:pt x="496614" y="134659"/>
                  <a:pt x="495338" y="134659"/>
                </a:cubicBezTo>
                <a:cubicBezTo>
                  <a:pt x="494112" y="134659"/>
                  <a:pt x="493090" y="134608"/>
                  <a:pt x="492273" y="134506"/>
                </a:cubicBezTo>
                <a:cubicBezTo>
                  <a:pt x="491456" y="134404"/>
                  <a:pt x="490805" y="134251"/>
                  <a:pt x="490320" y="134047"/>
                </a:cubicBezTo>
                <a:cubicBezTo>
                  <a:pt x="489835" y="133842"/>
                  <a:pt x="489503" y="133587"/>
                  <a:pt x="489324" y="133281"/>
                </a:cubicBezTo>
                <a:cubicBezTo>
                  <a:pt x="489145" y="132974"/>
                  <a:pt x="489056" y="132617"/>
                  <a:pt x="489056" y="132208"/>
                </a:cubicBezTo>
                <a:lnTo>
                  <a:pt x="489056" y="35924"/>
                </a:lnTo>
                <a:cubicBezTo>
                  <a:pt x="489056" y="35465"/>
                  <a:pt x="489132" y="35095"/>
                  <a:pt x="489286" y="34814"/>
                </a:cubicBezTo>
                <a:cubicBezTo>
                  <a:pt x="489439" y="34533"/>
                  <a:pt x="489745" y="34290"/>
                  <a:pt x="490205" y="34086"/>
                </a:cubicBezTo>
                <a:cubicBezTo>
                  <a:pt x="490665" y="33882"/>
                  <a:pt x="491252" y="33741"/>
                  <a:pt x="491967" y="33665"/>
                </a:cubicBezTo>
                <a:cubicBezTo>
                  <a:pt x="492682" y="33588"/>
                  <a:pt x="493550" y="33550"/>
                  <a:pt x="494572" y="33550"/>
                </a:cubicBezTo>
                <a:cubicBezTo>
                  <a:pt x="495644" y="33550"/>
                  <a:pt x="496525" y="33588"/>
                  <a:pt x="497215" y="33665"/>
                </a:cubicBezTo>
                <a:cubicBezTo>
                  <a:pt x="497904" y="33741"/>
                  <a:pt x="498479" y="33882"/>
                  <a:pt x="498938" y="34086"/>
                </a:cubicBezTo>
                <a:cubicBezTo>
                  <a:pt x="499398" y="34290"/>
                  <a:pt x="499717" y="34534"/>
                  <a:pt x="499896" y="34816"/>
                </a:cubicBezTo>
                <a:cubicBezTo>
                  <a:pt x="500075" y="35097"/>
                  <a:pt x="500164" y="35467"/>
                  <a:pt x="500164" y="35927"/>
                </a:cubicBezTo>
                <a:lnTo>
                  <a:pt x="500164" y="45205"/>
                </a:lnTo>
                <a:cubicBezTo>
                  <a:pt x="502258" y="43058"/>
                  <a:pt x="504275" y="41193"/>
                  <a:pt x="506216" y="39608"/>
                </a:cubicBezTo>
                <a:cubicBezTo>
                  <a:pt x="508157" y="38024"/>
                  <a:pt x="510110" y="36708"/>
                  <a:pt x="512077" y="35661"/>
                </a:cubicBezTo>
                <a:cubicBezTo>
                  <a:pt x="514043" y="34613"/>
                  <a:pt x="516060" y="33820"/>
                  <a:pt x="518129" y="33284"/>
                </a:cubicBezTo>
                <a:cubicBezTo>
                  <a:pt x="520197" y="32746"/>
                  <a:pt x="522380" y="32478"/>
                  <a:pt x="524679" y="32478"/>
                </a:cubicBezTo>
                <a:cubicBezTo>
                  <a:pt x="529684" y="32478"/>
                  <a:pt x="533948" y="33449"/>
                  <a:pt x="537472" y="35391"/>
                </a:cubicBezTo>
                <a:cubicBezTo>
                  <a:pt x="540996" y="37333"/>
                  <a:pt x="543869" y="39991"/>
                  <a:pt x="546091" y="43366"/>
                </a:cubicBezTo>
                <a:cubicBezTo>
                  <a:pt x="548312" y="46740"/>
                  <a:pt x="549934" y="50663"/>
                  <a:pt x="550955" y="55136"/>
                </a:cubicBezTo>
                <a:cubicBezTo>
                  <a:pt x="551977" y="59608"/>
                  <a:pt x="552487" y="64349"/>
                  <a:pt x="552487" y="69360"/>
                </a:cubicBezTo>
                <a:moveTo>
                  <a:pt x="539158" y="70815"/>
                </a:moveTo>
                <a:cubicBezTo>
                  <a:pt x="539158" y="67287"/>
                  <a:pt x="538889" y="63873"/>
                  <a:pt x="538353" y="60575"/>
                </a:cubicBezTo>
                <a:cubicBezTo>
                  <a:pt x="537817" y="57276"/>
                  <a:pt x="536898" y="54349"/>
                  <a:pt x="535595" y="51792"/>
                </a:cubicBezTo>
                <a:cubicBezTo>
                  <a:pt x="534293" y="49236"/>
                  <a:pt x="532544" y="47191"/>
                  <a:pt x="530348" y="45657"/>
                </a:cubicBezTo>
                <a:cubicBezTo>
                  <a:pt x="528152" y="44122"/>
                  <a:pt x="525419" y="43354"/>
                  <a:pt x="522151" y="43354"/>
                </a:cubicBezTo>
                <a:cubicBezTo>
                  <a:pt x="520516" y="43354"/>
                  <a:pt x="518907" y="43598"/>
                  <a:pt x="517324" y="44085"/>
                </a:cubicBezTo>
                <a:cubicBezTo>
                  <a:pt x="515741" y="44570"/>
                  <a:pt x="514132" y="45336"/>
                  <a:pt x="512498" y="46385"/>
                </a:cubicBezTo>
                <a:cubicBezTo>
                  <a:pt x="510864" y="47433"/>
                  <a:pt x="509153" y="48814"/>
                  <a:pt x="507365" y="50528"/>
                </a:cubicBezTo>
                <a:cubicBezTo>
                  <a:pt x="505578" y="52242"/>
                  <a:pt x="503688" y="54353"/>
                  <a:pt x="501696" y="56860"/>
                </a:cubicBezTo>
                <a:lnTo>
                  <a:pt x="501696" y="84311"/>
                </a:lnTo>
                <a:cubicBezTo>
                  <a:pt x="505169" y="88557"/>
                  <a:pt x="508463" y="91806"/>
                  <a:pt x="511579" y="94058"/>
                </a:cubicBezTo>
                <a:cubicBezTo>
                  <a:pt x="514694" y="96308"/>
                  <a:pt x="517963" y="97433"/>
                  <a:pt x="521384" y="97433"/>
                </a:cubicBezTo>
                <a:cubicBezTo>
                  <a:pt x="524551" y="97433"/>
                  <a:pt x="527271" y="96666"/>
                  <a:pt x="529543" y="95132"/>
                </a:cubicBezTo>
                <a:cubicBezTo>
                  <a:pt x="531816" y="93597"/>
                  <a:pt x="533655" y="91551"/>
                  <a:pt x="535059" y="88995"/>
                </a:cubicBezTo>
                <a:cubicBezTo>
                  <a:pt x="536464" y="86438"/>
                  <a:pt x="537498" y="83575"/>
                  <a:pt x="538162" y="80404"/>
                </a:cubicBezTo>
                <a:cubicBezTo>
                  <a:pt x="538826" y="77233"/>
                  <a:pt x="539158" y="74037"/>
                  <a:pt x="539158" y="70815"/>
                </a:cubicBezTo>
                <a:close/>
                <a:moveTo>
                  <a:pt x="614749" y="40444"/>
                </a:moveTo>
                <a:cubicBezTo>
                  <a:pt x="614749" y="41567"/>
                  <a:pt x="614724" y="42512"/>
                  <a:pt x="614673" y="43278"/>
                </a:cubicBezTo>
                <a:cubicBezTo>
                  <a:pt x="614622" y="44044"/>
                  <a:pt x="614519" y="44644"/>
                  <a:pt x="614366" y="45078"/>
                </a:cubicBezTo>
                <a:cubicBezTo>
                  <a:pt x="614213" y="45512"/>
                  <a:pt x="614021" y="45844"/>
                  <a:pt x="613792" y="46074"/>
                </a:cubicBezTo>
                <a:cubicBezTo>
                  <a:pt x="613562" y="46304"/>
                  <a:pt x="613243" y="46418"/>
                  <a:pt x="612834" y="46418"/>
                </a:cubicBezTo>
                <a:cubicBezTo>
                  <a:pt x="612425" y="46418"/>
                  <a:pt x="611928" y="46304"/>
                  <a:pt x="611340" y="46074"/>
                </a:cubicBezTo>
                <a:cubicBezTo>
                  <a:pt x="610753" y="45844"/>
                  <a:pt x="610089" y="45614"/>
                  <a:pt x="609348" y="45384"/>
                </a:cubicBezTo>
                <a:cubicBezTo>
                  <a:pt x="608608" y="45155"/>
                  <a:pt x="607778" y="44938"/>
                  <a:pt x="606859" y="44733"/>
                </a:cubicBezTo>
                <a:cubicBezTo>
                  <a:pt x="605939" y="44529"/>
                  <a:pt x="604943" y="44427"/>
                  <a:pt x="603871" y="44427"/>
                </a:cubicBezTo>
                <a:cubicBezTo>
                  <a:pt x="602594" y="44427"/>
                  <a:pt x="601343" y="44682"/>
                  <a:pt x="600117" y="45193"/>
                </a:cubicBezTo>
                <a:cubicBezTo>
                  <a:pt x="598891" y="45704"/>
                  <a:pt x="597602" y="46546"/>
                  <a:pt x="596248" y="47721"/>
                </a:cubicBezTo>
                <a:cubicBezTo>
                  <a:pt x="594895" y="48895"/>
                  <a:pt x="593478" y="50453"/>
                  <a:pt x="591997" y="52393"/>
                </a:cubicBezTo>
                <a:cubicBezTo>
                  <a:pt x="590515" y="54334"/>
                  <a:pt x="588881" y="56708"/>
                  <a:pt x="587094" y="59517"/>
                </a:cubicBezTo>
                <a:lnTo>
                  <a:pt x="587094" y="104863"/>
                </a:lnTo>
                <a:cubicBezTo>
                  <a:pt x="587094" y="105271"/>
                  <a:pt x="586991" y="105616"/>
                  <a:pt x="586787" y="105897"/>
                </a:cubicBezTo>
                <a:cubicBezTo>
                  <a:pt x="586583" y="106178"/>
                  <a:pt x="586251" y="106420"/>
                  <a:pt x="585791" y="106624"/>
                </a:cubicBezTo>
                <a:cubicBezTo>
                  <a:pt x="585332" y="106829"/>
                  <a:pt x="584693" y="106982"/>
                  <a:pt x="583876" y="107084"/>
                </a:cubicBezTo>
                <a:cubicBezTo>
                  <a:pt x="583059" y="107186"/>
                  <a:pt x="582012" y="107237"/>
                  <a:pt x="580735" y="107237"/>
                </a:cubicBezTo>
                <a:cubicBezTo>
                  <a:pt x="579509" y="107237"/>
                  <a:pt x="578488" y="107186"/>
                  <a:pt x="577671" y="107084"/>
                </a:cubicBezTo>
                <a:cubicBezTo>
                  <a:pt x="576854" y="106982"/>
                  <a:pt x="576202" y="106829"/>
                  <a:pt x="575717" y="106624"/>
                </a:cubicBezTo>
                <a:cubicBezTo>
                  <a:pt x="575232" y="106420"/>
                  <a:pt x="574900" y="106178"/>
                  <a:pt x="574721" y="105897"/>
                </a:cubicBezTo>
                <a:cubicBezTo>
                  <a:pt x="574543" y="105616"/>
                  <a:pt x="574453" y="105271"/>
                  <a:pt x="574453" y="104863"/>
                </a:cubicBezTo>
                <a:lnTo>
                  <a:pt x="574453" y="35924"/>
                </a:lnTo>
                <a:cubicBezTo>
                  <a:pt x="574453" y="35516"/>
                  <a:pt x="574530" y="35171"/>
                  <a:pt x="574683" y="34890"/>
                </a:cubicBezTo>
                <a:cubicBezTo>
                  <a:pt x="574836" y="34610"/>
                  <a:pt x="575143" y="34354"/>
                  <a:pt x="575602" y="34124"/>
                </a:cubicBezTo>
                <a:cubicBezTo>
                  <a:pt x="576062" y="33895"/>
                  <a:pt x="576649" y="33741"/>
                  <a:pt x="577364" y="33665"/>
                </a:cubicBezTo>
                <a:cubicBezTo>
                  <a:pt x="578079" y="33588"/>
                  <a:pt x="579024" y="33550"/>
                  <a:pt x="580199" y="33550"/>
                </a:cubicBezTo>
                <a:cubicBezTo>
                  <a:pt x="581322" y="33550"/>
                  <a:pt x="582255" y="33588"/>
                  <a:pt x="582995" y="33665"/>
                </a:cubicBezTo>
                <a:cubicBezTo>
                  <a:pt x="583736" y="33741"/>
                  <a:pt x="584310" y="33895"/>
                  <a:pt x="584719" y="34124"/>
                </a:cubicBezTo>
                <a:cubicBezTo>
                  <a:pt x="585127" y="34354"/>
                  <a:pt x="585421" y="34610"/>
                  <a:pt x="585600" y="34890"/>
                </a:cubicBezTo>
                <a:cubicBezTo>
                  <a:pt x="585779" y="35171"/>
                  <a:pt x="585868" y="35516"/>
                  <a:pt x="585868" y="35924"/>
                </a:cubicBezTo>
                <a:lnTo>
                  <a:pt x="585868" y="45959"/>
                </a:lnTo>
                <a:cubicBezTo>
                  <a:pt x="587758" y="43201"/>
                  <a:pt x="589532" y="40954"/>
                  <a:pt x="591192" y="39218"/>
                </a:cubicBezTo>
                <a:cubicBezTo>
                  <a:pt x="592852" y="37482"/>
                  <a:pt x="594423" y="36116"/>
                  <a:pt x="595904" y="35120"/>
                </a:cubicBezTo>
                <a:cubicBezTo>
                  <a:pt x="597385" y="34124"/>
                  <a:pt x="598853" y="33435"/>
                  <a:pt x="600309" y="33052"/>
                </a:cubicBezTo>
                <a:cubicBezTo>
                  <a:pt x="601764" y="32669"/>
                  <a:pt x="603232" y="32478"/>
                  <a:pt x="604714" y="32478"/>
                </a:cubicBezTo>
                <a:cubicBezTo>
                  <a:pt x="605377" y="32478"/>
                  <a:pt x="606131" y="32516"/>
                  <a:pt x="606974" y="32592"/>
                </a:cubicBezTo>
                <a:cubicBezTo>
                  <a:pt x="607816" y="32669"/>
                  <a:pt x="608697" y="32809"/>
                  <a:pt x="609616" y="33014"/>
                </a:cubicBezTo>
                <a:cubicBezTo>
                  <a:pt x="610536" y="33218"/>
                  <a:pt x="611366" y="33448"/>
                  <a:pt x="612106" y="33703"/>
                </a:cubicBezTo>
                <a:cubicBezTo>
                  <a:pt x="612847" y="33958"/>
                  <a:pt x="613370" y="34214"/>
                  <a:pt x="613677" y="34469"/>
                </a:cubicBezTo>
                <a:cubicBezTo>
                  <a:pt x="613983" y="34724"/>
                  <a:pt x="614187" y="34967"/>
                  <a:pt x="614290" y="35197"/>
                </a:cubicBezTo>
                <a:cubicBezTo>
                  <a:pt x="614392" y="35427"/>
                  <a:pt x="614481" y="35720"/>
                  <a:pt x="614558" y="36078"/>
                </a:cubicBezTo>
                <a:cubicBezTo>
                  <a:pt x="614634" y="36435"/>
                  <a:pt x="614685" y="36959"/>
                  <a:pt x="614711" y="37648"/>
                </a:cubicBezTo>
                <a:cubicBezTo>
                  <a:pt x="614736" y="38337"/>
                  <a:pt x="614749" y="39269"/>
                  <a:pt x="614749" y="40444"/>
                </a:cubicBezTo>
                <a:close/>
                <a:moveTo>
                  <a:pt x="692122" y="69666"/>
                </a:moveTo>
                <a:cubicBezTo>
                  <a:pt x="692122" y="75288"/>
                  <a:pt x="691381" y="80463"/>
                  <a:pt x="689900" y="85191"/>
                </a:cubicBezTo>
                <a:cubicBezTo>
                  <a:pt x="688419" y="89920"/>
                  <a:pt x="686210" y="93997"/>
                  <a:pt x="683274" y="97423"/>
                </a:cubicBezTo>
                <a:cubicBezTo>
                  <a:pt x="680337" y="100848"/>
                  <a:pt x="676660" y="103518"/>
                  <a:pt x="672242" y="105435"/>
                </a:cubicBezTo>
                <a:cubicBezTo>
                  <a:pt x="667824" y="107351"/>
                  <a:pt x="662704" y="108310"/>
                  <a:pt x="656882" y="108310"/>
                </a:cubicBezTo>
                <a:cubicBezTo>
                  <a:pt x="651213" y="108310"/>
                  <a:pt x="646272" y="107466"/>
                  <a:pt x="642058" y="105779"/>
                </a:cubicBezTo>
                <a:cubicBezTo>
                  <a:pt x="637845" y="104093"/>
                  <a:pt x="634334" y="101639"/>
                  <a:pt x="631525" y="98419"/>
                </a:cubicBezTo>
                <a:cubicBezTo>
                  <a:pt x="628716" y="95199"/>
                  <a:pt x="626622" y="91288"/>
                  <a:pt x="625243" y="86687"/>
                </a:cubicBezTo>
                <a:cubicBezTo>
                  <a:pt x="623864" y="82087"/>
                  <a:pt x="623174" y="76873"/>
                  <a:pt x="623174" y="71045"/>
                </a:cubicBezTo>
                <a:cubicBezTo>
                  <a:pt x="623174" y="65423"/>
                  <a:pt x="623902" y="60248"/>
                  <a:pt x="625358" y="55519"/>
                </a:cubicBezTo>
                <a:cubicBezTo>
                  <a:pt x="626813" y="50791"/>
                  <a:pt x="629009" y="46714"/>
                  <a:pt x="631946" y="43290"/>
                </a:cubicBezTo>
                <a:cubicBezTo>
                  <a:pt x="634883" y="39864"/>
                  <a:pt x="638547" y="37205"/>
                  <a:pt x="642939" y="35314"/>
                </a:cubicBezTo>
                <a:cubicBezTo>
                  <a:pt x="647332" y="33423"/>
                  <a:pt x="652464" y="32478"/>
                  <a:pt x="658338" y="32478"/>
                </a:cubicBezTo>
                <a:cubicBezTo>
                  <a:pt x="664007" y="32478"/>
                  <a:pt x="668948" y="33321"/>
                  <a:pt x="673161" y="35008"/>
                </a:cubicBezTo>
                <a:cubicBezTo>
                  <a:pt x="677375" y="36694"/>
                  <a:pt x="680886" y="39148"/>
                  <a:pt x="683695" y="42368"/>
                </a:cubicBezTo>
                <a:cubicBezTo>
                  <a:pt x="686504" y="45589"/>
                  <a:pt x="688611" y="49499"/>
                  <a:pt x="690015" y="54100"/>
                </a:cubicBezTo>
                <a:cubicBezTo>
                  <a:pt x="691420" y="58700"/>
                  <a:pt x="692122" y="63889"/>
                  <a:pt x="692122" y="69666"/>
                </a:cubicBezTo>
                <a:moveTo>
                  <a:pt x="678792" y="70508"/>
                </a:moveTo>
                <a:cubicBezTo>
                  <a:pt x="678792" y="66776"/>
                  <a:pt x="678447" y="63248"/>
                  <a:pt x="677758" y="59924"/>
                </a:cubicBezTo>
                <a:cubicBezTo>
                  <a:pt x="677068" y="56600"/>
                  <a:pt x="675932" y="53685"/>
                  <a:pt x="674349" y="51179"/>
                </a:cubicBezTo>
                <a:cubicBezTo>
                  <a:pt x="672766" y="48674"/>
                  <a:pt x="670621" y="46693"/>
                  <a:pt x="667914" y="45236"/>
                </a:cubicBezTo>
                <a:cubicBezTo>
                  <a:pt x="665207" y="43777"/>
                  <a:pt x="661836" y="43048"/>
                  <a:pt x="657801" y="43048"/>
                </a:cubicBezTo>
                <a:cubicBezTo>
                  <a:pt x="654073" y="43048"/>
                  <a:pt x="650868" y="43713"/>
                  <a:pt x="648187" y="45042"/>
                </a:cubicBezTo>
                <a:cubicBezTo>
                  <a:pt x="645506" y="46371"/>
                  <a:pt x="643297" y="48251"/>
                  <a:pt x="641560" y="50682"/>
                </a:cubicBezTo>
                <a:cubicBezTo>
                  <a:pt x="639824" y="53110"/>
                  <a:pt x="638534" y="55987"/>
                  <a:pt x="637692" y="59311"/>
                </a:cubicBezTo>
                <a:cubicBezTo>
                  <a:pt x="636849" y="62633"/>
                  <a:pt x="636428" y="66264"/>
                  <a:pt x="636428" y="70202"/>
                </a:cubicBezTo>
                <a:cubicBezTo>
                  <a:pt x="636428" y="73986"/>
                  <a:pt x="636772" y="77540"/>
                  <a:pt x="637462" y="80864"/>
                </a:cubicBezTo>
                <a:cubicBezTo>
                  <a:pt x="638151" y="84188"/>
                  <a:pt x="639301" y="87090"/>
                  <a:pt x="640909" y="89569"/>
                </a:cubicBezTo>
                <a:cubicBezTo>
                  <a:pt x="642518" y="92049"/>
                  <a:pt x="644676" y="94019"/>
                  <a:pt x="647383" y="95477"/>
                </a:cubicBezTo>
                <a:cubicBezTo>
                  <a:pt x="650090" y="96934"/>
                  <a:pt x="653460" y="97663"/>
                  <a:pt x="657495" y="97663"/>
                </a:cubicBezTo>
                <a:cubicBezTo>
                  <a:pt x="661172" y="97663"/>
                  <a:pt x="664364" y="96998"/>
                  <a:pt x="667071" y="95669"/>
                </a:cubicBezTo>
                <a:cubicBezTo>
                  <a:pt x="669778" y="94339"/>
                  <a:pt x="672000" y="92473"/>
                  <a:pt x="673736" y="90070"/>
                </a:cubicBezTo>
                <a:cubicBezTo>
                  <a:pt x="675472" y="87665"/>
                  <a:pt x="676749" y="84801"/>
                  <a:pt x="677566" y="81479"/>
                </a:cubicBezTo>
                <a:cubicBezTo>
                  <a:pt x="678384" y="78155"/>
                  <a:pt x="678792" y="74498"/>
                  <a:pt x="678792" y="70508"/>
                </a:cubicBezTo>
                <a:close/>
                <a:moveTo>
                  <a:pt x="762964" y="94445"/>
                </a:moveTo>
                <a:cubicBezTo>
                  <a:pt x="762964" y="95313"/>
                  <a:pt x="762938" y="96067"/>
                  <a:pt x="762887" y="96705"/>
                </a:cubicBezTo>
                <a:cubicBezTo>
                  <a:pt x="762836" y="97343"/>
                  <a:pt x="762747" y="97880"/>
                  <a:pt x="762619" y="98314"/>
                </a:cubicBezTo>
                <a:cubicBezTo>
                  <a:pt x="762492" y="98748"/>
                  <a:pt x="762338" y="99131"/>
                  <a:pt x="762160" y="99463"/>
                </a:cubicBezTo>
                <a:cubicBezTo>
                  <a:pt x="761981" y="99794"/>
                  <a:pt x="761572" y="100280"/>
                  <a:pt x="760934" y="100918"/>
                </a:cubicBezTo>
                <a:cubicBezTo>
                  <a:pt x="760295" y="101556"/>
                  <a:pt x="759210" y="102348"/>
                  <a:pt x="757678" y="103292"/>
                </a:cubicBezTo>
                <a:cubicBezTo>
                  <a:pt x="756146" y="104237"/>
                  <a:pt x="754422" y="105080"/>
                  <a:pt x="752507" y="105820"/>
                </a:cubicBezTo>
                <a:cubicBezTo>
                  <a:pt x="750592" y="106561"/>
                  <a:pt x="748510" y="107161"/>
                  <a:pt x="746263" y="107620"/>
                </a:cubicBezTo>
                <a:cubicBezTo>
                  <a:pt x="744016" y="108080"/>
                  <a:pt x="741692" y="108310"/>
                  <a:pt x="739292" y="108310"/>
                </a:cubicBezTo>
                <a:cubicBezTo>
                  <a:pt x="734338" y="108310"/>
                  <a:pt x="729946" y="107491"/>
                  <a:pt x="726115" y="105854"/>
                </a:cubicBezTo>
                <a:cubicBezTo>
                  <a:pt x="722285" y="104216"/>
                  <a:pt x="719080" y="101824"/>
                  <a:pt x="716501" y="98677"/>
                </a:cubicBezTo>
                <a:cubicBezTo>
                  <a:pt x="713922" y="95531"/>
                  <a:pt x="711956" y="91667"/>
                  <a:pt x="710602" y="87087"/>
                </a:cubicBezTo>
                <a:cubicBezTo>
                  <a:pt x="709249" y="82507"/>
                  <a:pt x="708572" y="77224"/>
                  <a:pt x="708572" y="71239"/>
                </a:cubicBezTo>
                <a:cubicBezTo>
                  <a:pt x="708572" y="64433"/>
                  <a:pt x="709402" y="58586"/>
                  <a:pt x="711062" y="53700"/>
                </a:cubicBezTo>
                <a:cubicBezTo>
                  <a:pt x="712722" y="48814"/>
                  <a:pt x="714994" y="44810"/>
                  <a:pt x="717880" y="41688"/>
                </a:cubicBezTo>
                <a:cubicBezTo>
                  <a:pt x="720766" y="38567"/>
                  <a:pt x="724162" y="36252"/>
                  <a:pt x="728069" y="34742"/>
                </a:cubicBezTo>
                <a:cubicBezTo>
                  <a:pt x="731976" y="33232"/>
                  <a:pt x="736202" y="32478"/>
                  <a:pt x="740748" y="32478"/>
                </a:cubicBezTo>
                <a:cubicBezTo>
                  <a:pt x="742944" y="32478"/>
                  <a:pt x="745076" y="32682"/>
                  <a:pt x="747144" y="33090"/>
                </a:cubicBezTo>
                <a:cubicBezTo>
                  <a:pt x="749213" y="33499"/>
                  <a:pt x="751115" y="34035"/>
                  <a:pt x="752852" y="34699"/>
                </a:cubicBezTo>
                <a:cubicBezTo>
                  <a:pt x="754588" y="35363"/>
                  <a:pt x="756133" y="36129"/>
                  <a:pt x="757486" y="36997"/>
                </a:cubicBezTo>
                <a:cubicBezTo>
                  <a:pt x="758840" y="37865"/>
                  <a:pt x="759823" y="38605"/>
                  <a:pt x="760436" y="39218"/>
                </a:cubicBezTo>
                <a:cubicBezTo>
                  <a:pt x="761049" y="39831"/>
                  <a:pt x="761470" y="40316"/>
                  <a:pt x="761700" y="40674"/>
                </a:cubicBezTo>
                <a:cubicBezTo>
                  <a:pt x="761930" y="41031"/>
                  <a:pt x="762121" y="41452"/>
                  <a:pt x="762274" y="41937"/>
                </a:cubicBezTo>
                <a:cubicBezTo>
                  <a:pt x="762428" y="42423"/>
                  <a:pt x="762530" y="42972"/>
                  <a:pt x="762581" y="43584"/>
                </a:cubicBezTo>
                <a:cubicBezTo>
                  <a:pt x="762632" y="44197"/>
                  <a:pt x="762658" y="44963"/>
                  <a:pt x="762658" y="45882"/>
                </a:cubicBezTo>
                <a:cubicBezTo>
                  <a:pt x="762658" y="47874"/>
                  <a:pt x="762428" y="49265"/>
                  <a:pt x="761968" y="50057"/>
                </a:cubicBezTo>
                <a:cubicBezTo>
                  <a:pt x="761508" y="50848"/>
                  <a:pt x="760947" y="51244"/>
                  <a:pt x="760283" y="51244"/>
                </a:cubicBezTo>
                <a:cubicBezTo>
                  <a:pt x="759517" y="51244"/>
                  <a:pt x="758636" y="50823"/>
                  <a:pt x="757640" y="49980"/>
                </a:cubicBezTo>
                <a:cubicBezTo>
                  <a:pt x="756644" y="49138"/>
                  <a:pt x="755380" y="48206"/>
                  <a:pt x="753848" y="47184"/>
                </a:cubicBezTo>
                <a:cubicBezTo>
                  <a:pt x="752315" y="46163"/>
                  <a:pt x="750464" y="45231"/>
                  <a:pt x="748293" y="44389"/>
                </a:cubicBezTo>
                <a:cubicBezTo>
                  <a:pt x="746123" y="43546"/>
                  <a:pt x="743556" y="43125"/>
                  <a:pt x="740594" y="43125"/>
                </a:cubicBezTo>
                <a:cubicBezTo>
                  <a:pt x="734517" y="43125"/>
                  <a:pt x="729856" y="45468"/>
                  <a:pt x="726613" y="50155"/>
                </a:cubicBezTo>
                <a:cubicBezTo>
                  <a:pt x="723370" y="54840"/>
                  <a:pt x="721749" y="61637"/>
                  <a:pt x="721749" y="70547"/>
                </a:cubicBezTo>
                <a:cubicBezTo>
                  <a:pt x="721749" y="75002"/>
                  <a:pt x="722170" y="78907"/>
                  <a:pt x="723013" y="82262"/>
                </a:cubicBezTo>
                <a:cubicBezTo>
                  <a:pt x="723855" y="85616"/>
                  <a:pt x="725094" y="88420"/>
                  <a:pt x="726728" y="90673"/>
                </a:cubicBezTo>
                <a:cubicBezTo>
                  <a:pt x="728363" y="92926"/>
                  <a:pt x="730367" y="94603"/>
                  <a:pt x="732742" y="95704"/>
                </a:cubicBezTo>
                <a:cubicBezTo>
                  <a:pt x="735117" y="96806"/>
                  <a:pt x="737836" y="97356"/>
                  <a:pt x="740901" y="97356"/>
                </a:cubicBezTo>
                <a:cubicBezTo>
                  <a:pt x="743812" y="97356"/>
                  <a:pt x="746365" y="96897"/>
                  <a:pt x="748562" y="95977"/>
                </a:cubicBezTo>
                <a:cubicBezTo>
                  <a:pt x="750758" y="95058"/>
                  <a:pt x="752660" y="94050"/>
                  <a:pt x="754269" y="92952"/>
                </a:cubicBezTo>
                <a:cubicBezTo>
                  <a:pt x="755878" y="91854"/>
                  <a:pt x="757231" y="90858"/>
                  <a:pt x="758329" y="89964"/>
                </a:cubicBezTo>
                <a:cubicBezTo>
                  <a:pt x="759427" y="89071"/>
                  <a:pt x="760283" y="88624"/>
                  <a:pt x="760896" y="88624"/>
                </a:cubicBezTo>
                <a:cubicBezTo>
                  <a:pt x="761253" y="88624"/>
                  <a:pt x="761559" y="88726"/>
                  <a:pt x="761815" y="88930"/>
                </a:cubicBezTo>
                <a:cubicBezTo>
                  <a:pt x="762070" y="89135"/>
                  <a:pt x="762287" y="89479"/>
                  <a:pt x="762466" y="89964"/>
                </a:cubicBezTo>
                <a:cubicBezTo>
                  <a:pt x="762645" y="90450"/>
                  <a:pt x="762772" y="91062"/>
                  <a:pt x="762849" y="91803"/>
                </a:cubicBezTo>
                <a:cubicBezTo>
                  <a:pt x="762926" y="92543"/>
                  <a:pt x="762964" y="93424"/>
                  <a:pt x="762964" y="94445"/>
                </a:cubicBezTo>
                <a:close/>
                <a:moveTo>
                  <a:pt x="840686" y="67406"/>
                </a:moveTo>
                <a:cubicBezTo>
                  <a:pt x="840686" y="69398"/>
                  <a:pt x="840188" y="70815"/>
                  <a:pt x="839192" y="71657"/>
                </a:cubicBezTo>
                <a:cubicBezTo>
                  <a:pt x="838196" y="72500"/>
                  <a:pt x="837060" y="72921"/>
                  <a:pt x="835783" y="72921"/>
                </a:cubicBezTo>
                <a:lnTo>
                  <a:pt x="790584" y="72921"/>
                </a:lnTo>
                <a:cubicBezTo>
                  <a:pt x="790584" y="76762"/>
                  <a:pt x="790967" y="80220"/>
                  <a:pt x="791733" y="83293"/>
                </a:cubicBezTo>
                <a:cubicBezTo>
                  <a:pt x="792499" y="86367"/>
                  <a:pt x="793776" y="89005"/>
                  <a:pt x="795564" y="91207"/>
                </a:cubicBezTo>
                <a:cubicBezTo>
                  <a:pt x="797351" y="93409"/>
                  <a:pt x="799675" y="95100"/>
                  <a:pt x="802535" y="96279"/>
                </a:cubicBezTo>
                <a:cubicBezTo>
                  <a:pt x="805395" y="97457"/>
                  <a:pt x="808894" y="98045"/>
                  <a:pt x="813030" y="98045"/>
                </a:cubicBezTo>
                <a:cubicBezTo>
                  <a:pt x="816299" y="98045"/>
                  <a:pt x="819210" y="97777"/>
                  <a:pt x="821764" y="97241"/>
                </a:cubicBezTo>
                <a:cubicBezTo>
                  <a:pt x="824317" y="96705"/>
                  <a:pt x="826526" y="96105"/>
                  <a:pt x="828390" y="95441"/>
                </a:cubicBezTo>
                <a:cubicBezTo>
                  <a:pt x="830255" y="94777"/>
                  <a:pt x="831787" y="94177"/>
                  <a:pt x="832987" y="93641"/>
                </a:cubicBezTo>
                <a:cubicBezTo>
                  <a:pt x="834187" y="93105"/>
                  <a:pt x="835094" y="92837"/>
                  <a:pt x="835707" y="92837"/>
                </a:cubicBezTo>
                <a:cubicBezTo>
                  <a:pt x="836064" y="92837"/>
                  <a:pt x="836383" y="92926"/>
                  <a:pt x="836664" y="93105"/>
                </a:cubicBezTo>
                <a:cubicBezTo>
                  <a:pt x="836945" y="93284"/>
                  <a:pt x="837162" y="93552"/>
                  <a:pt x="837315" y="93909"/>
                </a:cubicBezTo>
                <a:cubicBezTo>
                  <a:pt x="837469" y="94267"/>
                  <a:pt x="837583" y="94765"/>
                  <a:pt x="837660" y="95403"/>
                </a:cubicBezTo>
                <a:cubicBezTo>
                  <a:pt x="837737" y="96041"/>
                  <a:pt x="837775" y="96820"/>
                  <a:pt x="837775" y="97739"/>
                </a:cubicBezTo>
                <a:cubicBezTo>
                  <a:pt x="837775" y="98403"/>
                  <a:pt x="837749" y="98977"/>
                  <a:pt x="837698" y="99463"/>
                </a:cubicBezTo>
                <a:cubicBezTo>
                  <a:pt x="837647" y="99948"/>
                  <a:pt x="837583" y="100382"/>
                  <a:pt x="837507" y="100765"/>
                </a:cubicBezTo>
                <a:cubicBezTo>
                  <a:pt x="837430" y="101148"/>
                  <a:pt x="837303" y="101492"/>
                  <a:pt x="837124" y="101799"/>
                </a:cubicBezTo>
                <a:cubicBezTo>
                  <a:pt x="836945" y="102105"/>
                  <a:pt x="836715" y="102399"/>
                  <a:pt x="836434" y="102680"/>
                </a:cubicBezTo>
                <a:cubicBezTo>
                  <a:pt x="836153" y="102961"/>
                  <a:pt x="835324" y="103420"/>
                  <a:pt x="833945" y="104058"/>
                </a:cubicBezTo>
                <a:cubicBezTo>
                  <a:pt x="832566" y="104697"/>
                  <a:pt x="830778" y="105322"/>
                  <a:pt x="828582" y="105935"/>
                </a:cubicBezTo>
                <a:cubicBezTo>
                  <a:pt x="826386" y="106548"/>
                  <a:pt x="823845" y="107097"/>
                  <a:pt x="820959" y="107582"/>
                </a:cubicBezTo>
                <a:cubicBezTo>
                  <a:pt x="818074" y="108067"/>
                  <a:pt x="814997" y="108310"/>
                  <a:pt x="811728" y="108310"/>
                </a:cubicBezTo>
                <a:cubicBezTo>
                  <a:pt x="806059" y="108310"/>
                  <a:pt x="801092" y="107517"/>
                  <a:pt x="796828" y="105933"/>
                </a:cubicBezTo>
                <a:cubicBezTo>
                  <a:pt x="792563" y="104348"/>
                  <a:pt x="788975" y="101997"/>
                  <a:pt x="786064" y="98878"/>
                </a:cubicBezTo>
                <a:cubicBezTo>
                  <a:pt x="783153" y="95760"/>
                  <a:pt x="780957" y="91850"/>
                  <a:pt x="779476" y="87147"/>
                </a:cubicBezTo>
                <a:cubicBezTo>
                  <a:pt x="777995" y="82444"/>
                  <a:pt x="777254" y="76975"/>
                  <a:pt x="777254" y="70738"/>
                </a:cubicBezTo>
                <a:cubicBezTo>
                  <a:pt x="777254" y="64808"/>
                  <a:pt x="778020" y="59479"/>
                  <a:pt x="779553" y="54751"/>
                </a:cubicBezTo>
                <a:cubicBezTo>
                  <a:pt x="781085" y="50023"/>
                  <a:pt x="783294" y="46010"/>
                  <a:pt x="786179" y="42713"/>
                </a:cubicBezTo>
                <a:cubicBezTo>
                  <a:pt x="789065" y="39416"/>
                  <a:pt x="792551" y="36886"/>
                  <a:pt x="796636" y="35123"/>
                </a:cubicBezTo>
                <a:cubicBezTo>
                  <a:pt x="800722" y="33359"/>
                  <a:pt x="805293" y="32478"/>
                  <a:pt x="810349" y="32478"/>
                </a:cubicBezTo>
                <a:cubicBezTo>
                  <a:pt x="815763" y="32478"/>
                  <a:pt x="820372" y="33346"/>
                  <a:pt x="824177" y="35082"/>
                </a:cubicBezTo>
                <a:cubicBezTo>
                  <a:pt x="827982" y="36818"/>
                  <a:pt x="831110" y="39154"/>
                  <a:pt x="833562" y="42091"/>
                </a:cubicBezTo>
                <a:cubicBezTo>
                  <a:pt x="836013" y="45027"/>
                  <a:pt x="837813" y="48474"/>
                  <a:pt x="838962" y="52431"/>
                </a:cubicBezTo>
                <a:cubicBezTo>
                  <a:pt x="840112" y="56389"/>
                  <a:pt x="840686" y="60615"/>
                  <a:pt x="840686" y="65108"/>
                </a:cubicBezTo>
                <a:lnTo>
                  <a:pt x="840686" y="67406"/>
                </a:lnTo>
                <a:moveTo>
                  <a:pt x="827969" y="63653"/>
                </a:moveTo>
                <a:cubicBezTo>
                  <a:pt x="828122" y="57014"/>
                  <a:pt x="826654" y="51806"/>
                  <a:pt x="823564" y="48027"/>
                </a:cubicBezTo>
                <a:cubicBezTo>
                  <a:pt x="820474" y="44248"/>
                  <a:pt x="815891" y="42359"/>
                  <a:pt x="809813" y="42359"/>
                </a:cubicBezTo>
                <a:cubicBezTo>
                  <a:pt x="806698" y="42359"/>
                  <a:pt x="803965" y="42946"/>
                  <a:pt x="801616" y="44120"/>
                </a:cubicBezTo>
                <a:cubicBezTo>
                  <a:pt x="799267" y="45295"/>
                  <a:pt x="797300" y="46852"/>
                  <a:pt x="795717" y="48793"/>
                </a:cubicBezTo>
                <a:cubicBezTo>
                  <a:pt x="794134" y="50733"/>
                  <a:pt x="792908" y="52993"/>
                  <a:pt x="792040" y="55572"/>
                </a:cubicBezTo>
                <a:cubicBezTo>
                  <a:pt x="791172" y="58151"/>
                  <a:pt x="790686" y="60844"/>
                  <a:pt x="790584" y="63653"/>
                </a:cubicBezTo>
                <a:lnTo>
                  <a:pt x="827969" y="63653"/>
                </a:lnTo>
                <a:close/>
                <a:moveTo>
                  <a:pt x="905982" y="86151"/>
                </a:moveTo>
                <a:cubicBezTo>
                  <a:pt x="905982" y="89678"/>
                  <a:pt x="905331" y="92822"/>
                  <a:pt x="904029" y="95582"/>
                </a:cubicBezTo>
                <a:cubicBezTo>
                  <a:pt x="902727" y="98342"/>
                  <a:pt x="900875" y="100667"/>
                  <a:pt x="898475" y="102560"/>
                </a:cubicBezTo>
                <a:cubicBezTo>
                  <a:pt x="896074" y="104451"/>
                  <a:pt x="893214" y="105882"/>
                  <a:pt x="889895" y="106852"/>
                </a:cubicBezTo>
                <a:cubicBezTo>
                  <a:pt x="886575" y="107824"/>
                  <a:pt x="882923" y="108310"/>
                  <a:pt x="878940" y="108310"/>
                </a:cubicBezTo>
                <a:cubicBezTo>
                  <a:pt x="876488" y="108310"/>
                  <a:pt x="874152" y="108118"/>
                  <a:pt x="871930" y="107735"/>
                </a:cubicBezTo>
                <a:cubicBezTo>
                  <a:pt x="869708" y="107352"/>
                  <a:pt x="867717" y="106867"/>
                  <a:pt x="865955" y="106280"/>
                </a:cubicBezTo>
                <a:cubicBezTo>
                  <a:pt x="864193" y="105693"/>
                  <a:pt x="862699" y="105080"/>
                  <a:pt x="861473" y="104441"/>
                </a:cubicBezTo>
                <a:cubicBezTo>
                  <a:pt x="860247" y="103803"/>
                  <a:pt x="859353" y="103229"/>
                  <a:pt x="858792" y="102718"/>
                </a:cubicBezTo>
                <a:cubicBezTo>
                  <a:pt x="858230" y="102207"/>
                  <a:pt x="857821" y="101492"/>
                  <a:pt x="857566" y="100573"/>
                </a:cubicBezTo>
                <a:cubicBezTo>
                  <a:pt x="857311" y="99654"/>
                  <a:pt x="857183" y="98403"/>
                  <a:pt x="857183" y="96820"/>
                </a:cubicBezTo>
                <a:cubicBezTo>
                  <a:pt x="857183" y="95850"/>
                  <a:pt x="857234" y="95033"/>
                  <a:pt x="857336" y="94369"/>
                </a:cubicBezTo>
                <a:cubicBezTo>
                  <a:pt x="857438" y="93705"/>
                  <a:pt x="857566" y="93169"/>
                  <a:pt x="857719" y="92760"/>
                </a:cubicBezTo>
                <a:cubicBezTo>
                  <a:pt x="857872" y="92352"/>
                  <a:pt x="858089" y="92058"/>
                  <a:pt x="858370" y="91879"/>
                </a:cubicBezTo>
                <a:cubicBezTo>
                  <a:pt x="858651" y="91701"/>
                  <a:pt x="858970" y="91611"/>
                  <a:pt x="859328" y="91611"/>
                </a:cubicBezTo>
                <a:cubicBezTo>
                  <a:pt x="859890" y="91611"/>
                  <a:pt x="860720" y="91956"/>
                  <a:pt x="861818" y="92645"/>
                </a:cubicBezTo>
                <a:cubicBezTo>
                  <a:pt x="862916" y="93335"/>
                  <a:pt x="864269" y="94088"/>
                  <a:pt x="865878" y="94905"/>
                </a:cubicBezTo>
                <a:cubicBezTo>
                  <a:pt x="867487" y="95722"/>
                  <a:pt x="869389" y="96475"/>
                  <a:pt x="871585" y="97165"/>
                </a:cubicBezTo>
                <a:cubicBezTo>
                  <a:pt x="873781" y="97854"/>
                  <a:pt x="876309" y="98199"/>
                  <a:pt x="879170" y="98199"/>
                </a:cubicBezTo>
                <a:cubicBezTo>
                  <a:pt x="881315" y="98199"/>
                  <a:pt x="883255" y="97969"/>
                  <a:pt x="884992" y="97509"/>
                </a:cubicBezTo>
                <a:cubicBezTo>
                  <a:pt x="886728" y="97048"/>
                  <a:pt x="888235" y="96370"/>
                  <a:pt x="889512" y="95475"/>
                </a:cubicBezTo>
                <a:cubicBezTo>
                  <a:pt x="890788" y="94579"/>
                  <a:pt x="891772" y="93441"/>
                  <a:pt x="892461" y="92059"/>
                </a:cubicBezTo>
                <a:cubicBezTo>
                  <a:pt x="893151" y="90677"/>
                  <a:pt x="893495" y="89040"/>
                  <a:pt x="893495" y="87147"/>
                </a:cubicBezTo>
                <a:cubicBezTo>
                  <a:pt x="893495" y="85205"/>
                  <a:pt x="892997" y="83569"/>
                  <a:pt x="892001" y="82240"/>
                </a:cubicBezTo>
                <a:cubicBezTo>
                  <a:pt x="891005" y="80911"/>
                  <a:pt x="889690" y="79735"/>
                  <a:pt x="888056" y="78714"/>
                </a:cubicBezTo>
                <a:cubicBezTo>
                  <a:pt x="886422" y="77691"/>
                  <a:pt x="884583" y="76784"/>
                  <a:pt x="882540" y="75992"/>
                </a:cubicBezTo>
                <a:cubicBezTo>
                  <a:pt x="880497" y="75199"/>
                  <a:pt x="878391" y="74369"/>
                  <a:pt x="876220" y="73501"/>
                </a:cubicBezTo>
                <a:cubicBezTo>
                  <a:pt x="874050" y="72631"/>
                  <a:pt x="871930" y="71646"/>
                  <a:pt x="869862" y="70547"/>
                </a:cubicBezTo>
                <a:cubicBezTo>
                  <a:pt x="867793" y="69447"/>
                  <a:pt x="865942" y="68105"/>
                  <a:pt x="864307" y="66521"/>
                </a:cubicBezTo>
                <a:cubicBezTo>
                  <a:pt x="862673" y="64936"/>
                  <a:pt x="861358" y="63045"/>
                  <a:pt x="860362" y="60848"/>
                </a:cubicBezTo>
                <a:cubicBezTo>
                  <a:pt x="859366" y="58650"/>
                  <a:pt x="858868" y="56018"/>
                  <a:pt x="858868" y="52951"/>
                </a:cubicBezTo>
                <a:cubicBezTo>
                  <a:pt x="858868" y="50241"/>
                  <a:pt x="859392" y="47647"/>
                  <a:pt x="860439" y="45169"/>
                </a:cubicBezTo>
                <a:cubicBezTo>
                  <a:pt x="861486" y="42689"/>
                  <a:pt x="863056" y="40516"/>
                  <a:pt x="865150" y="38651"/>
                </a:cubicBezTo>
                <a:cubicBezTo>
                  <a:pt x="867244" y="36784"/>
                  <a:pt x="869862" y="35289"/>
                  <a:pt x="873003" y="34165"/>
                </a:cubicBezTo>
                <a:cubicBezTo>
                  <a:pt x="876143" y="33040"/>
                  <a:pt x="879808" y="32478"/>
                  <a:pt x="883996" y="32478"/>
                </a:cubicBezTo>
                <a:cubicBezTo>
                  <a:pt x="885834" y="32478"/>
                  <a:pt x="887673" y="32633"/>
                  <a:pt x="889512" y="32944"/>
                </a:cubicBezTo>
                <a:cubicBezTo>
                  <a:pt x="891350" y="33256"/>
                  <a:pt x="893010" y="33644"/>
                  <a:pt x="894491" y="34110"/>
                </a:cubicBezTo>
                <a:cubicBezTo>
                  <a:pt x="895972" y="34576"/>
                  <a:pt x="897236" y="35081"/>
                  <a:pt x="898283" y="35625"/>
                </a:cubicBezTo>
                <a:cubicBezTo>
                  <a:pt x="899330" y="36169"/>
                  <a:pt x="900122" y="36649"/>
                  <a:pt x="900658" y="37064"/>
                </a:cubicBezTo>
                <a:cubicBezTo>
                  <a:pt x="901194" y="37479"/>
                  <a:pt x="901552" y="37839"/>
                  <a:pt x="901731" y="38146"/>
                </a:cubicBezTo>
                <a:cubicBezTo>
                  <a:pt x="901909" y="38452"/>
                  <a:pt x="902037" y="38797"/>
                  <a:pt x="902114" y="39180"/>
                </a:cubicBezTo>
                <a:cubicBezTo>
                  <a:pt x="902190" y="39563"/>
                  <a:pt x="902267" y="40035"/>
                  <a:pt x="902344" y="40597"/>
                </a:cubicBezTo>
                <a:cubicBezTo>
                  <a:pt x="902420" y="41159"/>
                  <a:pt x="902458" y="41848"/>
                  <a:pt x="902458" y="42665"/>
                </a:cubicBezTo>
                <a:cubicBezTo>
                  <a:pt x="902458" y="43533"/>
                  <a:pt x="902420" y="44286"/>
                  <a:pt x="902344" y="44925"/>
                </a:cubicBezTo>
                <a:cubicBezTo>
                  <a:pt x="902267" y="45563"/>
                  <a:pt x="902139" y="46086"/>
                  <a:pt x="901960" y="46495"/>
                </a:cubicBezTo>
                <a:cubicBezTo>
                  <a:pt x="901782" y="46904"/>
                  <a:pt x="901565" y="47197"/>
                  <a:pt x="901309" y="47376"/>
                </a:cubicBezTo>
                <a:cubicBezTo>
                  <a:pt x="901054" y="47555"/>
                  <a:pt x="900773" y="47644"/>
                  <a:pt x="900467" y="47644"/>
                </a:cubicBezTo>
                <a:cubicBezTo>
                  <a:pt x="900007" y="47644"/>
                  <a:pt x="899343" y="47359"/>
                  <a:pt x="898475" y="46789"/>
                </a:cubicBezTo>
                <a:cubicBezTo>
                  <a:pt x="897607" y="46220"/>
                  <a:pt x="896483" y="45611"/>
                  <a:pt x="895104" y="44963"/>
                </a:cubicBezTo>
                <a:cubicBezTo>
                  <a:pt x="893725" y="44315"/>
                  <a:pt x="892104" y="43706"/>
                  <a:pt x="890239" y="43137"/>
                </a:cubicBezTo>
                <a:cubicBezTo>
                  <a:pt x="888375" y="42567"/>
                  <a:pt x="886243" y="42282"/>
                  <a:pt x="883843" y="42282"/>
                </a:cubicBezTo>
                <a:cubicBezTo>
                  <a:pt x="881698" y="42282"/>
                  <a:pt x="879808" y="42525"/>
                  <a:pt x="878174" y="43012"/>
                </a:cubicBezTo>
                <a:cubicBezTo>
                  <a:pt x="876539" y="43497"/>
                  <a:pt x="875199" y="44187"/>
                  <a:pt x="874152" y="45083"/>
                </a:cubicBezTo>
                <a:cubicBezTo>
                  <a:pt x="873105" y="45978"/>
                  <a:pt x="872313" y="47040"/>
                  <a:pt x="871777" y="48269"/>
                </a:cubicBezTo>
                <a:cubicBezTo>
                  <a:pt x="871241" y="49496"/>
                  <a:pt x="870972" y="50826"/>
                  <a:pt x="870972" y="52259"/>
                </a:cubicBezTo>
                <a:cubicBezTo>
                  <a:pt x="870972" y="54252"/>
                  <a:pt x="871483" y="55926"/>
                  <a:pt x="872505" y="57281"/>
                </a:cubicBezTo>
                <a:cubicBezTo>
                  <a:pt x="873526" y="58636"/>
                  <a:pt x="874854" y="59825"/>
                  <a:pt x="876488" y="60848"/>
                </a:cubicBezTo>
                <a:cubicBezTo>
                  <a:pt x="878123" y="61869"/>
                  <a:pt x="879987" y="62789"/>
                  <a:pt x="882081" y="63607"/>
                </a:cubicBezTo>
                <a:cubicBezTo>
                  <a:pt x="884175" y="64425"/>
                  <a:pt x="886307" y="65268"/>
                  <a:pt x="888477" y="66138"/>
                </a:cubicBezTo>
                <a:cubicBezTo>
                  <a:pt x="890648" y="67006"/>
                  <a:pt x="892793" y="67977"/>
                  <a:pt x="894913" y="69051"/>
                </a:cubicBezTo>
                <a:cubicBezTo>
                  <a:pt x="897032" y="70125"/>
                  <a:pt x="898909" y="71428"/>
                  <a:pt x="900543" y="72962"/>
                </a:cubicBezTo>
                <a:cubicBezTo>
                  <a:pt x="902178" y="74496"/>
                  <a:pt x="903493" y="76336"/>
                  <a:pt x="904489" y="78484"/>
                </a:cubicBezTo>
                <a:cubicBezTo>
                  <a:pt x="905484" y="80631"/>
                  <a:pt x="905982" y="83186"/>
                  <a:pt x="905982" y="86151"/>
                </a:cubicBezTo>
                <a:close/>
                <a:moveTo>
                  <a:pt x="968943" y="86151"/>
                </a:moveTo>
                <a:cubicBezTo>
                  <a:pt x="968943" y="89678"/>
                  <a:pt x="968292" y="92822"/>
                  <a:pt x="966990" y="95582"/>
                </a:cubicBezTo>
                <a:cubicBezTo>
                  <a:pt x="965688" y="98342"/>
                  <a:pt x="963836" y="100667"/>
                  <a:pt x="961436" y="102560"/>
                </a:cubicBezTo>
                <a:cubicBezTo>
                  <a:pt x="959035" y="104451"/>
                  <a:pt x="956175" y="105882"/>
                  <a:pt x="952856" y="106852"/>
                </a:cubicBezTo>
                <a:cubicBezTo>
                  <a:pt x="949536" y="107824"/>
                  <a:pt x="945884" y="108310"/>
                  <a:pt x="941901" y="108310"/>
                </a:cubicBezTo>
                <a:cubicBezTo>
                  <a:pt x="939449" y="108310"/>
                  <a:pt x="937113" y="108118"/>
                  <a:pt x="934891" y="107735"/>
                </a:cubicBezTo>
                <a:cubicBezTo>
                  <a:pt x="932669" y="107352"/>
                  <a:pt x="930678" y="106867"/>
                  <a:pt x="928916" y="106280"/>
                </a:cubicBezTo>
                <a:cubicBezTo>
                  <a:pt x="927154" y="105693"/>
                  <a:pt x="925660" y="105080"/>
                  <a:pt x="924434" y="104441"/>
                </a:cubicBezTo>
                <a:cubicBezTo>
                  <a:pt x="923208" y="103803"/>
                  <a:pt x="922314" y="103229"/>
                  <a:pt x="921753" y="102718"/>
                </a:cubicBezTo>
                <a:cubicBezTo>
                  <a:pt x="921191" y="102207"/>
                  <a:pt x="920782" y="101492"/>
                  <a:pt x="920527" y="100573"/>
                </a:cubicBezTo>
                <a:cubicBezTo>
                  <a:pt x="920272" y="99654"/>
                  <a:pt x="920144" y="98403"/>
                  <a:pt x="920144" y="96820"/>
                </a:cubicBezTo>
                <a:cubicBezTo>
                  <a:pt x="920144" y="95850"/>
                  <a:pt x="920195" y="95033"/>
                  <a:pt x="920297" y="94369"/>
                </a:cubicBezTo>
                <a:cubicBezTo>
                  <a:pt x="920399" y="93705"/>
                  <a:pt x="920527" y="93169"/>
                  <a:pt x="920680" y="92760"/>
                </a:cubicBezTo>
                <a:cubicBezTo>
                  <a:pt x="920833" y="92352"/>
                  <a:pt x="921050" y="92058"/>
                  <a:pt x="921331" y="91879"/>
                </a:cubicBezTo>
                <a:cubicBezTo>
                  <a:pt x="921612" y="91701"/>
                  <a:pt x="921931" y="91611"/>
                  <a:pt x="922289" y="91611"/>
                </a:cubicBezTo>
                <a:cubicBezTo>
                  <a:pt x="922851" y="91611"/>
                  <a:pt x="923681" y="91956"/>
                  <a:pt x="924779" y="92645"/>
                </a:cubicBezTo>
                <a:cubicBezTo>
                  <a:pt x="925877" y="93335"/>
                  <a:pt x="927230" y="94088"/>
                  <a:pt x="928839" y="94905"/>
                </a:cubicBezTo>
                <a:cubicBezTo>
                  <a:pt x="930448" y="95722"/>
                  <a:pt x="932350" y="96475"/>
                  <a:pt x="934546" y="97165"/>
                </a:cubicBezTo>
                <a:cubicBezTo>
                  <a:pt x="936742" y="97854"/>
                  <a:pt x="939270" y="98199"/>
                  <a:pt x="942131" y="98199"/>
                </a:cubicBezTo>
                <a:cubicBezTo>
                  <a:pt x="944276" y="98199"/>
                  <a:pt x="946216" y="97969"/>
                  <a:pt x="947953" y="97509"/>
                </a:cubicBezTo>
                <a:cubicBezTo>
                  <a:pt x="949689" y="97048"/>
                  <a:pt x="951196" y="96370"/>
                  <a:pt x="952473" y="95475"/>
                </a:cubicBezTo>
                <a:cubicBezTo>
                  <a:pt x="953749" y="94579"/>
                  <a:pt x="954733" y="93441"/>
                  <a:pt x="955422" y="92059"/>
                </a:cubicBezTo>
                <a:cubicBezTo>
                  <a:pt x="956112" y="90677"/>
                  <a:pt x="956456" y="89040"/>
                  <a:pt x="956456" y="87147"/>
                </a:cubicBezTo>
                <a:cubicBezTo>
                  <a:pt x="956456" y="85205"/>
                  <a:pt x="955958" y="83569"/>
                  <a:pt x="954962" y="82240"/>
                </a:cubicBezTo>
                <a:cubicBezTo>
                  <a:pt x="953967" y="80911"/>
                  <a:pt x="952651" y="79735"/>
                  <a:pt x="951017" y="78714"/>
                </a:cubicBezTo>
                <a:cubicBezTo>
                  <a:pt x="949383" y="77691"/>
                  <a:pt x="947544" y="76784"/>
                  <a:pt x="945501" y="75992"/>
                </a:cubicBezTo>
                <a:cubicBezTo>
                  <a:pt x="943458" y="75199"/>
                  <a:pt x="941352" y="74369"/>
                  <a:pt x="939181" y="73501"/>
                </a:cubicBezTo>
                <a:cubicBezTo>
                  <a:pt x="937011" y="72631"/>
                  <a:pt x="934891" y="71646"/>
                  <a:pt x="932823" y="70547"/>
                </a:cubicBezTo>
                <a:cubicBezTo>
                  <a:pt x="930754" y="69447"/>
                  <a:pt x="928903" y="68105"/>
                  <a:pt x="927269" y="66521"/>
                </a:cubicBezTo>
                <a:cubicBezTo>
                  <a:pt x="925634" y="64936"/>
                  <a:pt x="924319" y="63045"/>
                  <a:pt x="923323" y="60848"/>
                </a:cubicBezTo>
                <a:cubicBezTo>
                  <a:pt x="922327" y="58650"/>
                  <a:pt x="921829" y="56018"/>
                  <a:pt x="921829" y="52951"/>
                </a:cubicBezTo>
                <a:cubicBezTo>
                  <a:pt x="921829" y="50241"/>
                  <a:pt x="922353" y="47647"/>
                  <a:pt x="923400" y="45169"/>
                </a:cubicBezTo>
                <a:cubicBezTo>
                  <a:pt x="924447" y="42689"/>
                  <a:pt x="926017" y="40516"/>
                  <a:pt x="928111" y="38651"/>
                </a:cubicBezTo>
                <a:cubicBezTo>
                  <a:pt x="930205" y="36784"/>
                  <a:pt x="932823" y="35289"/>
                  <a:pt x="935964" y="34165"/>
                </a:cubicBezTo>
                <a:cubicBezTo>
                  <a:pt x="939104" y="33040"/>
                  <a:pt x="942769" y="32478"/>
                  <a:pt x="946957" y="32478"/>
                </a:cubicBezTo>
                <a:cubicBezTo>
                  <a:pt x="948795" y="32478"/>
                  <a:pt x="950634" y="32633"/>
                  <a:pt x="952473" y="32944"/>
                </a:cubicBezTo>
                <a:cubicBezTo>
                  <a:pt x="954311" y="33256"/>
                  <a:pt x="955971" y="33644"/>
                  <a:pt x="957452" y="34110"/>
                </a:cubicBezTo>
                <a:cubicBezTo>
                  <a:pt x="958933" y="34576"/>
                  <a:pt x="960197" y="35081"/>
                  <a:pt x="961244" y="35625"/>
                </a:cubicBezTo>
                <a:cubicBezTo>
                  <a:pt x="962291" y="36169"/>
                  <a:pt x="963083" y="36649"/>
                  <a:pt x="963619" y="37064"/>
                </a:cubicBezTo>
                <a:cubicBezTo>
                  <a:pt x="964155" y="37479"/>
                  <a:pt x="964513" y="37839"/>
                  <a:pt x="964692" y="38146"/>
                </a:cubicBezTo>
                <a:cubicBezTo>
                  <a:pt x="964870" y="38452"/>
                  <a:pt x="964998" y="38797"/>
                  <a:pt x="965075" y="39180"/>
                </a:cubicBezTo>
                <a:cubicBezTo>
                  <a:pt x="965151" y="39563"/>
                  <a:pt x="965228" y="40035"/>
                  <a:pt x="965305" y="40597"/>
                </a:cubicBezTo>
                <a:cubicBezTo>
                  <a:pt x="965381" y="41159"/>
                  <a:pt x="965419" y="41848"/>
                  <a:pt x="965419" y="42665"/>
                </a:cubicBezTo>
                <a:cubicBezTo>
                  <a:pt x="965419" y="43533"/>
                  <a:pt x="965381" y="44286"/>
                  <a:pt x="965305" y="44925"/>
                </a:cubicBezTo>
                <a:cubicBezTo>
                  <a:pt x="965228" y="45563"/>
                  <a:pt x="965100" y="46086"/>
                  <a:pt x="964922" y="46495"/>
                </a:cubicBezTo>
                <a:cubicBezTo>
                  <a:pt x="964743" y="46904"/>
                  <a:pt x="964526" y="47197"/>
                  <a:pt x="964270" y="47376"/>
                </a:cubicBezTo>
                <a:cubicBezTo>
                  <a:pt x="964015" y="47555"/>
                  <a:pt x="963734" y="47644"/>
                  <a:pt x="963428" y="47644"/>
                </a:cubicBezTo>
                <a:cubicBezTo>
                  <a:pt x="962968" y="47644"/>
                  <a:pt x="962304" y="47359"/>
                  <a:pt x="961436" y="46789"/>
                </a:cubicBezTo>
                <a:cubicBezTo>
                  <a:pt x="960568" y="46220"/>
                  <a:pt x="959444" y="45611"/>
                  <a:pt x="958065" y="44963"/>
                </a:cubicBezTo>
                <a:cubicBezTo>
                  <a:pt x="956686" y="44315"/>
                  <a:pt x="955065" y="43706"/>
                  <a:pt x="953200" y="43137"/>
                </a:cubicBezTo>
                <a:cubicBezTo>
                  <a:pt x="951336" y="42567"/>
                  <a:pt x="949204" y="42282"/>
                  <a:pt x="946804" y="42282"/>
                </a:cubicBezTo>
                <a:cubicBezTo>
                  <a:pt x="944659" y="42282"/>
                  <a:pt x="942769" y="42525"/>
                  <a:pt x="941135" y="43012"/>
                </a:cubicBezTo>
                <a:cubicBezTo>
                  <a:pt x="939500" y="43497"/>
                  <a:pt x="938160" y="44187"/>
                  <a:pt x="937113" y="45083"/>
                </a:cubicBezTo>
                <a:cubicBezTo>
                  <a:pt x="936066" y="45978"/>
                  <a:pt x="935274" y="47040"/>
                  <a:pt x="934738" y="48269"/>
                </a:cubicBezTo>
                <a:cubicBezTo>
                  <a:pt x="934202" y="49496"/>
                  <a:pt x="933933" y="50826"/>
                  <a:pt x="933933" y="52259"/>
                </a:cubicBezTo>
                <a:cubicBezTo>
                  <a:pt x="933933" y="54252"/>
                  <a:pt x="934444" y="55926"/>
                  <a:pt x="935466" y="57281"/>
                </a:cubicBezTo>
                <a:cubicBezTo>
                  <a:pt x="936487" y="58636"/>
                  <a:pt x="937815" y="59825"/>
                  <a:pt x="939449" y="60848"/>
                </a:cubicBezTo>
                <a:cubicBezTo>
                  <a:pt x="941084" y="61869"/>
                  <a:pt x="942948" y="62789"/>
                  <a:pt x="945042" y="63607"/>
                </a:cubicBezTo>
                <a:cubicBezTo>
                  <a:pt x="947136" y="64425"/>
                  <a:pt x="949268" y="65268"/>
                  <a:pt x="951438" y="66138"/>
                </a:cubicBezTo>
                <a:cubicBezTo>
                  <a:pt x="953609" y="67006"/>
                  <a:pt x="955754" y="67977"/>
                  <a:pt x="957874" y="69051"/>
                </a:cubicBezTo>
                <a:cubicBezTo>
                  <a:pt x="959993" y="70125"/>
                  <a:pt x="961870" y="71428"/>
                  <a:pt x="963504" y="72962"/>
                </a:cubicBezTo>
                <a:cubicBezTo>
                  <a:pt x="965139" y="74496"/>
                  <a:pt x="966454" y="76336"/>
                  <a:pt x="967450" y="78484"/>
                </a:cubicBezTo>
                <a:cubicBezTo>
                  <a:pt x="968445" y="80631"/>
                  <a:pt x="968943" y="83186"/>
                  <a:pt x="968943" y="86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training">
            <a:extLst xmlns:a="http://schemas.openxmlformats.org/drawingml/2006/main">
              <a:ext uri="{FF2B5EF4-FFF2-40B4-BE49-F238E27FC236}">
                <a16:creationId xmlns:a16="http://schemas.microsoft.com/office/drawing/2014/main" id="{B2EAEFCF-DE52-4B5A-9A9A-17BDB1EC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885" y="2693499"/>
            <a:ext cx="496001" cy="129757"/>
          </a:xfrm>
          <a:custGeom xmlns:a="http://schemas.openxmlformats.org/drawingml/2006/main">
            <a:pathLst>
              <a:path w="496001" h="129757">
                <a:moveTo>
                  <a:pt x="45046" y="94828"/>
                </a:moveTo>
                <a:cubicBezTo>
                  <a:pt x="45046" y="96309"/>
                  <a:pt x="44944" y="97484"/>
                  <a:pt x="44739" y="98352"/>
                </a:cubicBezTo>
                <a:cubicBezTo>
                  <a:pt x="44535" y="99220"/>
                  <a:pt x="44229" y="99858"/>
                  <a:pt x="43820" y="100267"/>
                </a:cubicBezTo>
                <a:cubicBezTo>
                  <a:pt x="43411" y="100675"/>
                  <a:pt x="42799" y="101058"/>
                  <a:pt x="41981" y="101416"/>
                </a:cubicBezTo>
                <a:cubicBezTo>
                  <a:pt x="41164" y="101773"/>
                  <a:pt x="40232" y="102067"/>
                  <a:pt x="39185" y="102297"/>
                </a:cubicBezTo>
                <a:cubicBezTo>
                  <a:pt x="38138" y="102526"/>
                  <a:pt x="37027" y="102718"/>
                  <a:pt x="35853" y="102871"/>
                </a:cubicBezTo>
                <a:cubicBezTo>
                  <a:pt x="34678" y="103024"/>
                  <a:pt x="33503" y="103101"/>
                  <a:pt x="32329" y="103101"/>
                </a:cubicBezTo>
                <a:cubicBezTo>
                  <a:pt x="28754" y="103101"/>
                  <a:pt x="25689" y="102628"/>
                  <a:pt x="23136" y="101681"/>
                </a:cubicBezTo>
                <a:cubicBezTo>
                  <a:pt x="20582" y="100734"/>
                  <a:pt x="18488" y="99300"/>
                  <a:pt x="16854" y="97380"/>
                </a:cubicBezTo>
                <a:cubicBezTo>
                  <a:pt x="15220" y="95460"/>
                  <a:pt x="14032" y="93029"/>
                  <a:pt x="13292" y="90086"/>
                </a:cubicBezTo>
                <a:cubicBezTo>
                  <a:pt x="12551" y="87144"/>
                  <a:pt x="12181" y="83676"/>
                  <a:pt x="12181" y="79684"/>
                </a:cubicBezTo>
                <a:lnTo>
                  <a:pt x="12181" y="39295"/>
                </a:lnTo>
                <a:lnTo>
                  <a:pt x="2528" y="39295"/>
                </a:lnTo>
                <a:cubicBezTo>
                  <a:pt x="1762" y="39295"/>
                  <a:pt x="1149" y="38886"/>
                  <a:pt x="689" y="38069"/>
                </a:cubicBezTo>
                <a:cubicBezTo>
                  <a:pt x="230" y="37252"/>
                  <a:pt x="0" y="35924"/>
                  <a:pt x="0" y="34086"/>
                </a:cubicBezTo>
                <a:cubicBezTo>
                  <a:pt x="0" y="33116"/>
                  <a:pt x="64" y="32299"/>
                  <a:pt x="192" y="31635"/>
                </a:cubicBezTo>
                <a:cubicBezTo>
                  <a:pt x="319" y="30971"/>
                  <a:pt x="485" y="30422"/>
                  <a:pt x="689" y="29988"/>
                </a:cubicBezTo>
                <a:cubicBezTo>
                  <a:pt x="894" y="29554"/>
                  <a:pt x="1162" y="29248"/>
                  <a:pt x="1494" y="29069"/>
                </a:cubicBezTo>
                <a:cubicBezTo>
                  <a:pt x="1826" y="28890"/>
                  <a:pt x="2196" y="28801"/>
                  <a:pt x="2605" y="28801"/>
                </a:cubicBezTo>
                <a:lnTo>
                  <a:pt x="12181" y="28801"/>
                </a:lnTo>
                <a:lnTo>
                  <a:pt x="12181" y="12409"/>
                </a:lnTo>
                <a:cubicBezTo>
                  <a:pt x="12181" y="12051"/>
                  <a:pt x="12270" y="11719"/>
                  <a:pt x="12449" y="11413"/>
                </a:cubicBezTo>
                <a:cubicBezTo>
                  <a:pt x="12628" y="11107"/>
                  <a:pt x="12960" y="10839"/>
                  <a:pt x="13445" y="10609"/>
                </a:cubicBezTo>
                <a:cubicBezTo>
                  <a:pt x="13930" y="10379"/>
                  <a:pt x="14581" y="10213"/>
                  <a:pt x="15398" y="10111"/>
                </a:cubicBezTo>
                <a:cubicBezTo>
                  <a:pt x="16215" y="10009"/>
                  <a:pt x="17237" y="9958"/>
                  <a:pt x="18463" y="9958"/>
                </a:cubicBezTo>
                <a:cubicBezTo>
                  <a:pt x="19739" y="9958"/>
                  <a:pt x="20786" y="10009"/>
                  <a:pt x="21604" y="10111"/>
                </a:cubicBezTo>
                <a:cubicBezTo>
                  <a:pt x="22421" y="10213"/>
                  <a:pt x="23059" y="10379"/>
                  <a:pt x="23519" y="10609"/>
                </a:cubicBezTo>
                <a:cubicBezTo>
                  <a:pt x="23978" y="10839"/>
                  <a:pt x="24310" y="11107"/>
                  <a:pt x="24515" y="11413"/>
                </a:cubicBezTo>
                <a:cubicBezTo>
                  <a:pt x="24719" y="11719"/>
                  <a:pt x="24821" y="12051"/>
                  <a:pt x="24821" y="12409"/>
                </a:cubicBezTo>
                <a:lnTo>
                  <a:pt x="24821" y="28801"/>
                </a:lnTo>
                <a:lnTo>
                  <a:pt x="42518" y="28801"/>
                </a:lnTo>
                <a:cubicBezTo>
                  <a:pt x="42926" y="28801"/>
                  <a:pt x="43284" y="28890"/>
                  <a:pt x="43590" y="29069"/>
                </a:cubicBezTo>
                <a:cubicBezTo>
                  <a:pt x="43897" y="29248"/>
                  <a:pt x="44165" y="29554"/>
                  <a:pt x="44395" y="29988"/>
                </a:cubicBezTo>
                <a:cubicBezTo>
                  <a:pt x="44624" y="30422"/>
                  <a:pt x="44790" y="30971"/>
                  <a:pt x="44892" y="31635"/>
                </a:cubicBezTo>
                <a:cubicBezTo>
                  <a:pt x="44995" y="32299"/>
                  <a:pt x="45046" y="33116"/>
                  <a:pt x="45046" y="34086"/>
                </a:cubicBezTo>
                <a:cubicBezTo>
                  <a:pt x="45046" y="35924"/>
                  <a:pt x="44816" y="37252"/>
                  <a:pt x="44356" y="38069"/>
                </a:cubicBezTo>
                <a:cubicBezTo>
                  <a:pt x="43897" y="38886"/>
                  <a:pt x="43284" y="39295"/>
                  <a:pt x="42518" y="39295"/>
                </a:cubicBezTo>
                <a:lnTo>
                  <a:pt x="24821" y="39295"/>
                </a:lnTo>
                <a:lnTo>
                  <a:pt x="24821" y="77860"/>
                </a:lnTo>
                <a:cubicBezTo>
                  <a:pt x="24821" y="82621"/>
                  <a:pt x="25523" y="86219"/>
                  <a:pt x="26928" y="88653"/>
                </a:cubicBezTo>
                <a:cubicBezTo>
                  <a:pt x="28332" y="91085"/>
                  <a:pt x="30848" y="92301"/>
                  <a:pt x="34474" y="92301"/>
                </a:cubicBezTo>
                <a:cubicBezTo>
                  <a:pt x="35648" y="92301"/>
                  <a:pt x="36695" y="92186"/>
                  <a:pt x="37615" y="91956"/>
                </a:cubicBezTo>
                <a:cubicBezTo>
                  <a:pt x="38534" y="91726"/>
                  <a:pt x="39351" y="91484"/>
                  <a:pt x="40066" y="91228"/>
                </a:cubicBezTo>
                <a:cubicBezTo>
                  <a:pt x="40781" y="90973"/>
                  <a:pt x="41394" y="90730"/>
                  <a:pt x="41905" y="90501"/>
                </a:cubicBezTo>
                <a:cubicBezTo>
                  <a:pt x="42415" y="90271"/>
                  <a:pt x="42875" y="90156"/>
                  <a:pt x="43284" y="90156"/>
                </a:cubicBezTo>
                <a:cubicBezTo>
                  <a:pt x="43539" y="90156"/>
                  <a:pt x="43782" y="90220"/>
                  <a:pt x="44011" y="90347"/>
                </a:cubicBezTo>
                <a:cubicBezTo>
                  <a:pt x="44241" y="90475"/>
                  <a:pt x="44420" y="90718"/>
                  <a:pt x="44548" y="91075"/>
                </a:cubicBezTo>
                <a:cubicBezTo>
                  <a:pt x="44675" y="91433"/>
                  <a:pt x="44790" y="91918"/>
                  <a:pt x="44892" y="92530"/>
                </a:cubicBezTo>
                <a:cubicBezTo>
                  <a:pt x="44995" y="93143"/>
                  <a:pt x="45046" y="93909"/>
                  <a:pt x="45046" y="94828"/>
                </a:cubicBezTo>
                <a:close/>
                <a:moveTo>
                  <a:pt x="103429" y="35388"/>
                </a:moveTo>
                <a:cubicBezTo>
                  <a:pt x="103429" y="36512"/>
                  <a:pt x="103404" y="37456"/>
                  <a:pt x="103353" y="38222"/>
                </a:cubicBezTo>
                <a:cubicBezTo>
                  <a:pt x="103301" y="38988"/>
                  <a:pt x="103199" y="39588"/>
                  <a:pt x="103046" y="40022"/>
                </a:cubicBezTo>
                <a:cubicBezTo>
                  <a:pt x="102893" y="40457"/>
                  <a:pt x="102701" y="40788"/>
                  <a:pt x="102472" y="41018"/>
                </a:cubicBezTo>
                <a:cubicBezTo>
                  <a:pt x="102242" y="41248"/>
                  <a:pt x="101923" y="41363"/>
                  <a:pt x="101514" y="41363"/>
                </a:cubicBezTo>
                <a:cubicBezTo>
                  <a:pt x="101105" y="41363"/>
                  <a:pt x="100607" y="41248"/>
                  <a:pt x="100020" y="41018"/>
                </a:cubicBezTo>
                <a:cubicBezTo>
                  <a:pt x="99433" y="40788"/>
                  <a:pt x="98769" y="40559"/>
                  <a:pt x="98028" y="40329"/>
                </a:cubicBezTo>
                <a:cubicBezTo>
                  <a:pt x="97288" y="40099"/>
                  <a:pt x="96458" y="39882"/>
                  <a:pt x="95539" y="39678"/>
                </a:cubicBezTo>
                <a:cubicBezTo>
                  <a:pt x="94619" y="39474"/>
                  <a:pt x="93623" y="39371"/>
                  <a:pt x="92551" y="39371"/>
                </a:cubicBezTo>
                <a:cubicBezTo>
                  <a:pt x="91274" y="39371"/>
                  <a:pt x="90023" y="39627"/>
                  <a:pt x="88797" y="40137"/>
                </a:cubicBezTo>
                <a:cubicBezTo>
                  <a:pt x="87571" y="40648"/>
                  <a:pt x="86282" y="41491"/>
                  <a:pt x="84928" y="42665"/>
                </a:cubicBezTo>
                <a:cubicBezTo>
                  <a:pt x="83575" y="43840"/>
                  <a:pt x="82158" y="45397"/>
                  <a:pt x="80676" y="47338"/>
                </a:cubicBezTo>
                <a:cubicBezTo>
                  <a:pt x="79195" y="49278"/>
                  <a:pt x="77561" y="51653"/>
                  <a:pt x="75774" y="54461"/>
                </a:cubicBezTo>
                <a:lnTo>
                  <a:pt x="75774" y="99807"/>
                </a:lnTo>
                <a:cubicBezTo>
                  <a:pt x="75774" y="100216"/>
                  <a:pt x="75671" y="100560"/>
                  <a:pt x="75467" y="100841"/>
                </a:cubicBezTo>
                <a:cubicBezTo>
                  <a:pt x="75263" y="101122"/>
                  <a:pt x="74931" y="101365"/>
                  <a:pt x="74471" y="101569"/>
                </a:cubicBezTo>
                <a:cubicBezTo>
                  <a:pt x="74012" y="101773"/>
                  <a:pt x="73373" y="101926"/>
                  <a:pt x="72556" y="102029"/>
                </a:cubicBezTo>
                <a:cubicBezTo>
                  <a:pt x="71739" y="102131"/>
                  <a:pt x="70692" y="102182"/>
                  <a:pt x="69415" y="102182"/>
                </a:cubicBezTo>
                <a:cubicBezTo>
                  <a:pt x="68189" y="102182"/>
                  <a:pt x="67168" y="102131"/>
                  <a:pt x="66351" y="102029"/>
                </a:cubicBezTo>
                <a:cubicBezTo>
                  <a:pt x="65534" y="101926"/>
                  <a:pt x="64882" y="101773"/>
                  <a:pt x="64397" y="101569"/>
                </a:cubicBezTo>
                <a:cubicBezTo>
                  <a:pt x="63912" y="101365"/>
                  <a:pt x="63580" y="101122"/>
                  <a:pt x="63401" y="100841"/>
                </a:cubicBezTo>
                <a:cubicBezTo>
                  <a:pt x="63223" y="100560"/>
                  <a:pt x="63133" y="100216"/>
                  <a:pt x="63133" y="99807"/>
                </a:cubicBezTo>
                <a:lnTo>
                  <a:pt x="63133" y="30869"/>
                </a:lnTo>
                <a:cubicBezTo>
                  <a:pt x="63133" y="30460"/>
                  <a:pt x="63210" y="30116"/>
                  <a:pt x="63363" y="29835"/>
                </a:cubicBezTo>
                <a:cubicBezTo>
                  <a:pt x="63516" y="29554"/>
                  <a:pt x="63823" y="29299"/>
                  <a:pt x="64282" y="29069"/>
                </a:cubicBezTo>
                <a:cubicBezTo>
                  <a:pt x="64742" y="28839"/>
                  <a:pt x="65329" y="28686"/>
                  <a:pt x="66044" y="28609"/>
                </a:cubicBezTo>
                <a:cubicBezTo>
                  <a:pt x="66759" y="28533"/>
                  <a:pt x="67704" y="28494"/>
                  <a:pt x="68879" y="28494"/>
                </a:cubicBezTo>
                <a:cubicBezTo>
                  <a:pt x="70002" y="28494"/>
                  <a:pt x="70934" y="28533"/>
                  <a:pt x="71675" y="28609"/>
                </a:cubicBezTo>
                <a:cubicBezTo>
                  <a:pt x="72416" y="28686"/>
                  <a:pt x="72990" y="28839"/>
                  <a:pt x="73399" y="29069"/>
                </a:cubicBezTo>
                <a:cubicBezTo>
                  <a:pt x="73807" y="29299"/>
                  <a:pt x="74101" y="29554"/>
                  <a:pt x="74280" y="29835"/>
                </a:cubicBezTo>
                <a:cubicBezTo>
                  <a:pt x="74458" y="30116"/>
                  <a:pt x="74548" y="30460"/>
                  <a:pt x="74548" y="30869"/>
                </a:cubicBezTo>
                <a:lnTo>
                  <a:pt x="74548" y="40903"/>
                </a:lnTo>
                <a:cubicBezTo>
                  <a:pt x="76437" y="38146"/>
                  <a:pt x="78212" y="35899"/>
                  <a:pt x="79872" y="34163"/>
                </a:cubicBezTo>
                <a:cubicBezTo>
                  <a:pt x="81532" y="32426"/>
                  <a:pt x="83102" y="31061"/>
                  <a:pt x="84584" y="30065"/>
                </a:cubicBezTo>
                <a:cubicBezTo>
                  <a:pt x="86065" y="29069"/>
                  <a:pt x="87533" y="28380"/>
                  <a:pt x="88988" y="27997"/>
                </a:cubicBezTo>
                <a:cubicBezTo>
                  <a:pt x="90444" y="27614"/>
                  <a:pt x="91912" y="27422"/>
                  <a:pt x="93393" y="27422"/>
                </a:cubicBezTo>
                <a:cubicBezTo>
                  <a:pt x="94057" y="27422"/>
                  <a:pt x="94811" y="27460"/>
                  <a:pt x="95653" y="27537"/>
                </a:cubicBezTo>
                <a:cubicBezTo>
                  <a:pt x="96496" y="27614"/>
                  <a:pt x="97377" y="27754"/>
                  <a:pt x="98296" y="27958"/>
                </a:cubicBezTo>
                <a:cubicBezTo>
                  <a:pt x="99216" y="28163"/>
                  <a:pt x="100046" y="28392"/>
                  <a:pt x="100786" y="28648"/>
                </a:cubicBezTo>
                <a:cubicBezTo>
                  <a:pt x="101527" y="28903"/>
                  <a:pt x="102050" y="29158"/>
                  <a:pt x="102357" y="29414"/>
                </a:cubicBezTo>
                <a:cubicBezTo>
                  <a:pt x="102663" y="29669"/>
                  <a:pt x="102867" y="29912"/>
                  <a:pt x="102970" y="30141"/>
                </a:cubicBezTo>
                <a:cubicBezTo>
                  <a:pt x="103072" y="30371"/>
                  <a:pt x="103161" y="30665"/>
                  <a:pt x="103238" y="31022"/>
                </a:cubicBezTo>
                <a:cubicBezTo>
                  <a:pt x="103314" y="31380"/>
                  <a:pt x="103365" y="31903"/>
                  <a:pt x="103391" y="32592"/>
                </a:cubicBezTo>
                <a:cubicBezTo>
                  <a:pt x="103416" y="33282"/>
                  <a:pt x="103429" y="34214"/>
                  <a:pt x="103429" y="35388"/>
                </a:cubicBezTo>
                <a:close/>
                <a:moveTo>
                  <a:pt x="167916" y="99884"/>
                </a:moveTo>
                <a:cubicBezTo>
                  <a:pt x="167916" y="100497"/>
                  <a:pt x="167711" y="100956"/>
                  <a:pt x="167303" y="101263"/>
                </a:cubicBezTo>
                <a:cubicBezTo>
                  <a:pt x="166894" y="101569"/>
                  <a:pt x="166332" y="101799"/>
                  <a:pt x="165617" y="101952"/>
                </a:cubicBezTo>
                <a:cubicBezTo>
                  <a:pt x="164902" y="102105"/>
                  <a:pt x="163855" y="102182"/>
                  <a:pt x="162476" y="102182"/>
                </a:cubicBezTo>
                <a:cubicBezTo>
                  <a:pt x="161149" y="102182"/>
                  <a:pt x="160089" y="102105"/>
                  <a:pt x="159297" y="101952"/>
                </a:cubicBezTo>
                <a:cubicBezTo>
                  <a:pt x="158506" y="101799"/>
                  <a:pt x="157931" y="101569"/>
                  <a:pt x="157574" y="101263"/>
                </a:cubicBezTo>
                <a:cubicBezTo>
                  <a:pt x="157216" y="100956"/>
                  <a:pt x="157037" y="100497"/>
                  <a:pt x="157037" y="99884"/>
                </a:cubicBezTo>
                <a:lnTo>
                  <a:pt x="157037" y="92990"/>
                </a:lnTo>
                <a:cubicBezTo>
                  <a:pt x="154024" y="96207"/>
                  <a:pt x="150666" y="98722"/>
                  <a:pt x="146963" y="100535"/>
                </a:cubicBezTo>
                <a:cubicBezTo>
                  <a:pt x="143261" y="102348"/>
                  <a:pt x="139341" y="103254"/>
                  <a:pt x="135204" y="103254"/>
                </a:cubicBezTo>
                <a:cubicBezTo>
                  <a:pt x="131578" y="103254"/>
                  <a:pt x="128296" y="102780"/>
                  <a:pt x="125360" y="101832"/>
                </a:cubicBezTo>
                <a:cubicBezTo>
                  <a:pt x="122423" y="100884"/>
                  <a:pt x="119921" y="99514"/>
                  <a:pt x="117852" y="97720"/>
                </a:cubicBezTo>
                <a:cubicBezTo>
                  <a:pt x="115784" y="95926"/>
                  <a:pt x="114175" y="93723"/>
                  <a:pt x="113026" y="91111"/>
                </a:cubicBezTo>
                <a:cubicBezTo>
                  <a:pt x="111877" y="88497"/>
                  <a:pt x="111302" y="85524"/>
                  <a:pt x="111302" y="82192"/>
                </a:cubicBezTo>
                <a:cubicBezTo>
                  <a:pt x="111302" y="78298"/>
                  <a:pt x="112094" y="74917"/>
                  <a:pt x="113677" y="72048"/>
                </a:cubicBezTo>
                <a:cubicBezTo>
                  <a:pt x="115260" y="69177"/>
                  <a:pt x="117533" y="66793"/>
                  <a:pt x="120495" y="64898"/>
                </a:cubicBezTo>
                <a:cubicBezTo>
                  <a:pt x="123457" y="63002"/>
                  <a:pt x="127083" y="61580"/>
                  <a:pt x="131373" y="60632"/>
                </a:cubicBezTo>
                <a:cubicBezTo>
                  <a:pt x="135664" y="59684"/>
                  <a:pt x="140490" y="59210"/>
                  <a:pt x="145852" y="59210"/>
                </a:cubicBezTo>
                <a:lnTo>
                  <a:pt x="155352" y="59210"/>
                </a:lnTo>
                <a:lnTo>
                  <a:pt x="155352" y="53868"/>
                </a:lnTo>
                <a:cubicBezTo>
                  <a:pt x="155352" y="51222"/>
                  <a:pt x="155071" y="48882"/>
                  <a:pt x="154509" y="46847"/>
                </a:cubicBezTo>
                <a:cubicBezTo>
                  <a:pt x="153947" y="44811"/>
                  <a:pt x="153041" y="43118"/>
                  <a:pt x="151790" y="41770"/>
                </a:cubicBezTo>
                <a:cubicBezTo>
                  <a:pt x="150538" y="40421"/>
                  <a:pt x="148917" y="39404"/>
                  <a:pt x="146925" y="38718"/>
                </a:cubicBezTo>
                <a:cubicBezTo>
                  <a:pt x="144933" y="38030"/>
                  <a:pt x="142482" y="37686"/>
                  <a:pt x="139571" y="37686"/>
                </a:cubicBezTo>
                <a:cubicBezTo>
                  <a:pt x="136455" y="37686"/>
                  <a:pt x="133659" y="38052"/>
                  <a:pt x="131182" y="38785"/>
                </a:cubicBezTo>
                <a:cubicBezTo>
                  <a:pt x="128705" y="39517"/>
                  <a:pt x="126534" y="40326"/>
                  <a:pt x="124670" y="41210"/>
                </a:cubicBezTo>
                <a:cubicBezTo>
                  <a:pt x="122806" y="42094"/>
                  <a:pt x="121248" y="42902"/>
                  <a:pt x="119997" y="43635"/>
                </a:cubicBezTo>
                <a:cubicBezTo>
                  <a:pt x="118746" y="44367"/>
                  <a:pt x="117814" y="44733"/>
                  <a:pt x="117201" y="44733"/>
                </a:cubicBezTo>
                <a:cubicBezTo>
                  <a:pt x="116792" y="44733"/>
                  <a:pt x="116435" y="44631"/>
                  <a:pt x="116128" y="44427"/>
                </a:cubicBezTo>
                <a:cubicBezTo>
                  <a:pt x="115822" y="44223"/>
                  <a:pt x="115554" y="43916"/>
                  <a:pt x="115324" y="43508"/>
                </a:cubicBezTo>
                <a:cubicBezTo>
                  <a:pt x="115094" y="43099"/>
                  <a:pt x="114928" y="42576"/>
                  <a:pt x="114826" y="41937"/>
                </a:cubicBezTo>
                <a:cubicBezTo>
                  <a:pt x="114724" y="41299"/>
                  <a:pt x="114673" y="40597"/>
                  <a:pt x="114673" y="39831"/>
                </a:cubicBezTo>
                <a:cubicBezTo>
                  <a:pt x="114673" y="38554"/>
                  <a:pt x="114762" y="37546"/>
                  <a:pt x="114941" y="36805"/>
                </a:cubicBezTo>
                <a:cubicBezTo>
                  <a:pt x="115120" y="36065"/>
                  <a:pt x="115554" y="35363"/>
                  <a:pt x="116243" y="34699"/>
                </a:cubicBezTo>
                <a:cubicBezTo>
                  <a:pt x="116933" y="34035"/>
                  <a:pt x="118120" y="33262"/>
                  <a:pt x="119806" y="32379"/>
                </a:cubicBezTo>
                <a:cubicBezTo>
                  <a:pt x="121491" y="31495"/>
                  <a:pt x="123432" y="30688"/>
                  <a:pt x="125628" y="29957"/>
                </a:cubicBezTo>
                <a:cubicBezTo>
                  <a:pt x="127824" y="29226"/>
                  <a:pt x="130224" y="28621"/>
                  <a:pt x="132829" y="28143"/>
                </a:cubicBezTo>
                <a:cubicBezTo>
                  <a:pt x="135434" y="27662"/>
                  <a:pt x="138064" y="27422"/>
                  <a:pt x="140720" y="27422"/>
                </a:cubicBezTo>
                <a:cubicBezTo>
                  <a:pt x="145674" y="27422"/>
                  <a:pt x="149887" y="27984"/>
                  <a:pt x="153360" y="29107"/>
                </a:cubicBezTo>
                <a:cubicBezTo>
                  <a:pt x="156833" y="30231"/>
                  <a:pt x="159642" y="31878"/>
                  <a:pt x="161787" y="34048"/>
                </a:cubicBezTo>
                <a:cubicBezTo>
                  <a:pt x="163932" y="36218"/>
                  <a:pt x="165490" y="38912"/>
                  <a:pt x="166460" y="42129"/>
                </a:cubicBezTo>
                <a:cubicBezTo>
                  <a:pt x="167430" y="45346"/>
                  <a:pt x="167916" y="49099"/>
                  <a:pt x="167916" y="53389"/>
                </a:cubicBezTo>
                <a:lnTo>
                  <a:pt x="167916" y="99884"/>
                </a:lnTo>
                <a:moveTo>
                  <a:pt x="155352" y="68325"/>
                </a:moveTo>
                <a:lnTo>
                  <a:pt x="144550" y="68325"/>
                </a:lnTo>
                <a:cubicBezTo>
                  <a:pt x="141077" y="68325"/>
                  <a:pt x="138064" y="68621"/>
                  <a:pt x="135510" y="69214"/>
                </a:cubicBezTo>
                <a:cubicBezTo>
                  <a:pt x="132957" y="69804"/>
                  <a:pt x="130837" y="70677"/>
                  <a:pt x="129152" y="71832"/>
                </a:cubicBezTo>
                <a:cubicBezTo>
                  <a:pt x="127466" y="72988"/>
                  <a:pt x="126228" y="74375"/>
                  <a:pt x="125436" y="75995"/>
                </a:cubicBezTo>
                <a:cubicBezTo>
                  <a:pt x="124645" y="77613"/>
                  <a:pt x="124249" y="79475"/>
                  <a:pt x="124249" y="81582"/>
                </a:cubicBezTo>
                <a:cubicBezTo>
                  <a:pt x="124249" y="85179"/>
                  <a:pt x="125385" y="88043"/>
                  <a:pt x="127658" y="90175"/>
                </a:cubicBezTo>
                <a:cubicBezTo>
                  <a:pt x="129931" y="92307"/>
                  <a:pt x="133110" y="93373"/>
                  <a:pt x="137196" y="93373"/>
                </a:cubicBezTo>
                <a:cubicBezTo>
                  <a:pt x="140515" y="93373"/>
                  <a:pt x="143593" y="92526"/>
                  <a:pt x="146427" y="90831"/>
                </a:cubicBezTo>
                <a:cubicBezTo>
                  <a:pt x="149262" y="89135"/>
                  <a:pt x="152236" y="86540"/>
                  <a:pt x="155352" y="83047"/>
                </a:cubicBezTo>
                <a:lnTo>
                  <a:pt x="155352" y="68325"/>
                </a:lnTo>
                <a:close/>
                <a:moveTo>
                  <a:pt x="206090" y="99807"/>
                </a:moveTo>
                <a:cubicBezTo>
                  <a:pt x="206090" y="100216"/>
                  <a:pt x="205988" y="100560"/>
                  <a:pt x="205783" y="100841"/>
                </a:cubicBezTo>
                <a:cubicBezTo>
                  <a:pt x="205579" y="101122"/>
                  <a:pt x="205247" y="101365"/>
                  <a:pt x="204787" y="101569"/>
                </a:cubicBezTo>
                <a:cubicBezTo>
                  <a:pt x="204328" y="101773"/>
                  <a:pt x="203689" y="101926"/>
                  <a:pt x="202872" y="102029"/>
                </a:cubicBezTo>
                <a:cubicBezTo>
                  <a:pt x="202055" y="102131"/>
                  <a:pt x="201008" y="102182"/>
                  <a:pt x="199731" y="102182"/>
                </a:cubicBezTo>
                <a:cubicBezTo>
                  <a:pt x="198506" y="102182"/>
                  <a:pt x="197484" y="102131"/>
                  <a:pt x="196667" y="102029"/>
                </a:cubicBezTo>
                <a:cubicBezTo>
                  <a:pt x="195850" y="101926"/>
                  <a:pt x="195199" y="101773"/>
                  <a:pt x="194713" y="101569"/>
                </a:cubicBezTo>
                <a:cubicBezTo>
                  <a:pt x="194228" y="101365"/>
                  <a:pt x="193896" y="101122"/>
                  <a:pt x="193718" y="100841"/>
                </a:cubicBezTo>
                <a:cubicBezTo>
                  <a:pt x="193539" y="100560"/>
                  <a:pt x="193449" y="100216"/>
                  <a:pt x="193449" y="99807"/>
                </a:cubicBezTo>
                <a:lnTo>
                  <a:pt x="193449" y="30869"/>
                </a:lnTo>
                <a:cubicBezTo>
                  <a:pt x="193449" y="30512"/>
                  <a:pt x="193539" y="30180"/>
                  <a:pt x="193718" y="29873"/>
                </a:cubicBezTo>
                <a:cubicBezTo>
                  <a:pt x="193896" y="29567"/>
                  <a:pt x="194228" y="29312"/>
                  <a:pt x="194713" y="29107"/>
                </a:cubicBezTo>
                <a:cubicBezTo>
                  <a:pt x="195199" y="28903"/>
                  <a:pt x="195850" y="28750"/>
                  <a:pt x="196667" y="28648"/>
                </a:cubicBezTo>
                <a:cubicBezTo>
                  <a:pt x="197484" y="28546"/>
                  <a:pt x="198506" y="28494"/>
                  <a:pt x="199731" y="28494"/>
                </a:cubicBezTo>
                <a:cubicBezTo>
                  <a:pt x="201008" y="28494"/>
                  <a:pt x="202055" y="28546"/>
                  <a:pt x="202872" y="28648"/>
                </a:cubicBezTo>
                <a:cubicBezTo>
                  <a:pt x="203689" y="28750"/>
                  <a:pt x="204328" y="28903"/>
                  <a:pt x="204787" y="29107"/>
                </a:cubicBezTo>
                <a:cubicBezTo>
                  <a:pt x="205247" y="29312"/>
                  <a:pt x="205579" y="29567"/>
                  <a:pt x="205783" y="29873"/>
                </a:cubicBezTo>
                <a:cubicBezTo>
                  <a:pt x="205988" y="30180"/>
                  <a:pt x="206090" y="30512"/>
                  <a:pt x="206090" y="30869"/>
                </a:cubicBezTo>
                <a:lnTo>
                  <a:pt x="206090" y="99807"/>
                </a:lnTo>
                <a:moveTo>
                  <a:pt x="207545" y="7507"/>
                </a:moveTo>
                <a:cubicBezTo>
                  <a:pt x="207545" y="10468"/>
                  <a:pt x="206984" y="12485"/>
                  <a:pt x="205860" y="13558"/>
                </a:cubicBezTo>
                <a:cubicBezTo>
                  <a:pt x="204736" y="14630"/>
                  <a:pt x="202668" y="15166"/>
                  <a:pt x="199655" y="15166"/>
                </a:cubicBezTo>
                <a:cubicBezTo>
                  <a:pt x="196693" y="15166"/>
                  <a:pt x="194662" y="14643"/>
                  <a:pt x="193564" y="13596"/>
                </a:cubicBezTo>
                <a:cubicBezTo>
                  <a:pt x="192466" y="12549"/>
                  <a:pt x="191917" y="10571"/>
                  <a:pt x="191917" y="7660"/>
                </a:cubicBezTo>
                <a:cubicBezTo>
                  <a:pt x="191917" y="4698"/>
                  <a:pt x="192479" y="2681"/>
                  <a:pt x="193603" y="1609"/>
                </a:cubicBezTo>
                <a:cubicBezTo>
                  <a:pt x="194726" y="536"/>
                  <a:pt x="196795" y="0"/>
                  <a:pt x="199808" y="0"/>
                </a:cubicBezTo>
                <a:cubicBezTo>
                  <a:pt x="202770" y="0"/>
                  <a:pt x="204800" y="523"/>
                  <a:pt x="205898" y="1570"/>
                </a:cubicBezTo>
                <a:cubicBezTo>
                  <a:pt x="206996" y="2617"/>
                  <a:pt x="207545" y="4596"/>
                  <a:pt x="207545" y="7507"/>
                </a:cubicBezTo>
                <a:close/>
                <a:moveTo>
                  <a:pt x="289816" y="99807"/>
                </a:moveTo>
                <a:cubicBezTo>
                  <a:pt x="289816" y="100216"/>
                  <a:pt x="289714" y="100560"/>
                  <a:pt x="289510" y="100841"/>
                </a:cubicBezTo>
                <a:cubicBezTo>
                  <a:pt x="289305" y="101122"/>
                  <a:pt x="288973" y="101365"/>
                  <a:pt x="288514" y="101569"/>
                </a:cubicBezTo>
                <a:cubicBezTo>
                  <a:pt x="288054" y="101773"/>
                  <a:pt x="287416" y="101926"/>
                  <a:pt x="286599" y="102029"/>
                </a:cubicBezTo>
                <a:cubicBezTo>
                  <a:pt x="285781" y="102131"/>
                  <a:pt x="284760" y="102182"/>
                  <a:pt x="283534" y="102182"/>
                </a:cubicBezTo>
                <a:cubicBezTo>
                  <a:pt x="282257" y="102182"/>
                  <a:pt x="281210" y="102131"/>
                  <a:pt x="280393" y="102029"/>
                </a:cubicBezTo>
                <a:cubicBezTo>
                  <a:pt x="279576" y="101926"/>
                  <a:pt x="278938" y="101773"/>
                  <a:pt x="278478" y="101569"/>
                </a:cubicBezTo>
                <a:cubicBezTo>
                  <a:pt x="278018" y="101365"/>
                  <a:pt x="277686" y="101122"/>
                  <a:pt x="277482" y="100841"/>
                </a:cubicBezTo>
                <a:cubicBezTo>
                  <a:pt x="277278" y="100560"/>
                  <a:pt x="277176" y="100216"/>
                  <a:pt x="277176" y="99807"/>
                </a:cubicBezTo>
                <a:lnTo>
                  <a:pt x="277176" y="59440"/>
                </a:lnTo>
                <a:cubicBezTo>
                  <a:pt x="277176" y="55508"/>
                  <a:pt x="276869" y="52342"/>
                  <a:pt x="276256" y="49942"/>
                </a:cubicBezTo>
                <a:cubicBezTo>
                  <a:pt x="275644" y="47542"/>
                  <a:pt x="274750" y="45474"/>
                  <a:pt x="273575" y="43737"/>
                </a:cubicBezTo>
                <a:cubicBezTo>
                  <a:pt x="272400" y="42001"/>
                  <a:pt x="270881" y="40674"/>
                  <a:pt x="269017" y="39754"/>
                </a:cubicBezTo>
                <a:cubicBezTo>
                  <a:pt x="267153" y="38835"/>
                  <a:pt x="264995" y="38376"/>
                  <a:pt x="262544" y="38376"/>
                </a:cubicBezTo>
                <a:cubicBezTo>
                  <a:pt x="259377" y="38376"/>
                  <a:pt x="256211" y="39499"/>
                  <a:pt x="253044" y="41746"/>
                </a:cubicBezTo>
                <a:cubicBezTo>
                  <a:pt x="249878" y="43993"/>
                  <a:pt x="246558" y="47287"/>
                  <a:pt x="243085" y="51627"/>
                </a:cubicBezTo>
                <a:lnTo>
                  <a:pt x="243085" y="99807"/>
                </a:lnTo>
                <a:cubicBezTo>
                  <a:pt x="243085" y="100216"/>
                  <a:pt x="242983" y="100560"/>
                  <a:pt x="242779" y="100841"/>
                </a:cubicBezTo>
                <a:cubicBezTo>
                  <a:pt x="242574" y="101122"/>
                  <a:pt x="242242" y="101365"/>
                  <a:pt x="241783" y="101569"/>
                </a:cubicBezTo>
                <a:cubicBezTo>
                  <a:pt x="241323" y="101773"/>
                  <a:pt x="240685" y="101926"/>
                  <a:pt x="239867" y="102029"/>
                </a:cubicBezTo>
                <a:cubicBezTo>
                  <a:pt x="239050" y="102131"/>
                  <a:pt x="238003" y="102182"/>
                  <a:pt x="236727" y="102182"/>
                </a:cubicBezTo>
                <a:cubicBezTo>
                  <a:pt x="235501" y="102182"/>
                  <a:pt x="234479" y="102131"/>
                  <a:pt x="233662" y="102029"/>
                </a:cubicBezTo>
                <a:cubicBezTo>
                  <a:pt x="232845" y="101926"/>
                  <a:pt x="232194" y="101773"/>
                  <a:pt x="231709" y="101569"/>
                </a:cubicBezTo>
                <a:cubicBezTo>
                  <a:pt x="231224" y="101365"/>
                  <a:pt x="230892" y="101122"/>
                  <a:pt x="230713" y="100841"/>
                </a:cubicBezTo>
                <a:cubicBezTo>
                  <a:pt x="230534" y="100560"/>
                  <a:pt x="230445" y="100216"/>
                  <a:pt x="230445" y="99807"/>
                </a:cubicBezTo>
                <a:lnTo>
                  <a:pt x="230445" y="30869"/>
                </a:lnTo>
                <a:cubicBezTo>
                  <a:pt x="230445" y="30460"/>
                  <a:pt x="230521" y="30116"/>
                  <a:pt x="230674" y="29835"/>
                </a:cubicBezTo>
                <a:cubicBezTo>
                  <a:pt x="230828" y="29554"/>
                  <a:pt x="231134" y="29299"/>
                  <a:pt x="231594" y="29069"/>
                </a:cubicBezTo>
                <a:cubicBezTo>
                  <a:pt x="232053" y="28839"/>
                  <a:pt x="232641" y="28686"/>
                  <a:pt x="233356" y="28609"/>
                </a:cubicBezTo>
                <a:cubicBezTo>
                  <a:pt x="234071" y="28533"/>
                  <a:pt x="235016" y="28494"/>
                  <a:pt x="236190" y="28494"/>
                </a:cubicBezTo>
                <a:cubicBezTo>
                  <a:pt x="237314" y="28494"/>
                  <a:pt x="238246" y="28533"/>
                  <a:pt x="238986" y="28609"/>
                </a:cubicBezTo>
                <a:cubicBezTo>
                  <a:pt x="239727" y="28686"/>
                  <a:pt x="240302" y="28839"/>
                  <a:pt x="240710" y="29069"/>
                </a:cubicBezTo>
                <a:cubicBezTo>
                  <a:pt x="241119" y="29299"/>
                  <a:pt x="241412" y="29554"/>
                  <a:pt x="241591" y="29835"/>
                </a:cubicBezTo>
                <a:cubicBezTo>
                  <a:pt x="241770" y="30116"/>
                  <a:pt x="241859" y="30460"/>
                  <a:pt x="241859" y="30869"/>
                </a:cubicBezTo>
                <a:lnTo>
                  <a:pt x="241859" y="39984"/>
                </a:lnTo>
                <a:cubicBezTo>
                  <a:pt x="245741" y="35644"/>
                  <a:pt x="249610" y="32465"/>
                  <a:pt x="253465" y="30448"/>
                </a:cubicBezTo>
                <a:cubicBezTo>
                  <a:pt x="257321" y="28431"/>
                  <a:pt x="261216" y="27422"/>
                  <a:pt x="265148" y="27422"/>
                </a:cubicBezTo>
                <a:cubicBezTo>
                  <a:pt x="269745" y="27422"/>
                  <a:pt x="273613" y="28201"/>
                  <a:pt x="276754" y="29758"/>
                </a:cubicBezTo>
                <a:cubicBezTo>
                  <a:pt x="279895" y="31316"/>
                  <a:pt x="282436" y="33397"/>
                  <a:pt x="284377" y="36001"/>
                </a:cubicBezTo>
                <a:cubicBezTo>
                  <a:pt x="286318" y="38605"/>
                  <a:pt x="287709" y="41657"/>
                  <a:pt x="288552" y="45155"/>
                </a:cubicBezTo>
                <a:cubicBezTo>
                  <a:pt x="289395" y="48653"/>
                  <a:pt x="289816" y="52853"/>
                  <a:pt x="289816" y="57755"/>
                </a:cubicBezTo>
                <a:lnTo>
                  <a:pt x="289816" y="99807"/>
                </a:lnTo>
                <a:close/>
                <a:moveTo>
                  <a:pt x="328561" y="99807"/>
                </a:moveTo>
                <a:cubicBezTo>
                  <a:pt x="328561" y="100216"/>
                  <a:pt x="328459" y="100560"/>
                  <a:pt x="328254" y="100841"/>
                </a:cubicBezTo>
                <a:cubicBezTo>
                  <a:pt x="328050" y="101122"/>
                  <a:pt x="327718" y="101365"/>
                  <a:pt x="327259" y="101569"/>
                </a:cubicBezTo>
                <a:cubicBezTo>
                  <a:pt x="326799" y="101773"/>
                  <a:pt x="326160" y="101926"/>
                  <a:pt x="325343" y="102029"/>
                </a:cubicBezTo>
                <a:cubicBezTo>
                  <a:pt x="324526" y="102131"/>
                  <a:pt x="323479" y="102182"/>
                  <a:pt x="322202" y="102182"/>
                </a:cubicBezTo>
                <a:cubicBezTo>
                  <a:pt x="320977" y="102182"/>
                  <a:pt x="319955" y="102131"/>
                  <a:pt x="319138" y="102029"/>
                </a:cubicBezTo>
                <a:cubicBezTo>
                  <a:pt x="318321" y="101926"/>
                  <a:pt x="317670" y="101773"/>
                  <a:pt x="317185" y="101569"/>
                </a:cubicBezTo>
                <a:cubicBezTo>
                  <a:pt x="316699" y="101365"/>
                  <a:pt x="316367" y="101122"/>
                  <a:pt x="316189" y="100841"/>
                </a:cubicBezTo>
                <a:cubicBezTo>
                  <a:pt x="316010" y="100560"/>
                  <a:pt x="315920" y="100216"/>
                  <a:pt x="315920" y="99807"/>
                </a:cubicBezTo>
                <a:lnTo>
                  <a:pt x="315920" y="30869"/>
                </a:lnTo>
                <a:cubicBezTo>
                  <a:pt x="315920" y="30512"/>
                  <a:pt x="316010" y="30180"/>
                  <a:pt x="316189" y="29873"/>
                </a:cubicBezTo>
                <a:cubicBezTo>
                  <a:pt x="316367" y="29567"/>
                  <a:pt x="316699" y="29312"/>
                  <a:pt x="317185" y="29107"/>
                </a:cubicBezTo>
                <a:cubicBezTo>
                  <a:pt x="317670" y="28903"/>
                  <a:pt x="318321" y="28750"/>
                  <a:pt x="319138" y="28648"/>
                </a:cubicBezTo>
                <a:cubicBezTo>
                  <a:pt x="319955" y="28546"/>
                  <a:pt x="320977" y="28494"/>
                  <a:pt x="322202" y="28494"/>
                </a:cubicBezTo>
                <a:cubicBezTo>
                  <a:pt x="323479" y="28494"/>
                  <a:pt x="324526" y="28546"/>
                  <a:pt x="325343" y="28648"/>
                </a:cubicBezTo>
                <a:cubicBezTo>
                  <a:pt x="326160" y="28750"/>
                  <a:pt x="326799" y="28903"/>
                  <a:pt x="327259" y="29107"/>
                </a:cubicBezTo>
                <a:cubicBezTo>
                  <a:pt x="327718" y="29312"/>
                  <a:pt x="328050" y="29567"/>
                  <a:pt x="328254" y="29873"/>
                </a:cubicBezTo>
                <a:cubicBezTo>
                  <a:pt x="328459" y="30180"/>
                  <a:pt x="328561" y="30512"/>
                  <a:pt x="328561" y="30869"/>
                </a:cubicBezTo>
                <a:lnTo>
                  <a:pt x="328561" y="99807"/>
                </a:lnTo>
                <a:moveTo>
                  <a:pt x="330016" y="7507"/>
                </a:moveTo>
                <a:cubicBezTo>
                  <a:pt x="330016" y="10468"/>
                  <a:pt x="329455" y="12485"/>
                  <a:pt x="328331" y="13558"/>
                </a:cubicBezTo>
                <a:cubicBezTo>
                  <a:pt x="327207" y="14630"/>
                  <a:pt x="325139" y="15166"/>
                  <a:pt x="322126" y="15166"/>
                </a:cubicBezTo>
                <a:cubicBezTo>
                  <a:pt x="319164" y="15166"/>
                  <a:pt x="317133" y="14643"/>
                  <a:pt x="316035" y="13596"/>
                </a:cubicBezTo>
                <a:cubicBezTo>
                  <a:pt x="314937" y="12549"/>
                  <a:pt x="314388" y="10571"/>
                  <a:pt x="314388" y="7660"/>
                </a:cubicBezTo>
                <a:cubicBezTo>
                  <a:pt x="314388" y="4698"/>
                  <a:pt x="314950" y="2681"/>
                  <a:pt x="316074" y="1609"/>
                </a:cubicBezTo>
                <a:cubicBezTo>
                  <a:pt x="317197" y="536"/>
                  <a:pt x="319266" y="0"/>
                  <a:pt x="322279" y="0"/>
                </a:cubicBezTo>
                <a:cubicBezTo>
                  <a:pt x="325241" y="0"/>
                  <a:pt x="327271" y="523"/>
                  <a:pt x="328369" y="1570"/>
                </a:cubicBezTo>
                <a:cubicBezTo>
                  <a:pt x="329467" y="2617"/>
                  <a:pt x="330016" y="4596"/>
                  <a:pt x="330016" y="7507"/>
                </a:cubicBezTo>
                <a:close/>
                <a:moveTo>
                  <a:pt x="412288" y="99807"/>
                </a:moveTo>
                <a:cubicBezTo>
                  <a:pt x="412288" y="100216"/>
                  <a:pt x="412186" y="100560"/>
                  <a:pt x="411981" y="100841"/>
                </a:cubicBezTo>
                <a:cubicBezTo>
                  <a:pt x="411777" y="101122"/>
                  <a:pt x="411445" y="101365"/>
                  <a:pt x="410985" y="101569"/>
                </a:cubicBezTo>
                <a:cubicBezTo>
                  <a:pt x="410526" y="101773"/>
                  <a:pt x="409887" y="101926"/>
                  <a:pt x="409070" y="102029"/>
                </a:cubicBezTo>
                <a:cubicBezTo>
                  <a:pt x="408253" y="102131"/>
                  <a:pt x="407232" y="102182"/>
                  <a:pt x="406006" y="102182"/>
                </a:cubicBezTo>
                <a:cubicBezTo>
                  <a:pt x="404729" y="102182"/>
                  <a:pt x="403682" y="102131"/>
                  <a:pt x="402865" y="102029"/>
                </a:cubicBezTo>
                <a:cubicBezTo>
                  <a:pt x="402048" y="101926"/>
                  <a:pt x="401409" y="101773"/>
                  <a:pt x="400950" y="101569"/>
                </a:cubicBezTo>
                <a:cubicBezTo>
                  <a:pt x="400490" y="101365"/>
                  <a:pt x="400158" y="101122"/>
                  <a:pt x="399954" y="100841"/>
                </a:cubicBezTo>
                <a:cubicBezTo>
                  <a:pt x="399749" y="100560"/>
                  <a:pt x="399647" y="100216"/>
                  <a:pt x="399647" y="99807"/>
                </a:cubicBezTo>
                <a:lnTo>
                  <a:pt x="399647" y="59440"/>
                </a:lnTo>
                <a:cubicBezTo>
                  <a:pt x="399647" y="55508"/>
                  <a:pt x="399341" y="52342"/>
                  <a:pt x="398728" y="49942"/>
                </a:cubicBezTo>
                <a:cubicBezTo>
                  <a:pt x="398115" y="47542"/>
                  <a:pt x="397221" y="45474"/>
                  <a:pt x="396047" y="43737"/>
                </a:cubicBezTo>
                <a:cubicBezTo>
                  <a:pt x="394872" y="42001"/>
                  <a:pt x="393353" y="40674"/>
                  <a:pt x="391489" y="39754"/>
                </a:cubicBezTo>
                <a:cubicBezTo>
                  <a:pt x="389624" y="38835"/>
                  <a:pt x="387467" y="38376"/>
                  <a:pt x="385015" y="38376"/>
                </a:cubicBezTo>
                <a:cubicBezTo>
                  <a:pt x="381849" y="38376"/>
                  <a:pt x="378682" y="39499"/>
                  <a:pt x="375516" y="41746"/>
                </a:cubicBezTo>
                <a:cubicBezTo>
                  <a:pt x="372349" y="43993"/>
                  <a:pt x="369030" y="47287"/>
                  <a:pt x="365557" y="51627"/>
                </a:cubicBezTo>
                <a:lnTo>
                  <a:pt x="365557" y="99807"/>
                </a:lnTo>
                <a:cubicBezTo>
                  <a:pt x="365557" y="100216"/>
                  <a:pt x="365454" y="100560"/>
                  <a:pt x="365250" y="100841"/>
                </a:cubicBezTo>
                <a:cubicBezTo>
                  <a:pt x="365046" y="101122"/>
                  <a:pt x="364714" y="101365"/>
                  <a:pt x="364254" y="101569"/>
                </a:cubicBezTo>
                <a:cubicBezTo>
                  <a:pt x="363795" y="101773"/>
                  <a:pt x="363156" y="101926"/>
                  <a:pt x="362339" y="102029"/>
                </a:cubicBezTo>
                <a:cubicBezTo>
                  <a:pt x="361522" y="102131"/>
                  <a:pt x="360475" y="102182"/>
                  <a:pt x="359198" y="102182"/>
                </a:cubicBezTo>
                <a:cubicBezTo>
                  <a:pt x="357972" y="102182"/>
                  <a:pt x="356951" y="102131"/>
                  <a:pt x="356134" y="102029"/>
                </a:cubicBezTo>
                <a:cubicBezTo>
                  <a:pt x="355317" y="101926"/>
                  <a:pt x="354665" y="101773"/>
                  <a:pt x="354180" y="101569"/>
                </a:cubicBezTo>
                <a:cubicBezTo>
                  <a:pt x="353695" y="101365"/>
                  <a:pt x="353363" y="101122"/>
                  <a:pt x="353184" y="100841"/>
                </a:cubicBezTo>
                <a:cubicBezTo>
                  <a:pt x="353006" y="100560"/>
                  <a:pt x="352916" y="100216"/>
                  <a:pt x="352916" y="99807"/>
                </a:cubicBezTo>
                <a:lnTo>
                  <a:pt x="352916" y="30869"/>
                </a:lnTo>
                <a:cubicBezTo>
                  <a:pt x="352916" y="30460"/>
                  <a:pt x="352993" y="30116"/>
                  <a:pt x="353146" y="29835"/>
                </a:cubicBezTo>
                <a:cubicBezTo>
                  <a:pt x="353299" y="29554"/>
                  <a:pt x="353606" y="29299"/>
                  <a:pt x="354065" y="29069"/>
                </a:cubicBezTo>
                <a:cubicBezTo>
                  <a:pt x="354525" y="28839"/>
                  <a:pt x="355112" y="28686"/>
                  <a:pt x="355827" y="28609"/>
                </a:cubicBezTo>
                <a:cubicBezTo>
                  <a:pt x="356542" y="28533"/>
                  <a:pt x="357487" y="28494"/>
                  <a:pt x="358662" y="28494"/>
                </a:cubicBezTo>
                <a:cubicBezTo>
                  <a:pt x="359785" y="28494"/>
                  <a:pt x="360718" y="28533"/>
                  <a:pt x="361458" y="28609"/>
                </a:cubicBezTo>
                <a:cubicBezTo>
                  <a:pt x="362199" y="28686"/>
                  <a:pt x="362773" y="28839"/>
                  <a:pt x="363182" y="29069"/>
                </a:cubicBezTo>
                <a:cubicBezTo>
                  <a:pt x="363590" y="29299"/>
                  <a:pt x="363884" y="29554"/>
                  <a:pt x="364063" y="29835"/>
                </a:cubicBezTo>
                <a:cubicBezTo>
                  <a:pt x="364242" y="30116"/>
                  <a:pt x="364331" y="30460"/>
                  <a:pt x="364331" y="30869"/>
                </a:cubicBezTo>
                <a:lnTo>
                  <a:pt x="364331" y="39984"/>
                </a:lnTo>
                <a:cubicBezTo>
                  <a:pt x="368212" y="35644"/>
                  <a:pt x="372081" y="32465"/>
                  <a:pt x="375937" y="30448"/>
                </a:cubicBezTo>
                <a:cubicBezTo>
                  <a:pt x="379793" y="28431"/>
                  <a:pt x="383687" y="27422"/>
                  <a:pt x="387620" y="27422"/>
                </a:cubicBezTo>
                <a:cubicBezTo>
                  <a:pt x="392216" y="27422"/>
                  <a:pt x="396085" y="28201"/>
                  <a:pt x="399226" y="29758"/>
                </a:cubicBezTo>
                <a:cubicBezTo>
                  <a:pt x="402367" y="31316"/>
                  <a:pt x="404908" y="33397"/>
                  <a:pt x="406849" y="36001"/>
                </a:cubicBezTo>
                <a:cubicBezTo>
                  <a:pt x="408789" y="38605"/>
                  <a:pt x="410181" y="41657"/>
                  <a:pt x="411024" y="45155"/>
                </a:cubicBezTo>
                <a:cubicBezTo>
                  <a:pt x="411866" y="48653"/>
                  <a:pt x="412288" y="52853"/>
                  <a:pt x="412288" y="57755"/>
                </a:cubicBezTo>
                <a:lnTo>
                  <a:pt x="412288" y="99807"/>
                </a:lnTo>
                <a:close/>
                <a:moveTo>
                  <a:pt x="496001" y="33933"/>
                </a:moveTo>
                <a:cubicBezTo>
                  <a:pt x="496001" y="35720"/>
                  <a:pt x="495759" y="37010"/>
                  <a:pt x="495273" y="37801"/>
                </a:cubicBezTo>
                <a:cubicBezTo>
                  <a:pt x="494788" y="38593"/>
                  <a:pt x="494163" y="38988"/>
                  <a:pt x="493397" y="38988"/>
                </a:cubicBezTo>
                <a:lnTo>
                  <a:pt x="483514" y="38988"/>
                </a:lnTo>
                <a:cubicBezTo>
                  <a:pt x="485302" y="40832"/>
                  <a:pt x="486553" y="42868"/>
                  <a:pt x="487268" y="45097"/>
                </a:cubicBezTo>
                <a:cubicBezTo>
                  <a:pt x="487983" y="47325"/>
                  <a:pt x="488340" y="49642"/>
                  <a:pt x="488340" y="52048"/>
                </a:cubicBezTo>
                <a:cubicBezTo>
                  <a:pt x="488340" y="56025"/>
                  <a:pt x="487702" y="59543"/>
                  <a:pt x="486425" y="62602"/>
                </a:cubicBezTo>
                <a:cubicBezTo>
                  <a:pt x="485148" y="65661"/>
                  <a:pt x="483323" y="68249"/>
                  <a:pt x="480948" y="70365"/>
                </a:cubicBezTo>
                <a:cubicBezTo>
                  <a:pt x="478573" y="72481"/>
                  <a:pt x="475751" y="74100"/>
                  <a:pt x="472483" y="75222"/>
                </a:cubicBezTo>
                <a:cubicBezTo>
                  <a:pt x="469214" y="76344"/>
                  <a:pt x="465588" y="76904"/>
                  <a:pt x="461604" y="76904"/>
                </a:cubicBezTo>
                <a:cubicBezTo>
                  <a:pt x="458795" y="76904"/>
                  <a:pt x="456127" y="76535"/>
                  <a:pt x="453599" y="75796"/>
                </a:cubicBezTo>
                <a:cubicBezTo>
                  <a:pt x="451070" y="75057"/>
                  <a:pt x="449117" y="74127"/>
                  <a:pt x="447738" y="73005"/>
                </a:cubicBezTo>
                <a:cubicBezTo>
                  <a:pt x="446819" y="73924"/>
                  <a:pt x="446065" y="74971"/>
                  <a:pt x="445478" y="76146"/>
                </a:cubicBezTo>
                <a:cubicBezTo>
                  <a:pt x="444891" y="77319"/>
                  <a:pt x="444597" y="78670"/>
                  <a:pt x="444597" y="80201"/>
                </a:cubicBezTo>
                <a:cubicBezTo>
                  <a:pt x="444597" y="81988"/>
                  <a:pt x="445427" y="83469"/>
                  <a:pt x="447087" y="84643"/>
                </a:cubicBezTo>
                <a:cubicBezTo>
                  <a:pt x="448747" y="85816"/>
                  <a:pt x="450956" y="86454"/>
                  <a:pt x="453713" y="86556"/>
                </a:cubicBezTo>
                <a:lnTo>
                  <a:pt x="471716" y="87324"/>
                </a:lnTo>
                <a:cubicBezTo>
                  <a:pt x="475138" y="87426"/>
                  <a:pt x="478279" y="87900"/>
                  <a:pt x="481139" y="88746"/>
                </a:cubicBezTo>
                <a:cubicBezTo>
                  <a:pt x="483999" y="89592"/>
                  <a:pt x="486476" y="90797"/>
                  <a:pt x="488570" y="92360"/>
                </a:cubicBezTo>
                <a:cubicBezTo>
                  <a:pt x="490664" y="93923"/>
                  <a:pt x="492299" y="95844"/>
                  <a:pt x="493473" y="98124"/>
                </a:cubicBezTo>
                <a:cubicBezTo>
                  <a:pt x="494648" y="100405"/>
                  <a:pt x="495235" y="103057"/>
                  <a:pt x="495235" y="106081"/>
                </a:cubicBezTo>
                <a:cubicBezTo>
                  <a:pt x="495235" y="109258"/>
                  <a:pt x="494571" y="112282"/>
                  <a:pt x="493243" y="115151"/>
                </a:cubicBezTo>
                <a:cubicBezTo>
                  <a:pt x="491915" y="118022"/>
                  <a:pt x="489885" y="120545"/>
                  <a:pt x="487153" y="122722"/>
                </a:cubicBezTo>
                <a:cubicBezTo>
                  <a:pt x="484421" y="124900"/>
                  <a:pt x="480935" y="126617"/>
                  <a:pt x="476696" y="127873"/>
                </a:cubicBezTo>
                <a:cubicBezTo>
                  <a:pt x="472457" y="129129"/>
                  <a:pt x="467452" y="129757"/>
                  <a:pt x="461681" y="129757"/>
                </a:cubicBezTo>
                <a:cubicBezTo>
                  <a:pt x="456114" y="129757"/>
                  <a:pt x="451377" y="129284"/>
                  <a:pt x="447470" y="128338"/>
                </a:cubicBezTo>
                <a:cubicBezTo>
                  <a:pt x="443563" y="127393"/>
                  <a:pt x="440358" y="126103"/>
                  <a:pt x="437856" y="124467"/>
                </a:cubicBezTo>
                <a:cubicBezTo>
                  <a:pt x="435353" y="122833"/>
                  <a:pt x="433540" y="120879"/>
                  <a:pt x="432416" y="118605"/>
                </a:cubicBezTo>
                <a:cubicBezTo>
                  <a:pt x="431293" y="116331"/>
                  <a:pt x="430731" y="113865"/>
                  <a:pt x="430731" y="111206"/>
                </a:cubicBezTo>
                <a:cubicBezTo>
                  <a:pt x="430731" y="109521"/>
                  <a:pt x="430935" y="107886"/>
                  <a:pt x="431344" y="106301"/>
                </a:cubicBezTo>
                <a:cubicBezTo>
                  <a:pt x="431752" y="104717"/>
                  <a:pt x="432378" y="103209"/>
                  <a:pt x="433221" y="101777"/>
                </a:cubicBezTo>
                <a:cubicBezTo>
                  <a:pt x="434063" y="100347"/>
                  <a:pt x="435110" y="98981"/>
                  <a:pt x="436362" y="97679"/>
                </a:cubicBezTo>
                <a:cubicBezTo>
                  <a:pt x="437613" y="96375"/>
                  <a:pt x="439056" y="95084"/>
                  <a:pt x="440690" y="93806"/>
                </a:cubicBezTo>
                <a:cubicBezTo>
                  <a:pt x="438187" y="92525"/>
                  <a:pt x="436336" y="90910"/>
                  <a:pt x="435136" y="88961"/>
                </a:cubicBezTo>
                <a:cubicBezTo>
                  <a:pt x="433936" y="87011"/>
                  <a:pt x="433336" y="84908"/>
                  <a:pt x="433336" y="82652"/>
                </a:cubicBezTo>
                <a:cubicBezTo>
                  <a:pt x="433336" y="79524"/>
                  <a:pt x="433974" y="76729"/>
                  <a:pt x="435251" y="74267"/>
                </a:cubicBezTo>
                <a:cubicBezTo>
                  <a:pt x="436528" y="71804"/>
                  <a:pt x="438111" y="69599"/>
                  <a:pt x="440001" y="67650"/>
                </a:cubicBezTo>
                <a:cubicBezTo>
                  <a:pt x="438417" y="65764"/>
                  <a:pt x="437166" y="63635"/>
                  <a:pt x="436247" y="61264"/>
                </a:cubicBezTo>
                <a:cubicBezTo>
                  <a:pt x="435327" y="58893"/>
                  <a:pt x="434868" y="56025"/>
                  <a:pt x="434868" y="52661"/>
                </a:cubicBezTo>
                <a:cubicBezTo>
                  <a:pt x="434868" y="48735"/>
                  <a:pt x="435532" y="45218"/>
                  <a:pt x="436860" y="42107"/>
                </a:cubicBezTo>
                <a:cubicBezTo>
                  <a:pt x="438187" y="38997"/>
                  <a:pt x="440026" y="36371"/>
                  <a:pt x="442375" y="34230"/>
                </a:cubicBezTo>
                <a:cubicBezTo>
                  <a:pt x="444725" y="32088"/>
                  <a:pt x="447546" y="30444"/>
                  <a:pt x="450841" y="29296"/>
                </a:cubicBezTo>
                <a:cubicBezTo>
                  <a:pt x="454135" y="28149"/>
                  <a:pt x="457723" y="27575"/>
                  <a:pt x="461604" y="27575"/>
                </a:cubicBezTo>
                <a:cubicBezTo>
                  <a:pt x="463698" y="27575"/>
                  <a:pt x="465652" y="27684"/>
                  <a:pt x="467465" y="27901"/>
                </a:cubicBezTo>
                <a:cubicBezTo>
                  <a:pt x="469278" y="28116"/>
                  <a:pt x="470976" y="28416"/>
                  <a:pt x="472559" y="28801"/>
                </a:cubicBezTo>
                <a:lnTo>
                  <a:pt x="493397" y="28801"/>
                </a:lnTo>
                <a:cubicBezTo>
                  <a:pt x="494265" y="28801"/>
                  <a:pt x="494916" y="29222"/>
                  <a:pt x="495350" y="30065"/>
                </a:cubicBezTo>
                <a:cubicBezTo>
                  <a:pt x="495784" y="30907"/>
                  <a:pt x="496001" y="32197"/>
                  <a:pt x="496001" y="33933"/>
                </a:cubicBezTo>
                <a:moveTo>
                  <a:pt x="476236" y="52125"/>
                </a:moveTo>
                <a:cubicBezTo>
                  <a:pt x="476236" y="47440"/>
                  <a:pt x="474947" y="43785"/>
                  <a:pt x="472368" y="41162"/>
                </a:cubicBezTo>
                <a:cubicBezTo>
                  <a:pt x="469788" y="38538"/>
                  <a:pt x="466124" y="37227"/>
                  <a:pt x="461374" y="37227"/>
                </a:cubicBezTo>
                <a:cubicBezTo>
                  <a:pt x="458923" y="37227"/>
                  <a:pt x="456791" y="37634"/>
                  <a:pt x="454977" y="38450"/>
                </a:cubicBezTo>
                <a:cubicBezTo>
                  <a:pt x="453164" y="39264"/>
                  <a:pt x="451658" y="40384"/>
                  <a:pt x="450458" y="41811"/>
                </a:cubicBezTo>
                <a:cubicBezTo>
                  <a:pt x="449257" y="43237"/>
                  <a:pt x="448364" y="44880"/>
                  <a:pt x="447776" y="46739"/>
                </a:cubicBezTo>
                <a:cubicBezTo>
                  <a:pt x="447189" y="48598"/>
                  <a:pt x="446895" y="50547"/>
                  <a:pt x="446895" y="52585"/>
                </a:cubicBezTo>
                <a:cubicBezTo>
                  <a:pt x="446895" y="57117"/>
                  <a:pt x="448185" y="60682"/>
                  <a:pt x="450764" y="63280"/>
                </a:cubicBezTo>
                <a:cubicBezTo>
                  <a:pt x="453343" y="65878"/>
                  <a:pt x="456957" y="67176"/>
                  <a:pt x="461604" y="67176"/>
                </a:cubicBezTo>
                <a:cubicBezTo>
                  <a:pt x="464107" y="67176"/>
                  <a:pt x="466277" y="66782"/>
                  <a:pt x="468116" y="65994"/>
                </a:cubicBezTo>
                <a:cubicBezTo>
                  <a:pt x="469954" y="65204"/>
                  <a:pt x="471474" y="64109"/>
                  <a:pt x="472674" y="62707"/>
                </a:cubicBezTo>
                <a:cubicBezTo>
                  <a:pt x="473874" y="61306"/>
                  <a:pt x="474768" y="59689"/>
                  <a:pt x="475355" y="57855"/>
                </a:cubicBezTo>
                <a:cubicBezTo>
                  <a:pt x="475943" y="56022"/>
                  <a:pt x="476236" y="54112"/>
                  <a:pt x="476236" y="52125"/>
                </a:cubicBezTo>
                <a:moveTo>
                  <a:pt x="482595" y="106768"/>
                </a:moveTo>
                <a:cubicBezTo>
                  <a:pt x="482595" y="103786"/>
                  <a:pt x="481382" y="101485"/>
                  <a:pt x="478956" y="99867"/>
                </a:cubicBezTo>
                <a:cubicBezTo>
                  <a:pt x="476530" y="98247"/>
                  <a:pt x="473249" y="97386"/>
                  <a:pt x="469112" y="97284"/>
                </a:cubicBezTo>
                <a:lnTo>
                  <a:pt x="451262" y="96667"/>
                </a:lnTo>
                <a:cubicBezTo>
                  <a:pt x="449628" y="97951"/>
                  <a:pt x="448287" y="99172"/>
                  <a:pt x="447240" y="100329"/>
                </a:cubicBezTo>
                <a:cubicBezTo>
                  <a:pt x="446193" y="101486"/>
                  <a:pt x="445363" y="102591"/>
                  <a:pt x="444750" y="103644"/>
                </a:cubicBezTo>
                <a:cubicBezTo>
                  <a:pt x="444137" y="104698"/>
                  <a:pt x="443716" y="105738"/>
                  <a:pt x="443486" y="106766"/>
                </a:cubicBezTo>
                <a:cubicBezTo>
                  <a:pt x="443256" y="107795"/>
                  <a:pt x="443142" y="108849"/>
                  <a:pt x="443142" y="109928"/>
                </a:cubicBezTo>
                <a:cubicBezTo>
                  <a:pt x="443142" y="113269"/>
                  <a:pt x="444827" y="115801"/>
                  <a:pt x="448198" y="117523"/>
                </a:cubicBezTo>
                <a:cubicBezTo>
                  <a:pt x="451568" y="119245"/>
                  <a:pt x="456267" y="120106"/>
                  <a:pt x="462294" y="120106"/>
                </a:cubicBezTo>
                <a:cubicBezTo>
                  <a:pt x="466124" y="120106"/>
                  <a:pt x="469329" y="119733"/>
                  <a:pt x="471908" y="118988"/>
                </a:cubicBezTo>
                <a:cubicBezTo>
                  <a:pt x="474487" y="118243"/>
                  <a:pt x="476568" y="117253"/>
                  <a:pt x="478152" y="116020"/>
                </a:cubicBezTo>
                <a:cubicBezTo>
                  <a:pt x="479735" y="114786"/>
                  <a:pt x="480871" y="113372"/>
                  <a:pt x="481561" y="111778"/>
                </a:cubicBezTo>
                <a:cubicBezTo>
                  <a:pt x="482250" y="110185"/>
                  <a:pt x="482595" y="108515"/>
                  <a:pt x="482595" y="1067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8E19D-CEB8-409E-A5E4-6F6D917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1" y="2447949"/>
            <a:ext cx="1334824" cy="386013"/>
          </a:xfrm>
          <a:custGeom xmlns:a="http://schemas.openxmlformats.org/drawingml/2006/main">
            <a:pathLst>
              <a:path w="1334824" h="386013" fill="none">
                <a:moveTo>
                  <a:pt x="0" y="0"/>
                </a:moveTo>
                <a:lnTo>
                  <a:pt x="1141792" y="0"/>
                </a:lnTo>
                <a:lnTo>
                  <a:pt x="1334824" y="193007"/>
                </a:lnTo>
                <a:lnTo>
                  <a:pt x="1141792" y="386013"/>
                </a:lnTo>
                <a:lnTo>
                  <a:pt x="0" y="3860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88" cap="flat">
            <a:solidFill>
              <a:srgbClr val="2E54A1"/>
            </a:solidFill>
            <a:miter/>
          </a:ln>
        </p:spPr>
      </p:sp>
      <p:sp>
        <p:nvSpPr>
          <p:cNvPr id="59" name="Text Whole-process">
            <a:extLst xmlns:a="http://schemas.openxmlformats.org/drawingml/2006/main">
              <a:ext uri="{FF2B5EF4-FFF2-40B4-BE49-F238E27FC236}">
                <a16:creationId xmlns:a16="http://schemas.microsoft.com/office/drawing/2014/main" id="{532A9A57-318C-46EC-8242-10B2A1B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51" y="2495151"/>
            <a:ext cx="968943" cy="134659"/>
          </a:xfrm>
          <a:custGeom xmlns:a="http://schemas.openxmlformats.org/drawingml/2006/main">
            <a:pathLst>
              <a:path w="968943" h="134659">
                <a:moveTo>
                  <a:pt x="103409" y="103867"/>
                </a:moveTo>
                <a:cubicBezTo>
                  <a:pt x="103204" y="104582"/>
                  <a:pt x="102898" y="105156"/>
                  <a:pt x="102489" y="105590"/>
                </a:cubicBezTo>
                <a:cubicBezTo>
                  <a:pt x="102081" y="106024"/>
                  <a:pt x="101519" y="106356"/>
                  <a:pt x="100804" y="106586"/>
                </a:cubicBezTo>
                <a:cubicBezTo>
                  <a:pt x="100089" y="106816"/>
                  <a:pt x="99208" y="106982"/>
                  <a:pt x="98161" y="107084"/>
                </a:cubicBezTo>
                <a:cubicBezTo>
                  <a:pt x="97114" y="107186"/>
                  <a:pt x="95824" y="107237"/>
                  <a:pt x="94292" y="107237"/>
                </a:cubicBezTo>
                <a:cubicBezTo>
                  <a:pt x="92709" y="107237"/>
                  <a:pt x="91368" y="107186"/>
                  <a:pt x="90270" y="107084"/>
                </a:cubicBezTo>
                <a:cubicBezTo>
                  <a:pt x="89172" y="106982"/>
                  <a:pt x="88266" y="106816"/>
                  <a:pt x="87551" y="106586"/>
                </a:cubicBezTo>
                <a:cubicBezTo>
                  <a:pt x="86836" y="106356"/>
                  <a:pt x="86299" y="106024"/>
                  <a:pt x="85942" y="105590"/>
                </a:cubicBezTo>
                <a:cubicBezTo>
                  <a:pt x="85584" y="105156"/>
                  <a:pt x="85303" y="104582"/>
                  <a:pt x="85099" y="103867"/>
                </a:cubicBezTo>
                <a:lnTo>
                  <a:pt x="64338" y="29031"/>
                </a:lnTo>
                <a:lnTo>
                  <a:pt x="64185" y="29031"/>
                </a:lnTo>
                <a:lnTo>
                  <a:pt x="45033" y="103867"/>
                </a:lnTo>
                <a:cubicBezTo>
                  <a:pt x="44880" y="104582"/>
                  <a:pt x="44624" y="105156"/>
                  <a:pt x="44267" y="105590"/>
                </a:cubicBezTo>
                <a:cubicBezTo>
                  <a:pt x="43909" y="106024"/>
                  <a:pt x="43399" y="106356"/>
                  <a:pt x="42735" y="106586"/>
                </a:cubicBezTo>
                <a:cubicBezTo>
                  <a:pt x="42071" y="106816"/>
                  <a:pt x="41215" y="106982"/>
                  <a:pt x="40168" y="107084"/>
                </a:cubicBezTo>
                <a:cubicBezTo>
                  <a:pt x="39121" y="107186"/>
                  <a:pt x="37781" y="107237"/>
                  <a:pt x="36146" y="107237"/>
                </a:cubicBezTo>
                <a:cubicBezTo>
                  <a:pt x="34461" y="107237"/>
                  <a:pt x="33056" y="107186"/>
                  <a:pt x="31933" y="107084"/>
                </a:cubicBezTo>
                <a:cubicBezTo>
                  <a:pt x="30809" y="106982"/>
                  <a:pt x="29890" y="106816"/>
                  <a:pt x="29175" y="106586"/>
                </a:cubicBezTo>
                <a:cubicBezTo>
                  <a:pt x="28460" y="106356"/>
                  <a:pt x="27911" y="106024"/>
                  <a:pt x="27528" y="105590"/>
                </a:cubicBezTo>
                <a:cubicBezTo>
                  <a:pt x="27145" y="105156"/>
                  <a:pt x="26877" y="104582"/>
                  <a:pt x="26724" y="103867"/>
                </a:cubicBezTo>
                <a:lnTo>
                  <a:pt x="523" y="12332"/>
                </a:lnTo>
                <a:cubicBezTo>
                  <a:pt x="217" y="11158"/>
                  <a:pt x="51" y="10239"/>
                  <a:pt x="26" y="9575"/>
                </a:cubicBezTo>
                <a:cubicBezTo>
                  <a:pt x="0" y="8911"/>
                  <a:pt x="204" y="8400"/>
                  <a:pt x="638" y="8043"/>
                </a:cubicBezTo>
                <a:cubicBezTo>
                  <a:pt x="1073" y="7685"/>
                  <a:pt x="1775" y="7456"/>
                  <a:pt x="2745" y="7353"/>
                </a:cubicBezTo>
                <a:cubicBezTo>
                  <a:pt x="3716" y="7251"/>
                  <a:pt x="5018" y="7200"/>
                  <a:pt x="6652" y="7200"/>
                </a:cubicBezTo>
                <a:cubicBezTo>
                  <a:pt x="8235" y="7200"/>
                  <a:pt x="9487" y="7239"/>
                  <a:pt x="10406" y="7315"/>
                </a:cubicBezTo>
                <a:cubicBezTo>
                  <a:pt x="11325" y="7392"/>
                  <a:pt x="12028" y="7532"/>
                  <a:pt x="12513" y="7736"/>
                </a:cubicBezTo>
                <a:cubicBezTo>
                  <a:pt x="12998" y="7941"/>
                  <a:pt x="13330" y="8222"/>
                  <a:pt x="13509" y="8579"/>
                </a:cubicBezTo>
                <a:cubicBezTo>
                  <a:pt x="13687" y="8936"/>
                  <a:pt x="13828" y="9396"/>
                  <a:pt x="13930" y="9958"/>
                </a:cubicBezTo>
                <a:lnTo>
                  <a:pt x="36223" y="92990"/>
                </a:lnTo>
                <a:lnTo>
                  <a:pt x="36300" y="92990"/>
                </a:lnTo>
                <a:lnTo>
                  <a:pt x="57443" y="10111"/>
                </a:lnTo>
                <a:cubicBezTo>
                  <a:pt x="57597" y="9549"/>
                  <a:pt x="57788" y="9077"/>
                  <a:pt x="58018" y="8694"/>
                </a:cubicBezTo>
                <a:cubicBezTo>
                  <a:pt x="58248" y="8311"/>
                  <a:pt x="58618" y="8017"/>
                  <a:pt x="59129" y="7813"/>
                </a:cubicBezTo>
                <a:cubicBezTo>
                  <a:pt x="59640" y="7609"/>
                  <a:pt x="60367" y="7456"/>
                  <a:pt x="61312" y="7353"/>
                </a:cubicBezTo>
                <a:cubicBezTo>
                  <a:pt x="62257" y="7251"/>
                  <a:pt x="63496" y="7200"/>
                  <a:pt x="65028" y="7200"/>
                </a:cubicBezTo>
                <a:cubicBezTo>
                  <a:pt x="66458" y="7200"/>
                  <a:pt x="67594" y="7251"/>
                  <a:pt x="68437" y="7353"/>
                </a:cubicBezTo>
                <a:cubicBezTo>
                  <a:pt x="69279" y="7456"/>
                  <a:pt x="69956" y="7609"/>
                  <a:pt x="70467" y="7813"/>
                </a:cubicBezTo>
                <a:cubicBezTo>
                  <a:pt x="70978" y="8017"/>
                  <a:pt x="71348" y="8311"/>
                  <a:pt x="71578" y="8694"/>
                </a:cubicBezTo>
                <a:cubicBezTo>
                  <a:pt x="71808" y="9077"/>
                  <a:pt x="71999" y="9549"/>
                  <a:pt x="72152" y="10111"/>
                </a:cubicBezTo>
                <a:lnTo>
                  <a:pt x="94905" y="92990"/>
                </a:lnTo>
                <a:lnTo>
                  <a:pt x="95058" y="92990"/>
                </a:lnTo>
                <a:lnTo>
                  <a:pt x="116892" y="10034"/>
                </a:lnTo>
                <a:cubicBezTo>
                  <a:pt x="117045" y="9524"/>
                  <a:pt x="117198" y="9077"/>
                  <a:pt x="117351" y="8694"/>
                </a:cubicBezTo>
                <a:cubicBezTo>
                  <a:pt x="117504" y="8311"/>
                  <a:pt x="117824" y="8017"/>
                  <a:pt x="118309" y="7813"/>
                </a:cubicBezTo>
                <a:cubicBezTo>
                  <a:pt x="118794" y="7609"/>
                  <a:pt x="119483" y="7456"/>
                  <a:pt x="120377" y="7353"/>
                </a:cubicBezTo>
                <a:cubicBezTo>
                  <a:pt x="121271" y="7251"/>
                  <a:pt x="122458" y="7200"/>
                  <a:pt x="123940" y="7200"/>
                </a:cubicBezTo>
                <a:cubicBezTo>
                  <a:pt x="125472" y="7200"/>
                  <a:pt x="126685" y="7264"/>
                  <a:pt x="127578" y="7392"/>
                </a:cubicBezTo>
                <a:cubicBezTo>
                  <a:pt x="128472" y="7519"/>
                  <a:pt x="129123" y="7762"/>
                  <a:pt x="129532" y="8119"/>
                </a:cubicBezTo>
                <a:cubicBezTo>
                  <a:pt x="129941" y="8477"/>
                  <a:pt x="130132" y="8988"/>
                  <a:pt x="130107" y="9651"/>
                </a:cubicBezTo>
                <a:cubicBezTo>
                  <a:pt x="130081" y="10315"/>
                  <a:pt x="129941" y="11234"/>
                  <a:pt x="129685" y="12409"/>
                </a:cubicBezTo>
                <a:lnTo>
                  <a:pt x="103409" y="103867"/>
                </a:lnTo>
                <a:close/>
                <a:moveTo>
                  <a:pt x="210231" y="104863"/>
                </a:moveTo>
                <a:cubicBezTo>
                  <a:pt x="210231" y="105271"/>
                  <a:pt x="210129" y="105616"/>
                  <a:pt x="209925" y="105897"/>
                </a:cubicBezTo>
                <a:cubicBezTo>
                  <a:pt x="209721" y="106178"/>
                  <a:pt x="209389" y="106420"/>
                  <a:pt x="208929" y="106624"/>
                </a:cubicBezTo>
                <a:cubicBezTo>
                  <a:pt x="208469" y="106829"/>
                  <a:pt x="207831" y="106982"/>
                  <a:pt x="207014" y="107084"/>
                </a:cubicBezTo>
                <a:cubicBezTo>
                  <a:pt x="206197" y="107186"/>
                  <a:pt x="205175" y="107237"/>
                  <a:pt x="203949" y="107237"/>
                </a:cubicBezTo>
                <a:cubicBezTo>
                  <a:pt x="202673" y="107237"/>
                  <a:pt x="201626" y="107186"/>
                  <a:pt x="200808" y="107084"/>
                </a:cubicBezTo>
                <a:cubicBezTo>
                  <a:pt x="199991" y="106982"/>
                  <a:pt x="199353" y="106829"/>
                  <a:pt x="198893" y="106624"/>
                </a:cubicBezTo>
                <a:cubicBezTo>
                  <a:pt x="198434" y="106420"/>
                  <a:pt x="198102" y="106178"/>
                  <a:pt x="197897" y="105897"/>
                </a:cubicBezTo>
                <a:cubicBezTo>
                  <a:pt x="197693" y="105616"/>
                  <a:pt x="197591" y="105271"/>
                  <a:pt x="197591" y="104863"/>
                </a:cubicBezTo>
                <a:lnTo>
                  <a:pt x="197591" y="64496"/>
                </a:lnTo>
                <a:cubicBezTo>
                  <a:pt x="197591" y="60564"/>
                  <a:pt x="197285" y="57397"/>
                  <a:pt x="196672" y="54997"/>
                </a:cubicBezTo>
                <a:cubicBezTo>
                  <a:pt x="196059" y="52597"/>
                  <a:pt x="195165" y="50529"/>
                  <a:pt x="193990" y="48793"/>
                </a:cubicBezTo>
                <a:cubicBezTo>
                  <a:pt x="192816" y="47057"/>
                  <a:pt x="191296" y="45729"/>
                  <a:pt x="189432" y="44810"/>
                </a:cubicBezTo>
                <a:cubicBezTo>
                  <a:pt x="187568" y="43891"/>
                  <a:pt x="185410" y="43431"/>
                  <a:pt x="182959" y="43431"/>
                </a:cubicBezTo>
                <a:cubicBezTo>
                  <a:pt x="179792" y="43431"/>
                  <a:pt x="176626" y="44555"/>
                  <a:pt x="173459" y="46801"/>
                </a:cubicBezTo>
                <a:cubicBezTo>
                  <a:pt x="170293" y="49048"/>
                  <a:pt x="166973" y="52342"/>
                  <a:pt x="163500" y="56683"/>
                </a:cubicBezTo>
                <a:lnTo>
                  <a:pt x="163500" y="104863"/>
                </a:lnTo>
                <a:cubicBezTo>
                  <a:pt x="163500" y="105271"/>
                  <a:pt x="163398" y="105616"/>
                  <a:pt x="163194" y="105897"/>
                </a:cubicBezTo>
                <a:cubicBezTo>
                  <a:pt x="162990" y="106178"/>
                  <a:pt x="162658" y="106420"/>
                  <a:pt x="162198" y="106624"/>
                </a:cubicBezTo>
                <a:cubicBezTo>
                  <a:pt x="161738" y="106829"/>
                  <a:pt x="161100" y="106982"/>
                  <a:pt x="160283" y="107084"/>
                </a:cubicBezTo>
                <a:cubicBezTo>
                  <a:pt x="159466" y="107186"/>
                  <a:pt x="158419" y="107237"/>
                  <a:pt x="157142" y="107237"/>
                </a:cubicBezTo>
                <a:cubicBezTo>
                  <a:pt x="155916" y="107237"/>
                  <a:pt x="154895" y="107186"/>
                  <a:pt x="154077" y="107084"/>
                </a:cubicBezTo>
                <a:cubicBezTo>
                  <a:pt x="153260" y="106982"/>
                  <a:pt x="152609" y="106829"/>
                  <a:pt x="152124" y="106624"/>
                </a:cubicBezTo>
                <a:cubicBezTo>
                  <a:pt x="151639" y="106420"/>
                  <a:pt x="151307" y="106178"/>
                  <a:pt x="151128" y="105897"/>
                </a:cubicBezTo>
                <a:cubicBezTo>
                  <a:pt x="150949" y="105614"/>
                  <a:pt x="150860" y="105269"/>
                  <a:pt x="150860" y="104860"/>
                </a:cubicBezTo>
                <a:lnTo>
                  <a:pt x="150860" y="2454"/>
                </a:lnTo>
                <a:cubicBezTo>
                  <a:pt x="150860" y="2045"/>
                  <a:pt x="150949" y="1688"/>
                  <a:pt x="151128" y="1381"/>
                </a:cubicBezTo>
                <a:cubicBezTo>
                  <a:pt x="151307" y="1073"/>
                  <a:pt x="151639" y="817"/>
                  <a:pt x="152124" y="613"/>
                </a:cubicBezTo>
                <a:cubicBezTo>
                  <a:pt x="152609" y="409"/>
                  <a:pt x="153260" y="255"/>
                  <a:pt x="154077" y="153"/>
                </a:cubicBezTo>
                <a:cubicBezTo>
                  <a:pt x="154895" y="51"/>
                  <a:pt x="155916" y="0"/>
                  <a:pt x="157142" y="0"/>
                </a:cubicBezTo>
                <a:cubicBezTo>
                  <a:pt x="158419" y="0"/>
                  <a:pt x="159466" y="51"/>
                  <a:pt x="160283" y="153"/>
                </a:cubicBezTo>
                <a:cubicBezTo>
                  <a:pt x="161100" y="255"/>
                  <a:pt x="161738" y="409"/>
                  <a:pt x="162198" y="615"/>
                </a:cubicBezTo>
                <a:cubicBezTo>
                  <a:pt x="162658" y="819"/>
                  <a:pt x="162990" y="1075"/>
                  <a:pt x="163194" y="1381"/>
                </a:cubicBezTo>
                <a:cubicBezTo>
                  <a:pt x="163398" y="1688"/>
                  <a:pt x="163500" y="2046"/>
                  <a:pt x="163500" y="2456"/>
                </a:cubicBezTo>
                <a:lnTo>
                  <a:pt x="163500" y="43814"/>
                </a:lnTo>
                <a:cubicBezTo>
                  <a:pt x="167126" y="39984"/>
                  <a:pt x="170778" y="37137"/>
                  <a:pt x="174455" y="35273"/>
                </a:cubicBezTo>
                <a:cubicBezTo>
                  <a:pt x="178132" y="33410"/>
                  <a:pt x="181835" y="32478"/>
                  <a:pt x="185563" y="32478"/>
                </a:cubicBezTo>
                <a:cubicBezTo>
                  <a:pt x="190160" y="32478"/>
                  <a:pt x="194029" y="33256"/>
                  <a:pt x="197170" y="34814"/>
                </a:cubicBezTo>
                <a:cubicBezTo>
                  <a:pt x="200311" y="36371"/>
                  <a:pt x="202851" y="38452"/>
                  <a:pt x="204792" y="41057"/>
                </a:cubicBezTo>
                <a:cubicBezTo>
                  <a:pt x="206733" y="43661"/>
                  <a:pt x="208125" y="46712"/>
                  <a:pt x="208967" y="50210"/>
                </a:cubicBezTo>
                <a:cubicBezTo>
                  <a:pt x="209810" y="53708"/>
                  <a:pt x="210231" y="57934"/>
                  <a:pt x="210231" y="62887"/>
                </a:cubicBezTo>
                <a:lnTo>
                  <a:pt x="210231" y="104863"/>
                </a:lnTo>
                <a:close/>
                <a:moveTo>
                  <a:pt x="300441" y="69666"/>
                </a:moveTo>
                <a:cubicBezTo>
                  <a:pt x="300441" y="75288"/>
                  <a:pt x="299701" y="80463"/>
                  <a:pt x="298220" y="85191"/>
                </a:cubicBezTo>
                <a:cubicBezTo>
                  <a:pt x="296738" y="89920"/>
                  <a:pt x="294530" y="93997"/>
                  <a:pt x="291593" y="97423"/>
                </a:cubicBezTo>
                <a:cubicBezTo>
                  <a:pt x="288656" y="100848"/>
                  <a:pt x="284979" y="103518"/>
                  <a:pt x="280561" y="105435"/>
                </a:cubicBezTo>
                <a:cubicBezTo>
                  <a:pt x="276144" y="107351"/>
                  <a:pt x="271024" y="108310"/>
                  <a:pt x="265201" y="108310"/>
                </a:cubicBezTo>
                <a:cubicBezTo>
                  <a:pt x="259532" y="108310"/>
                  <a:pt x="254591" y="107466"/>
                  <a:pt x="250378" y="105779"/>
                </a:cubicBezTo>
                <a:cubicBezTo>
                  <a:pt x="246164" y="104093"/>
                  <a:pt x="242653" y="101639"/>
                  <a:pt x="239844" y="98419"/>
                </a:cubicBezTo>
                <a:cubicBezTo>
                  <a:pt x="237035" y="95199"/>
                  <a:pt x="234941" y="91288"/>
                  <a:pt x="233562" y="86687"/>
                </a:cubicBezTo>
                <a:cubicBezTo>
                  <a:pt x="232183" y="82087"/>
                  <a:pt x="231494" y="76873"/>
                  <a:pt x="231494" y="71045"/>
                </a:cubicBezTo>
                <a:cubicBezTo>
                  <a:pt x="231494" y="65423"/>
                  <a:pt x="232221" y="60248"/>
                  <a:pt x="233677" y="55519"/>
                </a:cubicBezTo>
                <a:cubicBezTo>
                  <a:pt x="235133" y="50791"/>
                  <a:pt x="237329" y="46714"/>
                  <a:pt x="240265" y="43290"/>
                </a:cubicBezTo>
                <a:cubicBezTo>
                  <a:pt x="243202" y="39864"/>
                  <a:pt x="246866" y="37205"/>
                  <a:pt x="251259" y="35314"/>
                </a:cubicBezTo>
                <a:cubicBezTo>
                  <a:pt x="255651" y="33423"/>
                  <a:pt x="260784" y="32478"/>
                  <a:pt x="266657" y="32478"/>
                </a:cubicBezTo>
                <a:cubicBezTo>
                  <a:pt x="272326" y="32478"/>
                  <a:pt x="277267" y="33321"/>
                  <a:pt x="281481" y="35008"/>
                </a:cubicBezTo>
                <a:cubicBezTo>
                  <a:pt x="285694" y="36694"/>
                  <a:pt x="289205" y="39148"/>
                  <a:pt x="292014" y="42368"/>
                </a:cubicBezTo>
                <a:cubicBezTo>
                  <a:pt x="294823" y="45589"/>
                  <a:pt x="296930" y="49499"/>
                  <a:pt x="298334" y="54100"/>
                </a:cubicBezTo>
                <a:cubicBezTo>
                  <a:pt x="299739" y="58700"/>
                  <a:pt x="300441" y="63889"/>
                  <a:pt x="300441" y="69666"/>
                </a:cubicBezTo>
                <a:moveTo>
                  <a:pt x="287111" y="70508"/>
                </a:moveTo>
                <a:cubicBezTo>
                  <a:pt x="287111" y="66776"/>
                  <a:pt x="286767" y="63248"/>
                  <a:pt x="286077" y="59924"/>
                </a:cubicBezTo>
                <a:cubicBezTo>
                  <a:pt x="285388" y="56600"/>
                  <a:pt x="284251" y="53685"/>
                  <a:pt x="282668" y="51179"/>
                </a:cubicBezTo>
                <a:cubicBezTo>
                  <a:pt x="281085" y="48674"/>
                  <a:pt x="278940" y="46693"/>
                  <a:pt x="276233" y="45236"/>
                </a:cubicBezTo>
                <a:cubicBezTo>
                  <a:pt x="273526" y="43777"/>
                  <a:pt x="270155" y="43048"/>
                  <a:pt x="266121" y="43048"/>
                </a:cubicBezTo>
                <a:cubicBezTo>
                  <a:pt x="262392" y="43048"/>
                  <a:pt x="259188" y="43713"/>
                  <a:pt x="256506" y="45042"/>
                </a:cubicBezTo>
                <a:cubicBezTo>
                  <a:pt x="253825" y="46371"/>
                  <a:pt x="251616" y="48251"/>
                  <a:pt x="249880" y="50682"/>
                </a:cubicBezTo>
                <a:cubicBezTo>
                  <a:pt x="248143" y="53110"/>
                  <a:pt x="246854" y="55987"/>
                  <a:pt x="246011" y="59311"/>
                </a:cubicBezTo>
                <a:cubicBezTo>
                  <a:pt x="245168" y="62633"/>
                  <a:pt x="244747" y="66264"/>
                  <a:pt x="244747" y="70202"/>
                </a:cubicBezTo>
                <a:cubicBezTo>
                  <a:pt x="244747" y="73986"/>
                  <a:pt x="245092" y="77540"/>
                  <a:pt x="245781" y="80864"/>
                </a:cubicBezTo>
                <a:cubicBezTo>
                  <a:pt x="246471" y="84188"/>
                  <a:pt x="247620" y="87090"/>
                  <a:pt x="249228" y="89569"/>
                </a:cubicBezTo>
                <a:cubicBezTo>
                  <a:pt x="250837" y="92049"/>
                  <a:pt x="252995" y="94019"/>
                  <a:pt x="255702" y="95477"/>
                </a:cubicBezTo>
                <a:cubicBezTo>
                  <a:pt x="258409" y="96934"/>
                  <a:pt x="261779" y="97663"/>
                  <a:pt x="265814" y="97663"/>
                </a:cubicBezTo>
                <a:cubicBezTo>
                  <a:pt x="269491" y="97663"/>
                  <a:pt x="272683" y="96998"/>
                  <a:pt x="275390" y="95669"/>
                </a:cubicBezTo>
                <a:cubicBezTo>
                  <a:pt x="278097" y="94339"/>
                  <a:pt x="280319" y="92473"/>
                  <a:pt x="282055" y="90070"/>
                </a:cubicBezTo>
                <a:cubicBezTo>
                  <a:pt x="283792" y="87665"/>
                  <a:pt x="285068" y="84801"/>
                  <a:pt x="285886" y="81479"/>
                </a:cubicBezTo>
                <a:cubicBezTo>
                  <a:pt x="286703" y="78155"/>
                  <a:pt x="287111" y="74498"/>
                  <a:pt x="287111" y="70508"/>
                </a:cubicBezTo>
                <a:close/>
                <a:moveTo>
                  <a:pt x="334420" y="104860"/>
                </a:moveTo>
                <a:cubicBezTo>
                  <a:pt x="334420" y="105269"/>
                  <a:pt x="334318" y="105614"/>
                  <a:pt x="334114" y="105897"/>
                </a:cubicBezTo>
                <a:cubicBezTo>
                  <a:pt x="333910" y="106178"/>
                  <a:pt x="333578" y="106420"/>
                  <a:pt x="333118" y="106624"/>
                </a:cubicBezTo>
                <a:cubicBezTo>
                  <a:pt x="332658" y="106829"/>
                  <a:pt x="332020" y="106982"/>
                  <a:pt x="331203" y="107084"/>
                </a:cubicBezTo>
                <a:cubicBezTo>
                  <a:pt x="330386" y="107186"/>
                  <a:pt x="329339" y="107237"/>
                  <a:pt x="328062" y="107237"/>
                </a:cubicBezTo>
                <a:cubicBezTo>
                  <a:pt x="326836" y="107237"/>
                  <a:pt x="325815" y="107186"/>
                  <a:pt x="324998" y="107084"/>
                </a:cubicBezTo>
                <a:cubicBezTo>
                  <a:pt x="324180" y="106982"/>
                  <a:pt x="323529" y="106829"/>
                  <a:pt x="323044" y="106624"/>
                </a:cubicBezTo>
                <a:cubicBezTo>
                  <a:pt x="322559" y="106420"/>
                  <a:pt x="322227" y="106178"/>
                  <a:pt x="322048" y="105897"/>
                </a:cubicBezTo>
                <a:cubicBezTo>
                  <a:pt x="321869" y="105614"/>
                  <a:pt x="321780" y="105269"/>
                  <a:pt x="321780" y="104860"/>
                </a:cubicBezTo>
                <a:lnTo>
                  <a:pt x="321780" y="2454"/>
                </a:lnTo>
                <a:cubicBezTo>
                  <a:pt x="321780" y="2045"/>
                  <a:pt x="321869" y="1688"/>
                  <a:pt x="322048" y="1381"/>
                </a:cubicBezTo>
                <a:cubicBezTo>
                  <a:pt x="322227" y="1073"/>
                  <a:pt x="322559" y="817"/>
                  <a:pt x="323044" y="613"/>
                </a:cubicBezTo>
                <a:cubicBezTo>
                  <a:pt x="323529" y="409"/>
                  <a:pt x="324180" y="255"/>
                  <a:pt x="324998" y="153"/>
                </a:cubicBezTo>
                <a:cubicBezTo>
                  <a:pt x="325815" y="51"/>
                  <a:pt x="326836" y="0"/>
                  <a:pt x="328062" y="0"/>
                </a:cubicBezTo>
                <a:cubicBezTo>
                  <a:pt x="329339" y="0"/>
                  <a:pt x="330386" y="51"/>
                  <a:pt x="331203" y="153"/>
                </a:cubicBezTo>
                <a:cubicBezTo>
                  <a:pt x="332020" y="255"/>
                  <a:pt x="332658" y="409"/>
                  <a:pt x="333118" y="613"/>
                </a:cubicBezTo>
                <a:cubicBezTo>
                  <a:pt x="333578" y="817"/>
                  <a:pt x="333910" y="1073"/>
                  <a:pt x="334114" y="1381"/>
                </a:cubicBezTo>
                <a:cubicBezTo>
                  <a:pt x="334318" y="1688"/>
                  <a:pt x="334420" y="2045"/>
                  <a:pt x="334420" y="2454"/>
                </a:cubicBezTo>
                <a:lnTo>
                  <a:pt x="334420" y="104860"/>
                </a:lnTo>
                <a:close/>
                <a:moveTo>
                  <a:pt x="417752" y="67406"/>
                </a:moveTo>
                <a:cubicBezTo>
                  <a:pt x="417752" y="69398"/>
                  <a:pt x="417254" y="70815"/>
                  <a:pt x="416258" y="71657"/>
                </a:cubicBezTo>
                <a:cubicBezTo>
                  <a:pt x="415262" y="72500"/>
                  <a:pt x="414126" y="72921"/>
                  <a:pt x="412849" y="72921"/>
                </a:cubicBezTo>
                <a:lnTo>
                  <a:pt x="367650" y="72921"/>
                </a:lnTo>
                <a:cubicBezTo>
                  <a:pt x="367650" y="76762"/>
                  <a:pt x="368033" y="80220"/>
                  <a:pt x="368799" y="83293"/>
                </a:cubicBezTo>
                <a:cubicBezTo>
                  <a:pt x="369565" y="86367"/>
                  <a:pt x="370842" y="89005"/>
                  <a:pt x="372630" y="91207"/>
                </a:cubicBezTo>
                <a:cubicBezTo>
                  <a:pt x="374417" y="93409"/>
                  <a:pt x="376741" y="95100"/>
                  <a:pt x="379601" y="96279"/>
                </a:cubicBezTo>
                <a:cubicBezTo>
                  <a:pt x="382461" y="97457"/>
                  <a:pt x="385960" y="98045"/>
                  <a:pt x="390096" y="98045"/>
                </a:cubicBezTo>
                <a:cubicBezTo>
                  <a:pt x="393365" y="98045"/>
                  <a:pt x="396276" y="97777"/>
                  <a:pt x="398830" y="97241"/>
                </a:cubicBezTo>
                <a:cubicBezTo>
                  <a:pt x="401383" y="96705"/>
                  <a:pt x="403592" y="96105"/>
                  <a:pt x="405456" y="95441"/>
                </a:cubicBezTo>
                <a:cubicBezTo>
                  <a:pt x="407320" y="94777"/>
                  <a:pt x="408853" y="94177"/>
                  <a:pt x="410053" y="93641"/>
                </a:cubicBezTo>
                <a:cubicBezTo>
                  <a:pt x="411253" y="93105"/>
                  <a:pt x="412160" y="92837"/>
                  <a:pt x="412772" y="92837"/>
                </a:cubicBezTo>
                <a:cubicBezTo>
                  <a:pt x="413130" y="92837"/>
                  <a:pt x="413449" y="92926"/>
                  <a:pt x="413730" y="93105"/>
                </a:cubicBezTo>
                <a:cubicBezTo>
                  <a:pt x="414011" y="93284"/>
                  <a:pt x="414228" y="93552"/>
                  <a:pt x="414381" y="93909"/>
                </a:cubicBezTo>
                <a:cubicBezTo>
                  <a:pt x="414534" y="94267"/>
                  <a:pt x="414649" y="94765"/>
                  <a:pt x="414726" y="95403"/>
                </a:cubicBezTo>
                <a:cubicBezTo>
                  <a:pt x="414803" y="96041"/>
                  <a:pt x="414841" y="96820"/>
                  <a:pt x="414841" y="97739"/>
                </a:cubicBezTo>
                <a:cubicBezTo>
                  <a:pt x="414841" y="98403"/>
                  <a:pt x="414815" y="98977"/>
                  <a:pt x="414764" y="99463"/>
                </a:cubicBezTo>
                <a:cubicBezTo>
                  <a:pt x="414713" y="99948"/>
                  <a:pt x="414649" y="100382"/>
                  <a:pt x="414573" y="100765"/>
                </a:cubicBezTo>
                <a:cubicBezTo>
                  <a:pt x="414496" y="101148"/>
                  <a:pt x="414368" y="101492"/>
                  <a:pt x="414190" y="101799"/>
                </a:cubicBezTo>
                <a:cubicBezTo>
                  <a:pt x="414011" y="102105"/>
                  <a:pt x="413781" y="102399"/>
                  <a:pt x="413500" y="102680"/>
                </a:cubicBezTo>
                <a:cubicBezTo>
                  <a:pt x="413219" y="102961"/>
                  <a:pt x="412389" y="103420"/>
                  <a:pt x="411010" y="104058"/>
                </a:cubicBezTo>
                <a:cubicBezTo>
                  <a:pt x="409632" y="104697"/>
                  <a:pt x="407844" y="105322"/>
                  <a:pt x="405648" y="105935"/>
                </a:cubicBezTo>
                <a:cubicBezTo>
                  <a:pt x="403452" y="106548"/>
                  <a:pt x="400911" y="107097"/>
                  <a:pt x="398025" y="107582"/>
                </a:cubicBezTo>
                <a:cubicBezTo>
                  <a:pt x="395140" y="108067"/>
                  <a:pt x="392063" y="108310"/>
                  <a:pt x="388794" y="108310"/>
                </a:cubicBezTo>
                <a:cubicBezTo>
                  <a:pt x="383125" y="108310"/>
                  <a:pt x="378158" y="107517"/>
                  <a:pt x="373894" y="105933"/>
                </a:cubicBezTo>
                <a:cubicBezTo>
                  <a:pt x="369629" y="104348"/>
                  <a:pt x="366041" y="101997"/>
                  <a:pt x="363130" y="98878"/>
                </a:cubicBezTo>
                <a:cubicBezTo>
                  <a:pt x="360219" y="95760"/>
                  <a:pt x="358023" y="91850"/>
                  <a:pt x="356542" y="87147"/>
                </a:cubicBezTo>
                <a:cubicBezTo>
                  <a:pt x="355061" y="82444"/>
                  <a:pt x="354320" y="76975"/>
                  <a:pt x="354320" y="70738"/>
                </a:cubicBezTo>
                <a:cubicBezTo>
                  <a:pt x="354320" y="64808"/>
                  <a:pt x="355086" y="59479"/>
                  <a:pt x="356619" y="54751"/>
                </a:cubicBezTo>
                <a:cubicBezTo>
                  <a:pt x="358151" y="50023"/>
                  <a:pt x="360360" y="46010"/>
                  <a:pt x="363245" y="42713"/>
                </a:cubicBezTo>
                <a:cubicBezTo>
                  <a:pt x="366131" y="39416"/>
                  <a:pt x="369616" y="36886"/>
                  <a:pt x="373702" y="35123"/>
                </a:cubicBezTo>
                <a:cubicBezTo>
                  <a:pt x="377788" y="33359"/>
                  <a:pt x="382359" y="32478"/>
                  <a:pt x="387415" y="32478"/>
                </a:cubicBezTo>
                <a:cubicBezTo>
                  <a:pt x="392829" y="32478"/>
                  <a:pt x="397438" y="33346"/>
                  <a:pt x="401243" y="35082"/>
                </a:cubicBezTo>
                <a:cubicBezTo>
                  <a:pt x="405048" y="36818"/>
                  <a:pt x="408176" y="39154"/>
                  <a:pt x="410627" y="42091"/>
                </a:cubicBezTo>
                <a:cubicBezTo>
                  <a:pt x="413079" y="45027"/>
                  <a:pt x="414879" y="48474"/>
                  <a:pt x="416028" y="52431"/>
                </a:cubicBezTo>
                <a:cubicBezTo>
                  <a:pt x="417177" y="56389"/>
                  <a:pt x="417752" y="60615"/>
                  <a:pt x="417752" y="65108"/>
                </a:cubicBezTo>
                <a:lnTo>
                  <a:pt x="417752" y="67406"/>
                </a:lnTo>
                <a:moveTo>
                  <a:pt x="405035" y="63653"/>
                </a:moveTo>
                <a:cubicBezTo>
                  <a:pt x="405188" y="57014"/>
                  <a:pt x="403720" y="51806"/>
                  <a:pt x="400630" y="48027"/>
                </a:cubicBezTo>
                <a:cubicBezTo>
                  <a:pt x="397540" y="44248"/>
                  <a:pt x="392956" y="42359"/>
                  <a:pt x="386879" y="42359"/>
                </a:cubicBezTo>
                <a:cubicBezTo>
                  <a:pt x="383763" y="42359"/>
                  <a:pt x="381031" y="42946"/>
                  <a:pt x="378682" y="44120"/>
                </a:cubicBezTo>
                <a:cubicBezTo>
                  <a:pt x="376332" y="45295"/>
                  <a:pt x="374366" y="46852"/>
                  <a:pt x="372783" y="48793"/>
                </a:cubicBezTo>
                <a:cubicBezTo>
                  <a:pt x="371200" y="50733"/>
                  <a:pt x="369974" y="52993"/>
                  <a:pt x="369106" y="55572"/>
                </a:cubicBezTo>
                <a:cubicBezTo>
                  <a:pt x="368237" y="58151"/>
                  <a:pt x="367752" y="60844"/>
                  <a:pt x="367650" y="63653"/>
                </a:cubicBezTo>
                <a:lnTo>
                  <a:pt x="405035" y="63653"/>
                </a:lnTo>
                <a:close/>
                <a:moveTo>
                  <a:pt x="470644" y="68096"/>
                </a:moveTo>
                <a:cubicBezTo>
                  <a:pt x="470644" y="70087"/>
                  <a:pt x="470414" y="71466"/>
                  <a:pt x="469955" y="72232"/>
                </a:cubicBezTo>
                <a:cubicBezTo>
                  <a:pt x="469495" y="72998"/>
                  <a:pt x="468831" y="73381"/>
                  <a:pt x="467963" y="73381"/>
                </a:cubicBezTo>
                <a:lnTo>
                  <a:pt x="435941" y="73381"/>
                </a:lnTo>
                <a:cubicBezTo>
                  <a:pt x="435021" y="73381"/>
                  <a:pt x="434332" y="72985"/>
                  <a:pt x="433872" y="72194"/>
                </a:cubicBezTo>
                <a:cubicBezTo>
                  <a:pt x="433412" y="71402"/>
                  <a:pt x="433183" y="70036"/>
                  <a:pt x="433183" y="68096"/>
                </a:cubicBezTo>
                <a:cubicBezTo>
                  <a:pt x="433183" y="66155"/>
                  <a:pt x="433412" y="64802"/>
                  <a:pt x="433872" y="64036"/>
                </a:cubicBezTo>
                <a:cubicBezTo>
                  <a:pt x="434332" y="63270"/>
                  <a:pt x="435021" y="62887"/>
                  <a:pt x="435941" y="62887"/>
                </a:cubicBezTo>
                <a:lnTo>
                  <a:pt x="467963" y="62887"/>
                </a:lnTo>
                <a:cubicBezTo>
                  <a:pt x="468371" y="62887"/>
                  <a:pt x="468742" y="62964"/>
                  <a:pt x="469074" y="63117"/>
                </a:cubicBezTo>
                <a:cubicBezTo>
                  <a:pt x="469406" y="63270"/>
                  <a:pt x="469687" y="63564"/>
                  <a:pt x="469916" y="63998"/>
                </a:cubicBezTo>
                <a:cubicBezTo>
                  <a:pt x="470146" y="64432"/>
                  <a:pt x="470325" y="64981"/>
                  <a:pt x="470453" y="65645"/>
                </a:cubicBezTo>
                <a:cubicBezTo>
                  <a:pt x="470580" y="66308"/>
                  <a:pt x="470644" y="67125"/>
                  <a:pt x="470644" y="68096"/>
                </a:cubicBezTo>
                <a:close/>
                <a:moveTo>
                  <a:pt x="552487" y="69360"/>
                </a:moveTo>
                <a:cubicBezTo>
                  <a:pt x="552487" y="75390"/>
                  <a:pt x="551836" y="80808"/>
                  <a:pt x="550533" y="85613"/>
                </a:cubicBezTo>
                <a:cubicBezTo>
                  <a:pt x="549231" y="90418"/>
                  <a:pt x="547316" y="94495"/>
                  <a:pt x="544788" y="97844"/>
                </a:cubicBezTo>
                <a:cubicBezTo>
                  <a:pt x="542260" y="101192"/>
                  <a:pt x="539131" y="103774"/>
                  <a:pt x="535403" y="105588"/>
                </a:cubicBezTo>
                <a:cubicBezTo>
                  <a:pt x="531675" y="107402"/>
                  <a:pt x="527410" y="108310"/>
                  <a:pt x="522610" y="108310"/>
                </a:cubicBezTo>
                <a:cubicBezTo>
                  <a:pt x="520567" y="108310"/>
                  <a:pt x="518677" y="108105"/>
                  <a:pt x="516941" y="107697"/>
                </a:cubicBezTo>
                <a:cubicBezTo>
                  <a:pt x="515204" y="107288"/>
                  <a:pt x="513506" y="106650"/>
                  <a:pt x="511846" y="105782"/>
                </a:cubicBezTo>
                <a:cubicBezTo>
                  <a:pt x="510186" y="104912"/>
                  <a:pt x="508539" y="103813"/>
                  <a:pt x="506905" y="102483"/>
                </a:cubicBezTo>
                <a:cubicBezTo>
                  <a:pt x="505271" y="101154"/>
                  <a:pt x="503534" y="99595"/>
                  <a:pt x="501695" y="97806"/>
                </a:cubicBezTo>
                <a:lnTo>
                  <a:pt x="501695" y="132213"/>
                </a:lnTo>
                <a:cubicBezTo>
                  <a:pt x="501695" y="132620"/>
                  <a:pt x="501593" y="132977"/>
                  <a:pt x="501389" y="133283"/>
                </a:cubicBezTo>
                <a:cubicBezTo>
                  <a:pt x="501185" y="133589"/>
                  <a:pt x="500853" y="133844"/>
                  <a:pt x="500393" y="134047"/>
                </a:cubicBezTo>
                <a:cubicBezTo>
                  <a:pt x="499933" y="134251"/>
                  <a:pt x="499295" y="134404"/>
                  <a:pt x="498478" y="134506"/>
                </a:cubicBezTo>
                <a:cubicBezTo>
                  <a:pt x="497661" y="134608"/>
                  <a:pt x="496614" y="134659"/>
                  <a:pt x="495337" y="134659"/>
                </a:cubicBezTo>
                <a:cubicBezTo>
                  <a:pt x="494111" y="134659"/>
                  <a:pt x="493090" y="134608"/>
                  <a:pt x="492273" y="134506"/>
                </a:cubicBezTo>
                <a:cubicBezTo>
                  <a:pt x="491455" y="134404"/>
                  <a:pt x="490804" y="134251"/>
                  <a:pt x="490319" y="134047"/>
                </a:cubicBezTo>
                <a:cubicBezTo>
                  <a:pt x="489834" y="133842"/>
                  <a:pt x="489502" y="133587"/>
                  <a:pt x="489323" y="133281"/>
                </a:cubicBezTo>
                <a:cubicBezTo>
                  <a:pt x="489144" y="132974"/>
                  <a:pt x="489055" y="132617"/>
                  <a:pt x="489055" y="132208"/>
                </a:cubicBezTo>
                <a:lnTo>
                  <a:pt x="489055" y="35924"/>
                </a:lnTo>
                <a:cubicBezTo>
                  <a:pt x="489055" y="35465"/>
                  <a:pt x="489132" y="35095"/>
                  <a:pt x="489285" y="34814"/>
                </a:cubicBezTo>
                <a:cubicBezTo>
                  <a:pt x="489438" y="34533"/>
                  <a:pt x="489745" y="34290"/>
                  <a:pt x="490204" y="34086"/>
                </a:cubicBezTo>
                <a:cubicBezTo>
                  <a:pt x="490664" y="33882"/>
                  <a:pt x="491251" y="33741"/>
                  <a:pt x="491966" y="33665"/>
                </a:cubicBezTo>
                <a:cubicBezTo>
                  <a:pt x="492681" y="33588"/>
                  <a:pt x="493549" y="33550"/>
                  <a:pt x="494571" y="33550"/>
                </a:cubicBezTo>
                <a:cubicBezTo>
                  <a:pt x="495643" y="33550"/>
                  <a:pt x="496524" y="33588"/>
                  <a:pt x="497214" y="33665"/>
                </a:cubicBezTo>
                <a:cubicBezTo>
                  <a:pt x="497903" y="33741"/>
                  <a:pt x="498478" y="33882"/>
                  <a:pt x="498938" y="34086"/>
                </a:cubicBezTo>
                <a:cubicBezTo>
                  <a:pt x="499397" y="34290"/>
                  <a:pt x="499716" y="34534"/>
                  <a:pt x="499895" y="34816"/>
                </a:cubicBezTo>
                <a:cubicBezTo>
                  <a:pt x="500074" y="35097"/>
                  <a:pt x="500163" y="35467"/>
                  <a:pt x="500163" y="35927"/>
                </a:cubicBezTo>
                <a:lnTo>
                  <a:pt x="500163" y="45205"/>
                </a:lnTo>
                <a:cubicBezTo>
                  <a:pt x="502257" y="43058"/>
                  <a:pt x="504275" y="41193"/>
                  <a:pt x="506215" y="39608"/>
                </a:cubicBezTo>
                <a:cubicBezTo>
                  <a:pt x="508156" y="38024"/>
                  <a:pt x="510110" y="36708"/>
                  <a:pt x="512076" y="35661"/>
                </a:cubicBezTo>
                <a:cubicBezTo>
                  <a:pt x="514042" y="34613"/>
                  <a:pt x="516060" y="33820"/>
                  <a:pt x="518128" y="33284"/>
                </a:cubicBezTo>
                <a:cubicBezTo>
                  <a:pt x="520196" y="32746"/>
                  <a:pt x="522380" y="32478"/>
                  <a:pt x="524678" y="32478"/>
                </a:cubicBezTo>
                <a:cubicBezTo>
                  <a:pt x="529683" y="32478"/>
                  <a:pt x="533948" y="33449"/>
                  <a:pt x="537472" y="35391"/>
                </a:cubicBezTo>
                <a:cubicBezTo>
                  <a:pt x="540996" y="37333"/>
                  <a:pt x="543868" y="39991"/>
                  <a:pt x="546090" y="43366"/>
                </a:cubicBezTo>
                <a:cubicBezTo>
                  <a:pt x="548312" y="46740"/>
                  <a:pt x="549933" y="50663"/>
                  <a:pt x="550955" y="55136"/>
                </a:cubicBezTo>
                <a:cubicBezTo>
                  <a:pt x="551976" y="59608"/>
                  <a:pt x="552487" y="64349"/>
                  <a:pt x="552487" y="69360"/>
                </a:cubicBezTo>
                <a:moveTo>
                  <a:pt x="539157" y="70815"/>
                </a:moveTo>
                <a:cubicBezTo>
                  <a:pt x="539157" y="67287"/>
                  <a:pt x="538889" y="63873"/>
                  <a:pt x="538353" y="60575"/>
                </a:cubicBezTo>
                <a:cubicBezTo>
                  <a:pt x="537816" y="57276"/>
                  <a:pt x="536897" y="54349"/>
                  <a:pt x="535595" y="51792"/>
                </a:cubicBezTo>
                <a:cubicBezTo>
                  <a:pt x="534292" y="49236"/>
                  <a:pt x="532543" y="47191"/>
                  <a:pt x="530347" y="45657"/>
                </a:cubicBezTo>
                <a:cubicBezTo>
                  <a:pt x="528151" y="44122"/>
                  <a:pt x="525419" y="43354"/>
                  <a:pt x="522150" y="43354"/>
                </a:cubicBezTo>
                <a:cubicBezTo>
                  <a:pt x="520516" y="43354"/>
                  <a:pt x="518907" y="43598"/>
                  <a:pt x="517324" y="44085"/>
                </a:cubicBezTo>
                <a:cubicBezTo>
                  <a:pt x="515740" y="44570"/>
                  <a:pt x="514132" y="45336"/>
                  <a:pt x="512497" y="46385"/>
                </a:cubicBezTo>
                <a:cubicBezTo>
                  <a:pt x="510863" y="47433"/>
                  <a:pt x="509152" y="48814"/>
                  <a:pt x="507364" y="50528"/>
                </a:cubicBezTo>
                <a:cubicBezTo>
                  <a:pt x="505577" y="52242"/>
                  <a:pt x="503687" y="54353"/>
                  <a:pt x="501695" y="56860"/>
                </a:cubicBezTo>
                <a:lnTo>
                  <a:pt x="501695" y="84311"/>
                </a:lnTo>
                <a:cubicBezTo>
                  <a:pt x="505168" y="88557"/>
                  <a:pt x="508463" y="91806"/>
                  <a:pt x="511578" y="94058"/>
                </a:cubicBezTo>
                <a:cubicBezTo>
                  <a:pt x="514693" y="96308"/>
                  <a:pt x="517962" y="97433"/>
                  <a:pt x="521384" y="97433"/>
                </a:cubicBezTo>
                <a:cubicBezTo>
                  <a:pt x="524550" y="97433"/>
                  <a:pt x="527270" y="96666"/>
                  <a:pt x="529543" y="95132"/>
                </a:cubicBezTo>
                <a:cubicBezTo>
                  <a:pt x="531815" y="93597"/>
                  <a:pt x="533654" y="91551"/>
                  <a:pt x="535058" y="88995"/>
                </a:cubicBezTo>
                <a:cubicBezTo>
                  <a:pt x="536463" y="86438"/>
                  <a:pt x="537497" y="83575"/>
                  <a:pt x="538161" y="80404"/>
                </a:cubicBezTo>
                <a:cubicBezTo>
                  <a:pt x="538825" y="77233"/>
                  <a:pt x="539157" y="74037"/>
                  <a:pt x="539157" y="70815"/>
                </a:cubicBezTo>
                <a:close/>
                <a:moveTo>
                  <a:pt x="614748" y="40444"/>
                </a:moveTo>
                <a:cubicBezTo>
                  <a:pt x="614748" y="41567"/>
                  <a:pt x="614723" y="42512"/>
                  <a:pt x="614672" y="43278"/>
                </a:cubicBezTo>
                <a:cubicBezTo>
                  <a:pt x="614621" y="44044"/>
                  <a:pt x="614519" y="44644"/>
                  <a:pt x="614365" y="45078"/>
                </a:cubicBezTo>
                <a:cubicBezTo>
                  <a:pt x="614212" y="45512"/>
                  <a:pt x="614021" y="45844"/>
                  <a:pt x="613791" y="46074"/>
                </a:cubicBezTo>
                <a:cubicBezTo>
                  <a:pt x="613561" y="46304"/>
                  <a:pt x="613242" y="46418"/>
                  <a:pt x="612833" y="46418"/>
                </a:cubicBezTo>
                <a:cubicBezTo>
                  <a:pt x="612425" y="46418"/>
                  <a:pt x="611927" y="46304"/>
                  <a:pt x="611339" y="46074"/>
                </a:cubicBezTo>
                <a:cubicBezTo>
                  <a:pt x="610752" y="45844"/>
                  <a:pt x="610088" y="45614"/>
                  <a:pt x="609348" y="45384"/>
                </a:cubicBezTo>
                <a:cubicBezTo>
                  <a:pt x="608607" y="45155"/>
                  <a:pt x="607777" y="44938"/>
                  <a:pt x="606858" y="44733"/>
                </a:cubicBezTo>
                <a:cubicBezTo>
                  <a:pt x="605938" y="44529"/>
                  <a:pt x="604943" y="44427"/>
                  <a:pt x="603870" y="44427"/>
                </a:cubicBezTo>
                <a:cubicBezTo>
                  <a:pt x="602593" y="44427"/>
                  <a:pt x="601342" y="44682"/>
                  <a:pt x="600116" y="45193"/>
                </a:cubicBezTo>
                <a:cubicBezTo>
                  <a:pt x="598890" y="45704"/>
                  <a:pt x="597601" y="46546"/>
                  <a:pt x="596248" y="47721"/>
                </a:cubicBezTo>
                <a:cubicBezTo>
                  <a:pt x="594894" y="48895"/>
                  <a:pt x="593477" y="50453"/>
                  <a:pt x="591996" y="52393"/>
                </a:cubicBezTo>
                <a:cubicBezTo>
                  <a:pt x="590515" y="54334"/>
                  <a:pt x="588880" y="56708"/>
                  <a:pt x="587093" y="59517"/>
                </a:cubicBezTo>
                <a:lnTo>
                  <a:pt x="587093" y="104863"/>
                </a:lnTo>
                <a:cubicBezTo>
                  <a:pt x="587093" y="105271"/>
                  <a:pt x="586991" y="105616"/>
                  <a:pt x="586786" y="105897"/>
                </a:cubicBezTo>
                <a:cubicBezTo>
                  <a:pt x="586582" y="106178"/>
                  <a:pt x="586250" y="106420"/>
                  <a:pt x="585790" y="106624"/>
                </a:cubicBezTo>
                <a:cubicBezTo>
                  <a:pt x="585331" y="106829"/>
                  <a:pt x="584692" y="106982"/>
                  <a:pt x="583875" y="107084"/>
                </a:cubicBezTo>
                <a:cubicBezTo>
                  <a:pt x="583058" y="107186"/>
                  <a:pt x="582011" y="107237"/>
                  <a:pt x="580734" y="107237"/>
                </a:cubicBezTo>
                <a:cubicBezTo>
                  <a:pt x="579509" y="107237"/>
                  <a:pt x="578487" y="107186"/>
                  <a:pt x="577670" y="107084"/>
                </a:cubicBezTo>
                <a:cubicBezTo>
                  <a:pt x="576853" y="106982"/>
                  <a:pt x="576202" y="106829"/>
                  <a:pt x="575716" y="106624"/>
                </a:cubicBezTo>
                <a:cubicBezTo>
                  <a:pt x="575231" y="106420"/>
                  <a:pt x="574899" y="106178"/>
                  <a:pt x="574721" y="105897"/>
                </a:cubicBezTo>
                <a:cubicBezTo>
                  <a:pt x="574542" y="105616"/>
                  <a:pt x="574452" y="105271"/>
                  <a:pt x="574452" y="104863"/>
                </a:cubicBezTo>
                <a:lnTo>
                  <a:pt x="574452" y="35924"/>
                </a:lnTo>
                <a:cubicBezTo>
                  <a:pt x="574452" y="35516"/>
                  <a:pt x="574529" y="35171"/>
                  <a:pt x="574682" y="34890"/>
                </a:cubicBezTo>
                <a:cubicBezTo>
                  <a:pt x="574835" y="34610"/>
                  <a:pt x="575142" y="34354"/>
                  <a:pt x="575602" y="34124"/>
                </a:cubicBezTo>
                <a:cubicBezTo>
                  <a:pt x="576061" y="33895"/>
                  <a:pt x="576649" y="33741"/>
                  <a:pt x="577364" y="33665"/>
                </a:cubicBezTo>
                <a:cubicBezTo>
                  <a:pt x="578079" y="33588"/>
                  <a:pt x="579023" y="33550"/>
                  <a:pt x="580198" y="33550"/>
                </a:cubicBezTo>
                <a:cubicBezTo>
                  <a:pt x="581322" y="33550"/>
                  <a:pt x="582254" y="33588"/>
                  <a:pt x="582994" y="33665"/>
                </a:cubicBezTo>
                <a:cubicBezTo>
                  <a:pt x="583735" y="33741"/>
                  <a:pt x="584309" y="33895"/>
                  <a:pt x="584718" y="34124"/>
                </a:cubicBezTo>
                <a:cubicBezTo>
                  <a:pt x="585127" y="34354"/>
                  <a:pt x="585420" y="34610"/>
                  <a:pt x="585599" y="34890"/>
                </a:cubicBezTo>
                <a:cubicBezTo>
                  <a:pt x="585778" y="35171"/>
                  <a:pt x="585867" y="35516"/>
                  <a:pt x="585867" y="35924"/>
                </a:cubicBezTo>
                <a:lnTo>
                  <a:pt x="585867" y="45959"/>
                </a:lnTo>
                <a:cubicBezTo>
                  <a:pt x="587757" y="43201"/>
                  <a:pt x="589532" y="40954"/>
                  <a:pt x="591191" y="39218"/>
                </a:cubicBezTo>
                <a:cubicBezTo>
                  <a:pt x="592851" y="37482"/>
                  <a:pt x="594422" y="36116"/>
                  <a:pt x="595903" y="35120"/>
                </a:cubicBezTo>
                <a:cubicBezTo>
                  <a:pt x="597384" y="34124"/>
                  <a:pt x="598852" y="33435"/>
                  <a:pt x="600308" y="33052"/>
                </a:cubicBezTo>
                <a:cubicBezTo>
                  <a:pt x="601763" y="32669"/>
                  <a:pt x="603232" y="32478"/>
                  <a:pt x="604713" y="32478"/>
                </a:cubicBezTo>
                <a:cubicBezTo>
                  <a:pt x="605377" y="32478"/>
                  <a:pt x="606130" y="32516"/>
                  <a:pt x="606973" y="32592"/>
                </a:cubicBezTo>
                <a:cubicBezTo>
                  <a:pt x="607815" y="32669"/>
                  <a:pt x="608696" y="32809"/>
                  <a:pt x="609616" y="33014"/>
                </a:cubicBezTo>
                <a:cubicBezTo>
                  <a:pt x="610535" y="33218"/>
                  <a:pt x="611365" y="33448"/>
                  <a:pt x="612105" y="33703"/>
                </a:cubicBezTo>
                <a:cubicBezTo>
                  <a:pt x="612846" y="33958"/>
                  <a:pt x="613369" y="34214"/>
                  <a:pt x="613676" y="34469"/>
                </a:cubicBezTo>
                <a:cubicBezTo>
                  <a:pt x="613982" y="34724"/>
                  <a:pt x="614187" y="34967"/>
                  <a:pt x="614289" y="35197"/>
                </a:cubicBezTo>
                <a:cubicBezTo>
                  <a:pt x="614391" y="35427"/>
                  <a:pt x="614480" y="35720"/>
                  <a:pt x="614557" y="36078"/>
                </a:cubicBezTo>
                <a:cubicBezTo>
                  <a:pt x="614634" y="36435"/>
                  <a:pt x="614685" y="36959"/>
                  <a:pt x="614710" y="37648"/>
                </a:cubicBezTo>
                <a:cubicBezTo>
                  <a:pt x="614736" y="38337"/>
                  <a:pt x="614748" y="39269"/>
                  <a:pt x="614748" y="40444"/>
                </a:cubicBezTo>
                <a:close/>
                <a:moveTo>
                  <a:pt x="692122" y="69666"/>
                </a:moveTo>
                <a:cubicBezTo>
                  <a:pt x="692122" y="75288"/>
                  <a:pt x="691381" y="80463"/>
                  <a:pt x="689900" y="85191"/>
                </a:cubicBezTo>
                <a:cubicBezTo>
                  <a:pt x="688419" y="89920"/>
                  <a:pt x="686210" y="93997"/>
                  <a:pt x="683273" y="97423"/>
                </a:cubicBezTo>
                <a:cubicBezTo>
                  <a:pt x="680337" y="100848"/>
                  <a:pt x="676659" y="103518"/>
                  <a:pt x="672242" y="105435"/>
                </a:cubicBezTo>
                <a:cubicBezTo>
                  <a:pt x="667824" y="107351"/>
                  <a:pt x="662704" y="108310"/>
                  <a:pt x="656882" y="108310"/>
                </a:cubicBezTo>
                <a:cubicBezTo>
                  <a:pt x="651213" y="108310"/>
                  <a:pt x="646271" y="107466"/>
                  <a:pt x="642058" y="105779"/>
                </a:cubicBezTo>
                <a:cubicBezTo>
                  <a:pt x="637845" y="104093"/>
                  <a:pt x="634333" y="101639"/>
                  <a:pt x="631524" y="98419"/>
                </a:cubicBezTo>
                <a:cubicBezTo>
                  <a:pt x="628715" y="95199"/>
                  <a:pt x="626621" y="91288"/>
                  <a:pt x="625242" y="86687"/>
                </a:cubicBezTo>
                <a:cubicBezTo>
                  <a:pt x="623864" y="82087"/>
                  <a:pt x="623174" y="76873"/>
                  <a:pt x="623174" y="71045"/>
                </a:cubicBezTo>
                <a:cubicBezTo>
                  <a:pt x="623174" y="65423"/>
                  <a:pt x="623902" y="60248"/>
                  <a:pt x="625357" y="55519"/>
                </a:cubicBezTo>
                <a:cubicBezTo>
                  <a:pt x="626813" y="50791"/>
                  <a:pt x="629009" y="46714"/>
                  <a:pt x="631946" y="43290"/>
                </a:cubicBezTo>
                <a:cubicBezTo>
                  <a:pt x="634882" y="39864"/>
                  <a:pt x="638547" y="37205"/>
                  <a:pt x="642939" y="35314"/>
                </a:cubicBezTo>
                <a:cubicBezTo>
                  <a:pt x="647331" y="33423"/>
                  <a:pt x="652464" y="32478"/>
                  <a:pt x="658337" y="32478"/>
                </a:cubicBezTo>
                <a:cubicBezTo>
                  <a:pt x="664006" y="32478"/>
                  <a:pt x="668948" y="33321"/>
                  <a:pt x="673161" y="35008"/>
                </a:cubicBezTo>
                <a:cubicBezTo>
                  <a:pt x="677374" y="36694"/>
                  <a:pt x="680886" y="39148"/>
                  <a:pt x="683695" y="42368"/>
                </a:cubicBezTo>
                <a:cubicBezTo>
                  <a:pt x="686504" y="45589"/>
                  <a:pt x="688610" y="49499"/>
                  <a:pt x="690015" y="54100"/>
                </a:cubicBezTo>
                <a:cubicBezTo>
                  <a:pt x="691419" y="58700"/>
                  <a:pt x="692122" y="63889"/>
                  <a:pt x="692122" y="69666"/>
                </a:cubicBezTo>
                <a:moveTo>
                  <a:pt x="678792" y="70508"/>
                </a:moveTo>
                <a:cubicBezTo>
                  <a:pt x="678792" y="66776"/>
                  <a:pt x="678447" y="63248"/>
                  <a:pt x="677757" y="59924"/>
                </a:cubicBezTo>
                <a:cubicBezTo>
                  <a:pt x="677068" y="56600"/>
                  <a:pt x="675932" y="53685"/>
                  <a:pt x="674348" y="51179"/>
                </a:cubicBezTo>
                <a:cubicBezTo>
                  <a:pt x="672765" y="48674"/>
                  <a:pt x="670620" y="46693"/>
                  <a:pt x="667913" y="45236"/>
                </a:cubicBezTo>
                <a:cubicBezTo>
                  <a:pt x="665206" y="43777"/>
                  <a:pt x="661836" y="43048"/>
                  <a:pt x="657801" y="43048"/>
                </a:cubicBezTo>
                <a:cubicBezTo>
                  <a:pt x="654073" y="43048"/>
                  <a:pt x="650868" y="43713"/>
                  <a:pt x="648187" y="45042"/>
                </a:cubicBezTo>
                <a:cubicBezTo>
                  <a:pt x="645505" y="46371"/>
                  <a:pt x="643296" y="48251"/>
                  <a:pt x="641560" y="50682"/>
                </a:cubicBezTo>
                <a:cubicBezTo>
                  <a:pt x="639824" y="53110"/>
                  <a:pt x="638534" y="55987"/>
                  <a:pt x="637691" y="59311"/>
                </a:cubicBezTo>
                <a:cubicBezTo>
                  <a:pt x="636849" y="62633"/>
                  <a:pt x="636427" y="66264"/>
                  <a:pt x="636427" y="70202"/>
                </a:cubicBezTo>
                <a:cubicBezTo>
                  <a:pt x="636427" y="73986"/>
                  <a:pt x="636772" y="77540"/>
                  <a:pt x="637461" y="80864"/>
                </a:cubicBezTo>
                <a:cubicBezTo>
                  <a:pt x="638151" y="84188"/>
                  <a:pt x="639300" y="87090"/>
                  <a:pt x="640909" y="89569"/>
                </a:cubicBezTo>
                <a:cubicBezTo>
                  <a:pt x="642518" y="92049"/>
                  <a:pt x="644675" y="94019"/>
                  <a:pt x="647382" y="95477"/>
                </a:cubicBezTo>
                <a:cubicBezTo>
                  <a:pt x="650089" y="96934"/>
                  <a:pt x="653460" y="97663"/>
                  <a:pt x="657495" y="97663"/>
                </a:cubicBezTo>
                <a:cubicBezTo>
                  <a:pt x="661172" y="97663"/>
                  <a:pt x="664364" y="96998"/>
                  <a:pt x="667071" y="95669"/>
                </a:cubicBezTo>
                <a:cubicBezTo>
                  <a:pt x="669777" y="94339"/>
                  <a:pt x="671999" y="92473"/>
                  <a:pt x="673736" y="90070"/>
                </a:cubicBezTo>
                <a:cubicBezTo>
                  <a:pt x="675472" y="87665"/>
                  <a:pt x="676749" y="84801"/>
                  <a:pt x="677566" y="81479"/>
                </a:cubicBezTo>
                <a:cubicBezTo>
                  <a:pt x="678383" y="78155"/>
                  <a:pt x="678792" y="74498"/>
                  <a:pt x="678792" y="70508"/>
                </a:cubicBezTo>
                <a:close/>
                <a:moveTo>
                  <a:pt x="762963" y="94445"/>
                </a:moveTo>
                <a:cubicBezTo>
                  <a:pt x="762963" y="95313"/>
                  <a:pt x="762938" y="96067"/>
                  <a:pt x="762887" y="96705"/>
                </a:cubicBezTo>
                <a:cubicBezTo>
                  <a:pt x="762836" y="97343"/>
                  <a:pt x="762746" y="97880"/>
                  <a:pt x="762619" y="98314"/>
                </a:cubicBezTo>
                <a:cubicBezTo>
                  <a:pt x="762491" y="98748"/>
                  <a:pt x="762338" y="99131"/>
                  <a:pt x="762159" y="99463"/>
                </a:cubicBezTo>
                <a:cubicBezTo>
                  <a:pt x="761980" y="99794"/>
                  <a:pt x="761572" y="100280"/>
                  <a:pt x="760933" y="100918"/>
                </a:cubicBezTo>
                <a:cubicBezTo>
                  <a:pt x="760295" y="101556"/>
                  <a:pt x="759209" y="102348"/>
                  <a:pt x="757677" y="103292"/>
                </a:cubicBezTo>
                <a:cubicBezTo>
                  <a:pt x="756145" y="104237"/>
                  <a:pt x="754421" y="105080"/>
                  <a:pt x="752506" y="105820"/>
                </a:cubicBezTo>
                <a:cubicBezTo>
                  <a:pt x="750591" y="106561"/>
                  <a:pt x="748510" y="107161"/>
                  <a:pt x="746263" y="107620"/>
                </a:cubicBezTo>
                <a:cubicBezTo>
                  <a:pt x="744015" y="108080"/>
                  <a:pt x="741692" y="108310"/>
                  <a:pt x="739291" y="108310"/>
                </a:cubicBezTo>
                <a:cubicBezTo>
                  <a:pt x="734337" y="108310"/>
                  <a:pt x="729945" y="107491"/>
                  <a:pt x="726115" y="105854"/>
                </a:cubicBezTo>
                <a:cubicBezTo>
                  <a:pt x="722284" y="104216"/>
                  <a:pt x="719079" y="101824"/>
                  <a:pt x="716500" y="98677"/>
                </a:cubicBezTo>
                <a:cubicBezTo>
                  <a:pt x="713921" y="95531"/>
                  <a:pt x="711955" y="91667"/>
                  <a:pt x="710601" y="87087"/>
                </a:cubicBezTo>
                <a:cubicBezTo>
                  <a:pt x="709248" y="82507"/>
                  <a:pt x="708571" y="77224"/>
                  <a:pt x="708571" y="71239"/>
                </a:cubicBezTo>
                <a:cubicBezTo>
                  <a:pt x="708571" y="64433"/>
                  <a:pt x="709401" y="58586"/>
                  <a:pt x="711061" y="53700"/>
                </a:cubicBezTo>
                <a:cubicBezTo>
                  <a:pt x="712721" y="48814"/>
                  <a:pt x="714994" y="44810"/>
                  <a:pt x="717879" y="41688"/>
                </a:cubicBezTo>
                <a:cubicBezTo>
                  <a:pt x="720765" y="38567"/>
                  <a:pt x="724161" y="36252"/>
                  <a:pt x="728068" y="34742"/>
                </a:cubicBezTo>
                <a:cubicBezTo>
                  <a:pt x="731975" y="33232"/>
                  <a:pt x="736201" y="32478"/>
                  <a:pt x="740747" y="32478"/>
                </a:cubicBezTo>
                <a:cubicBezTo>
                  <a:pt x="742943" y="32478"/>
                  <a:pt x="745075" y="32682"/>
                  <a:pt x="747144" y="33090"/>
                </a:cubicBezTo>
                <a:cubicBezTo>
                  <a:pt x="749212" y="33499"/>
                  <a:pt x="751115" y="34035"/>
                  <a:pt x="752851" y="34699"/>
                </a:cubicBezTo>
                <a:cubicBezTo>
                  <a:pt x="754587" y="35363"/>
                  <a:pt x="756132" y="36129"/>
                  <a:pt x="757486" y="36997"/>
                </a:cubicBezTo>
                <a:cubicBezTo>
                  <a:pt x="758839" y="37865"/>
                  <a:pt x="759822" y="38605"/>
                  <a:pt x="760435" y="39218"/>
                </a:cubicBezTo>
                <a:cubicBezTo>
                  <a:pt x="761048" y="39831"/>
                  <a:pt x="761469" y="40316"/>
                  <a:pt x="761699" y="40674"/>
                </a:cubicBezTo>
                <a:cubicBezTo>
                  <a:pt x="761929" y="41031"/>
                  <a:pt x="762121" y="41452"/>
                  <a:pt x="762274" y="41937"/>
                </a:cubicBezTo>
                <a:cubicBezTo>
                  <a:pt x="762427" y="42423"/>
                  <a:pt x="762529" y="42972"/>
                  <a:pt x="762580" y="43584"/>
                </a:cubicBezTo>
                <a:cubicBezTo>
                  <a:pt x="762631" y="44197"/>
                  <a:pt x="762657" y="44963"/>
                  <a:pt x="762657" y="45882"/>
                </a:cubicBezTo>
                <a:cubicBezTo>
                  <a:pt x="762657" y="47874"/>
                  <a:pt x="762427" y="49265"/>
                  <a:pt x="761967" y="50057"/>
                </a:cubicBezTo>
                <a:cubicBezTo>
                  <a:pt x="761508" y="50848"/>
                  <a:pt x="760946" y="51244"/>
                  <a:pt x="760282" y="51244"/>
                </a:cubicBezTo>
                <a:cubicBezTo>
                  <a:pt x="759516" y="51244"/>
                  <a:pt x="758635" y="50823"/>
                  <a:pt x="757639" y="49980"/>
                </a:cubicBezTo>
                <a:cubicBezTo>
                  <a:pt x="756643" y="49138"/>
                  <a:pt x="755379" y="48206"/>
                  <a:pt x="753847" y="47184"/>
                </a:cubicBezTo>
                <a:cubicBezTo>
                  <a:pt x="752315" y="46163"/>
                  <a:pt x="750463" y="45231"/>
                  <a:pt x="748293" y="44389"/>
                </a:cubicBezTo>
                <a:cubicBezTo>
                  <a:pt x="746122" y="43546"/>
                  <a:pt x="743556" y="43125"/>
                  <a:pt x="740594" y="43125"/>
                </a:cubicBezTo>
                <a:cubicBezTo>
                  <a:pt x="734516" y="43125"/>
                  <a:pt x="729856" y="45468"/>
                  <a:pt x="726613" y="50155"/>
                </a:cubicBezTo>
                <a:cubicBezTo>
                  <a:pt x="723370" y="54840"/>
                  <a:pt x="721748" y="61637"/>
                  <a:pt x="721748" y="70547"/>
                </a:cubicBezTo>
                <a:cubicBezTo>
                  <a:pt x="721748" y="75002"/>
                  <a:pt x="722169" y="78907"/>
                  <a:pt x="723012" y="82262"/>
                </a:cubicBezTo>
                <a:cubicBezTo>
                  <a:pt x="723855" y="85616"/>
                  <a:pt x="725093" y="88420"/>
                  <a:pt x="726728" y="90673"/>
                </a:cubicBezTo>
                <a:cubicBezTo>
                  <a:pt x="728362" y="92926"/>
                  <a:pt x="730366" y="94603"/>
                  <a:pt x="732741" y="95704"/>
                </a:cubicBezTo>
                <a:cubicBezTo>
                  <a:pt x="735116" y="96806"/>
                  <a:pt x="737836" y="97356"/>
                  <a:pt x="740900" y="97356"/>
                </a:cubicBezTo>
                <a:cubicBezTo>
                  <a:pt x="743811" y="97356"/>
                  <a:pt x="746365" y="96897"/>
                  <a:pt x="748561" y="95977"/>
                </a:cubicBezTo>
                <a:cubicBezTo>
                  <a:pt x="750757" y="95058"/>
                  <a:pt x="752659" y="94050"/>
                  <a:pt x="754268" y="92952"/>
                </a:cubicBezTo>
                <a:cubicBezTo>
                  <a:pt x="755877" y="91854"/>
                  <a:pt x="757230" y="90858"/>
                  <a:pt x="758328" y="89964"/>
                </a:cubicBezTo>
                <a:cubicBezTo>
                  <a:pt x="759427" y="89071"/>
                  <a:pt x="760282" y="88624"/>
                  <a:pt x="760895" y="88624"/>
                </a:cubicBezTo>
                <a:cubicBezTo>
                  <a:pt x="761252" y="88624"/>
                  <a:pt x="761559" y="88726"/>
                  <a:pt x="761814" y="88930"/>
                </a:cubicBezTo>
                <a:cubicBezTo>
                  <a:pt x="762070" y="89135"/>
                  <a:pt x="762287" y="89479"/>
                  <a:pt x="762465" y="89964"/>
                </a:cubicBezTo>
                <a:cubicBezTo>
                  <a:pt x="762644" y="90450"/>
                  <a:pt x="762772" y="91062"/>
                  <a:pt x="762848" y="91803"/>
                </a:cubicBezTo>
                <a:cubicBezTo>
                  <a:pt x="762925" y="92543"/>
                  <a:pt x="762963" y="93424"/>
                  <a:pt x="762963" y="94445"/>
                </a:cubicBezTo>
                <a:close/>
                <a:moveTo>
                  <a:pt x="840686" y="67406"/>
                </a:moveTo>
                <a:cubicBezTo>
                  <a:pt x="840686" y="69398"/>
                  <a:pt x="840188" y="70815"/>
                  <a:pt x="839192" y="71657"/>
                </a:cubicBezTo>
                <a:cubicBezTo>
                  <a:pt x="838196" y="72500"/>
                  <a:pt x="837060" y="72921"/>
                  <a:pt x="835783" y="72921"/>
                </a:cubicBezTo>
                <a:lnTo>
                  <a:pt x="790584" y="72921"/>
                </a:lnTo>
                <a:cubicBezTo>
                  <a:pt x="790584" y="76762"/>
                  <a:pt x="790967" y="80220"/>
                  <a:pt x="791733" y="83293"/>
                </a:cubicBezTo>
                <a:cubicBezTo>
                  <a:pt x="792499" y="86367"/>
                  <a:pt x="793776" y="89005"/>
                  <a:pt x="795563" y="91207"/>
                </a:cubicBezTo>
                <a:cubicBezTo>
                  <a:pt x="797351" y="93409"/>
                  <a:pt x="799675" y="95100"/>
                  <a:pt x="802535" y="96279"/>
                </a:cubicBezTo>
                <a:cubicBezTo>
                  <a:pt x="805395" y="97457"/>
                  <a:pt x="808893" y="98045"/>
                  <a:pt x="813030" y="98045"/>
                </a:cubicBezTo>
                <a:cubicBezTo>
                  <a:pt x="816299" y="98045"/>
                  <a:pt x="819210" y="97777"/>
                  <a:pt x="821763" y="97241"/>
                </a:cubicBezTo>
                <a:cubicBezTo>
                  <a:pt x="824317" y="96705"/>
                  <a:pt x="826526" y="96105"/>
                  <a:pt x="828390" y="95441"/>
                </a:cubicBezTo>
                <a:cubicBezTo>
                  <a:pt x="830254" y="94777"/>
                  <a:pt x="831786" y="94177"/>
                  <a:pt x="832987" y="93641"/>
                </a:cubicBezTo>
                <a:cubicBezTo>
                  <a:pt x="834187" y="93105"/>
                  <a:pt x="835093" y="92837"/>
                  <a:pt x="835706" y="92837"/>
                </a:cubicBezTo>
                <a:cubicBezTo>
                  <a:pt x="836064" y="92837"/>
                  <a:pt x="836383" y="92926"/>
                  <a:pt x="836664" y="93105"/>
                </a:cubicBezTo>
                <a:cubicBezTo>
                  <a:pt x="836945" y="93284"/>
                  <a:pt x="837162" y="93552"/>
                  <a:pt x="837315" y="93909"/>
                </a:cubicBezTo>
                <a:cubicBezTo>
                  <a:pt x="837468" y="94267"/>
                  <a:pt x="837583" y="94765"/>
                  <a:pt x="837660" y="95403"/>
                </a:cubicBezTo>
                <a:cubicBezTo>
                  <a:pt x="837736" y="96041"/>
                  <a:pt x="837775" y="96820"/>
                  <a:pt x="837775" y="97739"/>
                </a:cubicBezTo>
                <a:cubicBezTo>
                  <a:pt x="837775" y="98403"/>
                  <a:pt x="837749" y="98977"/>
                  <a:pt x="837698" y="99463"/>
                </a:cubicBezTo>
                <a:cubicBezTo>
                  <a:pt x="837647" y="99948"/>
                  <a:pt x="837583" y="100382"/>
                  <a:pt x="837506" y="100765"/>
                </a:cubicBezTo>
                <a:cubicBezTo>
                  <a:pt x="837430" y="101148"/>
                  <a:pt x="837302" y="101492"/>
                  <a:pt x="837123" y="101799"/>
                </a:cubicBezTo>
                <a:cubicBezTo>
                  <a:pt x="836945" y="102105"/>
                  <a:pt x="836715" y="102399"/>
                  <a:pt x="836434" y="102680"/>
                </a:cubicBezTo>
                <a:cubicBezTo>
                  <a:pt x="836153" y="102961"/>
                  <a:pt x="835323" y="103420"/>
                  <a:pt x="833944" y="104058"/>
                </a:cubicBezTo>
                <a:cubicBezTo>
                  <a:pt x="832565" y="104697"/>
                  <a:pt x="830778" y="105322"/>
                  <a:pt x="828582" y="105935"/>
                </a:cubicBezTo>
                <a:cubicBezTo>
                  <a:pt x="826386" y="106548"/>
                  <a:pt x="823845" y="107097"/>
                  <a:pt x="820959" y="107582"/>
                </a:cubicBezTo>
                <a:cubicBezTo>
                  <a:pt x="818074" y="108067"/>
                  <a:pt x="814996" y="108310"/>
                  <a:pt x="811728" y="108310"/>
                </a:cubicBezTo>
                <a:cubicBezTo>
                  <a:pt x="806059" y="108310"/>
                  <a:pt x="801092" y="107517"/>
                  <a:pt x="796827" y="105933"/>
                </a:cubicBezTo>
                <a:cubicBezTo>
                  <a:pt x="792563" y="104348"/>
                  <a:pt x="788975" y="101997"/>
                  <a:pt x="786064" y="98878"/>
                </a:cubicBezTo>
                <a:cubicBezTo>
                  <a:pt x="783153" y="95760"/>
                  <a:pt x="780957" y="91850"/>
                  <a:pt x="779476" y="87147"/>
                </a:cubicBezTo>
                <a:cubicBezTo>
                  <a:pt x="777995" y="82444"/>
                  <a:pt x="777254" y="76975"/>
                  <a:pt x="777254" y="70738"/>
                </a:cubicBezTo>
                <a:cubicBezTo>
                  <a:pt x="777254" y="64808"/>
                  <a:pt x="778020" y="59479"/>
                  <a:pt x="779552" y="54751"/>
                </a:cubicBezTo>
                <a:cubicBezTo>
                  <a:pt x="781084" y="50023"/>
                  <a:pt x="783293" y="46010"/>
                  <a:pt x="786179" y="42713"/>
                </a:cubicBezTo>
                <a:cubicBezTo>
                  <a:pt x="789064" y="39416"/>
                  <a:pt x="792550" y="36886"/>
                  <a:pt x="796636" y="35123"/>
                </a:cubicBezTo>
                <a:cubicBezTo>
                  <a:pt x="800722" y="33359"/>
                  <a:pt x="805293" y="32478"/>
                  <a:pt x="810349" y="32478"/>
                </a:cubicBezTo>
                <a:cubicBezTo>
                  <a:pt x="815762" y="32478"/>
                  <a:pt x="820372" y="33346"/>
                  <a:pt x="824177" y="35082"/>
                </a:cubicBezTo>
                <a:cubicBezTo>
                  <a:pt x="827982" y="36818"/>
                  <a:pt x="831110" y="39154"/>
                  <a:pt x="833561" y="42091"/>
                </a:cubicBezTo>
                <a:cubicBezTo>
                  <a:pt x="836013" y="45027"/>
                  <a:pt x="837813" y="48474"/>
                  <a:pt x="838962" y="52431"/>
                </a:cubicBezTo>
                <a:cubicBezTo>
                  <a:pt x="840111" y="56389"/>
                  <a:pt x="840686" y="60615"/>
                  <a:pt x="840686" y="65108"/>
                </a:cubicBezTo>
                <a:lnTo>
                  <a:pt x="840686" y="67406"/>
                </a:lnTo>
                <a:moveTo>
                  <a:pt x="827969" y="63653"/>
                </a:moveTo>
                <a:cubicBezTo>
                  <a:pt x="828122" y="57014"/>
                  <a:pt x="826654" y="51806"/>
                  <a:pt x="823564" y="48027"/>
                </a:cubicBezTo>
                <a:cubicBezTo>
                  <a:pt x="820474" y="44248"/>
                  <a:pt x="815890" y="42359"/>
                  <a:pt x="809813" y="42359"/>
                </a:cubicBezTo>
                <a:cubicBezTo>
                  <a:pt x="806697" y="42359"/>
                  <a:pt x="803965" y="42946"/>
                  <a:pt x="801615" y="44120"/>
                </a:cubicBezTo>
                <a:cubicBezTo>
                  <a:pt x="799266" y="45295"/>
                  <a:pt x="797300" y="46852"/>
                  <a:pt x="795717" y="48793"/>
                </a:cubicBezTo>
                <a:cubicBezTo>
                  <a:pt x="794133" y="50733"/>
                  <a:pt x="792908" y="52993"/>
                  <a:pt x="792039" y="55572"/>
                </a:cubicBezTo>
                <a:cubicBezTo>
                  <a:pt x="791171" y="58151"/>
                  <a:pt x="790686" y="60844"/>
                  <a:pt x="790584" y="63653"/>
                </a:cubicBezTo>
                <a:lnTo>
                  <a:pt x="827969" y="63653"/>
                </a:lnTo>
                <a:close/>
                <a:moveTo>
                  <a:pt x="905982" y="86151"/>
                </a:moveTo>
                <a:cubicBezTo>
                  <a:pt x="905982" y="89678"/>
                  <a:pt x="905330" y="92822"/>
                  <a:pt x="904028" y="95582"/>
                </a:cubicBezTo>
                <a:cubicBezTo>
                  <a:pt x="902726" y="98342"/>
                  <a:pt x="900874" y="100667"/>
                  <a:pt x="898474" y="102560"/>
                </a:cubicBezTo>
                <a:cubicBezTo>
                  <a:pt x="896074" y="104451"/>
                  <a:pt x="893214" y="105882"/>
                  <a:pt x="889894" y="106852"/>
                </a:cubicBezTo>
                <a:cubicBezTo>
                  <a:pt x="886574" y="107824"/>
                  <a:pt x="882923" y="108310"/>
                  <a:pt x="878939" y="108310"/>
                </a:cubicBezTo>
                <a:cubicBezTo>
                  <a:pt x="876487" y="108310"/>
                  <a:pt x="874151" y="108118"/>
                  <a:pt x="871929" y="107735"/>
                </a:cubicBezTo>
                <a:cubicBezTo>
                  <a:pt x="869708" y="107352"/>
                  <a:pt x="867716" y="106867"/>
                  <a:pt x="865954" y="106280"/>
                </a:cubicBezTo>
                <a:cubicBezTo>
                  <a:pt x="864192" y="105693"/>
                  <a:pt x="862698" y="105080"/>
                  <a:pt x="861472" y="104441"/>
                </a:cubicBezTo>
                <a:cubicBezTo>
                  <a:pt x="860246" y="103803"/>
                  <a:pt x="859353" y="103229"/>
                  <a:pt x="858791" y="102718"/>
                </a:cubicBezTo>
                <a:cubicBezTo>
                  <a:pt x="858229" y="102207"/>
                  <a:pt x="857821" y="101492"/>
                  <a:pt x="857565" y="100573"/>
                </a:cubicBezTo>
                <a:cubicBezTo>
                  <a:pt x="857310" y="99654"/>
                  <a:pt x="857182" y="98403"/>
                  <a:pt x="857182" y="96820"/>
                </a:cubicBezTo>
                <a:cubicBezTo>
                  <a:pt x="857182" y="95850"/>
                  <a:pt x="857233" y="95033"/>
                  <a:pt x="857335" y="94369"/>
                </a:cubicBezTo>
                <a:cubicBezTo>
                  <a:pt x="857437" y="93705"/>
                  <a:pt x="857565" y="93169"/>
                  <a:pt x="857718" y="92760"/>
                </a:cubicBezTo>
                <a:cubicBezTo>
                  <a:pt x="857872" y="92352"/>
                  <a:pt x="858089" y="92058"/>
                  <a:pt x="858370" y="91879"/>
                </a:cubicBezTo>
                <a:cubicBezTo>
                  <a:pt x="858650" y="91701"/>
                  <a:pt x="858970" y="91611"/>
                  <a:pt x="859327" y="91611"/>
                </a:cubicBezTo>
                <a:cubicBezTo>
                  <a:pt x="859889" y="91611"/>
                  <a:pt x="860719" y="91956"/>
                  <a:pt x="861817" y="92645"/>
                </a:cubicBezTo>
                <a:cubicBezTo>
                  <a:pt x="862915" y="93335"/>
                  <a:pt x="864268" y="94088"/>
                  <a:pt x="865877" y="94905"/>
                </a:cubicBezTo>
                <a:cubicBezTo>
                  <a:pt x="867486" y="95722"/>
                  <a:pt x="869388" y="96475"/>
                  <a:pt x="871584" y="97165"/>
                </a:cubicBezTo>
                <a:cubicBezTo>
                  <a:pt x="873781" y="97854"/>
                  <a:pt x="876309" y="98199"/>
                  <a:pt x="879169" y="98199"/>
                </a:cubicBezTo>
                <a:cubicBezTo>
                  <a:pt x="881314" y="98199"/>
                  <a:pt x="883254" y="97969"/>
                  <a:pt x="884991" y="97509"/>
                </a:cubicBezTo>
                <a:cubicBezTo>
                  <a:pt x="886727" y="97048"/>
                  <a:pt x="888234" y="96370"/>
                  <a:pt x="889511" y="95475"/>
                </a:cubicBezTo>
                <a:cubicBezTo>
                  <a:pt x="890788" y="94579"/>
                  <a:pt x="891771" y="93441"/>
                  <a:pt x="892460" y="92059"/>
                </a:cubicBezTo>
                <a:cubicBezTo>
                  <a:pt x="893150" y="90677"/>
                  <a:pt x="893494" y="89040"/>
                  <a:pt x="893494" y="87147"/>
                </a:cubicBezTo>
                <a:cubicBezTo>
                  <a:pt x="893494" y="85205"/>
                  <a:pt x="892997" y="83569"/>
                  <a:pt x="892001" y="82240"/>
                </a:cubicBezTo>
                <a:cubicBezTo>
                  <a:pt x="891005" y="80911"/>
                  <a:pt x="889690" y="79735"/>
                  <a:pt x="888055" y="78714"/>
                </a:cubicBezTo>
                <a:cubicBezTo>
                  <a:pt x="886421" y="77691"/>
                  <a:pt x="884582" y="76784"/>
                  <a:pt x="882539" y="75992"/>
                </a:cubicBezTo>
                <a:cubicBezTo>
                  <a:pt x="880497" y="75199"/>
                  <a:pt x="878390" y="74369"/>
                  <a:pt x="876219" y="73501"/>
                </a:cubicBezTo>
                <a:cubicBezTo>
                  <a:pt x="874049" y="72631"/>
                  <a:pt x="871929" y="71646"/>
                  <a:pt x="869861" y="70547"/>
                </a:cubicBezTo>
                <a:cubicBezTo>
                  <a:pt x="867792" y="69447"/>
                  <a:pt x="865941" y="68105"/>
                  <a:pt x="864307" y="66521"/>
                </a:cubicBezTo>
                <a:cubicBezTo>
                  <a:pt x="862672" y="64936"/>
                  <a:pt x="861357" y="63045"/>
                  <a:pt x="860361" y="60848"/>
                </a:cubicBezTo>
                <a:cubicBezTo>
                  <a:pt x="859365" y="58650"/>
                  <a:pt x="858867" y="56018"/>
                  <a:pt x="858867" y="52951"/>
                </a:cubicBezTo>
                <a:cubicBezTo>
                  <a:pt x="858867" y="50241"/>
                  <a:pt x="859391" y="47647"/>
                  <a:pt x="860438" y="45169"/>
                </a:cubicBezTo>
                <a:cubicBezTo>
                  <a:pt x="861485" y="42689"/>
                  <a:pt x="863055" y="40516"/>
                  <a:pt x="865149" y="38651"/>
                </a:cubicBezTo>
                <a:cubicBezTo>
                  <a:pt x="867243" y="36784"/>
                  <a:pt x="869861" y="35289"/>
                  <a:pt x="873002" y="34165"/>
                </a:cubicBezTo>
                <a:cubicBezTo>
                  <a:pt x="876143" y="33040"/>
                  <a:pt x="879807" y="32478"/>
                  <a:pt x="883995" y="32478"/>
                </a:cubicBezTo>
                <a:cubicBezTo>
                  <a:pt x="885834" y="32478"/>
                  <a:pt x="887672" y="32633"/>
                  <a:pt x="889511" y="32944"/>
                </a:cubicBezTo>
                <a:cubicBezTo>
                  <a:pt x="891349" y="33256"/>
                  <a:pt x="893009" y="33644"/>
                  <a:pt x="894490" y="34110"/>
                </a:cubicBezTo>
                <a:cubicBezTo>
                  <a:pt x="895971" y="34576"/>
                  <a:pt x="897236" y="35081"/>
                  <a:pt x="898282" y="35625"/>
                </a:cubicBezTo>
                <a:cubicBezTo>
                  <a:pt x="899329" y="36169"/>
                  <a:pt x="900121" y="36649"/>
                  <a:pt x="900657" y="37064"/>
                </a:cubicBezTo>
                <a:cubicBezTo>
                  <a:pt x="901194" y="37479"/>
                  <a:pt x="901551" y="37839"/>
                  <a:pt x="901730" y="38146"/>
                </a:cubicBezTo>
                <a:cubicBezTo>
                  <a:pt x="901909" y="38452"/>
                  <a:pt x="902036" y="38797"/>
                  <a:pt x="902113" y="39180"/>
                </a:cubicBezTo>
                <a:cubicBezTo>
                  <a:pt x="902190" y="39563"/>
                  <a:pt x="902266" y="40035"/>
                  <a:pt x="902343" y="40597"/>
                </a:cubicBezTo>
                <a:cubicBezTo>
                  <a:pt x="902419" y="41159"/>
                  <a:pt x="902458" y="41848"/>
                  <a:pt x="902458" y="42665"/>
                </a:cubicBezTo>
                <a:cubicBezTo>
                  <a:pt x="902458" y="43533"/>
                  <a:pt x="902419" y="44286"/>
                  <a:pt x="902343" y="44925"/>
                </a:cubicBezTo>
                <a:cubicBezTo>
                  <a:pt x="902266" y="45563"/>
                  <a:pt x="902138" y="46086"/>
                  <a:pt x="901960" y="46495"/>
                </a:cubicBezTo>
                <a:cubicBezTo>
                  <a:pt x="901781" y="46904"/>
                  <a:pt x="901564" y="47197"/>
                  <a:pt x="901309" y="47376"/>
                </a:cubicBezTo>
                <a:cubicBezTo>
                  <a:pt x="901053" y="47555"/>
                  <a:pt x="900772" y="47644"/>
                  <a:pt x="900466" y="47644"/>
                </a:cubicBezTo>
                <a:cubicBezTo>
                  <a:pt x="900006" y="47644"/>
                  <a:pt x="899342" y="47359"/>
                  <a:pt x="898474" y="46789"/>
                </a:cubicBezTo>
                <a:cubicBezTo>
                  <a:pt x="897606" y="46220"/>
                  <a:pt x="896482" y="45611"/>
                  <a:pt x="895103" y="44963"/>
                </a:cubicBezTo>
                <a:cubicBezTo>
                  <a:pt x="893724" y="44315"/>
                  <a:pt x="892103" y="43706"/>
                  <a:pt x="890239" y="43137"/>
                </a:cubicBezTo>
                <a:cubicBezTo>
                  <a:pt x="888374" y="42567"/>
                  <a:pt x="886242" y="42282"/>
                  <a:pt x="883842" y="42282"/>
                </a:cubicBezTo>
                <a:cubicBezTo>
                  <a:pt x="881697" y="42282"/>
                  <a:pt x="879807" y="42525"/>
                  <a:pt x="878173" y="43012"/>
                </a:cubicBezTo>
                <a:cubicBezTo>
                  <a:pt x="876538" y="43497"/>
                  <a:pt x="875198" y="44187"/>
                  <a:pt x="874151" y="45083"/>
                </a:cubicBezTo>
                <a:cubicBezTo>
                  <a:pt x="873104" y="45978"/>
                  <a:pt x="872312" y="47040"/>
                  <a:pt x="871776" y="48269"/>
                </a:cubicBezTo>
                <a:cubicBezTo>
                  <a:pt x="871240" y="49496"/>
                  <a:pt x="870972" y="50826"/>
                  <a:pt x="870972" y="52259"/>
                </a:cubicBezTo>
                <a:cubicBezTo>
                  <a:pt x="870972" y="54252"/>
                  <a:pt x="871482" y="55926"/>
                  <a:pt x="872504" y="57281"/>
                </a:cubicBezTo>
                <a:cubicBezTo>
                  <a:pt x="873525" y="58636"/>
                  <a:pt x="874853" y="59825"/>
                  <a:pt x="876487" y="60848"/>
                </a:cubicBezTo>
                <a:cubicBezTo>
                  <a:pt x="878122" y="61869"/>
                  <a:pt x="879986" y="62789"/>
                  <a:pt x="882080" y="63607"/>
                </a:cubicBezTo>
                <a:cubicBezTo>
                  <a:pt x="884174" y="64425"/>
                  <a:pt x="886306" y="65268"/>
                  <a:pt x="888477" y="66138"/>
                </a:cubicBezTo>
                <a:cubicBezTo>
                  <a:pt x="890647" y="67006"/>
                  <a:pt x="892792" y="67977"/>
                  <a:pt x="894912" y="69051"/>
                </a:cubicBezTo>
                <a:cubicBezTo>
                  <a:pt x="897031" y="70125"/>
                  <a:pt x="898908" y="71428"/>
                  <a:pt x="900542" y="72962"/>
                </a:cubicBezTo>
                <a:cubicBezTo>
                  <a:pt x="902177" y="74496"/>
                  <a:pt x="903492" y="76336"/>
                  <a:pt x="904488" y="78484"/>
                </a:cubicBezTo>
                <a:cubicBezTo>
                  <a:pt x="905484" y="80631"/>
                  <a:pt x="905982" y="83186"/>
                  <a:pt x="905982" y="86151"/>
                </a:cubicBezTo>
                <a:close/>
                <a:moveTo>
                  <a:pt x="968943" y="86151"/>
                </a:moveTo>
                <a:cubicBezTo>
                  <a:pt x="968943" y="89678"/>
                  <a:pt x="968292" y="92822"/>
                  <a:pt x="966990" y="95582"/>
                </a:cubicBezTo>
                <a:cubicBezTo>
                  <a:pt x="965687" y="98342"/>
                  <a:pt x="963836" y="100667"/>
                  <a:pt x="961436" y="102560"/>
                </a:cubicBezTo>
                <a:cubicBezTo>
                  <a:pt x="959035" y="104451"/>
                  <a:pt x="956175" y="105882"/>
                  <a:pt x="952855" y="106852"/>
                </a:cubicBezTo>
                <a:cubicBezTo>
                  <a:pt x="949536" y="107824"/>
                  <a:pt x="945884" y="108310"/>
                  <a:pt x="941900" y="108310"/>
                </a:cubicBezTo>
                <a:cubicBezTo>
                  <a:pt x="939449" y="108310"/>
                  <a:pt x="937112" y="108118"/>
                  <a:pt x="934891" y="107735"/>
                </a:cubicBezTo>
                <a:cubicBezTo>
                  <a:pt x="932669" y="107352"/>
                  <a:pt x="930677" y="106867"/>
                  <a:pt x="928915" y="106280"/>
                </a:cubicBezTo>
                <a:cubicBezTo>
                  <a:pt x="927153" y="105693"/>
                  <a:pt x="925659" y="105080"/>
                  <a:pt x="924434" y="104441"/>
                </a:cubicBezTo>
                <a:cubicBezTo>
                  <a:pt x="923208" y="103803"/>
                  <a:pt x="922314" y="103229"/>
                  <a:pt x="921752" y="102718"/>
                </a:cubicBezTo>
                <a:cubicBezTo>
                  <a:pt x="921191" y="102207"/>
                  <a:pt x="920782" y="101492"/>
                  <a:pt x="920527" y="100573"/>
                </a:cubicBezTo>
                <a:cubicBezTo>
                  <a:pt x="920271" y="99654"/>
                  <a:pt x="920144" y="98403"/>
                  <a:pt x="920144" y="96820"/>
                </a:cubicBezTo>
                <a:cubicBezTo>
                  <a:pt x="920144" y="95850"/>
                  <a:pt x="920195" y="95033"/>
                  <a:pt x="920297" y="94369"/>
                </a:cubicBezTo>
                <a:cubicBezTo>
                  <a:pt x="920399" y="93705"/>
                  <a:pt x="920527" y="93169"/>
                  <a:pt x="920680" y="92760"/>
                </a:cubicBezTo>
                <a:cubicBezTo>
                  <a:pt x="920833" y="92352"/>
                  <a:pt x="921050" y="92058"/>
                  <a:pt x="921331" y="91879"/>
                </a:cubicBezTo>
                <a:cubicBezTo>
                  <a:pt x="921612" y="91701"/>
                  <a:pt x="921931" y="91611"/>
                  <a:pt x="922289" y="91611"/>
                </a:cubicBezTo>
                <a:cubicBezTo>
                  <a:pt x="922851" y="91611"/>
                  <a:pt x="923680" y="91956"/>
                  <a:pt x="924779" y="92645"/>
                </a:cubicBezTo>
                <a:cubicBezTo>
                  <a:pt x="925877" y="93335"/>
                  <a:pt x="927230" y="94088"/>
                  <a:pt x="928839" y="94905"/>
                </a:cubicBezTo>
                <a:cubicBezTo>
                  <a:pt x="930448" y="95722"/>
                  <a:pt x="932350" y="96475"/>
                  <a:pt x="934546" y="97165"/>
                </a:cubicBezTo>
                <a:cubicBezTo>
                  <a:pt x="936742" y="97854"/>
                  <a:pt x="939270" y="98199"/>
                  <a:pt x="942130" y="98199"/>
                </a:cubicBezTo>
                <a:cubicBezTo>
                  <a:pt x="944275" y="98199"/>
                  <a:pt x="946216" y="97969"/>
                  <a:pt x="947953" y="97509"/>
                </a:cubicBezTo>
                <a:cubicBezTo>
                  <a:pt x="949689" y="97048"/>
                  <a:pt x="951196" y="96370"/>
                  <a:pt x="952472" y="95475"/>
                </a:cubicBezTo>
                <a:cubicBezTo>
                  <a:pt x="953749" y="94579"/>
                  <a:pt x="954732" y="93441"/>
                  <a:pt x="955422" y="92059"/>
                </a:cubicBezTo>
                <a:cubicBezTo>
                  <a:pt x="956111" y="90677"/>
                  <a:pt x="956456" y="89040"/>
                  <a:pt x="956456" y="87147"/>
                </a:cubicBezTo>
                <a:cubicBezTo>
                  <a:pt x="956456" y="85205"/>
                  <a:pt x="955958" y="83569"/>
                  <a:pt x="954962" y="82240"/>
                </a:cubicBezTo>
                <a:cubicBezTo>
                  <a:pt x="953966" y="80911"/>
                  <a:pt x="952651" y="79735"/>
                  <a:pt x="951017" y="78714"/>
                </a:cubicBezTo>
                <a:cubicBezTo>
                  <a:pt x="949383" y="77691"/>
                  <a:pt x="947544" y="76784"/>
                  <a:pt x="945501" y="75992"/>
                </a:cubicBezTo>
                <a:cubicBezTo>
                  <a:pt x="943458" y="75199"/>
                  <a:pt x="941351" y="74369"/>
                  <a:pt x="939181" y="73501"/>
                </a:cubicBezTo>
                <a:cubicBezTo>
                  <a:pt x="937010" y="72631"/>
                  <a:pt x="934891" y="71646"/>
                  <a:pt x="932822" y="70547"/>
                </a:cubicBezTo>
                <a:cubicBezTo>
                  <a:pt x="930754" y="69447"/>
                  <a:pt x="928903" y="68105"/>
                  <a:pt x="927268" y="66521"/>
                </a:cubicBezTo>
                <a:cubicBezTo>
                  <a:pt x="925634" y="64936"/>
                  <a:pt x="924319" y="63045"/>
                  <a:pt x="923323" y="60848"/>
                </a:cubicBezTo>
                <a:cubicBezTo>
                  <a:pt x="922327" y="58650"/>
                  <a:pt x="921829" y="56018"/>
                  <a:pt x="921829" y="52951"/>
                </a:cubicBezTo>
                <a:cubicBezTo>
                  <a:pt x="921829" y="50241"/>
                  <a:pt x="922353" y="47647"/>
                  <a:pt x="923400" y="45169"/>
                </a:cubicBezTo>
                <a:cubicBezTo>
                  <a:pt x="924447" y="42689"/>
                  <a:pt x="926017" y="40516"/>
                  <a:pt x="928111" y="38651"/>
                </a:cubicBezTo>
                <a:cubicBezTo>
                  <a:pt x="930205" y="36784"/>
                  <a:pt x="932822" y="35289"/>
                  <a:pt x="935963" y="34165"/>
                </a:cubicBezTo>
                <a:cubicBezTo>
                  <a:pt x="939104" y="33040"/>
                  <a:pt x="942769" y="32478"/>
                  <a:pt x="946957" y="32478"/>
                </a:cubicBezTo>
                <a:cubicBezTo>
                  <a:pt x="948795" y="32478"/>
                  <a:pt x="950634" y="32633"/>
                  <a:pt x="952472" y="32944"/>
                </a:cubicBezTo>
                <a:cubicBezTo>
                  <a:pt x="954311" y="33256"/>
                  <a:pt x="955971" y="33644"/>
                  <a:pt x="957452" y="34110"/>
                </a:cubicBezTo>
                <a:cubicBezTo>
                  <a:pt x="958933" y="34576"/>
                  <a:pt x="960197" y="35081"/>
                  <a:pt x="961244" y="35625"/>
                </a:cubicBezTo>
                <a:cubicBezTo>
                  <a:pt x="962291" y="36169"/>
                  <a:pt x="963083" y="36649"/>
                  <a:pt x="963619" y="37064"/>
                </a:cubicBezTo>
                <a:cubicBezTo>
                  <a:pt x="964155" y="37479"/>
                  <a:pt x="964513" y="37839"/>
                  <a:pt x="964691" y="38146"/>
                </a:cubicBezTo>
                <a:cubicBezTo>
                  <a:pt x="964870" y="38452"/>
                  <a:pt x="964998" y="38797"/>
                  <a:pt x="965074" y="39180"/>
                </a:cubicBezTo>
                <a:cubicBezTo>
                  <a:pt x="965151" y="39563"/>
                  <a:pt x="965228" y="40035"/>
                  <a:pt x="965304" y="40597"/>
                </a:cubicBezTo>
                <a:cubicBezTo>
                  <a:pt x="965381" y="41159"/>
                  <a:pt x="965419" y="41848"/>
                  <a:pt x="965419" y="42665"/>
                </a:cubicBezTo>
                <a:cubicBezTo>
                  <a:pt x="965419" y="43533"/>
                  <a:pt x="965381" y="44286"/>
                  <a:pt x="965304" y="44925"/>
                </a:cubicBezTo>
                <a:cubicBezTo>
                  <a:pt x="965228" y="45563"/>
                  <a:pt x="965100" y="46086"/>
                  <a:pt x="964921" y="46495"/>
                </a:cubicBezTo>
                <a:cubicBezTo>
                  <a:pt x="964743" y="46904"/>
                  <a:pt x="964525" y="47197"/>
                  <a:pt x="964270" y="47376"/>
                </a:cubicBezTo>
                <a:cubicBezTo>
                  <a:pt x="964015" y="47555"/>
                  <a:pt x="963734" y="47644"/>
                  <a:pt x="963427" y="47644"/>
                </a:cubicBezTo>
                <a:cubicBezTo>
                  <a:pt x="962968" y="47644"/>
                  <a:pt x="962304" y="47359"/>
                  <a:pt x="961436" y="46789"/>
                </a:cubicBezTo>
                <a:cubicBezTo>
                  <a:pt x="960567" y="46220"/>
                  <a:pt x="959444" y="45611"/>
                  <a:pt x="958065" y="44963"/>
                </a:cubicBezTo>
                <a:cubicBezTo>
                  <a:pt x="956686" y="44315"/>
                  <a:pt x="955064" y="43706"/>
                  <a:pt x="953200" y="43137"/>
                </a:cubicBezTo>
                <a:cubicBezTo>
                  <a:pt x="951336" y="42567"/>
                  <a:pt x="949204" y="42282"/>
                  <a:pt x="946803" y="42282"/>
                </a:cubicBezTo>
                <a:cubicBezTo>
                  <a:pt x="944658" y="42282"/>
                  <a:pt x="942769" y="42525"/>
                  <a:pt x="941134" y="43012"/>
                </a:cubicBezTo>
                <a:cubicBezTo>
                  <a:pt x="939500" y="43497"/>
                  <a:pt x="938159" y="44187"/>
                  <a:pt x="937112" y="45083"/>
                </a:cubicBezTo>
                <a:cubicBezTo>
                  <a:pt x="936065" y="45978"/>
                  <a:pt x="935274" y="47040"/>
                  <a:pt x="934738" y="48269"/>
                </a:cubicBezTo>
                <a:cubicBezTo>
                  <a:pt x="934201" y="49496"/>
                  <a:pt x="933933" y="50826"/>
                  <a:pt x="933933" y="52259"/>
                </a:cubicBezTo>
                <a:cubicBezTo>
                  <a:pt x="933933" y="54252"/>
                  <a:pt x="934444" y="55926"/>
                  <a:pt x="935465" y="57281"/>
                </a:cubicBezTo>
                <a:cubicBezTo>
                  <a:pt x="936487" y="58636"/>
                  <a:pt x="937815" y="59825"/>
                  <a:pt x="939449" y="60848"/>
                </a:cubicBezTo>
                <a:cubicBezTo>
                  <a:pt x="941083" y="61869"/>
                  <a:pt x="942947" y="62789"/>
                  <a:pt x="945041" y="63607"/>
                </a:cubicBezTo>
                <a:cubicBezTo>
                  <a:pt x="947135" y="64425"/>
                  <a:pt x="949268" y="65268"/>
                  <a:pt x="951438" y="66138"/>
                </a:cubicBezTo>
                <a:cubicBezTo>
                  <a:pt x="953609" y="67006"/>
                  <a:pt x="955754" y="67977"/>
                  <a:pt x="957873" y="69051"/>
                </a:cubicBezTo>
                <a:cubicBezTo>
                  <a:pt x="959993" y="70125"/>
                  <a:pt x="961870" y="71428"/>
                  <a:pt x="963504" y="72962"/>
                </a:cubicBezTo>
                <a:cubicBezTo>
                  <a:pt x="965138" y="74496"/>
                  <a:pt x="966453" y="76336"/>
                  <a:pt x="967449" y="78484"/>
                </a:cubicBezTo>
                <a:cubicBezTo>
                  <a:pt x="968445" y="80631"/>
                  <a:pt x="968943" y="83186"/>
                  <a:pt x="968943" y="86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training">
            <a:extLst xmlns:a="http://schemas.openxmlformats.org/drawingml/2006/main">
              <a:ext uri="{FF2B5EF4-FFF2-40B4-BE49-F238E27FC236}">
                <a16:creationId xmlns:a16="http://schemas.microsoft.com/office/drawing/2014/main" id="{C6D4F60E-30FD-4AF4-8083-0B7166CE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70" y="2688480"/>
            <a:ext cx="496001" cy="129757"/>
          </a:xfrm>
          <a:custGeom xmlns:a="http://schemas.openxmlformats.org/drawingml/2006/main">
            <a:pathLst>
              <a:path w="496001" h="129757">
                <a:moveTo>
                  <a:pt x="45046" y="94828"/>
                </a:moveTo>
                <a:cubicBezTo>
                  <a:pt x="45046" y="96309"/>
                  <a:pt x="44944" y="97484"/>
                  <a:pt x="44739" y="98352"/>
                </a:cubicBezTo>
                <a:cubicBezTo>
                  <a:pt x="44535" y="99220"/>
                  <a:pt x="44229" y="99858"/>
                  <a:pt x="43820" y="100267"/>
                </a:cubicBezTo>
                <a:cubicBezTo>
                  <a:pt x="43411" y="100675"/>
                  <a:pt x="42799" y="101058"/>
                  <a:pt x="41981" y="101416"/>
                </a:cubicBezTo>
                <a:cubicBezTo>
                  <a:pt x="41164" y="101773"/>
                  <a:pt x="40232" y="102067"/>
                  <a:pt x="39185" y="102297"/>
                </a:cubicBezTo>
                <a:cubicBezTo>
                  <a:pt x="38138" y="102526"/>
                  <a:pt x="37027" y="102718"/>
                  <a:pt x="35853" y="102871"/>
                </a:cubicBezTo>
                <a:cubicBezTo>
                  <a:pt x="34678" y="103024"/>
                  <a:pt x="33503" y="103101"/>
                  <a:pt x="32329" y="103101"/>
                </a:cubicBezTo>
                <a:cubicBezTo>
                  <a:pt x="28754" y="103101"/>
                  <a:pt x="25689" y="102628"/>
                  <a:pt x="23136" y="101681"/>
                </a:cubicBezTo>
                <a:cubicBezTo>
                  <a:pt x="20582" y="100734"/>
                  <a:pt x="18488" y="99300"/>
                  <a:pt x="16854" y="97380"/>
                </a:cubicBezTo>
                <a:cubicBezTo>
                  <a:pt x="15220" y="95460"/>
                  <a:pt x="14032" y="93029"/>
                  <a:pt x="13292" y="90086"/>
                </a:cubicBezTo>
                <a:cubicBezTo>
                  <a:pt x="12551" y="87144"/>
                  <a:pt x="12181" y="83676"/>
                  <a:pt x="12181" y="79684"/>
                </a:cubicBezTo>
                <a:lnTo>
                  <a:pt x="12181" y="39295"/>
                </a:lnTo>
                <a:lnTo>
                  <a:pt x="2528" y="39295"/>
                </a:lnTo>
                <a:cubicBezTo>
                  <a:pt x="1762" y="39295"/>
                  <a:pt x="1149" y="38886"/>
                  <a:pt x="689" y="38069"/>
                </a:cubicBezTo>
                <a:cubicBezTo>
                  <a:pt x="230" y="37252"/>
                  <a:pt x="0" y="35924"/>
                  <a:pt x="0" y="34086"/>
                </a:cubicBezTo>
                <a:cubicBezTo>
                  <a:pt x="0" y="33116"/>
                  <a:pt x="64" y="32299"/>
                  <a:pt x="192" y="31635"/>
                </a:cubicBezTo>
                <a:cubicBezTo>
                  <a:pt x="319" y="30971"/>
                  <a:pt x="485" y="30422"/>
                  <a:pt x="689" y="29988"/>
                </a:cubicBezTo>
                <a:cubicBezTo>
                  <a:pt x="894" y="29554"/>
                  <a:pt x="1162" y="29248"/>
                  <a:pt x="1494" y="29069"/>
                </a:cubicBezTo>
                <a:cubicBezTo>
                  <a:pt x="1826" y="28890"/>
                  <a:pt x="2196" y="28801"/>
                  <a:pt x="2605" y="28801"/>
                </a:cubicBezTo>
                <a:lnTo>
                  <a:pt x="12181" y="28801"/>
                </a:lnTo>
                <a:lnTo>
                  <a:pt x="12181" y="12409"/>
                </a:lnTo>
                <a:cubicBezTo>
                  <a:pt x="12181" y="12051"/>
                  <a:pt x="12270" y="11719"/>
                  <a:pt x="12449" y="11413"/>
                </a:cubicBezTo>
                <a:cubicBezTo>
                  <a:pt x="12628" y="11107"/>
                  <a:pt x="12960" y="10839"/>
                  <a:pt x="13445" y="10609"/>
                </a:cubicBezTo>
                <a:cubicBezTo>
                  <a:pt x="13930" y="10379"/>
                  <a:pt x="14581" y="10213"/>
                  <a:pt x="15398" y="10111"/>
                </a:cubicBezTo>
                <a:cubicBezTo>
                  <a:pt x="16215" y="10009"/>
                  <a:pt x="17237" y="9958"/>
                  <a:pt x="18463" y="9958"/>
                </a:cubicBezTo>
                <a:cubicBezTo>
                  <a:pt x="19739" y="9958"/>
                  <a:pt x="20786" y="10009"/>
                  <a:pt x="21604" y="10111"/>
                </a:cubicBezTo>
                <a:cubicBezTo>
                  <a:pt x="22421" y="10213"/>
                  <a:pt x="23059" y="10379"/>
                  <a:pt x="23519" y="10609"/>
                </a:cubicBezTo>
                <a:cubicBezTo>
                  <a:pt x="23978" y="10839"/>
                  <a:pt x="24310" y="11107"/>
                  <a:pt x="24515" y="11413"/>
                </a:cubicBezTo>
                <a:cubicBezTo>
                  <a:pt x="24719" y="11719"/>
                  <a:pt x="24821" y="12051"/>
                  <a:pt x="24821" y="12409"/>
                </a:cubicBezTo>
                <a:lnTo>
                  <a:pt x="24821" y="28801"/>
                </a:lnTo>
                <a:lnTo>
                  <a:pt x="42518" y="28801"/>
                </a:lnTo>
                <a:cubicBezTo>
                  <a:pt x="42926" y="28801"/>
                  <a:pt x="43284" y="28890"/>
                  <a:pt x="43590" y="29069"/>
                </a:cubicBezTo>
                <a:cubicBezTo>
                  <a:pt x="43897" y="29248"/>
                  <a:pt x="44165" y="29554"/>
                  <a:pt x="44395" y="29988"/>
                </a:cubicBezTo>
                <a:cubicBezTo>
                  <a:pt x="44624" y="30422"/>
                  <a:pt x="44790" y="30971"/>
                  <a:pt x="44892" y="31635"/>
                </a:cubicBezTo>
                <a:cubicBezTo>
                  <a:pt x="44995" y="32299"/>
                  <a:pt x="45046" y="33116"/>
                  <a:pt x="45046" y="34086"/>
                </a:cubicBezTo>
                <a:cubicBezTo>
                  <a:pt x="45046" y="35924"/>
                  <a:pt x="44816" y="37252"/>
                  <a:pt x="44356" y="38069"/>
                </a:cubicBezTo>
                <a:cubicBezTo>
                  <a:pt x="43897" y="38886"/>
                  <a:pt x="43284" y="39295"/>
                  <a:pt x="42518" y="39295"/>
                </a:cubicBezTo>
                <a:lnTo>
                  <a:pt x="24821" y="39295"/>
                </a:lnTo>
                <a:lnTo>
                  <a:pt x="24821" y="77860"/>
                </a:lnTo>
                <a:cubicBezTo>
                  <a:pt x="24821" y="82621"/>
                  <a:pt x="25523" y="86219"/>
                  <a:pt x="26928" y="88653"/>
                </a:cubicBezTo>
                <a:cubicBezTo>
                  <a:pt x="28332" y="91085"/>
                  <a:pt x="30848" y="92301"/>
                  <a:pt x="34474" y="92301"/>
                </a:cubicBezTo>
                <a:cubicBezTo>
                  <a:pt x="35648" y="92301"/>
                  <a:pt x="36695" y="92186"/>
                  <a:pt x="37615" y="91956"/>
                </a:cubicBezTo>
                <a:cubicBezTo>
                  <a:pt x="38534" y="91726"/>
                  <a:pt x="39351" y="91484"/>
                  <a:pt x="40066" y="91228"/>
                </a:cubicBezTo>
                <a:cubicBezTo>
                  <a:pt x="40781" y="90973"/>
                  <a:pt x="41394" y="90730"/>
                  <a:pt x="41905" y="90501"/>
                </a:cubicBezTo>
                <a:cubicBezTo>
                  <a:pt x="42415" y="90271"/>
                  <a:pt x="42875" y="90156"/>
                  <a:pt x="43284" y="90156"/>
                </a:cubicBezTo>
                <a:cubicBezTo>
                  <a:pt x="43539" y="90156"/>
                  <a:pt x="43782" y="90220"/>
                  <a:pt x="44011" y="90347"/>
                </a:cubicBezTo>
                <a:cubicBezTo>
                  <a:pt x="44241" y="90475"/>
                  <a:pt x="44420" y="90718"/>
                  <a:pt x="44548" y="91075"/>
                </a:cubicBezTo>
                <a:cubicBezTo>
                  <a:pt x="44675" y="91433"/>
                  <a:pt x="44790" y="91918"/>
                  <a:pt x="44892" y="92530"/>
                </a:cubicBezTo>
                <a:cubicBezTo>
                  <a:pt x="44995" y="93143"/>
                  <a:pt x="45046" y="93909"/>
                  <a:pt x="45046" y="94828"/>
                </a:cubicBezTo>
                <a:close/>
                <a:moveTo>
                  <a:pt x="103429" y="35388"/>
                </a:moveTo>
                <a:cubicBezTo>
                  <a:pt x="103429" y="36512"/>
                  <a:pt x="103404" y="37456"/>
                  <a:pt x="103352" y="38222"/>
                </a:cubicBezTo>
                <a:cubicBezTo>
                  <a:pt x="103301" y="38988"/>
                  <a:pt x="103199" y="39588"/>
                  <a:pt x="103046" y="40022"/>
                </a:cubicBezTo>
                <a:cubicBezTo>
                  <a:pt x="102893" y="40457"/>
                  <a:pt x="102701" y="40788"/>
                  <a:pt x="102472" y="41018"/>
                </a:cubicBezTo>
                <a:cubicBezTo>
                  <a:pt x="102242" y="41248"/>
                  <a:pt x="101922" y="41363"/>
                  <a:pt x="101514" y="41363"/>
                </a:cubicBezTo>
                <a:cubicBezTo>
                  <a:pt x="101105" y="41363"/>
                  <a:pt x="100607" y="41248"/>
                  <a:pt x="100020" y="41018"/>
                </a:cubicBezTo>
                <a:cubicBezTo>
                  <a:pt x="99433" y="40788"/>
                  <a:pt x="98769" y="40559"/>
                  <a:pt x="98028" y="40329"/>
                </a:cubicBezTo>
                <a:cubicBezTo>
                  <a:pt x="97288" y="40099"/>
                  <a:pt x="96458" y="39882"/>
                  <a:pt x="95538" y="39678"/>
                </a:cubicBezTo>
                <a:cubicBezTo>
                  <a:pt x="94619" y="39474"/>
                  <a:pt x="93623" y="39371"/>
                  <a:pt x="92551" y="39371"/>
                </a:cubicBezTo>
                <a:cubicBezTo>
                  <a:pt x="91274" y="39371"/>
                  <a:pt x="90023" y="39627"/>
                  <a:pt x="88797" y="40137"/>
                </a:cubicBezTo>
                <a:cubicBezTo>
                  <a:pt x="87571" y="40648"/>
                  <a:pt x="86282" y="41491"/>
                  <a:pt x="84928" y="42665"/>
                </a:cubicBezTo>
                <a:cubicBezTo>
                  <a:pt x="83575" y="43840"/>
                  <a:pt x="82158" y="45397"/>
                  <a:pt x="80676" y="47338"/>
                </a:cubicBezTo>
                <a:cubicBezTo>
                  <a:pt x="79195" y="49278"/>
                  <a:pt x="77561" y="51653"/>
                  <a:pt x="75773" y="54461"/>
                </a:cubicBezTo>
                <a:lnTo>
                  <a:pt x="75773" y="99807"/>
                </a:lnTo>
                <a:cubicBezTo>
                  <a:pt x="75773" y="100216"/>
                  <a:pt x="75671" y="100560"/>
                  <a:pt x="75467" y="100841"/>
                </a:cubicBezTo>
                <a:cubicBezTo>
                  <a:pt x="75263" y="101122"/>
                  <a:pt x="74931" y="101365"/>
                  <a:pt x="74471" y="101569"/>
                </a:cubicBezTo>
                <a:cubicBezTo>
                  <a:pt x="74011" y="101773"/>
                  <a:pt x="73373" y="101926"/>
                  <a:pt x="72556" y="102029"/>
                </a:cubicBezTo>
                <a:cubicBezTo>
                  <a:pt x="71739" y="102131"/>
                  <a:pt x="70692" y="102182"/>
                  <a:pt x="69415" y="102182"/>
                </a:cubicBezTo>
                <a:cubicBezTo>
                  <a:pt x="68189" y="102182"/>
                  <a:pt x="67168" y="102131"/>
                  <a:pt x="66351" y="102029"/>
                </a:cubicBezTo>
                <a:cubicBezTo>
                  <a:pt x="65534" y="101926"/>
                  <a:pt x="64882" y="101773"/>
                  <a:pt x="64397" y="101569"/>
                </a:cubicBezTo>
                <a:cubicBezTo>
                  <a:pt x="63912" y="101365"/>
                  <a:pt x="63580" y="101122"/>
                  <a:pt x="63401" y="100841"/>
                </a:cubicBezTo>
                <a:cubicBezTo>
                  <a:pt x="63222" y="100560"/>
                  <a:pt x="63133" y="100216"/>
                  <a:pt x="63133" y="99807"/>
                </a:cubicBezTo>
                <a:lnTo>
                  <a:pt x="63133" y="30869"/>
                </a:lnTo>
                <a:cubicBezTo>
                  <a:pt x="63133" y="30460"/>
                  <a:pt x="63210" y="30116"/>
                  <a:pt x="63363" y="29835"/>
                </a:cubicBezTo>
                <a:cubicBezTo>
                  <a:pt x="63516" y="29554"/>
                  <a:pt x="63823" y="29299"/>
                  <a:pt x="64282" y="29069"/>
                </a:cubicBezTo>
                <a:cubicBezTo>
                  <a:pt x="64742" y="28839"/>
                  <a:pt x="65329" y="28686"/>
                  <a:pt x="66044" y="28609"/>
                </a:cubicBezTo>
                <a:cubicBezTo>
                  <a:pt x="66759" y="28533"/>
                  <a:pt x="67704" y="28494"/>
                  <a:pt x="68879" y="28494"/>
                </a:cubicBezTo>
                <a:cubicBezTo>
                  <a:pt x="70002" y="28494"/>
                  <a:pt x="70934" y="28533"/>
                  <a:pt x="71675" y="28609"/>
                </a:cubicBezTo>
                <a:cubicBezTo>
                  <a:pt x="72415" y="28686"/>
                  <a:pt x="72990" y="28839"/>
                  <a:pt x="73399" y="29069"/>
                </a:cubicBezTo>
                <a:cubicBezTo>
                  <a:pt x="73807" y="29299"/>
                  <a:pt x="74101" y="29554"/>
                  <a:pt x="74280" y="29835"/>
                </a:cubicBezTo>
                <a:cubicBezTo>
                  <a:pt x="74458" y="30116"/>
                  <a:pt x="74548" y="30460"/>
                  <a:pt x="74548" y="30869"/>
                </a:cubicBezTo>
                <a:lnTo>
                  <a:pt x="74548" y="40903"/>
                </a:lnTo>
                <a:cubicBezTo>
                  <a:pt x="76437" y="38146"/>
                  <a:pt x="78212" y="35899"/>
                  <a:pt x="79872" y="34163"/>
                </a:cubicBezTo>
                <a:cubicBezTo>
                  <a:pt x="81532" y="32426"/>
                  <a:pt x="83102" y="31061"/>
                  <a:pt x="84583" y="30065"/>
                </a:cubicBezTo>
                <a:cubicBezTo>
                  <a:pt x="86065" y="29069"/>
                  <a:pt x="87533" y="28380"/>
                  <a:pt x="88988" y="27997"/>
                </a:cubicBezTo>
                <a:cubicBezTo>
                  <a:pt x="90444" y="27614"/>
                  <a:pt x="91912" y="27422"/>
                  <a:pt x="93393" y="27422"/>
                </a:cubicBezTo>
                <a:cubicBezTo>
                  <a:pt x="94057" y="27422"/>
                  <a:pt x="94811" y="27460"/>
                  <a:pt x="95653" y="27537"/>
                </a:cubicBezTo>
                <a:cubicBezTo>
                  <a:pt x="96496" y="27614"/>
                  <a:pt x="97377" y="27754"/>
                  <a:pt x="98296" y="27958"/>
                </a:cubicBezTo>
                <a:cubicBezTo>
                  <a:pt x="99216" y="28163"/>
                  <a:pt x="100046" y="28392"/>
                  <a:pt x="100786" y="28648"/>
                </a:cubicBezTo>
                <a:cubicBezTo>
                  <a:pt x="101527" y="28903"/>
                  <a:pt x="102050" y="29158"/>
                  <a:pt x="102357" y="29414"/>
                </a:cubicBezTo>
                <a:cubicBezTo>
                  <a:pt x="102663" y="29669"/>
                  <a:pt x="102867" y="29912"/>
                  <a:pt x="102969" y="30141"/>
                </a:cubicBezTo>
                <a:cubicBezTo>
                  <a:pt x="103072" y="30371"/>
                  <a:pt x="103161" y="30665"/>
                  <a:pt x="103238" y="31022"/>
                </a:cubicBezTo>
                <a:cubicBezTo>
                  <a:pt x="103314" y="31380"/>
                  <a:pt x="103365" y="31903"/>
                  <a:pt x="103391" y="32592"/>
                </a:cubicBezTo>
                <a:cubicBezTo>
                  <a:pt x="103416" y="33282"/>
                  <a:pt x="103429" y="34214"/>
                  <a:pt x="103429" y="35388"/>
                </a:cubicBezTo>
                <a:close/>
                <a:moveTo>
                  <a:pt x="167915" y="99884"/>
                </a:moveTo>
                <a:cubicBezTo>
                  <a:pt x="167915" y="100497"/>
                  <a:pt x="167711" y="100956"/>
                  <a:pt x="167303" y="101263"/>
                </a:cubicBezTo>
                <a:cubicBezTo>
                  <a:pt x="166894" y="101569"/>
                  <a:pt x="166332" y="101799"/>
                  <a:pt x="165617" y="101952"/>
                </a:cubicBezTo>
                <a:cubicBezTo>
                  <a:pt x="164902" y="102105"/>
                  <a:pt x="163855" y="102182"/>
                  <a:pt x="162476" y="102182"/>
                </a:cubicBezTo>
                <a:cubicBezTo>
                  <a:pt x="161148" y="102182"/>
                  <a:pt x="160089" y="102105"/>
                  <a:pt x="159297" y="101952"/>
                </a:cubicBezTo>
                <a:cubicBezTo>
                  <a:pt x="158505" y="101799"/>
                  <a:pt x="157931" y="101569"/>
                  <a:pt x="157573" y="101263"/>
                </a:cubicBezTo>
                <a:cubicBezTo>
                  <a:pt x="157216" y="100956"/>
                  <a:pt x="157037" y="100497"/>
                  <a:pt x="157037" y="99884"/>
                </a:cubicBezTo>
                <a:lnTo>
                  <a:pt x="157037" y="92990"/>
                </a:lnTo>
                <a:cubicBezTo>
                  <a:pt x="154024" y="96207"/>
                  <a:pt x="150666" y="98722"/>
                  <a:pt x="146963" y="100535"/>
                </a:cubicBezTo>
                <a:cubicBezTo>
                  <a:pt x="143260" y="102348"/>
                  <a:pt x="139341" y="103254"/>
                  <a:pt x="135204" y="103254"/>
                </a:cubicBezTo>
                <a:cubicBezTo>
                  <a:pt x="131578" y="103254"/>
                  <a:pt x="128296" y="102780"/>
                  <a:pt x="125359" y="101832"/>
                </a:cubicBezTo>
                <a:cubicBezTo>
                  <a:pt x="122423" y="100884"/>
                  <a:pt x="119920" y="99514"/>
                  <a:pt x="117852" y="97720"/>
                </a:cubicBezTo>
                <a:cubicBezTo>
                  <a:pt x="115783" y="95926"/>
                  <a:pt x="114175" y="93723"/>
                  <a:pt x="113026" y="91111"/>
                </a:cubicBezTo>
                <a:cubicBezTo>
                  <a:pt x="111876" y="88497"/>
                  <a:pt x="111302" y="85524"/>
                  <a:pt x="111302" y="82192"/>
                </a:cubicBezTo>
                <a:cubicBezTo>
                  <a:pt x="111302" y="78298"/>
                  <a:pt x="112093" y="74917"/>
                  <a:pt x="113677" y="72048"/>
                </a:cubicBezTo>
                <a:cubicBezTo>
                  <a:pt x="115260" y="69177"/>
                  <a:pt x="117533" y="66793"/>
                  <a:pt x="120495" y="64898"/>
                </a:cubicBezTo>
                <a:cubicBezTo>
                  <a:pt x="123457" y="63002"/>
                  <a:pt x="127083" y="61580"/>
                  <a:pt x="131373" y="60632"/>
                </a:cubicBezTo>
                <a:cubicBezTo>
                  <a:pt x="135663" y="59684"/>
                  <a:pt x="140490" y="59210"/>
                  <a:pt x="145852" y="59210"/>
                </a:cubicBezTo>
                <a:lnTo>
                  <a:pt x="155352" y="59210"/>
                </a:lnTo>
                <a:lnTo>
                  <a:pt x="155352" y="53868"/>
                </a:lnTo>
                <a:cubicBezTo>
                  <a:pt x="155352" y="51222"/>
                  <a:pt x="155071" y="48882"/>
                  <a:pt x="154509" y="46847"/>
                </a:cubicBezTo>
                <a:cubicBezTo>
                  <a:pt x="153947" y="44811"/>
                  <a:pt x="153041" y="43118"/>
                  <a:pt x="151789" y="41770"/>
                </a:cubicBezTo>
                <a:cubicBezTo>
                  <a:pt x="150538" y="40421"/>
                  <a:pt x="148917" y="39404"/>
                  <a:pt x="146925" y="38718"/>
                </a:cubicBezTo>
                <a:cubicBezTo>
                  <a:pt x="144933" y="38030"/>
                  <a:pt x="142481" y="37686"/>
                  <a:pt x="139570" y="37686"/>
                </a:cubicBezTo>
                <a:cubicBezTo>
                  <a:pt x="136455" y="37686"/>
                  <a:pt x="133659" y="38052"/>
                  <a:pt x="131182" y="38785"/>
                </a:cubicBezTo>
                <a:cubicBezTo>
                  <a:pt x="128705" y="39517"/>
                  <a:pt x="126534" y="40326"/>
                  <a:pt x="124670" y="41210"/>
                </a:cubicBezTo>
                <a:cubicBezTo>
                  <a:pt x="122806" y="42094"/>
                  <a:pt x="121248" y="42902"/>
                  <a:pt x="119997" y="43635"/>
                </a:cubicBezTo>
                <a:cubicBezTo>
                  <a:pt x="118746" y="44367"/>
                  <a:pt x="117814" y="44733"/>
                  <a:pt x="117201" y="44733"/>
                </a:cubicBezTo>
                <a:cubicBezTo>
                  <a:pt x="116792" y="44733"/>
                  <a:pt x="116435" y="44631"/>
                  <a:pt x="116128" y="44427"/>
                </a:cubicBezTo>
                <a:cubicBezTo>
                  <a:pt x="115822" y="44223"/>
                  <a:pt x="115554" y="43916"/>
                  <a:pt x="115324" y="43508"/>
                </a:cubicBezTo>
                <a:cubicBezTo>
                  <a:pt x="115094" y="43099"/>
                  <a:pt x="114928" y="42576"/>
                  <a:pt x="114826" y="41937"/>
                </a:cubicBezTo>
                <a:cubicBezTo>
                  <a:pt x="114724" y="41299"/>
                  <a:pt x="114673" y="40597"/>
                  <a:pt x="114673" y="39831"/>
                </a:cubicBezTo>
                <a:cubicBezTo>
                  <a:pt x="114673" y="38554"/>
                  <a:pt x="114762" y="37546"/>
                  <a:pt x="114941" y="36805"/>
                </a:cubicBezTo>
                <a:cubicBezTo>
                  <a:pt x="115120" y="36065"/>
                  <a:pt x="115554" y="35363"/>
                  <a:pt x="116243" y="34699"/>
                </a:cubicBezTo>
                <a:cubicBezTo>
                  <a:pt x="116933" y="34035"/>
                  <a:pt x="118120" y="33262"/>
                  <a:pt x="119805" y="32379"/>
                </a:cubicBezTo>
                <a:cubicBezTo>
                  <a:pt x="121491" y="31495"/>
                  <a:pt x="123432" y="30688"/>
                  <a:pt x="125628" y="29957"/>
                </a:cubicBezTo>
                <a:cubicBezTo>
                  <a:pt x="127824" y="29226"/>
                  <a:pt x="130224" y="28621"/>
                  <a:pt x="132829" y="28143"/>
                </a:cubicBezTo>
                <a:cubicBezTo>
                  <a:pt x="135433" y="27662"/>
                  <a:pt x="138064" y="27422"/>
                  <a:pt x="140719" y="27422"/>
                </a:cubicBezTo>
                <a:cubicBezTo>
                  <a:pt x="145673" y="27422"/>
                  <a:pt x="149887" y="27984"/>
                  <a:pt x="153360" y="29107"/>
                </a:cubicBezTo>
                <a:cubicBezTo>
                  <a:pt x="156833" y="30231"/>
                  <a:pt x="159642" y="31878"/>
                  <a:pt x="161787" y="34048"/>
                </a:cubicBezTo>
                <a:cubicBezTo>
                  <a:pt x="163932" y="36218"/>
                  <a:pt x="165490" y="38912"/>
                  <a:pt x="166460" y="42129"/>
                </a:cubicBezTo>
                <a:cubicBezTo>
                  <a:pt x="167430" y="45346"/>
                  <a:pt x="167915" y="49099"/>
                  <a:pt x="167915" y="53389"/>
                </a:cubicBezTo>
                <a:lnTo>
                  <a:pt x="167915" y="99884"/>
                </a:lnTo>
                <a:moveTo>
                  <a:pt x="155352" y="68325"/>
                </a:moveTo>
                <a:lnTo>
                  <a:pt x="144550" y="68325"/>
                </a:lnTo>
                <a:cubicBezTo>
                  <a:pt x="141077" y="68325"/>
                  <a:pt x="138064" y="68621"/>
                  <a:pt x="135510" y="69214"/>
                </a:cubicBezTo>
                <a:cubicBezTo>
                  <a:pt x="132956" y="69804"/>
                  <a:pt x="130837" y="70677"/>
                  <a:pt x="129152" y="71832"/>
                </a:cubicBezTo>
                <a:cubicBezTo>
                  <a:pt x="127466" y="72988"/>
                  <a:pt x="126228" y="74375"/>
                  <a:pt x="125436" y="75995"/>
                </a:cubicBezTo>
                <a:cubicBezTo>
                  <a:pt x="124644" y="77613"/>
                  <a:pt x="124249" y="79475"/>
                  <a:pt x="124249" y="81582"/>
                </a:cubicBezTo>
                <a:cubicBezTo>
                  <a:pt x="124249" y="85179"/>
                  <a:pt x="125385" y="88043"/>
                  <a:pt x="127658" y="90175"/>
                </a:cubicBezTo>
                <a:cubicBezTo>
                  <a:pt x="129930" y="92307"/>
                  <a:pt x="133110" y="93373"/>
                  <a:pt x="137195" y="93373"/>
                </a:cubicBezTo>
                <a:cubicBezTo>
                  <a:pt x="140515" y="93373"/>
                  <a:pt x="143592" y="92526"/>
                  <a:pt x="146427" y="90831"/>
                </a:cubicBezTo>
                <a:cubicBezTo>
                  <a:pt x="149261" y="89135"/>
                  <a:pt x="152236" y="86540"/>
                  <a:pt x="155352" y="83047"/>
                </a:cubicBezTo>
                <a:lnTo>
                  <a:pt x="155352" y="68325"/>
                </a:lnTo>
                <a:close/>
                <a:moveTo>
                  <a:pt x="206090" y="99807"/>
                </a:moveTo>
                <a:cubicBezTo>
                  <a:pt x="206090" y="100216"/>
                  <a:pt x="205987" y="100560"/>
                  <a:pt x="205783" y="100841"/>
                </a:cubicBezTo>
                <a:cubicBezTo>
                  <a:pt x="205579" y="101122"/>
                  <a:pt x="205247" y="101365"/>
                  <a:pt x="204787" y="101569"/>
                </a:cubicBezTo>
                <a:cubicBezTo>
                  <a:pt x="204328" y="101773"/>
                  <a:pt x="203689" y="101926"/>
                  <a:pt x="202872" y="102029"/>
                </a:cubicBezTo>
                <a:cubicBezTo>
                  <a:pt x="202055" y="102131"/>
                  <a:pt x="201008" y="102182"/>
                  <a:pt x="199731" y="102182"/>
                </a:cubicBezTo>
                <a:cubicBezTo>
                  <a:pt x="198505" y="102182"/>
                  <a:pt x="197484" y="102131"/>
                  <a:pt x="196667" y="102029"/>
                </a:cubicBezTo>
                <a:cubicBezTo>
                  <a:pt x="195850" y="101926"/>
                  <a:pt x="195198" y="101773"/>
                  <a:pt x="194713" y="101569"/>
                </a:cubicBezTo>
                <a:cubicBezTo>
                  <a:pt x="194228" y="101365"/>
                  <a:pt x="193896" y="101122"/>
                  <a:pt x="193717" y="100841"/>
                </a:cubicBezTo>
                <a:cubicBezTo>
                  <a:pt x="193539" y="100560"/>
                  <a:pt x="193449" y="100216"/>
                  <a:pt x="193449" y="99807"/>
                </a:cubicBezTo>
                <a:lnTo>
                  <a:pt x="193449" y="30869"/>
                </a:lnTo>
                <a:cubicBezTo>
                  <a:pt x="193449" y="30512"/>
                  <a:pt x="193539" y="30180"/>
                  <a:pt x="193717" y="29873"/>
                </a:cubicBezTo>
                <a:cubicBezTo>
                  <a:pt x="193896" y="29567"/>
                  <a:pt x="194228" y="29312"/>
                  <a:pt x="194713" y="29107"/>
                </a:cubicBezTo>
                <a:cubicBezTo>
                  <a:pt x="195198" y="28903"/>
                  <a:pt x="195850" y="28750"/>
                  <a:pt x="196667" y="28648"/>
                </a:cubicBezTo>
                <a:cubicBezTo>
                  <a:pt x="197484" y="28546"/>
                  <a:pt x="198505" y="28494"/>
                  <a:pt x="199731" y="28494"/>
                </a:cubicBezTo>
                <a:cubicBezTo>
                  <a:pt x="201008" y="28494"/>
                  <a:pt x="202055" y="28546"/>
                  <a:pt x="202872" y="28648"/>
                </a:cubicBezTo>
                <a:cubicBezTo>
                  <a:pt x="203689" y="28750"/>
                  <a:pt x="204328" y="28903"/>
                  <a:pt x="204787" y="29107"/>
                </a:cubicBezTo>
                <a:cubicBezTo>
                  <a:pt x="205247" y="29312"/>
                  <a:pt x="205579" y="29567"/>
                  <a:pt x="205783" y="29873"/>
                </a:cubicBezTo>
                <a:cubicBezTo>
                  <a:pt x="205987" y="30180"/>
                  <a:pt x="206090" y="30512"/>
                  <a:pt x="206090" y="30869"/>
                </a:cubicBezTo>
                <a:lnTo>
                  <a:pt x="206090" y="99807"/>
                </a:lnTo>
                <a:moveTo>
                  <a:pt x="207545" y="7507"/>
                </a:moveTo>
                <a:cubicBezTo>
                  <a:pt x="207545" y="10468"/>
                  <a:pt x="206983" y="12485"/>
                  <a:pt x="205860" y="13558"/>
                </a:cubicBezTo>
                <a:cubicBezTo>
                  <a:pt x="204736" y="14630"/>
                  <a:pt x="202668" y="15166"/>
                  <a:pt x="199654" y="15166"/>
                </a:cubicBezTo>
                <a:cubicBezTo>
                  <a:pt x="196692" y="15166"/>
                  <a:pt x="194662" y="14643"/>
                  <a:pt x="193564" y="13596"/>
                </a:cubicBezTo>
                <a:cubicBezTo>
                  <a:pt x="192466" y="12549"/>
                  <a:pt x="191917" y="10571"/>
                  <a:pt x="191917" y="7660"/>
                </a:cubicBezTo>
                <a:cubicBezTo>
                  <a:pt x="191917" y="4698"/>
                  <a:pt x="192479" y="2681"/>
                  <a:pt x="193602" y="1609"/>
                </a:cubicBezTo>
                <a:cubicBezTo>
                  <a:pt x="194726" y="536"/>
                  <a:pt x="196794" y="0"/>
                  <a:pt x="199808" y="0"/>
                </a:cubicBezTo>
                <a:cubicBezTo>
                  <a:pt x="202770" y="0"/>
                  <a:pt x="204800" y="523"/>
                  <a:pt x="205898" y="1570"/>
                </a:cubicBezTo>
                <a:cubicBezTo>
                  <a:pt x="206996" y="2617"/>
                  <a:pt x="207545" y="4596"/>
                  <a:pt x="207545" y="7507"/>
                </a:cubicBezTo>
                <a:close/>
                <a:moveTo>
                  <a:pt x="289816" y="99807"/>
                </a:moveTo>
                <a:cubicBezTo>
                  <a:pt x="289816" y="100216"/>
                  <a:pt x="289714" y="100560"/>
                  <a:pt x="289510" y="100841"/>
                </a:cubicBezTo>
                <a:cubicBezTo>
                  <a:pt x="289305" y="101122"/>
                  <a:pt x="288974" y="101365"/>
                  <a:pt x="288514" y="101569"/>
                </a:cubicBezTo>
                <a:cubicBezTo>
                  <a:pt x="288054" y="101773"/>
                  <a:pt x="287416" y="101926"/>
                  <a:pt x="286599" y="102029"/>
                </a:cubicBezTo>
                <a:cubicBezTo>
                  <a:pt x="285782" y="102131"/>
                  <a:pt x="284760" y="102182"/>
                  <a:pt x="283534" y="102182"/>
                </a:cubicBezTo>
                <a:cubicBezTo>
                  <a:pt x="282258" y="102182"/>
                  <a:pt x="281211" y="102131"/>
                  <a:pt x="280393" y="102029"/>
                </a:cubicBezTo>
                <a:cubicBezTo>
                  <a:pt x="279576" y="101926"/>
                  <a:pt x="278938" y="101773"/>
                  <a:pt x="278478" y="101569"/>
                </a:cubicBezTo>
                <a:cubicBezTo>
                  <a:pt x="278019" y="101365"/>
                  <a:pt x="277687" y="101122"/>
                  <a:pt x="277482" y="100841"/>
                </a:cubicBezTo>
                <a:cubicBezTo>
                  <a:pt x="277278" y="100560"/>
                  <a:pt x="277176" y="100216"/>
                  <a:pt x="277176" y="99807"/>
                </a:cubicBezTo>
                <a:lnTo>
                  <a:pt x="277176" y="59440"/>
                </a:lnTo>
                <a:cubicBezTo>
                  <a:pt x="277176" y="55508"/>
                  <a:pt x="276869" y="52342"/>
                  <a:pt x="276257" y="49942"/>
                </a:cubicBezTo>
                <a:cubicBezTo>
                  <a:pt x="275644" y="47542"/>
                  <a:pt x="274750" y="45474"/>
                  <a:pt x="273575" y="43737"/>
                </a:cubicBezTo>
                <a:cubicBezTo>
                  <a:pt x="272401" y="42001"/>
                  <a:pt x="270881" y="40674"/>
                  <a:pt x="269017" y="39754"/>
                </a:cubicBezTo>
                <a:cubicBezTo>
                  <a:pt x="267153" y="38835"/>
                  <a:pt x="264995" y="38376"/>
                  <a:pt x="262544" y="38376"/>
                </a:cubicBezTo>
                <a:cubicBezTo>
                  <a:pt x="259377" y="38376"/>
                  <a:pt x="256211" y="39499"/>
                  <a:pt x="253044" y="41746"/>
                </a:cubicBezTo>
                <a:cubicBezTo>
                  <a:pt x="249878" y="43993"/>
                  <a:pt x="246558" y="47287"/>
                  <a:pt x="243085" y="51627"/>
                </a:cubicBezTo>
                <a:lnTo>
                  <a:pt x="243085" y="99807"/>
                </a:lnTo>
                <a:cubicBezTo>
                  <a:pt x="243085" y="100216"/>
                  <a:pt x="242983" y="100560"/>
                  <a:pt x="242779" y="100841"/>
                </a:cubicBezTo>
                <a:cubicBezTo>
                  <a:pt x="242574" y="101122"/>
                  <a:pt x="242242" y="101365"/>
                  <a:pt x="241783" y="101569"/>
                </a:cubicBezTo>
                <a:cubicBezTo>
                  <a:pt x="241323" y="101773"/>
                  <a:pt x="240685" y="101926"/>
                  <a:pt x="239868" y="102029"/>
                </a:cubicBezTo>
                <a:cubicBezTo>
                  <a:pt x="239050" y="102131"/>
                  <a:pt x="238003" y="102182"/>
                  <a:pt x="236727" y="102182"/>
                </a:cubicBezTo>
                <a:cubicBezTo>
                  <a:pt x="235501" y="102182"/>
                  <a:pt x="234479" y="102131"/>
                  <a:pt x="233662" y="102029"/>
                </a:cubicBezTo>
                <a:cubicBezTo>
                  <a:pt x="232845" y="101926"/>
                  <a:pt x="232194" y="101773"/>
                  <a:pt x="231709" y="101569"/>
                </a:cubicBezTo>
                <a:cubicBezTo>
                  <a:pt x="231224" y="101365"/>
                  <a:pt x="230892" y="101122"/>
                  <a:pt x="230713" y="100841"/>
                </a:cubicBezTo>
                <a:cubicBezTo>
                  <a:pt x="230534" y="100560"/>
                  <a:pt x="230445" y="100216"/>
                  <a:pt x="230445" y="99807"/>
                </a:cubicBezTo>
                <a:lnTo>
                  <a:pt x="230445" y="30869"/>
                </a:lnTo>
                <a:cubicBezTo>
                  <a:pt x="230445" y="30460"/>
                  <a:pt x="230521" y="30116"/>
                  <a:pt x="230675" y="29835"/>
                </a:cubicBezTo>
                <a:cubicBezTo>
                  <a:pt x="230828" y="29554"/>
                  <a:pt x="231134" y="29299"/>
                  <a:pt x="231594" y="29069"/>
                </a:cubicBezTo>
                <a:cubicBezTo>
                  <a:pt x="232054" y="28839"/>
                  <a:pt x="232641" y="28686"/>
                  <a:pt x="233356" y="28609"/>
                </a:cubicBezTo>
                <a:cubicBezTo>
                  <a:pt x="234071" y="28533"/>
                  <a:pt x="235016" y="28494"/>
                  <a:pt x="236190" y="28494"/>
                </a:cubicBezTo>
                <a:cubicBezTo>
                  <a:pt x="237314" y="28494"/>
                  <a:pt x="238246" y="28533"/>
                  <a:pt x="238987" y="28609"/>
                </a:cubicBezTo>
                <a:cubicBezTo>
                  <a:pt x="239727" y="28686"/>
                  <a:pt x="240302" y="28839"/>
                  <a:pt x="240710" y="29069"/>
                </a:cubicBezTo>
                <a:cubicBezTo>
                  <a:pt x="241119" y="29299"/>
                  <a:pt x="241413" y="29554"/>
                  <a:pt x="241591" y="29835"/>
                </a:cubicBezTo>
                <a:cubicBezTo>
                  <a:pt x="241770" y="30116"/>
                  <a:pt x="241859" y="30460"/>
                  <a:pt x="241859" y="30869"/>
                </a:cubicBezTo>
                <a:lnTo>
                  <a:pt x="241859" y="39984"/>
                </a:lnTo>
                <a:cubicBezTo>
                  <a:pt x="245741" y="35644"/>
                  <a:pt x="249610" y="32465"/>
                  <a:pt x="253466" y="30448"/>
                </a:cubicBezTo>
                <a:cubicBezTo>
                  <a:pt x="257322" y="28431"/>
                  <a:pt x="261216" y="27422"/>
                  <a:pt x="265148" y="27422"/>
                </a:cubicBezTo>
                <a:cubicBezTo>
                  <a:pt x="269745" y="27422"/>
                  <a:pt x="273614" y="28201"/>
                  <a:pt x="276754" y="29758"/>
                </a:cubicBezTo>
                <a:cubicBezTo>
                  <a:pt x="279895" y="31316"/>
                  <a:pt x="282436" y="33397"/>
                  <a:pt x="284377" y="36001"/>
                </a:cubicBezTo>
                <a:cubicBezTo>
                  <a:pt x="286318" y="38605"/>
                  <a:pt x="287709" y="41657"/>
                  <a:pt x="288552" y="45155"/>
                </a:cubicBezTo>
                <a:cubicBezTo>
                  <a:pt x="289395" y="48653"/>
                  <a:pt x="289816" y="52853"/>
                  <a:pt x="289816" y="57755"/>
                </a:cubicBezTo>
                <a:lnTo>
                  <a:pt x="289816" y="99807"/>
                </a:lnTo>
                <a:close/>
                <a:moveTo>
                  <a:pt x="328561" y="99807"/>
                </a:moveTo>
                <a:cubicBezTo>
                  <a:pt x="328561" y="100216"/>
                  <a:pt x="328459" y="100560"/>
                  <a:pt x="328255" y="100841"/>
                </a:cubicBezTo>
                <a:cubicBezTo>
                  <a:pt x="328050" y="101122"/>
                  <a:pt x="327718" y="101365"/>
                  <a:pt x="327259" y="101569"/>
                </a:cubicBezTo>
                <a:cubicBezTo>
                  <a:pt x="326799" y="101773"/>
                  <a:pt x="326161" y="101926"/>
                  <a:pt x="325343" y="102029"/>
                </a:cubicBezTo>
                <a:cubicBezTo>
                  <a:pt x="324526" y="102131"/>
                  <a:pt x="323479" y="102182"/>
                  <a:pt x="322202" y="102182"/>
                </a:cubicBezTo>
                <a:cubicBezTo>
                  <a:pt x="320977" y="102182"/>
                  <a:pt x="319955" y="102131"/>
                  <a:pt x="319138" y="102029"/>
                </a:cubicBezTo>
                <a:cubicBezTo>
                  <a:pt x="318321" y="101926"/>
                  <a:pt x="317670" y="101773"/>
                  <a:pt x="317185" y="101569"/>
                </a:cubicBezTo>
                <a:cubicBezTo>
                  <a:pt x="316699" y="101365"/>
                  <a:pt x="316367" y="101122"/>
                  <a:pt x="316189" y="100841"/>
                </a:cubicBezTo>
                <a:cubicBezTo>
                  <a:pt x="316010" y="100560"/>
                  <a:pt x="315921" y="100216"/>
                  <a:pt x="315921" y="99807"/>
                </a:cubicBezTo>
                <a:lnTo>
                  <a:pt x="315921" y="30869"/>
                </a:lnTo>
                <a:cubicBezTo>
                  <a:pt x="315921" y="30512"/>
                  <a:pt x="316010" y="30180"/>
                  <a:pt x="316189" y="29873"/>
                </a:cubicBezTo>
                <a:cubicBezTo>
                  <a:pt x="316367" y="29567"/>
                  <a:pt x="316699" y="29312"/>
                  <a:pt x="317185" y="29107"/>
                </a:cubicBezTo>
                <a:cubicBezTo>
                  <a:pt x="317670" y="28903"/>
                  <a:pt x="318321" y="28750"/>
                  <a:pt x="319138" y="28648"/>
                </a:cubicBezTo>
                <a:cubicBezTo>
                  <a:pt x="319955" y="28546"/>
                  <a:pt x="320977" y="28494"/>
                  <a:pt x="322202" y="28494"/>
                </a:cubicBezTo>
                <a:cubicBezTo>
                  <a:pt x="323479" y="28494"/>
                  <a:pt x="324526" y="28546"/>
                  <a:pt x="325343" y="28648"/>
                </a:cubicBezTo>
                <a:cubicBezTo>
                  <a:pt x="326161" y="28750"/>
                  <a:pt x="326799" y="28903"/>
                  <a:pt x="327259" y="29107"/>
                </a:cubicBezTo>
                <a:cubicBezTo>
                  <a:pt x="327718" y="29312"/>
                  <a:pt x="328050" y="29567"/>
                  <a:pt x="328255" y="29873"/>
                </a:cubicBezTo>
                <a:cubicBezTo>
                  <a:pt x="328459" y="30180"/>
                  <a:pt x="328561" y="30512"/>
                  <a:pt x="328561" y="30869"/>
                </a:cubicBezTo>
                <a:lnTo>
                  <a:pt x="328561" y="99807"/>
                </a:lnTo>
                <a:moveTo>
                  <a:pt x="330017" y="7507"/>
                </a:moveTo>
                <a:cubicBezTo>
                  <a:pt x="330017" y="10468"/>
                  <a:pt x="329455" y="12485"/>
                  <a:pt x="328331" y="13558"/>
                </a:cubicBezTo>
                <a:cubicBezTo>
                  <a:pt x="327208" y="14630"/>
                  <a:pt x="325139" y="15166"/>
                  <a:pt x="322126" y="15166"/>
                </a:cubicBezTo>
                <a:cubicBezTo>
                  <a:pt x="319164" y="15166"/>
                  <a:pt x="317134" y="14643"/>
                  <a:pt x="316035" y="13596"/>
                </a:cubicBezTo>
                <a:cubicBezTo>
                  <a:pt x="314937" y="12549"/>
                  <a:pt x="314388" y="10571"/>
                  <a:pt x="314388" y="7660"/>
                </a:cubicBezTo>
                <a:cubicBezTo>
                  <a:pt x="314388" y="4698"/>
                  <a:pt x="314950" y="2681"/>
                  <a:pt x="316074" y="1609"/>
                </a:cubicBezTo>
                <a:cubicBezTo>
                  <a:pt x="317197" y="536"/>
                  <a:pt x="319266" y="0"/>
                  <a:pt x="322279" y="0"/>
                </a:cubicBezTo>
                <a:cubicBezTo>
                  <a:pt x="325241" y="0"/>
                  <a:pt x="327271" y="523"/>
                  <a:pt x="328369" y="1570"/>
                </a:cubicBezTo>
                <a:cubicBezTo>
                  <a:pt x="329467" y="2617"/>
                  <a:pt x="330017" y="4596"/>
                  <a:pt x="330017" y="7507"/>
                </a:cubicBezTo>
                <a:close/>
                <a:moveTo>
                  <a:pt x="412288" y="99807"/>
                </a:moveTo>
                <a:cubicBezTo>
                  <a:pt x="412288" y="100216"/>
                  <a:pt x="412185" y="100560"/>
                  <a:pt x="411981" y="100841"/>
                </a:cubicBezTo>
                <a:cubicBezTo>
                  <a:pt x="411777" y="101122"/>
                  <a:pt x="411445" y="101365"/>
                  <a:pt x="410985" y="101569"/>
                </a:cubicBezTo>
                <a:cubicBezTo>
                  <a:pt x="410526" y="101773"/>
                  <a:pt x="409887" y="101926"/>
                  <a:pt x="409070" y="102029"/>
                </a:cubicBezTo>
                <a:cubicBezTo>
                  <a:pt x="408253" y="102131"/>
                  <a:pt x="407231" y="102182"/>
                  <a:pt x="406006" y="102182"/>
                </a:cubicBezTo>
                <a:cubicBezTo>
                  <a:pt x="404729" y="102182"/>
                  <a:pt x="403682" y="102131"/>
                  <a:pt x="402865" y="102029"/>
                </a:cubicBezTo>
                <a:cubicBezTo>
                  <a:pt x="402048" y="101926"/>
                  <a:pt x="401409" y="101773"/>
                  <a:pt x="400950" y="101569"/>
                </a:cubicBezTo>
                <a:cubicBezTo>
                  <a:pt x="400490" y="101365"/>
                  <a:pt x="400158" y="101122"/>
                  <a:pt x="399954" y="100841"/>
                </a:cubicBezTo>
                <a:cubicBezTo>
                  <a:pt x="399749" y="100560"/>
                  <a:pt x="399647" y="100216"/>
                  <a:pt x="399647" y="99807"/>
                </a:cubicBezTo>
                <a:lnTo>
                  <a:pt x="399647" y="59440"/>
                </a:lnTo>
                <a:cubicBezTo>
                  <a:pt x="399647" y="55508"/>
                  <a:pt x="399341" y="52342"/>
                  <a:pt x="398728" y="49942"/>
                </a:cubicBezTo>
                <a:cubicBezTo>
                  <a:pt x="398115" y="47542"/>
                  <a:pt x="397221" y="45474"/>
                  <a:pt x="396047" y="43737"/>
                </a:cubicBezTo>
                <a:cubicBezTo>
                  <a:pt x="394872" y="42001"/>
                  <a:pt x="393353" y="40674"/>
                  <a:pt x="391488" y="39754"/>
                </a:cubicBezTo>
                <a:cubicBezTo>
                  <a:pt x="389624" y="38835"/>
                  <a:pt x="387466" y="38376"/>
                  <a:pt x="385015" y="38376"/>
                </a:cubicBezTo>
                <a:cubicBezTo>
                  <a:pt x="381848" y="38376"/>
                  <a:pt x="378682" y="39499"/>
                  <a:pt x="375516" y="41746"/>
                </a:cubicBezTo>
                <a:cubicBezTo>
                  <a:pt x="372349" y="43993"/>
                  <a:pt x="369029" y="47287"/>
                  <a:pt x="365556" y="51627"/>
                </a:cubicBezTo>
                <a:lnTo>
                  <a:pt x="365556" y="99807"/>
                </a:lnTo>
                <a:cubicBezTo>
                  <a:pt x="365556" y="100216"/>
                  <a:pt x="365454" y="100560"/>
                  <a:pt x="365250" y="100841"/>
                </a:cubicBezTo>
                <a:cubicBezTo>
                  <a:pt x="365046" y="101122"/>
                  <a:pt x="364714" y="101365"/>
                  <a:pt x="364254" y="101569"/>
                </a:cubicBezTo>
                <a:cubicBezTo>
                  <a:pt x="363794" y="101773"/>
                  <a:pt x="363156" y="101926"/>
                  <a:pt x="362339" y="102029"/>
                </a:cubicBezTo>
                <a:cubicBezTo>
                  <a:pt x="361522" y="102131"/>
                  <a:pt x="360475" y="102182"/>
                  <a:pt x="359198" y="102182"/>
                </a:cubicBezTo>
                <a:cubicBezTo>
                  <a:pt x="357972" y="102182"/>
                  <a:pt x="356951" y="102131"/>
                  <a:pt x="356134" y="102029"/>
                </a:cubicBezTo>
                <a:cubicBezTo>
                  <a:pt x="355316" y="101926"/>
                  <a:pt x="354665" y="101773"/>
                  <a:pt x="354180" y="101569"/>
                </a:cubicBezTo>
                <a:cubicBezTo>
                  <a:pt x="353695" y="101365"/>
                  <a:pt x="353363" y="101122"/>
                  <a:pt x="353184" y="100841"/>
                </a:cubicBezTo>
                <a:cubicBezTo>
                  <a:pt x="353005" y="100560"/>
                  <a:pt x="352916" y="100216"/>
                  <a:pt x="352916" y="99807"/>
                </a:cubicBezTo>
                <a:lnTo>
                  <a:pt x="352916" y="30869"/>
                </a:lnTo>
                <a:cubicBezTo>
                  <a:pt x="352916" y="30460"/>
                  <a:pt x="352993" y="30116"/>
                  <a:pt x="353146" y="29835"/>
                </a:cubicBezTo>
                <a:cubicBezTo>
                  <a:pt x="353299" y="29554"/>
                  <a:pt x="353606" y="29299"/>
                  <a:pt x="354065" y="29069"/>
                </a:cubicBezTo>
                <a:cubicBezTo>
                  <a:pt x="354525" y="28839"/>
                  <a:pt x="355112" y="28686"/>
                  <a:pt x="355827" y="28609"/>
                </a:cubicBezTo>
                <a:cubicBezTo>
                  <a:pt x="356542" y="28533"/>
                  <a:pt x="357487" y="28494"/>
                  <a:pt x="358662" y="28494"/>
                </a:cubicBezTo>
                <a:cubicBezTo>
                  <a:pt x="359785" y="28494"/>
                  <a:pt x="360717" y="28533"/>
                  <a:pt x="361458" y="28609"/>
                </a:cubicBezTo>
                <a:cubicBezTo>
                  <a:pt x="362198" y="28686"/>
                  <a:pt x="362773" y="28839"/>
                  <a:pt x="363182" y="29069"/>
                </a:cubicBezTo>
                <a:cubicBezTo>
                  <a:pt x="363590" y="29299"/>
                  <a:pt x="363884" y="29554"/>
                  <a:pt x="364063" y="29835"/>
                </a:cubicBezTo>
                <a:cubicBezTo>
                  <a:pt x="364241" y="30116"/>
                  <a:pt x="364331" y="30460"/>
                  <a:pt x="364331" y="30869"/>
                </a:cubicBezTo>
                <a:lnTo>
                  <a:pt x="364331" y="39984"/>
                </a:lnTo>
                <a:cubicBezTo>
                  <a:pt x="368212" y="35644"/>
                  <a:pt x="372081" y="32465"/>
                  <a:pt x="375937" y="30448"/>
                </a:cubicBezTo>
                <a:cubicBezTo>
                  <a:pt x="379793" y="28431"/>
                  <a:pt x="383687" y="27422"/>
                  <a:pt x="387620" y="27422"/>
                </a:cubicBezTo>
                <a:cubicBezTo>
                  <a:pt x="392216" y="27422"/>
                  <a:pt x="396085" y="28201"/>
                  <a:pt x="399226" y="29758"/>
                </a:cubicBezTo>
                <a:cubicBezTo>
                  <a:pt x="402367" y="31316"/>
                  <a:pt x="404908" y="33397"/>
                  <a:pt x="406848" y="36001"/>
                </a:cubicBezTo>
                <a:cubicBezTo>
                  <a:pt x="408789" y="38605"/>
                  <a:pt x="410181" y="41657"/>
                  <a:pt x="411024" y="45155"/>
                </a:cubicBezTo>
                <a:cubicBezTo>
                  <a:pt x="411866" y="48653"/>
                  <a:pt x="412288" y="52853"/>
                  <a:pt x="412288" y="57755"/>
                </a:cubicBezTo>
                <a:lnTo>
                  <a:pt x="412288" y="99807"/>
                </a:lnTo>
                <a:close/>
                <a:moveTo>
                  <a:pt x="496001" y="33933"/>
                </a:moveTo>
                <a:cubicBezTo>
                  <a:pt x="496001" y="35720"/>
                  <a:pt x="495759" y="37010"/>
                  <a:pt x="495274" y="37801"/>
                </a:cubicBezTo>
                <a:cubicBezTo>
                  <a:pt x="494788" y="38593"/>
                  <a:pt x="494163" y="38988"/>
                  <a:pt x="493397" y="38988"/>
                </a:cubicBezTo>
                <a:lnTo>
                  <a:pt x="483514" y="38988"/>
                </a:lnTo>
                <a:cubicBezTo>
                  <a:pt x="485302" y="40832"/>
                  <a:pt x="486553" y="42868"/>
                  <a:pt x="487268" y="45097"/>
                </a:cubicBezTo>
                <a:cubicBezTo>
                  <a:pt x="487983" y="47325"/>
                  <a:pt x="488341" y="49642"/>
                  <a:pt x="488341" y="52048"/>
                </a:cubicBezTo>
                <a:cubicBezTo>
                  <a:pt x="488341" y="56025"/>
                  <a:pt x="487702" y="59543"/>
                  <a:pt x="486425" y="62602"/>
                </a:cubicBezTo>
                <a:cubicBezTo>
                  <a:pt x="485149" y="65661"/>
                  <a:pt x="483323" y="68249"/>
                  <a:pt x="480948" y="70365"/>
                </a:cubicBezTo>
                <a:cubicBezTo>
                  <a:pt x="478573" y="72481"/>
                  <a:pt x="475751" y="74100"/>
                  <a:pt x="472483" y="75222"/>
                </a:cubicBezTo>
                <a:cubicBezTo>
                  <a:pt x="469214" y="76344"/>
                  <a:pt x="465588" y="76904"/>
                  <a:pt x="461604" y="76904"/>
                </a:cubicBezTo>
                <a:cubicBezTo>
                  <a:pt x="458795" y="76904"/>
                  <a:pt x="456127" y="76535"/>
                  <a:pt x="453599" y="75796"/>
                </a:cubicBezTo>
                <a:cubicBezTo>
                  <a:pt x="451071" y="75057"/>
                  <a:pt x="449117" y="74127"/>
                  <a:pt x="447738" y="73005"/>
                </a:cubicBezTo>
                <a:cubicBezTo>
                  <a:pt x="446819" y="73924"/>
                  <a:pt x="446066" y="74971"/>
                  <a:pt x="445478" y="76146"/>
                </a:cubicBezTo>
                <a:cubicBezTo>
                  <a:pt x="444891" y="77319"/>
                  <a:pt x="444597" y="78670"/>
                  <a:pt x="444597" y="80201"/>
                </a:cubicBezTo>
                <a:cubicBezTo>
                  <a:pt x="444597" y="81988"/>
                  <a:pt x="445427" y="83469"/>
                  <a:pt x="447087" y="84643"/>
                </a:cubicBezTo>
                <a:cubicBezTo>
                  <a:pt x="448747" y="85816"/>
                  <a:pt x="450956" y="86454"/>
                  <a:pt x="453714" y="86556"/>
                </a:cubicBezTo>
                <a:lnTo>
                  <a:pt x="471717" y="87324"/>
                </a:lnTo>
                <a:cubicBezTo>
                  <a:pt x="475138" y="87426"/>
                  <a:pt x="478279" y="87900"/>
                  <a:pt x="481139" y="88746"/>
                </a:cubicBezTo>
                <a:cubicBezTo>
                  <a:pt x="483999" y="89592"/>
                  <a:pt x="486476" y="90797"/>
                  <a:pt x="488570" y="92360"/>
                </a:cubicBezTo>
                <a:cubicBezTo>
                  <a:pt x="490664" y="93923"/>
                  <a:pt x="492299" y="95844"/>
                  <a:pt x="493473" y="98124"/>
                </a:cubicBezTo>
                <a:cubicBezTo>
                  <a:pt x="494648" y="100405"/>
                  <a:pt x="495235" y="103057"/>
                  <a:pt x="495235" y="106081"/>
                </a:cubicBezTo>
                <a:cubicBezTo>
                  <a:pt x="495235" y="109258"/>
                  <a:pt x="494571" y="112282"/>
                  <a:pt x="493243" y="115151"/>
                </a:cubicBezTo>
                <a:cubicBezTo>
                  <a:pt x="491916" y="118022"/>
                  <a:pt x="489885" y="120545"/>
                  <a:pt x="487153" y="122722"/>
                </a:cubicBezTo>
                <a:cubicBezTo>
                  <a:pt x="484421" y="124900"/>
                  <a:pt x="480935" y="126617"/>
                  <a:pt x="476696" y="127873"/>
                </a:cubicBezTo>
                <a:cubicBezTo>
                  <a:pt x="472457" y="129129"/>
                  <a:pt x="467452" y="129757"/>
                  <a:pt x="461681" y="129757"/>
                </a:cubicBezTo>
                <a:cubicBezTo>
                  <a:pt x="456114" y="129757"/>
                  <a:pt x="451377" y="129284"/>
                  <a:pt x="447470" y="128338"/>
                </a:cubicBezTo>
                <a:cubicBezTo>
                  <a:pt x="443563" y="127393"/>
                  <a:pt x="440358" y="126103"/>
                  <a:pt x="437856" y="124467"/>
                </a:cubicBezTo>
                <a:cubicBezTo>
                  <a:pt x="435353" y="122833"/>
                  <a:pt x="433540" y="120879"/>
                  <a:pt x="432416" y="118605"/>
                </a:cubicBezTo>
                <a:cubicBezTo>
                  <a:pt x="431293" y="116331"/>
                  <a:pt x="430731" y="113865"/>
                  <a:pt x="430731" y="111206"/>
                </a:cubicBezTo>
                <a:cubicBezTo>
                  <a:pt x="430731" y="109521"/>
                  <a:pt x="430935" y="107886"/>
                  <a:pt x="431344" y="106301"/>
                </a:cubicBezTo>
                <a:cubicBezTo>
                  <a:pt x="431753" y="104717"/>
                  <a:pt x="432378" y="103209"/>
                  <a:pt x="433221" y="101777"/>
                </a:cubicBezTo>
                <a:cubicBezTo>
                  <a:pt x="434064" y="100347"/>
                  <a:pt x="435111" y="98981"/>
                  <a:pt x="436362" y="97679"/>
                </a:cubicBezTo>
                <a:cubicBezTo>
                  <a:pt x="437613" y="96375"/>
                  <a:pt x="439056" y="95084"/>
                  <a:pt x="440690" y="93806"/>
                </a:cubicBezTo>
                <a:cubicBezTo>
                  <a:pt x="438188" y="92525"/>
                  <a:pt x="436336" y="90910"/>
                  <a:pt x="435136" y="88961"/>
                </a:cubicBezTo>
                <a:cubicBezTo>
                  <a:pt x="433936" y="87011"/>
                  <a:pt x="433336" y="84908"/>
                  <a:pt x="433336" y="82652"/>
                </a:cubicBezTo>
                <a:cubicBezTo>
                  <a:pt x="433336" y="79524"/>
                  <a:pt x="433974" y="76729"/>
                  <a:pt x="435251" y="74267"/>
                </a:cubicBezTo>
                <a:cubicBezTo>
                  <a:pt x="436528" y="71804"/>
                  <a:pt x="438111" y="69599"/>
                  <a:pt x="440001" y="67650"/>
                </a:cubicBezTo>
                <a:cubicBezTo>
                  <a:pt x="438417" y="65764"/>
                  <a:pt x="437166" y="63635"/>
                  <a:pt x="436247" y="61264"/>
                </a:cubicBezTo>
                <a:cubicBezTo>
                  <a:pt x="435328" y="58893"/>
                  <a:pt x="434868" y="56025"/>
                  <a:pt x="434868" y="52661"/>
                </a:cubicBezTo>
                <a:cubicBezTo>
                  <a:pt x="434868" y="48735"/>
                  <a:pt x="435532" y="45218"/>
                  <a:pt x="436860" y="42107"/>
                </a:cubicBezTo>
                <a:cubicBezTo>
                  <a:pt x="438188" y="38997"/>
                  <a:pt x="440026" y="36371"/>
                  <a:pt x="442376" y="34230"/>
                </a:cubicBezTo>
                <a:cubicBezTo>
                  <a:pt x="444725" y="32088"/>
                  <a:pt x="447547" y="30444"/>
                  <a:pt x="450841" y="29296"/>
                </a:cubicBezTo>
                <a:cubicBezTo>
                  <a:pt x="454135" y="28149"/>
                  <a:pt x="457723" y="27575"/>
                  <a:pt x="461604" y="27575"/>
                </a:cubicBezTo>
                <a:cubicBezTo>
                  <a:pt x="463698" y="27575"/>
                  <a:pt x="465652" y="27684"/>
                  <a:pt x="467465" y="27901"/>
                </a:cubicBezTo>
                <a:cubicBezTo>
                  <a:pt x="469278" y="28116"/>
                  <a:pt x="470976" y="28416"/>
                  <a:pt x="472559" y="28801"/>
                </a:cubicBezTo>
                <a:lnTo>
                  <a:pt x="493397" y="28801"/>
                </a:lnTo>
                <a:cubicBezTo>
                  <a:pt x="494265" y="28801"/>
                  <a:pt x="494916" y="29222"/>
                  <a:pt x="495350" y="30065"/>
                </a:cubicBezTo>
                <a:cubicBezTo>
                  <a:pt x="495784" y="30907"/>
                  <a:pt x="496001" y="32197"/>
                  <a:pt x="496001" y="33933"/>
                </a:cubicBezTo>
                <a:moveTo>
                  <a:pt x="476236" y="52125"/>
                </a:moveTo>
                <a:cubicBezTo>
                  <a:pt x="476236" y="47440"/>
                  <a:pt x="474947" y="43785"/>
                  <a:pt x="472368" y="41162"/>
                </a:cubicBezTo>
                <a:cubicBezTo>
                  <a:pt x="469789" y="38538"/>
                  <a:pt x="466124" y="37227"/>
                  <a:pt x="461374" y="37227"/>
                </a:cubicBezTo>
                <a:cubicBezTo>
                  <a:pt x="458923" y="37227"/>
                  <a:pt x="456791" y="37634"/>
                  <a:pt x="454978" y="38450"/>
                </a:cubicBezTo>
                <a:cubicBezTo>
                  <a:pt x="453165" y="39264"/>
                  <a:pt x="451658" y="40384"/>
                  <a:pt x="450458" y="41811"/>
                </a:cubicBezTo>
                <a:cubicBezTo>
                  <a:pt x="449258" y="43237"/>
                  <a:pt x="448364" y="44880"/>
                  <a:pt x="447776" y="46739"/>
                </a:cubicBezTo>
                <a:cubicBezTo>
                  <a:pt x="447189" y="48598"/>
                  <a:pt x="446895" y="50547"/>
                  <a:pt x="446895" y="52585"/>
                </a:cubicBezTo>
                <a:cubicBezTo>
                  <a:pt x="446895" y="57117"/>
                  <a:pt x="448185" y="60682"/>
                  <a:pt x="450764" y="63280"/>
                </a:cubicBezTo>
                <a:cubicBezTo>
                  <a:pt x="453343" y="65878"/>
                  <a:pt x="456957" y="67176"/>
                  <a:pt x="461604" y="67176"/>
                </a:cubicBezTo>
                <a:cubicBezTo>
                  <a:pt x="464107" y="67176"/>
                  <a:pt x="466277" y="66782"/>
                  <a:pt x="468116" y="65994"/>
                </a:cubicBezTo>
                <a:cubicBezTo>
                  <a:pt x="469955" y="65204"/>
                  <a:pt x="471474" y="64109"/>
                  <a:pt x="472674" y="62707"/>
                </a:cubicBezTo>
                <a:cubicBezTo>
                  <a:pt x="473874" y="61306"/>
                  <a:pt x="474768" y="59689"/>
                  <a:pt x="475355" y="57855"/>
                </a:cubicBezTo>
                <a:cubicBezTo>
                  <a:pt x="475943" y="56022"/>
                  <a:pt x="476236" y="54112"/>
                  <a:pt x="476236" y="52125"/>
                </a:cubicBezTo>
                <a:moveTo>
                  <a:pt x="482595" y="106768"/>
                </a:moveTo>
                <a:cubicBezTo>
                  <a:pt x="482595" y="103786"/>
                  <a:pt x="481382" y="101485"/>
                  <a:pt x="478956" y="99867"/>
                </a:cubicBezTo>
                <a:cubicBezTo>
                  <a:pt x="476530" y="98247"/>
                  <a:pt x="473249" y="97386"/>
                  <a:pt x="469112" y="97284"/>
                </a:cubicBezTo>
                <a:lnTo>
                  <a:pt x="451262" y="96667"/>
                </a:lnTo>
                <a:cubicBezTo>
                  <a:pt x="449628" y="97951"/>
                  <a:pt x="448287" y="99172"/>
                  <a:pt x="447240" y="100329"/>
                </a:cubicBezTo>
                <a:cubicBezTo>
                  <a:pt x="446193" y="101486"/>
                  <a:pt x="445363" y="102591"/>
                  <a:pt x="444750" y="103644"/>
                </a:cubicBezTo>
                <a:cubicBezTo>
                  <a:pt x="444138" y="104698"/>
                  <a:pt x="443716" y="105738"/>
                  <a:pt x="443486" y="106766"/>
                </a:cubicBezTo>
                <a:cubicBezTo>
                  <a:pt x="443257" y="107795"/>
                  <a:pt x="443142" y="108849"/>
                  <a:pt x="443142" y="109928"/>
                </a:cubicBezTo>
                <a:cubicBezTo>
                  <a:pt x="443142" y="113269"/>
                  <a:pt x="444827" y="115801"/>
                  <a:pt x="448198" y="117523"/>
                </a:cubicBezTo>
                <a:cubicBezTo>
                  <a:pt x="451569" y="119245"/>
                  <a:pt x="456267" y="120106"/>
                  <a:pt x="462294" y="120106"/>
                </a:cubicBezTo>
                <a:cubicBezTo>
                  <a:pt x="466124" y="120106"/>
                  <a:pt x="469329" y="119733"/>
                  <a:pt x="471908" y="118988"/>
                </a:cubicBezTo>
                <a:cubicBezTo>
                  <a:pt x="474487" y="118243"/>
                  <a:pt x="476568" y="117253"/>
                  <a:pt x="478152" y="116020"/>
                </a:cubicBezTo>
                <a:cubicBezTo>
                  <a:pt x="479735" y="114786"/>
                  <a:pt x="480871" y="113372"/>
                  <a:pt x="481561" y="111778"/>
                </a:cubicBezTo>
                <a:cubicBezTo>
                  <a:pt x="482250" y="110185"/>
                  <a:pt x="482595" y="108515"/>
                  <a:pt x="482595" y="1067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EC8B1-D4DE-4646-B759-3E62399E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865" y="2640956"/>
            <a:ext cx="3898405" cy="2921"/>
          </a:xfrm>
          <a:custGeom xmlns:a="http://schemas.openxmlformats.org/drawingml/2006/main">
            <a:pathLst>
              <a:path w="3898405" h="2921" fill="none">
                <a:moveTo>
                  <a:pt x="0" y="0"/>
                </a:moveTo>
                <a:lnTo>
                  <a:pt x="3898405" y="2921"/>
                </a:lnTo>
              </a:path>
            </a:pathLst>
          </a:custGeom>
          <a:noFill xmlns:a="http://schemas.openxmlformats.org/drawingml/2006/main"/>
          <a:ln xmlns:a="http://schemas.openxmlformats.org/drawingml/2006/main" w="69658" cap="flat">
            <a:solidFill>
              <a:srgbClr val="4874CB">
                <a:alpha val="34120"/>
              </a:srgbClr>
            </a:solidFill>
            <a:custDash>
              <a:ds d="300000" sp="100000"/>
            </a:custDash>
            <a:miter/>
          </a:ln>
        </p:spPr>
      </p:sp>
    </p:spTree>
    <p:extLst>
      <p:ext uri="{BB962C8B-B14F-4D97-AF65-F5344CB8AC3E}">
        <p14:creationId xmlns:p14="http://schemas.microsoft.com/office/powerpoint/2010/main" val="211653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2026-09-05T14:43:36.0100000Z</dcterms:created>
  <dcterms:modified xsi:type="dcterms:W3CDTF">2026-09-05T14:43:36.0100000Z</dcterms:modified>
</coreProperties>
</file>