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327c66188d4205" /><Relationship Type="http://schemas.openxmlformats.org/officeDocument/2006/relationships/extended-properties" Target="/docProps/app.xml" Id="R9d5d0b7aea084223" /><Relationship Type="http://schemas.openxmlformats.org/officeDocument/2006/relationships/officeDocument" Target="/ppt/presentation.xml" Id="R2b99bd807d0c4e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648fd9af724c1b"/>
  </p:sldMasterIdLst>
  <p:notesMasterIdLst>
    <p:notesMasterId xmlns:r="http://schemas.openxmlformats.org/officeDocument/2006/relationships" r:id="R69355fe52a8d4cec"/>
  </p:notesMasterIdLst>
  <p:sldIdLst>
    <p:sldId xmlns:r="http://schemas.openxmlformats.org/officeDocument/2006/relationships" id="256" r:id="R44339a0eec1f4e78"/>
  </p:sldIdLst>
  <p:sldSz cx="6858000" cy="34861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ccf7a51a4c4c6a" /><Relationship Type="http://schemas.openxmlformats.org/officeDocument/2006/relationships/slideMaster" Target="/ppt/slideMasters/slideMaster1.xml" Id="Rc1648fd9af724c1b" /><Relationship Type="http://schemas.openxmlformats.org/officeDocument/2006/relationships/notesMaster" Target="/ppt/notesMasters/notesMaster1.xml" Id="R69355fe52a8d4cec" /><Relationship Type="http://schemas.openxmlformats.org/officeDocument/2006/relationships/presProps" Target="/ppt/presProps.xml" Id="R9c6ab3aaabf5441d" /><Relationship Type="http://schemas.openxmlformats.org/officeDocument/2006/relationships/tableStyles" Target="/ppt/tableStyles.xml" Id="R2cd7a36f23ca4c94" /><Relationship Type="http://schemas.openxmlformats.org/officeDocument/2006/relationships/slide" Target="/ppt/slides/slide1.xml" Id="R44339a0eec1f4e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69db16ff2448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2fe7de2ad24376" /><Relationship Type="http://schemas.openxmlformats.org/officeDocument/2006/relationships/notesMaster" Target="/ppt/notesMasters/notesMaster1.xml" Id="R843a59be6683451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素材ID：SE-088</ns1:t>
            </ns1:r>
          </ns1:p>
          <ns1:p>
            <ns1:r>
              <ns1:t>论文：What Makes Code Generation Ethically Sourced?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2，PDF第3页</ns1:t>
            </ns1:r>
          </ns1:p>
          <ns1:p>
            <ns1:r>
              <ns1:t>类型：研究流程</ns1:t>
            </ns1:r>
          </ns1:p>
          <ns1:p>
            <ns1:r>
              <ns1:t>借鉴点：左侧跨领域检索抽取关键概念，右侧串联数据库查询、去重、人工筛选及前后向追溯，所有分支保留候选/纳入/排除数量。</ns1:t>
            </ns1:r>
          </ns1:p>
          <ns1:p>
            <ns1:r>
              <ns1:t>论文URL：https://www.shinhwei.com/ICSE26Paper.pdf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54ad9f28b45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8d9363e7524841" /><Relationship Type="http://schemas.openxmlformats.org/officeDocument/2006/relationships/slideLayout" Target="/ppt/slideLayouts/slideLayout1.xml" Id="R234af087aa354a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4af087aa354a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f35b9c864455b" /><Relationship Type="http://schemas.openxmlformats.org/officeDocument/2006/relationships/image" Target="/ppt/media/image.png" Id="R4406c7c90eb441a1" /><Relationship Type="http://schemas.openxmlformats.org/officeDocument/2006/relationships/image" Target="/ppt/media/image2.png" Id="R59aefc705a6145c2" /><Relationship Type="http://schemas.openxmlformats.org/officeDocument/2006/relationships/image" Target="/ppt/media/image3.png" Id="R32f5fe0a98354b0a" /><Relationship Type="http://schemas.openxmlformats.org/officeDocument/2006/relationships/image" Target="/ppt/media/image4.png" Id="Rb81c62dc4a0f4d38" /><Relationship Type="http://schemas.openxmlformats.org/officeDocument/2006/relationships/image" Target="/ppt/media/image5.png" Id="R01cfd22449684faf" /><Relationship Type="http://schemas.openxmlformats.org/officeDocument/2006/relationships/image" Target="/ppt/media/image6.png" Id="Ra24c61c87f7b4275" /><Relationship Type="http://schemas.openxmlformats.org/officeDocument/2006/relationships/image" Target="/ppt/media/image7.png" Id="R9717f7417ba742bf" /><Relationship Type="http://schemas.openxmlformats.org/officeDocument/2006/relationships/image" Target="/ppt/media/image8.png" Id="R317801258a85472f" /><Relationship Type="http://schemas.openxmlformats.org/officeDocument/2006/relationships/notesSlide" Target="/ppt/notesSlides/notesSlide1.xml" Id="Rcb58fe0df6c247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C6A24-6980-41FC-8921-37B1B7E0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56"/>
            <a:ext cx="6858000" cy="3375357"/>
          </a:xfrm>
          <a:custGeom xmlns:a="http://schemas.openxmlformats.org/drawingml/2006/main">
            <a:pathLst>
              <a:path w="6858000" h="3375357">
                <a:moveTo>
                  <a:pt x="0" y="0"/>
                </a:moveTo>
                <a:lnTo>
                  <a:pt x="6858000" y="0"/>
                </a:lnTo>
                <a:lnTo>
                  <a:pt x="6858000" y="3375357"/>
                </a:lnTo>
                <a:lnTo>
                  <a:pt x="0" y="33753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89826-3354-44B8-83CE-7DC5EA78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968" y="411553"/>
            <a:ext cx="4517744" cy="2966106"/>
          </a:xfrm>
          <a:custGeom xmlns:a="http://schemas.openxmlformats.org/drawingml/2006/main">
            <a:pathLst>
              <a:path w="4517744" h="2966106">
                <a:moveTo>
                  <a:pt x="0" y="0"/>
                </a:moveTo>
                <a:lnTo>
                  <a:pt x="4517744" y="0"/>
                </a:lnTo>
                <a:lnTo>
                  <a:pt x="4517744" y="2966106"/>
                </a:lnTo>
                <a:lnTo>
                  <a:pt x="0" y="29661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BF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F30DD1-5035-409A-95E1-8701B604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968" y="411553"/>
            <a:ext cx="4517744" cy="2966106"/>
          </a:xfrm>
          <a:custGeom xmlns:a="http://schemas.openxmlformats.org/drawingml/2006/main">
            <a:pathLst>
              <a:path w="4517744" h="2966106" fill="none">
                <a:moveTo>
                  <a:pt x="0" y="0"/>
                </a:moveTo>
                <a:lnTo>
                  <a:pt x="4517744" y="0"/>
                </a:lnTo>
                <a:lnTo>
                  <a:pt x="4517744" y="2966106"/>
                </a:lnTo>
                <a:lnTo>
                  <a:pt x="0" y="29661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22403-BE0A-47FA-B450-CB00ED79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2" y="411553"/>
            <a:ext cx="2259322" cy="2966106"/>
          </a:xfrm>
          <a:custGeom xmlns:a="http://schemas.openxmlformats.org/drawingml/2006/main">
            <a:pathLst>
              <a:path w="2259322" h="2966106">
                <a:moveTo>
                  <a:pt x="0" y="0"/>
                </a:moveTo>
                <a:lnTo>
                  <a:pt x="2259322" y="0"/>
                </a:lnTo>
                <a:lnTo>
                  <a:pt x="2259322" y="2966106"/>
                </a:lnTo>
                <a:lnTo>
                  <a:pt x="0" y="29661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BD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00D8D0-C9A6-4251-8862-CD33E400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2" y="411553"/>
            <a:ext cx="2259322" cy="2966106"/>
          </a:xfrm>
          <a:custGeom xmlns:a="http://schemas.openxmlformats.org/drawingml/2006/main">
            <a:pathLst>
              <a:path w="2259322" h="2966106" fill="none">
                <a:moveTo>
                  <a:pt x="0" y="0"/>
                </a:moveTo>
                <a:lnTo>
                  <a:pt x="2259322" y="0"/>
                </a:lnTo>
                <a:lnTo>
                  <a:pt x="2259322" y="2966106"/>
                </a:lnTo>
                <a:lnTo>
                  <a:pt x="0" y="29661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custDash>
              <a:ds d="400000" sp="300000"/>
            </a:custDash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81D8D-3054-4E94-A7DD-F9B1726F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651" y="1853854"/>
            <a:ext cx="860169" cy="960623"/>
          </a:xfrm>
          <a:custGeom xmlns:a="http://schemas.openxmlformats.org/drawingml/2006/main">
            <a:pathLst>
              <a:path w="860169" h="960623">
                <a:moveTo>
                  <a:pt x="0" y="0"/>
                </a:moveTo>
                <a:lnTo>
                  <a:pt x="860169" y="0"/>
                </a:lnTo>
                <a:lnTo>
                  <a:pt x="860169" y="960623"/>
                </a:lnTo>
                <a:lnTo>
                  <a:pt x="0" y="9606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D9E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B261E3-BA94-4DB4-A233-265B48C9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651" y="1853854"/>
            <a:ext cx="860169" cy="960623"/>
          </a:xfrm>
          <a:custGeom xmlns:a="http://schemas.openxmlformats.org/drawingml/2006/main">
            <a:pathLst>
              <a:path w="860169" h="960623" fill="none">
                <a:moveTo>
                  <a:pt x="0" y="0"/>
                </a:moveTo>
                <a:lnTo>
                  <a:pt x="860169" y="0"/>
                </a:lnTo>
                <a:lnTo>
                  <a:pt x="860169" y="960623"/>
                </a:lnTo>
                <a:lnTo>
                  <a:pt x="0" y="9606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666666"/>
            </a:solidFill>
            <a:custDash>
              <a:ds d="800000" sp="300000"/>
            </a:custDash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648B0-1036-403E-98BE-6907C862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518" y="460228"/>
            <a:ext cx="1125945" cy="202035"/>
          </a:xfrm>
          <a:custGeom xmlns:a="http://schemas.openxmlformats.org/drawingml/2006/main">
            <a:pathLst>
              <a:path w="1125945" h="202035">
                <a:moveTo>
                  <a:pt x="0" y="0"/>
                </a:moveTo>
                <a:lnTo>
                  <a:pt x="1125945" y="0"/>
                </a:lnTo>
                <a:lnTo>
                  <a:pt x="1125945" y="202035"/>
                </a:lnTo>
                <a:lnTo>
                  <a:pt x="0" y="2020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36B29-B374-40F4-A699-DA9EBA1D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518" y="460228"/>
            <a:ext cx="1125945" cy="202035"/>
          </a:xfrm>
          <a:custGeom xmlns:a="http://schemas.openxmlformats.org/drawingml/2006/main">
            <a:pathLst>
              <a:path w="1125945" h="202035" fill="none">
                <a:moveTo>
                  <a:pt x="0" y="0"/>
                </a:moveTo>
                <a:lnTo>
                  <a:pt x="1125945" y="0"/>
                </a:lnTo>
                <a:lnTo>
                  <a:pt x="1125945" y="202035"/>
                </a:lnTo>
                <a:lnTo>
                  <a:pt x="0" y="20203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10" name="Text SearchQueries">
            <a:extLst xmlns:a="http://schemas.openxmlformats.org/drawingml/2006/main">
              <a:ext uri="{FF2B5EF4-FFF2-40B4-BE49-F238E27FC236}">
                <a16:creationId xmlns:a16="http://schemas.microsoft.com/office/drawing/2014/main" id="{758ABC90-D7B6-41DD-9BD2-7BA1E352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240" y="515549"/>
            <a:ext cx="822192" cy="122503"/>
          </a:xfrm>
          <a:custGeom xmlns:a="http://schemas.openxmlformats.org/drawingml/2006/main">
            <a:pathLst>
              <a:path w="822192" h="122503">
                <a:moveTo>
                  <a:pt x="54468" y="2418"/>
                </a:moveTo>
                <a:lnTo>
                  <a:pt x="54468" y="33984"/>
                </a:lnTo>
                <a:lnTo>
                  <a:pt x="51983" y="33984"/>
                </a:lnTo>
                <a:cubicBezTo>
                  <a:pt x="51177" y="27924"/>
                  <a:pt x="49733" y="23099"/>
                  <a:pt x="47651" y="19508"/>
                </a:cubicBezTo>
                <a:cubicBezTo>
                  <a:pt x="45569" y="15917"/>
                  <a:pt x="42603" y="13066"/>
                  <a:pt x="38752" y="10956"/>
                </a:cubicBezTo>
                <a:cubicBezTo>
                  <a:pt x="34902" y="8846"/>
                  <a:pt x="30917" y="7791"/>
                  <a:pt x="26798" y="7791"/>
                </a:cubicBezTo>
                <a:cubicBezTo>
                  <a:pt x="22141" y="7791"/>
                  <a:pt x="18290" y="9210"/>
                  <a:pt x="15246" y="12049"/>
                </a:cubicBezTo>
                <a:cubicBezTo>
                  <a:pt x="12201" y="14888"/>
                  <a:pt x="10679" y="18118"/>
                  <a:pt x="10679" y="21737"/>
                </a:cubicBezTo>
                <a:cubicBezTo>
                  <a:pt x="10679" y="24509"/>
                  <a:pt x="11641" y="27035"/>
                  <a:pt x="13567" y="29316"/>
                </a:cubicBezTo>
                <a:cubicBezTo>
                  <a:pt x="16343" y="32669"/>
                  <a:pt x="22947" y="37138"/>
                  <a:pt x="33379" y="42725"/>
                </a:cubicBezTo>
                <a:cubicBezTo>
                  <a:pt x="41887" y="47286"/>
                  <a:pt x="47696" y="50784"/>
                  <a:pt x="50808" y="53222"/>
                </a:cubicBezTo>
                <a:cubicBezTo>
                  <a:pt x="53920" y="55658"/>
                  <a:pt x="56315" y="58530"/>
                  <a:pt x="57994" y="61839"/>
                </a:cubicBezTo>
                <a:cubicBezTo>
                  <a:pt x="59673" y="65147"/>
                  <a:pt x="60513" y="68612"/>
                  <a:pt x="60513" y="72235"/>
                </a:cubicBezTo>
                <a:cubicBezTo>
                  <a:pt x="60513" y="79120"/>
                  <a:pt x="57838" y="85056"/>
                  <a:pt x="52487" y="90041"/>
                </a:cubicBezTo>
                <a:cubicBezTo>
                  <a:pt x="47136" y="95026"/>
                  <a:pt x="40252" y="97519"/>
                  <a:pt x="31835" y="97519"/>
                </a:cubicBezTo>
                <a:cubicBezTo>
                  <a:pt x="29193" y="97519"/>
                  <a:pt x="26708" y="97315"/>
                  <a:pt x="24380" y="96906"/>
                </a:cubicBezTo>
                <a:cubicBezTo>
                  <a:pt x="22992" y="96680"/>
                  <a:pt x="20115" y="95852"/>
                  <a:pt x="15749" y="94423"/>
                </a:cubicBezTo>
                <a:cubicBezTo>
                  <a:pt x="11384" y="92995"/>
                  <a:pt x="8619" y="92281"/>
                  <a:pt x="7455" y="92281"/>
                </a:cubicBezTo>
                <a:cubicBezTo>
                  <a:pt x="6336" y="92281"/>
                  <a:pt x="5451" y="92621"/>
                  <a:pt x="4802" y="93301"/>
                </a:cubicBezTo>
                <a:cubicBezTo>
                  <a:pt x="4153" y="93981"/>
                  <a:pt x="3672" y="95387"/>
                  <a:pt x="3358" y="97519"/>
                </a:cubicBezTo>
                <a:lnTo>
                  <a:pt x="873" y="97519"/>
                </a:lnTo>
                <a:lnTo>
                  <a:pt x="873" y="66222"/>
                </a:lnTo>
                <a:lnTo>
                  <a:pt x="3358" y="66222"/>
                </a:lnTo>
                <a:cubicBezTo>
                  <a:pt x="4522" y="72776"/>
                  <a:pt x="6089" y="77680"/>
                  <a:pt x="8059" y="80934"/>
                </a:cubicBezTo>
                <a:cubicBezTo>
                  <a:pt x="10030" y="84189"/>
                  <a:pt x="13041" y="86894"/>
                  <a:pt x="17093" y="89048"/>
                </a:cubicBezTo>
                <a:cubicBezTo>
                  <a:pt x="21145" y="91203"/>
                  <a:pt x="25589" y="92281"/>
                  <a:pt x="30424" y="92281"/>
                </a:cubicBezTo>
                <a:cubicBezTo>
                  <a:pt x="36021" y="92281"/>
                  <a:pt x="40443" y="90802"/>
                  <a:pt x="43689" y="87846"/>
                </a:cubicBezTo>
                <a:cubicBezTo>
                  <a:pt x="46935" y="84889"/>
                  <a:pt x="48558" y="81395"/>
                  <a:pt x="48558" y="77364"/>
                </a:cubicBezTo>
                <a:cubicBezTo>
                  <a:pt x="48558" y="75124"/>
                  <a:pt x="47942" y="72862"/>
                  <a:pt x="46711" y="70579"/>
                </a:cubicBezTo>
                <a:cubicBezTo>
                  <a:pt x="45480" y="68294"/>
                  <a:pt x="43566" y="66166"/>
                  <a:pt x="40969" y="64194"/>
                </a:cubicBezTo>
                <a:cubicBezTo>
                  <a:pt x="39223" y="62851"/>
                  <a:pt x="34454" y="60013"/>
                  <a:pt x="26663" y="55681"/>
                </a:cubicBezTo>
                <a:cubicBezTo>
                  <a:pt x="18873" y="51348"/>
                  <a:pt x="13332" y="47884"/>
                  <a:pt x="10041" y="45290"/>
                </a:cubicBezTo>
                <a:cubicBezTo>
                  <a:pt x="6750" y="42696"/>
                  <a:pt x="4254" y="39833"/>
                  <a:pt x="2552" y="36702"/>
                </a:cubicBezTo>
                <a:cubicBezTo>
                  <a:pt x="851" y="33570"/>
                  <a:pt x="0" y="30126"/>
                  <a:pt x="0" y="26369"/>
                </a:cubicBezTo>
                <a:cubicBezTo>
                  <a:pt x="0" y="19839"/>
                  <a:pt x="2507" y="14215"/>
                  <a:pt x="7522" y="9497"/>
                </a:cubicBezTo>
                <a:cubicBezTo>
                  <a:pt x="12537" y="4778"/>
                  <a:pt x="18917" y="2418"/>
                  <a:pt x="26663" y="2418"/>
                </a:cubicBezTo>
                <a:cubicBezTo>
                  <a:pt x="31499" y="2418"/>
                  <a:pt x="36626" y="3604"/>
                  <a:pt x="42043" y="5977"/>
                </a:cubicBezTo>
                <a:cubicBezTo>
                  <a:pt x="44551" y="7097"/>
                  <a:pt x="46319" y="7656"/>
                  <a:pt x="47349" y="7656"/>
                </a:cubicBezTo>
                <a:cubicBezTo>
                  <a:pt x="48513" y="7656"/>
                  <a:pt x="49465" y="7309"/>
                  <a:pt x="50204" y="6615"/>
                </a:cubicBezTo>
                <a:cubicBezTo>
                  <a:pt x="50942" y="5921"/>
                  <a:pt x="51536" y="4522"/>
                  <a:pt x="51983" y="2418"/>
                </a:cubicBezTo>
                <a:lnTo>
                  <a:pt x="54468" y="2418"/>
                </a:lnTo>
                <a:close/>
                <a:moveTo>
                  <a:pt x="82521" y="57222"/>
                </a:moveTo>
                <a:cubicBezTo>
                  <a:pt x="82477" y="66314"/>
                  <a:pt x="84693" y="73445"/>
                  <a:pt x="89170" y="78615"/>
                </a:cubicBezTo>
                <a:cubicBezTo>
                  <a:pt x="93648" y="83785"/>
                  <a:pt x="98909" y="86370"/>
                  <a:pt x="104953" y="86370"/>
                </a:cubicBezTo>
                <a:cubicBezTo>
                  <a:pt x="108983" y="86370"/>
                  <a:pt x="112487" y="85257"/>
                  <a:pt x="115464" y="83031"/>
                </a:cubicBezTo>
                <a:cubicBezTo>
                  <a:pt x="118442" y="80805"/>
                  <a:pt x="120938" y="76993"/>
                  <a:pt x="122953" y="71595"/>
                </a:cubicBezTo>
                <a:lnTo>
                  <a:pt x="125035" y="72944"/>
                </a:lnTo>
                <a:cubicBezTo>
                  <a:pt x="124095" y="79110"/>
                  <a:pt x="121363" y="84726"/>
                  <a:pt x="116841" y="89789"/>
                </a:cubicBezTo>
                <a:cubicBezTo>
                  <a:pt x="112319" y="94853"/>
                  <a:pt x="106655" y="97385"/>
                  <a:pt x="99849" y="97385"/>
                </a:cubicBezTo>
                <a:cubicBezTo>
                  <a:pt x="92461" y="97385"/>
                  <a:pt x="86137" y="94514"/>
                  <a:pt x="80876" y="88773"/>
                </a:cubicBezTo>
                <a:cubicBezTo>
                  <a:pt x="75615" y="83031"/>
                  <a:pt x="72984" y="75312"/>
                  <a:pt x="72984" y="65615"/>
                </a:cubicBezTo>
                <a:cubicBezTo>
                  <a:pt x="72984" y="55115"/>
                  <a:pt x="75682" y="46928"/>
                  <a:pt x="81077" y="41053"/>
                </a:cubicBezTo>
                <a:cubicBezTo>
                  <a:pt x="86473" y="35176"/>
                  <a:pt x="93245" y="32238"/>
                  <a:pt x="101394" y="32238"/>
                </a:cubicBezTo>
                <a:cubicBezTo>
                  <a:pt x="108289" y="32238"/>
                  <a:pt x="113953" y="34504"/>
                  <a:pt x="118386" y="39038"/>
                </a:cubicBezTo>
                <a:cubicBezTo>
                  <a:pt x="122818" y="43570"/>
                  <a:pt x="125035" y="49631"/>
                  <a:pt x="125035" y="57222"/>
                </a:cubicBezTo>
                <a:lnTo>
                  <a:pt x="82521" y="57222"/>
                </a:lnTo>
                <a:moveTo>
                  <a:pt x="82521" y="53327"/>
                </a:moveTo>
                <a:lnTo>
                  <a:pt x="110998" y="53327"/>
                </a:lnTo>
                <a:cubicBezTo>
                  <a:pt x="110774" y="49419"/>
                  <a:pt x="110304" y="46666"/>
                  <a:pt x="109588" y="45068"/>
                </a:cubicBezTo>
                <a:cubicBezTo>
                  <a:pt x="108468" y="42580"/>
                  <a:pt x="106800" y="40626"/>
                  <a:pt x="104584" y="39206"/>
                </a:cubicBezTo>
                <a:cubicBezTo>
                  <a:pt x="102368" y="37784"/>
                  <a:pt x="100051" y="37073"/>
                  <a:pt x="97633" y="37073"/>
                </a:cubicBezTo>
                <a:cubicBezTo>
                  <a:pt x="93916" y="37073"/>
                  <a:pt x="90592" y="38505"/>
                  <a:pt x="87659" y="41370"/>
                </a:cubicBezTo>
                <a:cubicBezTo>
                  <a:pt x="84726" y="44234"/>
                  <a:pt x="83014" y="48219"/>
                  <a:pt x="82521" y="53327"/>
                </a:cubicBezTo>
                <a:close/>
                <a:moveTo>
                  <a:pt x="167969" y="86710"/>
                </a:moveTo>
                <a:cubicBezTo>
                  <a:pt x="161656" y="91589"/>
                  <a:pt x="157693" y="94409"/>
                  <a:pt x="156081" y="95168"/>
                </a:cubicBezTo>
                <a:cubicBezTo>
                  <a:pt x="153664" y="96288"/>
                  <a:pt x="151089" y="96848"/>
                  <a:pt x="148358" y="96848"/>
                </a:cubicBezTo>
                <a:cubicBezTo>
                  <a:pt x="144104" y="96848"/>
                  <a:pt x="140601" y="95392"/>
                  <a:pt x="137847" y="92482"/>
                </a:cubicBezTo>
                <a:cubicBezTo>
                  <a:pt x="135093" y="89572"/>
                  <a:pt x="133716" y="85743"/>
                  <a:pt x="133716" y="80997"/>
                </a:cubicBezTo>
                <a:cubicBezTo>
                  <a:pt x="133716" y="77997"/>
                  <a:pt x="134388" y="75400"/>
                  <a:pt x="135731" y="73207"/>
                </a:cubicBezTo>
                <a:cubicBezTo>
                  <a:pt x="137567" y="70162"/>
                  <a:pt x="140757" y="67296"/>
                  <a:pt x="145302" y="64610"/>
                </a:cubicBezTo>
                <a:cubicBezTo>
                  <a:pt x="149846" y="61923"/>
                  <a:pt x="157402" y="58655"/>
                  <a:pt x="167969" y="54804"/>
                </a:cubicBezTo>
                <a:lnTo>
                  <a:pt x="167969" y="52395"/>
                </a:lnTo>
                <a:cubicBezTo>
                  <a:pt x="167969" y="46283"/>
                  <a:pt x="166995" y="42090"/>
                  <a:pt x="165047" y="39814"/>
                </a:cubicBezTo>
                <a:cubicBezTo>
                  <a:pt x="163100" y="37539"/>
                  <a:pt x="160268" y="36402"/>
                  <a:pt x="156551" y="36402"/>
                </a:cubicBezTo>
                <a:cubicBezTo>
                  <a:pt x="153731" y="36402"/>
                  <a:pt x="151492" y="37163"/>
                  <a:pt x="149835" y="38685"/>
                </a:cubicBezTo>
                <a:cubicBezTo>
                  <a:pt x="148134" y="40208"/>
                  <a:pt x="147283" y="41954"/>
                  <a:pt x="147283" y="43924"/>
                </a:cubicBezTo>
                <a:lnTo>
                  <a:pt x="147417" y="47819"/>
                </a:lnTo>
                <a:cubicBezTo>
                  <a:pt x="147417" y="49879"/>
                  <a:pt x="146891" y="51468"/>
                  <a:pt x="145839" y="52588"/>
                </a:cubicBezTo>
                <a:cubicBezTo>
                  <a:pt x="144787" y="53707"/>
                  <a:pt x="143410" y="54267"/>
                  <a:pt x="141709" y="54267"/>
                </a:cubicBezTo>
                <a:cubicBezTo>
                  <a:pt x="140052" y="54267"/>
                  <a:pt x="138698" y="53683"/>
                  <a:pt x="137645" y="52516"/>
                </a:cubicBezTo>
                <a:cubicBezTo>
                  <a:pt x="136593" y="51348"/>
                  <a:pt x="136067" y="49754"/>
                  <a:pt x="136067" y="47733"/>
                </a:cubicBezTo>
                <a:cubicBezTo>
                  <a:pt x="136067" y="43870"/>
                  <a:pt x="138037" y="40322"/>
                  <a:pt x="141977" y="37088"/>
                </a:cubicBezTo>
                <a:cubicBezTo>
                  <a:pt x="145917" y="33855"/>
                  <a:pt x="151447" y="32238"/>
                  <a:pt x="158566" y="32238"/>
                </a:cubicBezTo>
                <a:cubicBezTo>
                  <a:pt x="164029" y="32238"/>
                  <a:pt x="168506" y="33154"/>
                  <a:pt x="171999" y="34987"/>
                </a:cubicBezTo>
                <a:cubicBezTo>
                  <a:pt x="174640" y="36374"/>
                  <a:pt x="176588" y="38543"/>
                  <a:pt x="177842" y="41496"/>
                </a:cubicBezTo>
                <a:cubicBezTo>
                  <a:pt x="178648" y="43418"/>
                  <a:pt x="179051" y="47353"/>
                  <a:pt x="179051" y="53301"/>
                </a:cubicBezTo>
                <a:lnTo>
                  <a:pt x="179051" y="74164"/>
                </a:lnTo>
                <a:cubicBezTo>
                  <a:pt x="179051" y="80022"/>
                  <a:pt x="179163" y="83611"/>
                  <a:pt x="179387" y="84930"/>
                </a:cubicBezTo>
                <a:cubicBezTo>
                  <a:pt x="179610" y="86250"/>
                  <a:pt x="179980" y="87134"/>
                  <a:pt x="180495" y="87581"/>
                </a:cubicBezTo>
                <a:cubicBezTo>
                  <a:pt x="181010" y="88028"/>
                  <a:pt x="181603" y="88251"/>
                  <a:pt x="182275" y="88251"/>
                </a:cubicBezTo>
                <a:cubicBezTo>
                  <a:pt x="182991" y="88251"/>
                  <a:pt x="183618" y="88094"/>
                  <a:pt x="184155" y="87781"/>
                </a:cubicBezTo>
                <a:cubicBezTo>
                  <a:pt x="185095" y="87199"/>
                  <a:pt x="186909" y="85564"/>
                  <a:pt x="189595" y="82878"/>
                </a:cubicBezTo>
                <a:lnTo>
                  <a:pt x="189595" y="86639"/>
                </a:lnTo>
                <a:cubicBezTo>
                  <a:pt x="184580" y="93355"/>
                  <a:pt x="179790" y="96713"/>
                  <a:pt x="175222" y="96713"/>
                </a:cubicBezTo>
                <a:cubicBezTo>
                  <a:pt x="173029" y="96713"/>
                  <a:pt x="171282" y="95958"/>
                  <a:pt x="169984" y="94446"/>
                </a:cubicBezTo>
                <a:cubicBezTo>
                  <a:pt x="168685" y="92934"/>
                  <a:pt x="168014" y="90355"/>
                  <a:pt x="167969" y="86710"/>
                </a:cubicBezTo>
                <a:moveTo>
                  <a:pt x="167969" y="82355"/>
                </a:moveTo>
                <a:lnTo>
                  <a:pt x="167969" y="58968"/>
                </a:lnTo>
                <a:cubicBezTo>
                  <a:pt x="161208" y="61649"/>
                  <a:pt x="156843" y="63548"/>
                  <a:pt x="154872" y="64664"/>
                </a:cubicBezTo>
                <a:cubicBezTo>
                  <a:pt x="151335" y="66630"/>
                  <a:pt x="148805" y="68686"/>
                  <a:pt x="147283" y="70831"/>
                </a:cubicBezTo>
                <a:cubicBezTo>
                  <a:pt x="145761" y="72974"/>
                  <a:pt x="145000" y="75319"/>
                  <a:pt x="145000" y="77866"/>
                </a:cubicBezTo>
                <a:cubicBezTo>
                  <a:pt x="145000" y="81083"/>
                  <a:pt x="145962" y="83752"/>
                  <a:pt x="147888" y="85875"/>
                </a:cubicBezTo>
                <a:cubicBezTo>
                  <a:pt x="149813" y="87996"/>
                  <a:pt x="152029" y="89057"/>
                  <a:pt x="154537" y="89057"/>
                </a:cubicBezTo>
                <a:cubicBezTo>
                  <a:pt x="157939" y="89057"/>
                  <a:pt x="162417" y="86823"/>
                  <a:pt x="167969" y="82355"/>
                </a:cubicBezTo>
                <a:close/>
                <a:moveTo>
                  <a:pt x="212045" y="32238"/>
                </a:moveTo>
                <a:lnTo>
                  <a:pt x="212045" y="46073"/>
                </a:lnTo>
                <a:cubicBezTo>
                  <a:pt x="217194" y="36850"/>
                  <a:pt x="222477" y="32238"/>
                  <a:pt x="227895" y="32238"/>
                </a:cubicBezTo>
                <a:cubicBezTo>
                  <a:pt x="230358" y="32238"/>
                  <a:pt x="232395" y="32988"/>
                  <a:pt x="234007" y="34488"/>
                </a:cubicBezTo>
                <a:cubicBezTo>
                  <a:pt x="235619" y="35988"/>
                  <a:pt x="236425" y="37723"/>
                  <a:pt x="236425" y="39693"/>
                </a:cubicBezTo>
                <a:cubicBezTo>
                  <a:pt x="236425" y="41439"/>
                  <a:pt x="235843" y="42916"/>
                  <a:pt x="234679" y="44125"/>
                </a:cubicBezTo>
                <a:cubicBezTo>
                  <a:pt x="233514" y="45334"/>
                  <a:pt x="232126" y="45939"/>
                  <a:pt x="230515" y="45939"/>
                </a:cubicBezTo>
                <a:cubicBezTo>
                  <a:pt x="228947" y="45939"/>
                  <a:pt x="227190" y="45178"/>
                  <a:pt x="225242" y="43655"/>
                </a:cubicBezTo>
                <a:cubicBezTo>
                  <a:pt x="223295" y="42133"/>
                  <a:pt x="221851" y="41372"/>
                  <a:pt x="220910" y="41372"/>
                </a:cubicBezTo>
                <a:cubicBezTo>
                  <a:pt x="220104" y="41372"/>
                  <a:pt x="219231" y="41816"/>
                  <a:pt x="218291" y="42705"/>
                </a:cubicBezTo>
                <a:cubicBezTo>
                  <a:pt x="216276" y="44528"/>
                  <a:pt x="214194" y="47528"/>
                  <a:pt x="212045" y="51706"/>
                </a:cubicBezTo>
                <a:lnTo>
                  <a:pt x="212045" y="81132"/>
                </a:lnTo>
                <a:cubicBezTo>
                  <a:pt x="212045" y="84537"/>
                  <a:pt x="212470" y="87113"/>
                  <a:pt x="213321" y="88859"/>
                </a:cubicBezTo>
                <a:cubicBezTo>
                  <a:pt x="213903" y="90070"/>
                  <a:pt x="214933" y="91077"/>
                  <a:pt x="216410" y="91882"/>
                </a:cubicBezTo>
                <a:cubicBezTo>
                  <a:pt x="217888" y="92685"/>
                  <a:pt x="220015" y="93086"/>
                  <a:pt x="222791" y="93086"/>
                </a:cubicBezTo>
                <a:lnTo>
                  <a:pt x="222791" y="95504"/>
                </a:lnTo>
                <a:lnTo>
                  <a:pt x="191292" y="95504"/>
                </a:lnTo>
                <a:lnTo>
                  <a:pt x="191292" y="93086"/>
                </a:lnTo>
                <a:cubicBezTo>
                  <a:pt x="194426" y="93086"/>
                  <a:pt x="196754" y="92588"/>
                  <a:pt x="198277" y="91592"/>
                </a:cubicBezTo>
                <a:cubicBezTo>
                  <a:pt x="199396" y="90867"/>
                  <a:pt x="200180" y="89712"/>
                  <a:pt x="200627" y="88127"/>
                </a:cubicBezTo>
                <a:cubicBezTo>
                  <a:pt x="200851" y="87356"/>
                  <a:pt x="200963" y="85159"/>
                  <a:pt x="200963" y="81535"/>
                </a:cubicBezTo>
                <a:lnTo>
                  <a:pt x="200963" y="57894"/>
                </a:lnTo>
                <a:cubicBezTo>
                  <a:pt x="200963" y="50730"/>
                  <a:pt x="200818" y="46465"/>
                  <a:pt x="200527" y="45099"/>
                </a:cubicBezTo>
                <a:cubicBezTo>
                  <a:pt x="200236" y="43734"/>
                  <a:pt x="199698" y="42737"/>
                  <a:pt x="198915" y="42111"/>
                </a:cubicBezTo>
                <a:cubicBezTo>
                  <a:pt x="198131" y="41484"/>
                  <a:pt x="197157" y="41170"/>
                  <a:pt x="195993" y="41170"/>
                </a:cubicBezTo>
                <a:cubicBezTo>
                  <a:pt x="194605" y="41170"/>
                  <a:pt x="193038" y="41506"/>
                  <a:pt x="191292" y="42178"/>
                </a:cubicBezTo>
                <a:lnTo>
                  <a:pt x="190620" y="39760"/>
                </a:lnTo>
                <a:lnTo>
                  <a:pt x="209224" y="32238"/>
                </a:lnTo>
                <a:lnTo>
                  <a:pt x="212045" y="32238"/>
                </a:lnTo>
                <a:close/>
                <a:moveTo>
                  <a:pt x="292101" y="72132"/>
                </a:moveTo>
                <a:cubicBezTo>
                  <a:pt x="290444" y="80236"/>
                  <a:pt x="287198" y="86471"/>
                  <a:pt x="282362" y="90837"/>
                </a:cubicBezTo>
                <a:cubicBezTo>
                  <a:pt x="277527" y="95202"/>
                  <a:pt x="272176" y="97385"/>
                  <a:pt x="266311" y="97385"/>
                </a:cubicBezTo>
                <a:cubicBezTo>
                  <a:pt x="259326" y="97385"/>
                  <a:pt x="253237" y="94456"/>
                  <a:pt x="248043" y="88597"/>
                </a:cubicBezTo>
                <a:cubicBezTo>
                  <a:pt x="242849" y="82737"/>
                  <a:pt x="240252" y="74820"/>
                  <a:pt x="240252" y="64845"/>
                </a:cubicBezTo>
                <a:cubicBezTo>
                  <a:pt x="240252" y="55183"/>
                  <a:pt x="243129" y="47334"/>
                  <a:pt x="248882" y="41296"/>
                </a:cubicBezTo>
                <a:cubicBezTo>
                  <a:pt x="254636" y="35257"/>
                  <a:pt x="261542" y="32238"/>
                  <a:pt x="269602" y="32238"/>
                </a:cubicBezTo>
                <a:cubicBezTo>
                  <a:pt x="275646" y="32238"/>
                  <a:pt x="280616" y="33844"/>
                  <a:pt x="284512" y="37057"/>
                </a:cubicBezTo>
                <a:cubicBezTo>
                  <a:pt x="288407" y="40268"/>
                  <a:pt x="290355" y="43603"/>
                  <a:pt x="290355" y="47062"/>
                </a:cubicBezTo>
                <a:cubicBezTo>
                  <a:pt x="290355" y="48769"/>
                  <a:pt x="289806" y="50150"/>
                  <a:pt x="288709" y="51207"/>
                </a:cubicBezTo>
                <a:cubicBezTo>
                  <a:pt x="287612" y="52262"/>
                  <a:pt x="286079" y="52789"/>
                  <a:pt x="284109" y="52789"/>
                </a:cubicBezTo>
                <a:cubicBezTo>
                  <a:pt x="281467" y="52789"/>
                  <a:pt x="279475" y="51932"/>
                  <a:pt x="278131" y="50216"/>
                </a:cubicBezTo>
                <a:cubicBezTo>
                  <a:pt x="277370" y="49267"/>
                  <a:pt x="276866" y="47461"/>
                  <a:pt x="276620" y="44797"/>
                </a:cubicBezTo>
                <a:cubicBezTo>
                  <a:pt x="276374" y="42133"/>
                  <a:pt x="275467" y="40101"/>
                  <a:pt x="273900" y="38702"/>
                </a:cubicBezTo>
                <a:cubicBezTo>
                  <a:pt x="272333" y="37348"/>
                  <a:pt x="270161" y="36670"/>
                  <a:pt x="267385" y="36670"/>
                </a:cubicBezTo>
                <a:cubicBezTo>
                  <a:pt x="262908" y="36670"/>
                  <a:pt x="259304" y="38327"/>
                  <a:pt x="256572" y="41640"/>
                </a:cubicBezTo>
                <a:cubicBezTo>
                  <a:pt x="252946" y="46028"/>
                  <a:pt x="251132" y="51827"/>
                  <a:pt x="251132" y="59035"/>
                </a:cubicBezTo>
                <a:cubicBezTo>
                  <a:pt x="251132" y="66378"/>
                  <a:pt x="252934" y="72860"/>
                  <a:pt x="256539" y="78479"/>
                </a:cubicBezTo>
                <a:cubicBezTo>
                  <a:pt x="260143" y="84098"/>
                  <a:pt x="265012" y="86908"/>
                  <a:pt x="271146" y="86908"/>
                </a:cubicBezTo>
                <a:cubicBezTo>
                  <a:pt x="275534" y="86908"/>
                  <a:pt x="279475" y="85408"/>
                  <a:pt x="282967" y="82408"/>
                </a:cubicBezTo>
                <a:cubicBezTo>
                  <a:pt x="285430" y="80348"/>
                  <a:pt x="287825" y="76609"/>
                  <a:pt x="290153" y="71192"/>
                </a:cubicBezTo>
                <a:lnTo>
                  <a:pt x="292101" y="72132"/>
                </a:lnTo>
                <a:close/>
                <a:moveTo>
                  <a:pt x="318849" y="0"/>
                </a:moveTo>
                <a:lnTo>
                  <a:pt x="318849" y="45122"/>
                </a:lnTo>
                <a:cubicBezTo>
                  <a:pt x="323819" y="39636"/>
                  <a:pt x="327759" y="36117"/>
                  <a:pt x="330670" y="34565"/>
                </a:cubicBezTo>
                <a:cubicBezTo>
                  <a:pt x="333580" y="33014"/>
                  <a:pt x="336490" y="32238"/>
                  <a:pt x="339401" y="32238"/>
                </a:cubicBezTo>
                <a:cubicBezTo>
                  <a:pt x="342893" y="32238"/>
                  <a:pt x="345893" y="33198"/>
                  <a:pt x="348400" y="35119"/>
                </a:cubicBezTo>
                <a:cubicBezTo>
                  <a:pt x="350908" y="37039"/>
                  <a:pt x="352766" y="40053"/>
                  <a:pt x="353975" y="44161"/>
                </a:cubicBezTo>
                <a:cubicBezTo>
                  <a:pt x="354826" y="47018"/>
                  <a:pt x="355251" y="52242"/>
                  <a:pt x="355251" y="59833"/>
                </a:cubicBezTo>
                <a:lnTo>
                  <a:pt x="355251" y="81535"/>
                </a:lnTo>
                <a:cubicBezTo>
                  <a:pt x="355251" y="85452"/>
                  <a:pt x="355564" y="88132"/>
                  <a:pt x="356191" y="89573"/>
                </a:cubicBezTo>
                <a:cubicBezTo>
                  <a:pt x="356639" y="90655"/>
                  <a:pt x="357400" y="91511"/>
                  <a:pt x="358475" y="92142"/>
                </a:cubicBezTo>
                <a:cubicBezTo>
                  <a:pt x="359549" y="92772"/>
                  <a:pt x="361519" y="93086"/>
                  <a:pt x="364385" y="93086"/>
                </a:cubicBezTo>
                <a:lnTo>
                  <a:pt x="364385" y="95504"/>
                </a:lnTo>
                <a:lnTo>
                  <a:pt x="334162" y="95504"/>
                </a:lnTo>
                <a:lnTo>
                  <a:pt x="334162" y="93086"/>
                </a:lnTo>
                <a:lnTo>
                  <a:pt x="335573" y="93086"/>
                </a:lnTo>
                <a:cubicBezTo>
                  <a:pt x="338438" y="93086"/>
                  <a:pt x="340431" y="92648"/>
                  <a:pt x="341550" y="91771"/>
                </a:cubicBezTo>
                <a:cubicBezTo>
                  <a:pt x="342669" y="90892"/>
                  <a:pt x="343453" y="89597"/>
                  <a:pt x="343901" y="87886"/>
                </a:cubicBezTo>
                <a:cubicBezTo>
                  <a:pt x="344035" y="87165"/>
                  <a:pt x="344102" y="85048"/>
                  <a:pt x="344102" y="81535"/>
                </a:cubicBezTo>
                <a:lnTo>
                  <a:pt x="344102" y="59881"/>
                </a:lnTo>
                <a:cubicBezTo>
                  <a:pt x="344102" y="53197"/>
                  <a:pt x="343755" y="48809"/>
                  <a:pt x="343061" y="46715"/>
                </a:cubicBezTo>
                <a:cubicBezTo>
                  <a:pt x="342367" y="44621"/>
                  <a:pt x="341259" y="43050"/>
                  <a:pt x="339737" y="42004"/>
                </a:cubicBezTo>
                <a:cubicBezTo>
                  <a:pt x="338214" y="40955"/>
                  <a:pt x="336378" y="40431"/>
                  <a:pt x="334229" y="40431"/>
                </a:cubicBezTo>
                <a:cubicBezTo>
                  <a:pt x="332035" y="40431"/>
                  <a:pt x="329752" y="41012"/>
                  <a:pt x="327379" y="42174"/>
                </a:cubicBezTo>
                <a:cubicBezTo>
                  <a:pt x="325006" y="43335"/>
                  <a:pt x="322163" y="45680"/>
                  <a:pt x="318849" y="49209"/>
                </a:cubicBezTo>
                <a:lnTo>
                  <a:pt x="318849" y="81535"/>
                </a:lnTo>
                <a:cubicBezTo>
                  <a:pt x="318849" y="85769"/>
                  <a:pt x="319084" y="88403"/>
                  <a:pt x="319554" y="89439"/>
                </a:cubicBezTo>
                <a:cubicBezTo>
                  <a:pt x="320025" y="90474"/>
                  <a:pt x="320898" y="91341"/>
                  <a:pt x="322174" y="92039"/>
                </a:cubicBezTo>
                <a:cubicBezTo>
                  <a:pt x="323450" y="92737"/>
                  <a:pt x="325655" y="93086"/>
                  <a:pt x="328789" y="93086"/>
                </a:cubicBezTo>
                <a:lnTo>
                  <a:pt x="328789" y="95504"/>
                </a:lnTo>
                <a:lnTo>
                  <a:pt x="298298" y="95504"/>
                </a:lnTo>
                <a:lnTo>
                  <a:pt x="298298" y="93086"/>
                </a:lnTo>
                <a:cubicBezTo>
                  <a:pt x="301029" y="93086"/>
                  <a:pt x="303178" y="92658"/>
                  <a:pt x="304745" y="91802"/>
                </a:cubicBezTo>
                <a:cubicBezTo>
                  <a:pt x="305641" y="91353"/>
                  <a:pt x="306357" y="90498"/>
                  <a:pt x="306894" y="89237"/>
                </a:cubicBezTo>
                <a:cubicBezTo>
                  <a:pt x="307432" y="87975"/>
                  <a:pt x="307700" y="85408"/>
                  <a:pt x="307700" y="81535"/>
                </a:cubicBezTo>
                <a:lnTo>
                  <a:pt x="307700" y="25925"/>
                </a:lnTo>
                <a:cubicBezTo>
                  <a:pt x="307700" y="18924"/>
                  <a:pt x="307532" y="14622"/>
                  <a:pt x="307197" y="13017"/>
                </a:cubicBezTo>
                <a:cubicBezTo>
                  <a:pt x="306861" y="11412"/>
                  <a:pt x="306346" y="10319"/>
                  <a:pt x="305652" y="9738"/>
                </a:cubicBezTo>
                <a:cubicBezTo>
                  <a:pt x="304958" y="9156"/>
                  <a:pt x="304029" y="8865"/>
                  <a:pt x="302865" y="8865"/>
                </a:cubicBezTo>
                <a:cubicBezTo>
                  <a:pt x="301924" y="8865"/>
                  <a:pt x="300402" y="9224"/>
                  <a:pt x="298298" y="9940"/>
                </a:cubicBezTo>
                <a:lnTo>
                  <a:pt x="297357" y="7522"/>
                </a:lnTo>
                <a:lnTo>
                  <a:pt x="315760" y="0"/>
                </a:lnTo>
                <a:lnTo>
                  <a:pt x="318849" y="0"/>
                </a:lnTo>
                <a:close/>
                <a:moveTo>
                  <a:pt x="460225" y="96579"/>
                </a:moveTo>
                <a:cubicBezTo>
                  <a:pt x="464792" y="104459"/>
                  <a:pt x="469728" y="110258"/>
                  <a:pt x="475034" y="113974"/>
                </a:cubicBezTo>
                <a:cubicBezTo>
                  <a:pt x="480340" y="117690"/>
                  <a:pt x="486373" y="119817"/>
                  <a:pt x="493134" y="120354"/>
                </a:cubicBezTo>
                <a:lnTo>
                  <a:pt x="493134" y="122503"/>
                </a:lnTo>
                <a:cubicBezTo>
                  <a:pt x="486955" y="122280"/>
                  <a:pt x="480351" y="121037"/>
                  <a:pt x="473322" y="118776"/>
                </a:cubicBezTo>
                <a:cubicBezTo>
                  <a:pt x="466292" y="116515"/>
                  <a:pt x="459632" y="113381"/>
                  <a:pt x="453341" y="109373"/>
                </a:cubicBezTo>
                <a:cubicBezTo>
                  <a:pt x="447050" y="105366"/>
                  <a:pt x="441621" y="101101"/>
                  <a:pt x="437054" y="96579"/>
                </a:cubicBezTo>
                <a:cubicBezTo>
                  <a:pt x="430607" y="93982"/>
                  <a:pt x="425502" y="91228"/>
                  <a:pt x="421741" y="88318"/>
                </a:cubicBezTo>
                <a:cubicBezTo>
                  <a:pt x="416279" y="83975"/>
                  <a:pt x="412036" y="78635"/>
                  <a:pt x="409014" y="72300"/>
                </a:cubicBezTo>
                <a:cubicBezTo>
                  <a:pt x="405992" y="65964"/>
                  <a:pt x="404481" y="58476"/>
                  <a:pt x="404481" y="49834"/>
                </a:cubicBezTo>
                <a:cubicBezTo>
                  <a:pt x="404481" y="36223"/>
                  <a:pt x="408891" y="24917"/>
                  <a:pt x="417711" y="15917"/>
                </a:cubicBezTo>
                <a:cubicBezTo>
                  <a:pt x="426532" y="6918"/>
                  <a:pt x="437211" y="2418"/>
                  <a:pt x="449748" y="2418"/>
                </a:cubicBezTo>
                <a:cubicBezTo>
                  <a:pt x="461658" y="2418"/>
                  <a:pt x="471967" y="6929"/>
                  <a:pt x="480676" y="15951"/>
                </a:cubicBezTo>
                <a:cubicBezTo>
                  <a:pt x="489384" y="24973"/>
                  <a:pt x="493739" y="36357"/>
                  <a:pt x="493739" y="50103"/>
                </a:cubicBezTo>
                <a:cubicBezTo>
                  <a:pt x="493739" y="61252"/>
                  <a:pt x="490638" y="71035"/>
                  <a:pt x="484437" y="79453"/>
                </a:cubicBezTo>
                <a:cubicBezTo>
                  <a:pt x="478236" y="87870"/>
                  <a:pt x="470165" y="93579"/>
                  <a:pt x="460225" y="96579"/>
                </a:cubicBezTo>
                <a:moveTo>
                  <a:pt x="448942" y="7656"/>
                </a:moveTo>
                <a:cubicBezTo>
                  <a:pt x="440793" y="7656"/>
                  <a:pt x="434233" y="10565"/>
                  <a:pt x="429263" y="16381"/>
                </a:cubicBezTo>
                <a:cubicBezTo>
                  <a:pt x="422995" y="23674"/>
                  <a:pt x="419861" y="34836"/>
                  <a:pt x="419861" y="49868"/>
                </a:cubicBezTo>
                <a:cubicBezTo>
                  <a:pt x="419861" y="64587"/>
                  <a:pt x="423040" y="75929"/>
                  <a:pt x="429398" y="83892"/>
                </a:cubicBezTo>
                <a:cubicBezTo>
                  <a:pt x="434323" y="90022"/>
                  <a:pt x="440838" y="93086"/>
                  <a:pt x="448942" y="93086"/>
                </a:cubicBezTo>
                <a:cubicBezTo>
                  <a:pt x="457359" y="93086"/>
                  <a:pt x="464143" y="90022"/>
                  <a:pt x="469292" y="83892"/>
                </a:cubicBezTo>
                <a:cubicBezTo>
                  <a:pt x="475336" y="76645"/>
                  <a:pt x="478359" y="65952"/>
                  <a:pt x="478359" y="51813"/>
                </a:cubicBezTo>
                <a:cubicBezTo>
                  <a:pt x="478359" y="40943"/>
                  <a:pt x="476702" y="31794"/>
                  <a:pt x="473389" y="24367"/>
                </a:cubicBezTo>
                <a:cubicBezTo>
                  <a:pt x="470837" y="18640"/>
                  <a:pt x="467445" y="14424"/>
                  <a:pt x="463214" y="11718"/>
                </a:cubicBezTo>
                <a:cubicBezTo>
                  <a:pt x="458982" y="9010"/>
                  <a:pt x="454225" y="7656"/>
                  <a:pt x="448942" y="7656"/>
                </a:cubicBezTo>
                <a:close/>
                <a:moveTo>
                  <a:pt x="557184" y="33984"/>
                </a:moveTo>
                <a:lnTo>
                  <a:pt x="557184" y="71460"/>
                </a:lnTo>
                <a:cubicBezTo>
                  <a:pt x="557184" y="78491"/>
                  <a:pt x="557352" y="82792"/>
                  <a:pt x="557688" y="84362"/>
                </a:cubicBezTo>
                <a:cubicBezTo>
                  <a:pt x="558023" y="85930"/>
                  <a:pt x="558561" y="87027"/>
                  <a:pt x="559299" y="87651"/>
                </a:cubicBezTo>
                <a:cubicBezTo>
                  <a:pt x="560038" y="88275"/>
                  <a:pt x="560900" y="88587"/>
                  <a:pt x="561885" y="88587"/>
                </a:cubicBezTo>
                <a:cubicBezTo>
                  <a:pt x="563273" y="88587"/>
                  <a:pt x="564840" y="88206"/>
                  <a:pt x="566587" y="87445"/>
                </a:cubicBezTo>
                <a:lnTo>
                  <a:pt x="567527" y="89863"/>
                </a:lnTo>
                <a:lnTo>
                  <a:pt x="549124" y="97385"/>
                </a:lnTo>
                <a:lnTo>
                  <a:pt x="546102" y="97385"/>
                </a:lnTo>
                <a:lnTo>
                  <a:pt x="546102" y="84416"/>
                </a:lnTo>
                <a:cubicBezTo>
                  <a:pt x="540819" y="90121"/>
                  <a:pt x="536789" y="93708"/>
                  <a:pt x="534013" y="95179"/>
                </a:cubicBezTo>
                <a:cubicBezTo>
                  <a:pt x="531237" y="96650"/>
                  <a:pt x="528304" y="97385"/>
                  <a:pt x="525215" y="97385"/>
                </a:cubicBezTo>
                <a:cubicBezTo>
                  <a:pt x="521767" y="97385"/>
                  <a:pt x="518778" y="96389"/>
                  <a:pt x="516249" y="94396"/>
                </a:cubicBezTo>
                <a:cubicBezTo>
                  <a:pt x="513719" y="92404"/>
                  <a:pt x="511961" y="89840"/>
                  <a:pt x="510976" y="86706"/>
                </a:cubicBezTo>
                <a:cubicBezTo>
                  <a:pt x="509991" y="83572"/>
                  <a:pt x="509499" y="79139"/>
                  <a:pt x="509499" y="73408"/>
                </a:cubicBezTo>
                <a:lnTo>
                  <a:pt x="509499" y="45939"/>
                </a:lnTo>
                <a:cubicBezTo>
                  <a:pt x="509499" y="43007"/>
                  <a:pt x="509185" y="40979"/>
                  <a:pt x="508559" y="39852"/>
                </a:cubicBezTo>
                <a:cubicBezTo>
                  <a:pt x="507932" y="38724"/>
                  <a:pt x="507003" y="37856"/>
                  <a:pt x="505771" y="37248"/>
                </a:cubicBezTo>
                <a:cubicBezTo>
                  <a:pt x="504540" y="36639"/>
                  <a:pt x="502313" y="36357"/>
                  <a:pt x="499089" y="36402"/>
                </a:cubicBezTo>
                <a:lnTo>
                  <a:pt x="499089" y="33984"/>
                </a:lnTo>
                <a:lnTo>
                  <a:pt x="520648" y="33984"/>
                </a:lnTo>
                <a:lnTo>
                  <a:pt x="520648" y="75205"/>
                </a:lnTo>
                <a:cubicBezTo>
                  <a:pt x="520648" y="80943"/>
                  <a:pt x="521644" y="84709"/>
                  <a:pt x="523636" y="86502"/>
                </a:cubicBezTo>
                <a:cubicBezTo>
                  <a:pt x="525629" y="88295"/>
                  <a:pt x="528036" y="89191"/>
                  <a:pt x="530856" y="89191"/>
                </a:cubicBezTo>
                <a:cubicBezTo>
                  <a:pt x="532782" y="89191"/>
                  <a:pt x="534964" y="88586"/>
                  <a:pt x="537405" y="87376"/>
                </a:cubicBezTo>
                <a:cubicBezTo>
                  <a:pt x="539845" y="86165"/>
                  <a:pt x="542744" y="83857"/>
                  <a:pt x="546102" y="80450"/>
                </a:cubicBezTo>
                <a:lnTo>
                  <a:pt x="546102" y="45670"/>
                </a:lnTo>
                <a:cubicBezTo>
                  <a:pt x="546102" y="42101"/>
                  <a:pt x="545464" y="39686"/>
                  <a:pt x="544188" y="38427"/>
                </a:cubicBezTo>
                <a:cubicBezTo>
                  <a:pt x="542912" y="37168"/>
                  <a:pt x="540259" y="36493"/>
                  <a:pt x="536229" y="36402"/>
                </a:cubicBezTo>
                <a:lnTo>
                  <a:pt x="536229" y="33984"/>
                </a:lnTo>
                <a:lnTo>
                  <a:pt x="557184" y="33984"/>
                </a:lnTo>
                <a:close/>
                <a:moveTo>
                  <a:pt x="582370" y="57222"/>
                </a:moveTo>
                <a:cubicBezTo>
                  <a:pt x="582325" y="66314"/>
                  <a:pt x="584541" y="73445"/>
                  <a:pt x="589019" y="78615"/>
                </a:cubicBezTo>
                <a:cubicBezTo>
                  <a:pt x="593496" y="83785"/>
                  <a:pt x="598757" y="86370"/>
                  <a:pt x="604802" y="86370"/>
                </a:cubicBezTo>
                <a:cubicBezTo>
                  <a:pt x="608832" y="86370"/>
                  <a:pt x="612335" y="85257"/>
                  <a:pt x="615313" y="83031"/>
                </a:cubicBezTo>
                <a:cubicBezTo>
                  <a:pt x="618290" y="80805"/>
                  <a:pt x="620786" y="76993"/>
                  <a:pt x="622801" y="71595"/>
                </a:cubicBezTo>
                <a:lnTo>
                  <a:pt x="624883" y="72944"/>
                </a:lnTo>
                <a:cubicBezTo>
                  <a:pt x="623943" y="79110"/>
                  <a:pt x="621212" y="84726"/>
                  <a:pt x="616689" y="89789"/>
                </a:cubicBezTo>
                <a:cubicBezTo>
                  <a:pt x="612167" y="94853"/>
                  <a:pt x="606503" y="97385"/>
                  <a:pt x="599698" y="97385"/>
                </a:cubicBezTo>
                <a:cubicBezTo>
                  <a:pt x="592310" y="97385"/>
                  <a:pt x="585985" y="94514"/>
                  <a:pt x="580724" y="88773"/>
                </a:cubicBezTo>
                <a:cubicBezTo>
                  <a:pt x="575463" y="83031"/>
                  <a:pt x="572833" y="75312"/>
                  <a:pt x="572833" y="65615"/>
                </a:cubicBezTo>
                <a:cubicBezTo>
                  <a:pt x="572833" y="55115"/>
                  <a:pt x="575530" y="46928"/>
                  <a:pt x="580926" y="41053"/>
                </a:cubicBezTo>
                <a:cubicBezTo>
                  <a:pt x="586321" y="35176"/>
                  <a:pt x="593093" y="32238"/>
                  <a:pt x="601242" y="32238"/>
                </a:cubicBezTo>
                <a:cubicBezTo>
                  <a:pt x="608138" y="32238"/>
                  <a:pt x="613802" y="34504"/>
                  <a:pt x="618234" y="39038"/>
                </a:cubicBezTo>
                <a:cubicBezTo>
                  <a:pt x="622667" y="43570"/>
                  <a:pt x="624883" y="49631"/>
                  <a:pt x="624883" y="57222"/>
                </a:cubicBezTo>
                <a:lnTo>
                  <a:pt x="582370" y="57222"/>
                </a:lnTo>
                <a:moveTo>
                  <a:pt x="582370" y="53327"/>
                </a:moveTo>
                <a:lnTo>
                  <a:pt x="610846" y="53327"/>
                </a:lnTo>
                <a:cubicBezTo>
                  <a:pt x="610623" y="49419"/>
                  <a:pt x="610152" y="46666"/>
                  <a:pt x="609436" y="45068"/>
                </a:cubicBezTo>
                <a:cubicBezTo>
                  <a:pt x="608317" y="42580"/>
                  <a:pt x="606649" y="40626"/>
                  <a:pt x="604432" y="39206"/>
                </a:cubicBezTo>
                <a:cubicBezTo>
                  <a:pt x="602216" y="37784"/>
                  <a:pt x="599899" y="37073"/>
                  <a:pt x="597481" y="37073"/>
                </a:cubicBezTo>
                <a:cubicBezTo>
                  <a:pt x="593765" y="37073"/>
                  <a:pt x="590440" y="38505"/>
                  <a:pt x="587508" y="41370"/>
                </a:cubicBezTo>
                <a:cubicBezTo>
                  <a:pt x="584575" y="44234"/>
                  <a:pt x="582862" y="48219"/>
                  <a:pt x="582370" y="53327"/>
                </a:cubicBezTo>
                <a:close/>
                <a:moveTo>
                  <a:pt x="650960" y="32238"/>
                </a:moveTo>
                <a:lnTo>
                  <a:pt x="650960" y="46073"/>
                </a:lnTo>
                <a:cubicBezTo>
                  <a:pt x="656109" y="36850"/>
                  <a:pt x="661392" y="32238"/>
                  <a:pt x="666810" y="32238"/>
                </a:cubicBezTo>
                <a:cubicBezTo>
                  <a:pt x="669273" y="32238"/>
                  <a:pt x="671310" y="32988"/>
                  <a:pt x="672922" y="34488"/>
                </a:cubicBezTo>
                <a:cubicBezTo>
                  <a:pt x="674534" y="35988"/>
                  <a:pt x="675340" y="37723"/>
                  <a:pt x="675340" y="39693"/>
                </a:cubicBezTo>
                <a:cubicBezTo>
                  <a:pt x="675340" y="41439"/>
                  <a:pt x="674757" y="42916"/>
                  <a:pt x="673593" y="44125"/>
                </a:cubicBezTo>
                <a:cubicBezTo>
                  <a:pt x="672429" y="45334"/>
                  <a:pt x="671041" y="45939"/>
                  <a:pt x="669429" y="45939"/>
                </a:cubicBezTo>
                <a:cubicBezTo>
                  <a:pt x="667862" y="45939"/>
                  <a:pt x="666105" y="45178"/>
                  <a:pt x="664157" y="43655"/>
                </a:cubicBezTo>
                <a:cubicBezTo>
                  <a:pt x="662209" y="42133"/>
                  <a:pt x="660765" y="41372"/>
                  <a:pt x="659825" y="41372"/>
                </a:cubicBezTo>
                <a:cubicBezTo>
                  <a:pt x="659019" y="41372"/>
                  <a:pt x="658146" y="41816"/>
                  <a:pt x="657206" y="42705"/>
                </a:cubicBezTo>
                <a:cubicBezTo>
                  <a:pt x="655191" y="44528"/>
                  <a:pt x="653109" y="47528"/>
                  <a:pt x="650960" y="51706"/>
                </a:cubicBezTo>
                <a:lnTo>
                  <a:pt x="650960" y="81132"/>
                </a:lnTo>
                <a:cubicBezTo>
                  <a:pt x="650960" y="84537"/>
                  <a:pt x="651385" y="87113"/>
                  <a:pt x="652236" y="88859"/>
                </a:cubicBezTo>
                <a:cubicBezTo>
                  <a:pt x="652818" y="90070"/>
                  <a:pt x="653848" y="91077"/>
                  <a:pt x="655325" y="91882"/>
                </a:cubicBezTo>
                <a:cubicBezTo>
                  <a:pt x="656803" y="92685"/>
                  <a:pt x="658930" y="93086"/>
                  <a:pt x="661706" y="93086"/>
                </a:cubicBezTo>
                <a:lnTo>
                  <a:pt x="661706" y="95504"/>
                </a:lnTo>
                <a:lnTo>
                  <a:pt x="630207" y="95504"/>
                </a:lnTo>
                <a:lnTo>
                  <a:pt x="630207" y="93086"/>
                </a:lnTo>
                <a:cubicBezTo>
                  <a:pt x="633341" y="93086"/>
                  <a:pt x="635669" y="92588"/>
                  <a:pt x="637192" y="91592"/>
                </a:cubicBezTo>
                <a:cubicBezTo>
                  <a:pt x="638311" y="90867"/>
                  <a:pt x="639094" y="89712"/>
                  <a:pt x="639542" y="88127"/>
                </a:cubicBezTo>
                <a:cubicBezTo>
                  <a:pt x="639766" y="87356"/>
                  <a:pt x="639878" y="85159"/>
                  <a:pt x="639878" y="81535"/>
                </a:cubicBezTo>
                <a:lnTo>
                  <a:pt x="639878" y="57894"/>
                </a:lnTo>
                <a:cubicBezTo>
                  <a:pt x="639878" y="50730"/>
                  <a:pt x="639733" y="46465"/>
                  <a:pt x="639441" y="45099"/>
                </a:cubicBezTo>
                <a:cubicBezTo>
                  <a:pt x="639150" y="43734"/>
                  <a:pt x="638613" y="42737"/>
                  <a:pt x="637830" y="42111"/>
                </a:cubicBezTo>
                <a:cubicBezTo>
                  <a:pt x="637046" y="41484"/>
                  <a:pt x="636072" y="41170"/>
                  <a:pt x="634908" y="41170"/>
                </a:cubicBezTo>
                <a:cubicBezTo>
                  <a:pt x="633520" y="41170"/>
                  <a:pt x="631953" y="41506"/>
                  <a:pt x="630207" y="42178"/>
                </a:cubicBezTo>
                <a:lnTo>
                  <a:pt x="629535" y="39760"/>
                </a:lnTo>
                <a:lnTo>
                  <a:pt x="648139" y="32238"/>
                </a:lnTo>
                <a:lnTo>
                  <a:pt x="650960" y="32238"/>
                </a:lnTo>
                <a:close/>
                <a:moveTo>
                  <a:pt x="694413" y="0"/>
                </a:moveTo>
                <a:cubicBezTo>
                  <a:pt x="696293" y="0"/>
                  <a:pt x="697894" y="664"/>
                  <a:pt x="699215" y="1992"/>
                </a:cubicBezTo>
                <a:cubicBezTo>
                  <a:pt x="700535" y="3318"/>
                  <a:pt x="701196" y="4927"/>
                  <a:pt x="701196" y="6817"/>
                </a:cubicBezTo>
                <a:cubicBezTo>
                  <a:pt x="701196" y="8707"/>
                  <a:pt x="700535" y="10328"/>
                  <a:pt x="699215" y="11678"/>
                </a:cubicBezTo>
                <a:cubicBezTo>
                  <a:pt x="697894" y="13027"/>
                  <a:pt x="696293" y="13701"/>
                  <a:pt x="694413" y="13701"/>
                </a:cubicBezTo>
                <a:cubicBezTo>
                  <a:pt x="692532" y="13701"/>
                  <a:pt x="690920" y="13027"/>
                  <a:pt x="689577" y="11678"/>
                </a:cubicBezTo>
                <a:cubicBezTo>
                  <a:pt x="688234" y="10328"/>
                  <a:pt x="687562" y="8707"/>
                  <a:pt x="687562" y="6817"/>
                </a:cubicBezTo>
                <a:cubicBezTo>
                  <a:pt x="687562" y="4927"/>
                  <a:pt x="688222" y="3318"/>
                  <a:pt x="689543" y="1992"/>
                </a:cubicBezTo>
                <a:cubicBezTo>
                  <a:pt x="690864" y="664"/>
                  <a:pt x="692487" y="0"/>
                  <a:pt x="694413" y="0"/>
                </a:cubicBezTo>
                <a:moveTo>
                  <a:pt x="699987" y="32238"/>
                </a:moveTo>
                <a:lnTo>
                  <a:pt x="699987" y="81535"/>
                </a:lnTo>
                <a:cubicBezTo>
                  <a:pt x="699987" y="85408"/>
                  <a:pt x="700267" y="87986"/>
                  <a:pt x="700827" y="89271"/>
                </a:cubicBezTo>
                <a:cubicBezTo>
                  <a:pt x="701386" y="90554"/>
                  <a:pt x="702215" y="91511"/>
                  <a:pt x="703312" y="92142"/>
                </a:cubicBezTo>
                <a:cubicBezTo>
                  <a:pt x="704408" y="92772"/>
                  <a:pt x="706412" y="93086"/>
                  <a:pt x="709322" y="93086"/>
                </a:cubicBezTo>
                <a:lnTo>
                  <a:pt x="709322" y="95504"/>
                </a:lnTo>
                <a:lnTo>
                  <a:pt x="679435" y="95504"/>
                </a:lnTo>
                <a:lnTo>
                  <a:pt x="679435" y="93086"/>
                </a:lnTo>
                <a:cubicBezTo>
                  <a:pt x="682435" y="93086"/>
                  <a:pt x="684450" y="92794"/>
                  <a:pt x="685480" y="92209"/>
                </a:cubicBezTo>
                <a:cubicBezTo>
                  <a:pt x="686510" y="91623"/>
                  <a:pt x="687327" y="90655"/>
                  <a:pt x="687931" y="89304"/>
                </a:cubicBezTo>
                <a:cubicBezTo>
                  <a:pt x="688536" y="87953"/>
                  <a:pt x="688838" y="85363"/>
                  <a:pt x="688838" y="81535"/>
                </a:cubicBezTo>
                <a:lnTo>
                  <a:pt x="688838" y="58028"/>
                </a:lnTo>
                <a:cubicBezTo>
                  <a:pt x="688838" y="51329"/>
                  <a:pt x="688637" y="46990"/>
                  <a:pt x="688234" y="45011"/>
                </a:cubicBezTo>
                <a:cubicBezTo>
                  <a:pt x="687920" y="43571"/>
                  <a:pt x="687428" y="42572"/>
                  <a:pt x="686756" y="42012"/>
                </a:cubicBezTo>
                <a:cubicBezTo>
                  <a:pt x="686084" y="41451"/>
                  <a:pt x="685167" y="41170"/>
                  <a:pt x="684002" y="41170"/>
                </a:cubicBezTo>
                <a:cubicBezTo>
                  <a:pt x="682749" y="41170"/>
                  <a:pt x="681226" y="41506"/>
                  <a:pt x="679435" y="42178"/>
                </a:cubicBezTo>
                <a:lnTo>
                  <a:pt x="678495" y="39760"/>
                </a:lnTo>
                <a:lnTo>
                  <a:pt x="697032" y="32238"/>
                </a:lnTo>
                <a:lnTo>
                  <a:pt x="699987" y="32238"/>
                </a:lnTo>
                <a:close/>
                <a:moveTo>
                  <a:pt x="727207" y="57222"/>
                </a:moveTo>
                <a:cubicBezTo>
                  <a:pt x="727162" y="66314"/>
                  <a:pt x="729379" y="73445"/>
                  <a:pt x="733856" y="78615"/>
                </a:cubicBezTo>
                <a:cubicBezTo>
                  <a:pt x="738334" y="83785"/>
                  <a:pt x="743595" y="86370"/>
                  <a:pt x="749639" y="86370"/>
                </a:cubicBezTo>
                <a:cubicBezTo>
                  <a:pt x="753669" y="86370"/>
                  <a:pt x="757173" y="85257"/>
                  <a:pt x="760150" y="83031"/>
                </a:cubicBezTo>
                <a:cubicBezTo>
                  <a:pt x="763128" y="80805"/>
                  <a:pt x="765624" y="76993"/>
                  <a:pt x="767639" y="71595"/>
                </a:cubicBezTo>
                <a:lnTo>
                  <a:pt x="769721" y="72944"/>
                </a:lnTo>
                <a:cubicBezTo>
                  <a:pt x="768780" y="79110"/>
                  <a:pt x="766049" y="84726"/>
                  <a:pt x="761527" y="89789"/>
                </a:cubicBezTo>
                <a:cubicBezTo>
                  <a:pt x="757005" y="94853"/>
                  <a:pt x="751341" y="97385"/>
                  <a:pt x="744535" y="97385"/>
                </a:cubicBezTo>
                <a:cubicBezTo>
                  <a:pt x="737147" y="97385"/>
                  <a:pt x="730823" y="94514"/>
                  <a:pt x="725562" y="88773"/>
                </a:cubicBezTo>
                <a:cubicBezTo>
                  <a:pt x="720301" y="83031"/>
                  <a:pt x="717670" y="75312"/>
                  <a:pt x="717670" y="65615"/>
                </a:cubicBezTo>
                <a:cubicBezTo>
                  <a:pt x="717670" y="55115"/>
                  <a:pt x="720368" y="46928"/>
                  <a:pt x="725763" y="41053"/>
                </a:cubicBezTo>
                <a:cubicBezTo>
                  <a:pt x="731159" y="35176"/>
                  <a:pt x="737931" y="32238"/>
                  <a:pt x="746080" y="32238"/>
                </a:cubicBezTo>
                <a:cubicBezTo>
                  <a:pt x="752975" y="32238"/>
                  <a:pt x="758639" y="34504"/>
                  <a:pt x="763072" y="39038"/>
                </a:cubicBezTo>
                <a:cubicBezTo>
                  <a:pt x="767504" y="43570"/>
                  <a:pt x="769721" y="49631"/>
                  <a:pt x="769721" y="57222"/>
                </a:cubicBezTo>
                <a:lnTo>
                  <a:pt x="727207" y="57222"/>
                </a:lnTo>
                <a:moveTo>
                  <a:pt x="727207" y="53327"/>
                </a:moveTo>
                <a:lnTo>
                  <a:pt x="755684" y="53327"/>
                </a:lnTo>
                <a:cubicBezTo>
                  <a:pt x="755460" y="49419"/>
                  <a:pt x="754990" y="46666"/>
                  <a:pt x="754274" y="45068"/>
                </a:cubicBezTo>
                <a:cubicBezTo>
                  <a:pt x="753154" y="42580"/>
                  <a:pt x="751486" y="40626"/>
                  <a:pt x="749270" y="39206"/>
                </a:cubicBezTo>
                <a:cubicBezTo>
                  <a:pt x="747054" y="37784"/>
                  <a:pt x="744737" y="37073"/>
                  <a:pt x="742319" y="37073"/>
                </a:cubicBezTo>
                <a:cubicBezTo>
                  <a:pt x="738602" y="37073"/>
                  <a:pt x="735278" y="38505"/>
                  <a:pt x="732345" y="41370"/>
                </a:cubicBezTo>
                <a:cubicBezTo>
                  <a:pt x="729412" y="44234"/>
                  <a:pt x="727700" y="48219"/>
                  <a:pt x="727207" y="53327"/>
                </a:cubicBezTo>
                <a:close/>
                <a:moveTo>
                  <a:pt x="817558" y="32238"/>
                </a:moveTo>
                <a:lnTo>
                  <a:pt x="817558" y="53192"/>
                </a:lnTo>
                <a:lnTo>
                  <a:pt x="815341" y="53192"/>
                </a:lnTo>
                <a:cubicBezTo>
                  <a:pt x="813640" y="46637"/>
                  <a:pt x="811457" y="42178"/>
                  <a:pt x="808793" y="39814"/>
                </a:cubicBezTo>
                <a:cubicBezTo>
                  <a:pt x="806129" y="37450"/>
                  <a:pt x="802737" y="36267"/>
                  <a:pt x="798618" y="36267"/>
                </a:cubicBezTo>
                <a:cubicBezTo>
                  <a:pt x="795484" y="36267"/>
                  <a:pt x="792954" y="37093"/>
                  <a:pt x="791029" y="38744"/>
                </a:cubicBezTo>
                <a:cubicBezTo>
                  <a:pt x="789104" y="40395"/>
                  <a:pt x="788141" y="42225"/>
                  <a:pt x="788141" y="44232"/>
                </a:cubicBezTo>
                <a:cubicBezTo>
                  <a:pt x="788141" y="46730"/>
                  <a:pt x="788857" y="48872"/>
                  <a:pt x="790290" y="50657"/>
                </a:cubicBezTo>
                <a:cubicBezTo>
                  <a:pt x="791678" y="52486"/>
                  <a:pt x="794499" y="54426"/>
                  <a:pt x="798752" y="56479"/>
                </a:cubicBezTo>
                <a:lnTo>
                  <a:pt x="808558" y="61231"/>
                </a:lnTo>
                <a:cubicBezTo>
                  <a:pt x="817647" y="65658"/>
                  <a:pt x="822192" y="71493"/>
                  <a:pt x="822192" y="78737"/>
                </a:cubicBezTo>
                <a:cubicBezTo>
                  <a:pt x="822192" y="84327"/>
                  <a:pt x="820076" y="88832"/>
                  <a:pt x="815845" y="92253"/>
                </a:cubicBezTo>
                <a:cubicBezTo>
                  <a:pt x="811614" y="95674"/>
                  <a:pt x="806879" y="97385"/>
                  <a:pt x="801640" y="97385"/>
                </a:cubicBezTo>
                <a:cubicBezTo>
                  <a:pt x="797879" y="97385"/>
                  <a:pt x="793581" y="96747"/>
                  <a:pt x="788745" y="95471"/>
                </a:cubicBezTo>
                <a:cubicBezTo>
                  <a:pt x="787268" y="95045"/>
                  <a:pt x="786059" y="94833"/>
                  <a:pt x="785119" y="94833"/>
                </a:cubicBezTo>
                <a:cubicBezTo>
                  <a:pt x="784089" y="94833"/>
                  <a:pt x="783283" y="95370"/>
                  <a:pt x="782701" y="96445"/>
                </a:cubicBezTo>
                <a:lnTo>
                  <a:pt x="780484" y="96445"/>
                </a:lnTo>
                <a:lnTo>
                  <a:pt x="780484" y="74415"/>
                </a:lnTo>
                <a:lnTo>
                  <a:pt x="782701" y="74415"/>
                </a:lnTo>
                <a:cubicBezTo>
                  <a:pt x="783954" y="80684"/>
                  <a:pt x="786350" y="85408"/>
                  <a:pt x="789887" y="88587"/>
                </a:cubicBezTo>
                <a:cubicBezTo>
                  <a:pt x="793424" y="91766"/>
                  <a:pt x="797387" y="93355"/>
                  <a:pt x="801775" y="93355"/>
                </a:cubicBezTo>
                <a:cubicBezTo>
                  <a:pt x="804864" y="93355"/>
                  <a:pt x="807383" y="92453"/>
                  <a:pt x="809330" y="90650"/>
                </a:cubicBezTo>
                <a:cubicBezTo>
                  <a:pt x="811278" y="88845"/>
                  <a:pt x="812252" y="86673"/>
                  <a:pt x="812252" y="84133"/>
                </a:cubicBezTo>
                <a:cubicBezTo>
                  <a:pt x="812252" y="81059"/>
                  <a:pt x="811166" y="78475"/>
                  <a:pt x="808995" y="76382"/>
                </a:cubicBezTo>
                <a:cubicBezTo>
                  <a:pt x="806823" y="74287"/>
                  <a:pt x="802491" y="71642"/>
                  <a:pt x="795999" y="68446"/>
                </a:cubicBezTo>
                <a:cubicBezTo>
                  <a:pt x="789507" y="65249"/>
                  <a:pt x="785253" y="62350"/>
                  <a:pt x="783238" y="59749"/>
                </a:cubicBezTo>
                <a:cubicBezTo>
                  <a:pt x="781223" y="57193"/>
                  <a:pt x="780216" y="53964"/>
                  <a:pt x="780216" y="50063"/>
                </a:cubicBezTo>
                <a:cubicBezTo>
                  <a:pt x="780216" y="44995"/>
                  <a:pt x="781951" y="40758"/>
                  <a:pt x="785421" y="37350"/>
                </a:cubicBezTo>
                <a:cubicBezTo>
                  <a:pt x="788891" y="33942"/>
                  <a:pt x="793380" y="32238"/>
                  <a:pt x="798887" y="32238"/>
                </a:cubicBezTo>
                <a:cubicBezTo>
                  <a:pt x="801305" y="32238"/>
                  <a:pt x="804237" y="32753"/>
                  <a:pt x="807685" y="33782"/>
                </a:cubicBezTo>
                <a:cubicBezTo>
                  <a:pt x="809969" y="34454"/>
                  <a:pt x="811491" y="34790"/>
                  <a:pt x="812252" y="34790"/>
                </a:cubicBezTo>
                <a:cubicBezTo>
                  <a:pt x="812968" y="34790"/>
                  <a:pt x="813528" y="34633"/>
                  <a:pt x="813931" y="34320"/>
                </a:cubicBezTo>
                <a:cubicBezTo>
                  <a:pt x="814334" y="34006"/>
                  <a:pt x="814804" y="33312"/>
                  <a:pt x="815341" y="32238"/>
                </a:cubicBezTo>
                <a:lnTo>
                  <a:pt x="817558" y="32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B9402-3EE7-472B-9616-6B57FA46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477" y="847176"/>
            <a:ext cx="1126044" cy="448395"/>
          </a:xfrm>
          <a:custGeom xmlns:a="http://schemas.openxmlformats.org/drawingml/2006/main">
            <a:pathLst>
              <a:path w="1126044" h="448395">
                <a:moveTo>
                  <a:pt x="0" y="74733"/>
                </a:moveTo>
                <a:lnTo>
                  <a:pt x="0" y="74733"/>
                </a:lnTo>
                <a:cubicBezTo>
                  <a:pt x="0" y="33459"/>
                  <a:pt x="252074" y="0"/>
                  <a:pt x="563022" y="0"/>
                </a:cubicBezTo>
                <a:cubicBezTo>
                  <a:pt x="873971" y="0"/>
                  <a:pt x="1126044" y="33459"/>
                  <a:pt x="1126044" y="74733"/>
                </a:cubicBezTo>
                <a:lnTo>
                  <a:pt x="1126044" y="373663"/>
                </a:lnTo>
                <a:cubicBezTo>
                  <a:pt x="1126044" y="414936"/>
                  <a:pt x="873971" y="448395"/>
                  <a:pt x="563022" y="448395"/>
                </a:cubicBezTo>
                <a:cubicBezTo>
                  <a:pt x="252074" y="448395"/>
                  <a:pt x="0" y="414936"/>
                  <a:pt x="0" y="373663"/>
                </a:cubicBezTo>
                <a:lnTo>
                  <a:pt x="0" y="7473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611568-82AC-4688-B613-BCAF5976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477" y="921909"/>
            <a:ext cx="1126044" cy="74732"/>
          </a:xfrm>
          <a:custGeom xmlns:a="http://schemas.openxmlformats.org/drawingml/2006/main">
            <a:pathLst>
              <a:path w="1126044" h="74732">
                <a:moveTo>
                  <a:pt x="1126044" y="0"/>
                </a:moveTo>
                <a:lnTo>
                  <a:pt x="1126044" y="0"/>
                </a:lnTo>
                <a:cubicBezTo>
                  <a:pt x="1126044" y="41274"/>
                  <a:pt x="873971" y="74732"/>
                  <a:pt x="563022" y="74732"/>
                </a:cubicBezTo>
                <a:cubicBezTo>
                  <a:pt x="252074" y="74732"/>
                  <a:pt x="0" y="41274"/>
                  <a:pt x="0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239B4-7C8B-4EC4-B136-2A43661E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477" y="847176"/>
            <a:ext cx="1126044" cy="448395"/>
          </a:xfrm>
          <a:custGeom xmlns:a="http://schemas.openxmlformats.org/drawingml/2006/main">
            <a:pathLst>
              <a:path w="1126044" h="448395">
                <a:moveTo>
                  <a:pt x="0" y="74733"/>
                </a:moveTo>
                <a:lnTo>
                  <a:pt x="0" y="74733"/>
                </a:lnTo>
                <a:cubicBezTo>
                  <a:pt x="0" y="33459"/>
                  <a:pt x="252074" y="0"/>
                  <a:pt x="563022" y="0"/>
                </a:cubicBezTo>
                <a:cubicBezTo>
                  <a:pt x="873971" y="0"/>
                  <a:pt x="1126044" y="33459"/>
                  <a:pt x="1126044" y="74733"/>
                </a:cubicBezTo>
                <a:lnTo>
                  <a:pt x="1126044" y="373663"/>
                </a:lnTo>
                <a:cubicBezTo>
                  <a:pt x="1126044" y="414936"/>
                  <a:pt x="873971" y="448395"/>
                  <a:pt x="563022" y="448395"/>
                </a:cubicBezTo>
                <a:cubicBezTo>
                  <a:pt x="252074" y="448395"/>
                  <a:pt x="0" y="414936"/>
                  <a:pt x="0" y="373663"/>
                </a:cubicBezTo>
                <a:lnTo>
                  <a:pt x="0" y="7473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2C7B7-6F7C-4A13-9D91-180A6B72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477" y="921909"/>
            <a:ext cx="1126044" cy="74732"/>
          </a:xfrm>
          <a:custGeom xmlns:a="http://schemas.openxmlformats.org/drawingml/2006/main">
            <a:pathLst>
              <a:path w="1126044" h="74732" fill="none">
                <a:moveTo>
                  <a:pt x="1126044" y="0"/>
                </a:moveTo>
                <a:lnTo>
                  <a:pt x="1126044" y="0"/>
                </a:lnTo>
                <a:cubicBezTo>
                  <a:pt x="1126044" y="41274"/>
                  <a:pt x="873971" y="74732"/>
                  <a:pt x="563022" y="74732"/>
                </a:cubicBezTo>
                <a:cubicBezTo>
                  <a:pt x="252074" y="74732"/>
                  <a:pt x="0" y="4127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84D5E-1348-4D05-8B96-CE83E72C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477" y="847176"/>
            <a:ext cx="1126044" cy="448395"/>
          </a:xfrm>
          <a:custGeom xmlns:a="http://schemas.openxmlformats.org/drawingml/2006/main">
            <a:pathLst>
              <a:path w="1126044" h="448395" fill="none">
                <a:moveTo>
                  <a:pt x="0" y="74733"/>
                </a:moveTo>
                <a:lnTo>
                  <a:pt x="0" y="74733"/>
                </a:lnTo>
                <a:cubicBezTo>
                  <a:pt x="0" y="33459"/>
                  <a:pt x="252074" y="0"/>
                  <a:pt x="563022" y="0"/>
                </a:cubicBezTo>
                <a:cubicBezTo>
                  <a:pt x="873971" y="0"/>
                  <a:pt x="1126044" y="33459"/>
                  <a:pt x="1126044" y="74733"/>
                </a:cubicBezTo>
                <a:lnTo>
                  <a:pt x="1126044" y="373663"/>
                </a:lnTo>
                <a:cubicBezTo>
                  <a:pt x="1126044" y="414936"/>
                  <a:pt x="873971" y="448395"/>
                  <a:pt x="563022" y="448395"/>
                </a:cubicBezTo>
                <a:cubicBezTo>
                  <a:pt x="252074" y="448395"/>
                  <a:pt x="0" y="414936"/>
                  <a:pt x="0" y="373663"/>
                </a:cubicBezTo>
                <a:lnTo>
                  <a:pt x="0" y="747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16" name="Text 4Libraries">
            <a:extLst xmlns:a="http://schemas.openxmlformats.org/drawingml/2006/main">
              <a:ext uri="{FF2B5EF4-FFF2-40B4-BE49-F238E27FC236}">
                <a16:creationId xmlns:a16="http://schemas.microsoft.com/office/drawing/2014/main" id="{49EB1C5F-F6DB-4D93-91F3-FDF63C18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349" y="1063043"/>
            <a:ext cx="591733" cy="97385"/>
          </a:xfrm>
          <a:custGeom xmlns:a="http://schemas.openxmlformats.org/drawingml/2006/main">
            <a:pathLst>
              <a:path w="591733" h="97385">
                <a:moveTo>
                  <a:pt x="29715" y="76296"/>
                </a:moveTo>
                <a:lnTo>
                  <a:pt x="0" y="76296"/>
                </a:lnTo>
                <a:lnTo>
                  <a:pt x="3291" y="65013"/>
                </a:lnTo>
                <a:lnTo>
                  <a:pt x="57826" y="2552"/>
                </a:lnTo>
                <a:lnTo>
                  <a:pt x="66625" y="2552"/>
                </a:lnTo>
                <a:lnTo>
                  <a:pt x="48355" y="65013"/>
                </a:lnTo>
                <a:lnTo>
                  <a:pt x="58901" y="65013"/>
                </a:lnTo>
                <a:lnTo>
                  <a:pt x="55341" y="76296"/>
                </a:lnTo>
                <a:lnTo>
                  <a:pt x="45055" y="76296"/>
                </a:lnTo>
                <a:lnTo>
                  <a:pt x="38887" y="97385"/>
                </a:lnTo>
                <a:lnTo>
                  <a:pt x="23641" y="97385"/>
                </a:lnTo>
                <a:lnTo>
                  <a:pt x="29715" y="76296"/>
                </a:lnTo>
                <a:moveTo>
                  <a:pt x="32966" y="65013"/>
                </a:moveTo>
                <a:lnTo>
                  <a:pt x="44394" y="25335"/>
                </a:lnTo>
                <a:lnTo>
                  <a:pt x="9873" y="65013"/>
                </a:lnTo>
                <a:lnTo>
                  <a:pt x="32966" y="65013"/>
                </a:lnTo>
                <a:close/>
                <a:moveTo>
                  <a:pt x="179536" y="70251"/>
                </a:moveTo>
                <a:lnTo>
                  <a:pt x="181752" y="70724"/>
                </a:lnTo>
                <a:lnTo>
                  <a:pt x="173961" y="95504"/>
                </a:lnTo>
                <a:lnTo>
                  <a:pt x="103441" y="95504"/>
                </a:lnTo>
                <a:lnTo>
                  <a:pt x="103441" y="92952"/>
                </a:lnTo>
                <a:lnTo>
                  <a:pt x="106866" y="92952"/>
                </a:lnTo>
                <a:cubicBezTo>
                  <a:pt x="110717" y="92952"/>
                  <a:pt x="113471" y="91711"/>
                  <a:pt x="115127" y="89229"/>
                </a:cubicBezTo>
                <a:cubicBezTo>
                  <a:pt x="116068" y="87810"/>
                  <a:pt x="116538" y="84529"/>
                  <a:pt x="116538" y="79385"/>
                </a:cubicBezTo>
                <a:lnTo>
                  <a:pt x="116538" y="20552"/>
                </a:lnTo>
                <a:cubicBezTo>
                  <a:pt x="116538" y="14893"/>
                  <a:pt x="115911" y="11351"/>
                  <a:pt x="114657" y="9925"/>
                </a:cubicBezTo>
                <a:cubicBezTo>
                  <a:pt x="112911" y="7965"/>
                  <a:pt x="110314" y="6985"/>
                  <a:pt x="106866" y="6985"/>
                </a:cubicBezTo>
                <a:lnTo>
                  <a:pt x="103441" y="6985"/>
                </a:lnTo>
                <a:lnTo>
                  <a:pt x="103441" y="4433"/>
                </a:lnTo>
                <a:lnTo>
                  <a:pt x="144679" y="4433"/>
                </a:lnTo>
                <a:lnTo>
                  <a:pt x="144679" y="6985"/>
                </a:lnTo>
                <a:cubicBezTo>
                  <a:pt x="139843" y="6940"/>
                  <a:pt x="136451" y="7384"/>
                  <a:pt x="134504" y="8315"/>
                </a:cubicBezTo>
                <a:cubicBezTo>
                  <a:pt x="132556" y="9247"/>
                  <a:pt x="131224" y="10423"/>
                  <a:pt x="130507" y="11844"/>
                </a:cubicBezTo>
                <a:cubicBezTo>
                  <a:pt x="129791" y="13264"/>
                  <a:pt x="129433" y="16659"/>
                  <a:pt x="129433" y="22029"/>
                </a:cubicBezTo>
                <a:lnTo>
                  <a:pt x="129433" y="79308"/>
                </a:lnTo>
                <a:cubicBezTo>
                  <a:pt x="129433" y="83028"/>
                  <a:pt x="129791" y="85583"/>
                  <a:pt x="130507" y="86973"/>
                </a:cubicBezTo>
                <a:cubicBezTo>
                  <a:pt x="131045" y="87913"/>
                  <a:pt x="131873" y="88608"/>
                  <a:pt x="132992" y="89057"/>
                </a:cubicBezTo>
                <a:cubicBezTo>
                  <a:pt x="134112" y="89504"/>
                  <a:pt x="137604" y="89728"/>
                  <a:pt x="143470" y="89728"/>
                </a:cubicBezTo>
                <a:lnTo>
                  <a:pt x="150119" y="89728"/>
                </a:lnTo>
                <a:cubicBezTo>
                  <a:pt x="157104" y="89728"/>
                  <a:pt x="162006" y="89212"/>
                  <a:pt x="164827" y="88179"/>
                </a:cubicBezTo>
                <a:cubicBezTo>
                  <a:pt x="167648" y="87145"/>
                  <a:pt x="170223" y="85315"/>
                  <a:pt x="172551" y="82687"/>
                </a:cubicBezTo>
                <a:cubicBezTo>
                  <a:pt x="174879" y="80058"/>
                  <a:pt x="177207" y="75913"/>
                  <a:pt x="179536" y="70251"/>
                </a:cubicBezTo>
                <a:close/>
                <a:moveTo>
                  <a:pt x="204539" y="0"/>
                </a:moveTo>
                <a:cubicBezTo>
                  <a:pt x="206419" y="0"/>
                  <a:pt x="208020" y="664"/>
                  <a:pt x="209341" y="1992"/>
                </a:cubicBezTo>
                <a:cubicBezTo>
                  <a:pt x="210662" y="3318"/>
                  <a:pt x="211322" y="4927"/>
                  <a:pt x="211322" y="6817"/>
                </a:cubicBezTo>
                <a:cubicBezTo>
                  <a:pt x="211322" y="8707"/>
                  <a:pt x="210662" y="10328"/>
                  <a:pt x="209341" y="11678"/>
                </a:cubicBezTo>
                <a:cubicBezTo>
                  <a:pt x="208020" y="13027"/>
                  <a:pt x="206419" y="13701"/>
                  <a:pt x="204539" y="13701"/>
                </a:cubicBezTo>
                <a:cubicBezTo>
                  <a:pt x="202658" y="13701"/>
                  <a:pt x="201046" y="13027"/>
                  <a:pt x="199703" y="11678"/>
                </a:cubicBezTo>
                <a:cubicBezTo>
                  <a:pt x="198360" y="10328"/>
                  <a:pt x="197688" y="8707"/>
                  <a:pt x="197688" y="6817"/>
                </a:cubicBezTo>
                <a:cubicBezTo>
                  <a:pt x="197688" y="4927"/>
                  <a:pt x="198349" y="3318"/>
                  <a:pt x="199669" y="1992"/>
                </a:cubicBezTo>
                <a:cubicBezTo>
                  <a:pt x="200990" y="664"/>
                  <a:pt x="202613" y="0"/>
                  <a:pt x="204539" y="0"/>
                </a:cubicBezTo>
                <a:moveTo>
                  <a:pt x="210113" y="32238"/>
                </a:moveTo>
                <a:lnTo>
                  <a:pt x="210113" y="81535"/>
                </a:lnTo>
                <a:cubicBezTo>
                  <a:pt x="210113" y="85408"/>
                  <a:pt x="210393" y="87986"/>
                  <a:pt x="210953" y="89271"/>
                </a:cubicBezTo>
                <a:cubicBezTo>
                  <a:pt x="211512" y="90554"/>
                  <a:pt x="212341" y="91511"/>
                  <a:pt x="213438" y="92142"/>
                </a:cubicBezTo>
                <a:cubicBezTo>
                  <a:pt x="214535" y="92772"/>
                  <a:pt x="216538" y="93086"/>
                  <a:pt x="219449" y="93086"/>
                </a:cubicBezTo>
                <a:lnTo>
                  <a:pt x="219449" y="95504"/>
                </a:lnTo>
                <a:lnTo>
                  <a:pt x="189561" y="95504"/>
                </a:lnTo>
                <a:lnTo>
                  <a:pt x="189561" y="93086"/>
                </a:lnTo>
                <a:cubicBezTo>
                  <a:pt x="192561" y="93086"/>
                  <a:pt x="194576" y="92794"/>
                  <a:pt x="195606" y="92209"/>
                </a:cubicBezTo>
                <a:cubicBezTo>
                  <a:pt x="196636" y="91623"/>
                  <a:pt x="197453" y="90655"/>
                  <a:pt x="198057" y="89304"/>
                </a:cubicBezTo>
                <a:cubicBezTo>
                  <a:pt x="198662" y="87953"/>
                  <a:pt x="198964" y="85363"/>
                  <a:pt x="198964" y="81535"/>
                </a:cubicBezTo>
                <a:lnTo>
                  <a:pt x="198964" y="58028"/>
                </a:lnTo>
                <a:cubicBezTo>
                  <a:pt x="198964" y="51329"/>
                  <a:pt x="198763" y="46990"/>
                  <a:pt x="198360" y="45011"/>
                </a:cubicBezTo>
                <a:cubicBezTo>
                  <a:pt x="198046" y="43571"/>
                  <a:pt x="197554" y="42572"/>
                  <a:pt x="196882" y="42012"/>
                </a:cubicBezTo>
                <a:cubicBezTo>
                  <a:pt x="196211" y="41451"/>
                  <a:pt x="195293" y="41170"/>
                  <a:pt x="194129" y="41170"/>
                </a:cubicBezTo>
                <a:cubicBezTo>
                  <a:pt x="192875" y="41170"/>
                  <a:pt x="191352" y="41506"/>
                  <a:pt x="189561" y="42178"/>
                </a:cubicBezTo>
                <a:lnTo>
                  <a:pt x="188621" y="39760"/>
                </a:lnTo>
                <a:lnTo>
                  <a:pt x="207158" y="32238"/>
                </a:lnTo>
                <a:lnTo>
                  <a:pt x="210113" y="32238"/>
                </a:lnTo>
                <a:close/>
                <a:moveTo>
                  <a:pt x="243848" y="44782"/>
                </a:moveTo>
                <a:cubicBezTo>
                  <a:pt x="249803" y="36419"/>
                  <a:pt x="256228" y="32238"/>
                  <a:pt x="263124" y="32238"/>
                </a:cubicBezTo>
                <a:cubicBezTo>
                  <a:pt x="269437" y="32238"/>
                  <a:pt x="274944" y="34933"/>
                  <a:pt x="279646" y="40322"/>
                </a:cubicBezTo>
                <a:cubicBezTo>
                  <a:pt x="284347" y="45712"/>
                  <a:pt x="286698" y="53081"/>
                  <a:pt x="286698" y="62429"/>
                </a:cubicBezTo>
                <a:cubicBezTo>
                  <a:pt x="286698" y="73343"/>
                  <a:pt x="283071" y="82132"/>
                  <a:pt x="275817" y="88796"/>
                </a:cubicBezTo>
                <a:cubicBezTo>
                  <a:pt x="269594" y="94522"/>
                  <a:pt x="262654" y="97385"/>
                  <a:pt x="254997" y="97385"/>
                </a:cubicBezTo>
                <a:cubicBezTo>
                  <a:pt x="251415" y="97385"/>
                  <a:pt x="247777" y="96731"/>
                  <a:pt x="244083" y="95425"/>
                </a:cubicBezTo>
                <a:cubicBezTo>
                  <a:pt x="240389" y="94118"/>
                  <a:pt x="236617" y="92157"/>
                  <a:pt x="232767" y="89542"/>
                </a:cubicBezTo>
                <a:lnTo>
                  <a:pt x="232767" y="25925"/>
                </a:lnTo>
                <a:cubicBezTo>
                  <a:pt x="232767" y="18940"/>
                  <a:pt x="232599" y="14641"/>
                  <a:pt x="232263" y="13029"/>
                </a:cubicBezTo>
                <a:cubicBezTo>
                  <a:pt x="231927" y="11418"/>
                  <a:pt x="231401" y="10321"/>
                  <a:pt x="230685" y="9738"/>
                </a:cubicBezTo>
                <a:cubicBezTo>
                  <a:pt x="229968" y="9156"/>
                  <a:pt x="229073" y="8865"/>
                  <a:pt x="227998" y="8865"/>
                </a:cubicBezTo>
                <a:cubicBezTo>
                  <a:pt x="226744" y="8865"/>
                  <a:pt x="225177" y="9224"/>
                  <a:pt x="223297" y="9940"/>
                </a:cubicBezTo>
                <a:lnTo>
                  <a:pt x="222356" y="7522"/>
                </a:lnTo>
                <a:lnTo>
                  <a:pt x="240826" y="0"/>
                </a:lnTo>
                <a:lnTo>
                  <a:pt x="243848" y="0"/>
                </a:lnTo>
                <a:lnTo>
                  <a:pt x="243848" y="44782"/>
                </a:lnTo>
                <a:moveTo>
                  <a:pt x="243848" y="49058"/>
                </a:moveTo>
                <a:lnTo>
                  <a:pt x="243848" y="85667"/>
                </a:lnTo>
                <a:cubicBezTo>
                  <a:pt x="246132" y="87895"/>
                  <a:pt x="248494" y="89577"/>
                  <a:pt x="250934" y="90713"/>
                </a:cubicBezTo>
                <a:cubicBezTo>
                  <a:pt x="253374" y="91847"/>
                  <a:pt x="255870" y="92415"/>
                  <a:pt x="258422" y="92415"/>
                </a:cubicBezTo>
                <a:cubicBezTo>
                  <a:pt x="262497" y="92415"/>
                  <a:pt x="266292" y="90188"/>
                  <a:pt x="269806" y="85734"/>
                </a:cubicBezTo>
                <a:cubicBezTo>
                  <a:pt x="273321" y="81281"/>
                  <a:pt x="275079" y="74800"/>
                  <a:pt x="275079" y="66293"/>
                </a:cubicBezTo>
                <a:cubicBezTo>
                  <a:pt x="275079" y="58455"/>
                  <a:pt x="273321" y="52431"/>
                  <a:pt x="269806" y="48222"/>
                </a:cubicBezTo>
                <a:cubicBezTo>
                  <a:pt x="266292" y="44013"/>
                  <a:pt x="262295" y="41909"/>
                  <a:pt x="257818" y="41909"/>
                </a:cubicBezTo>
                <a:cubicBezTo>
                  <a:pt x="255445" y="41909"/>
                  <a:pt x="253072" y="42510"/>
                  <a:pt x="250699" y="43712"/>
                </a:cubicBezTo>
                <a:cubicBezTo>
                  <a:pt x="248908" y="44603"/>
                  <a:pt x="246624" y="46385"/>
                  <a:pt x="243848" y="49058"/>
                </a:cubicBezTo>
                <a:close/>
                <a:moveTo>
                  <a:pt x="313764" y="32238"/>
                </a:moveTo>
                <a:lnTo>
                  <a:pt x="313764" y="46073"/>
                </a:lnTo>
                <a:cubicBezTo>
                  <a:pt x="318913" y="36850"/>
                  <a:pt x="324196" y="32238"/>
                  <a:pt x="329614" y="32238"/>
                </a:cubicBezTo>
                <a:cubicBezTo>
                  <a:pt x="332077" y="32238"/>
                  <a:pt x="334114" y="32988"/>
                  <a:pt x="335726" y="34488"/>
                </a:cubicBezTo>
                <a:cubicBezTo>
                  <a:pt x="337338" y="35988"/>
                  <a:pt x="338144" y="37723"/>
                  <a:pt x="338144" y="39693"/>
                </a:cubicBezTo>
                <a:cubicBezTo>
                  <a:pt x="338144" y="41439"/>
                  <a:pt x="337562" y="42916"/>
                  <a:pt x="336397" y="44125"/>
                </a:cubicBezTo>
                <a:cubicBezTo>
                  <a:pt x="335233" y="45334"/>
                  <a:pt x="333845" y="45939"/>
                  <a:pt x="332233" y="45939"/>
                </a:cubicBezTo>
                <a:cubicBezTo>
                  <a:pt x="330666" y="45939"/>
                  <a:pt x="328909" y="45178"/>
                  <a:pt x="326961" y="43655"/>
                </a:cubicBezTo>
                <a:cubicBezTo>
                  <a:pt x="325013" y="42133"/>
                  <a:pt x="323569" y="41372"/>
                  <a:pt x="322629" y="41372"/>
                </a:cubicBezTo>
                <a:cubicBezTo>
                  <a:pt x="321823" y="41372"/>
                  <a:pt x="320950" y="41816"/>
                  <a:pt x="320010" y="42705"/>
                </a:cubicBezTo>
                <a:cubicBezTo>
                  <a:pt x="317995" y="44528"/>
                  <a:pt x="315913" y="47528"/>
                  <a:pt x="313764" y="51706"/>
                </a:cubicBezTo>
                <a:lnTo>
                  <a:pt x="313764" y="81132"/>
                </a:lnTo>
                <a:cubicBezTo>
                  <a:pt x="313764" y="84537"/>
                  <a:pt x="314189" y="87113"/>
                  <a:pt x="315040" y="88859"/>
                </a:cubicBezTo>
                <a:cubicBezTo>
                  <a:pt x="315622" y="90070"/>
                  <a:pt x="316652" y="91077"/>
                  <a:pt x="318129" y="91882"/>
                </a:cubicBezTo>
                <a:cubicBezTo>
                  <a:pt x="319607" y="92685"/>
                  <a:pt x="321734" y="93086"/>
                  <a:pt x="324510" y="93086"/>
                </a:cubicBezTo>
                <a:lnTo>
                  <a:pt x="324510" y="95504"/>
                </a:lnTo>
                <a:lnTo>
                  <a:pt x="293011" y="95504"/>
                </a:lnTo>
                <a:lnTo>
                  <a:pt x="293011" y="93086"/>
                </a:lnTo>
                <a:cubicBezTo>
                  <a:pt x="296145" y="93086"/>
                  <a:pt x="298473" y="92588"/>
                  <a:pt x="299996" y="91592"/>
                </a:cubicBezTo>
                <a:cubicBezTo>
                  <a:pt x="301115" y="90867"/>
                  <a:pt x="301899" y="89712"/>
                  <a:pt x="302346" y="88127"/>
                </a:cubicBezTo>
                <a:cubicBezTo>
                  <a:pt x="302570" y="87356"/>
                  <a:pt x="302682" y="85159"/>
                  <a:pt x="302682" y="81535"/>
                </a:cubicBezTo>
                <a:lnTo>
                  <a:pt x="302682" y="57894"/>
                </a:lnTo>
                <a:cubicBezTo>
                  <a:pt x="302682" y="50730"/>
                  <a:pt x="302537" y="46465"/>
                  <a:pt x="302246" y="45099"/>
                </a:cubicBezTo>
                <a:cubicBezTo>
                  <a:pt x="301955" y="43734"/>
                  <a:pt x="301417" y="42737"/>
                  <a:pt x="300634" y="42111"/>
                </a:cubicBezTo>
                <a:cubicBezTo>
                  <a:pt x="299850" y="41484"/>
                  <a:pt x="298876" y="41170"/>
                  <a:pt x="297712" y="41170"/>
                </a:cubicBezTo>
                <a:cubicBezTo>
                  <a:pt x="296324" y="41170"/>
                  <a:pt x="294757" y="41506"/>
                  <a:pt x="293011" y="42178"/>
                </a:cubicBezTo>
                <a:lnTo>
                  <a:pt x="292339" y="39760"/>
                </a:lnTo>
                <a:lnTo>
                  <a:pt x="310943" y="32238"/>
                </a:lnTo>
                <a:lnTo>
                  <a:pt x="313764" y="32238"/>
                </a:lnTo>
                <a:close/>
                <a:moveTo>
                  <a:pt x="376425" y="86710"/>
                </a:moveTo>
                <a:cubicBezTo>
                  <a:pt x="370112" y="91589"/>
                  <a:pt x="366149" y="94409"/>
                  <a:pt x="364537" y="95168"/>
                </a:cubicBezTo>
                <a:cubicBezTo>
                  <a:pt x="362119" y="96288"/>
                  <a:pt x="359545" y="96848"/>
                  <a:pt x="356814" y="96848"/>
                </a:cubicBezTo>
                <a:cubicBezTo>
                  <a:pt x="352560" y="96848"/>
                  <a:pt x="349056" y="95392"/>
                  <a:pt x="346303" y="92482"/>
                </a:cubicBezTo>
                <a:cubicBezTo>
                  <a:pt x="343549" y="89572"/>
                  <a:pt x="342172" y="85743"/>
                  <a:pt x="342172" y="80997"/>
                </a:cubicBezTo>
                <a:cubicBezTo>
                  <a:pt x="342172" y="77997"/>
                  <a:pt x="342844" y="75400"/>
                  <a:pt x="344187" y="73207"/>
                </a:cubicBezTo>
                <a:cubicBezTo>
                  <a:pt x="346023" y="70162"/>
                  <a:pt x="349213" y="67296"/>
                  <a:pt x="353758" y="64610"/>
                </a:cubicBezTo>
                <a:cubicBezTo>
                  <a:pt x="358302" y="61923"/>
                  <a:pt x="365858" y="58655"/>
                  <a:pt x="376425" y="54804"/>
                </a:cubicBezTo>
                <a:lnTo>
                  <a:pt x="376425" y="52395"/>
                </a:lnTo>
                <a:cubicBezTo>
                  <a:pt x="376425" y="46283"/>
                  <a:pt x="375451" y="42090"/>
                  <a:pt x="373503" y="39814"/>
                </a:cubicBezTo>
                <a:cubicBezTo>
                  <a:pt x="371556" y="37539"/>
                  <a:pt x="368724" y="36402"/>
                  <a:pt x="365007" y="36402"/>
                </a:cubicBezTo>
                <a:cubicBezTo>
                  <a:pt x="362187" y="36402"/>
                  <a:pt x="359948" y="37163"/>
                  <a:pt x="358291" y="38685"/>
                </a:cubicBezTo>
                <a:cubicBezTo>
                  <a:pt x="356590" y="40208"/>
                  <a:pt x="355739" y="41954"/>
                  <a:pt x="355739" y="43924"/>
                </a:cubicBezTo>
                <a:lnTo>
                  <a:pt x="355873" y="47819"/>
                </a:lnTo>
                <a:cubicBezTo>
                  <a:pt x="355873" y="49879"/>
                  <a:pt x="355347" y="51468"/>
                  <a:pt x="354295" y="52588"/>
                </a:cubicBezTo>
                <a:cubicBezTo>
                  <a:pt x="353243" y="53707"/>
                  <a:pt x="351866" y="54267"/>
                  <a:pt x="350165" y="54267"/>
                </a:cubicBezTo>
                <a:cubicBezTo>
                  <a:pt x="348508" y="54267"/>
                  <a:pt x="347153" y="53683"/>
                  <a:pt x="346101" y="52516"/>
                </a:cubicBezTo>
                <a:cubicBezTo>
                  <a:pt x="345049" y="51348"/>
                  <a:pt x="344523" y="49754"/>
                  <a:pt x="344523" y="47733"/>
                </a:cubicBezTo>
                <a:cubicBezTo>
                  <a:pt x="344523" y="43870"/>
                  <a:pt x="346493" y="40322"/>
                  <a:pt x="350433" y="37088"/>
                </a:cubicBezTo>
                <a:cubicBezTo>
                  <a:pt x="354373" y="33855"/>
                  <a:pt x="359903" y="32238"/>
                  <a:pt x="367022" y="32238"/>
                </a:cubicBezTo>
                <a:cubicBezTo>
                  <a:pt x="372485" y="32238"/>
                  <a:pt x="376962" y="33154"/>
                  <a:pt x="380455" y="34987"/>
                </a:cubicBezTo>
                <a:cubicBezTo>
                  <a:pt x="383096" y="36374"/>
                  <a:pt x="385044" y="38543"/>
                  <a:pt x="386298" y="41496"/>
                </a:cubicBezTo>
                <a:cubicBezTo>
                  <a:pt x="387104" y="43418"/>
                  <a:pt x="387507" y="47353"/>
                  <a:pt x="387507" y="53301"/>
                </a:cubicBezTo>
                <a:lnTo>
                  <a:pt x="387507" y="74164"/>
                </a:lnTo>
                <a:cubicBezTo>
                  <a:pt x="387507" y="80022"/>
                  <a:pt x="387619" y="83611"/>
                  <a:pt x="387842" y="84930"/>
                </a:cubicBezTo>
                <a:cubicBezTo>
                  <a:pt x="388066" y="86250"/>
                  <a:pt x="388436" y="87134"/>
                  <a:pt x="388951" y="87581"/>
                </a:cubicBezTo>
                <a:cubicBezTo>
                  <a:pt x="389466" y="88028"/>
                  <a:pt x="390059" y="88251"/>
                  <a:pt x="390730" y="88251"/>
                </a:cubicBezTo>
                <a:cubicBezTo>
                  <a:pt x="391447" y="88251"/>
                  <a:pt x="392074" y="88094"/>
                  <a:pt x="392611" y="87781"/>
                </a:cubicBezTo>
                <a:cubicBezTo>
                  <a:pt x="393551" y="87199"/>
                  <a:pt x="395365" y="85564"/>
                  <a:pt x="398051" y="82878"/>
                </a:cubicBezTo>
                <a:lnTo>
                  <a:pt x="398051" y="86639"/>
                </a:lnTo>
                <a:cubicBezTo>
                  <a:pt x="393036" y="93355"/>
                  <a:pt x="388245" y="96713"/>
                  <a:pt x="383678" y="96713"/>
                </a:cubicBezTo>
                <a:cubicBezTo>
                  <a:pt x="381484" y="96713"/>
                  <a:pt x="379738" y="95958"/>
                  <a:pt x="378440" y="94446"/>
                </a:cubicBezTo>
                <a:cubicBezTo>
                  <a:pt x="377141" y="92934"/>
                  <a:pt x="376470" y="90355"/>
                  <a:pt x="376425" y="86710"/>
                </a:cubicBezTo>
                <a:moveTo>
                  <a:pt x="376425" y="82355"/>
                </a:moveTo>
                <a:lnTo>
                  <a:pt x="376425" y="58968"/>
                </a:lnTo>
                <a:cubicBezTo>
                  <a:pt x="369664" y="61649"/>
                  <a:pt x="365298" y="63548"/>
                  <a:pt x="363328" y="64664"/>
                </a:cubicBezTo>
                <a:cubicBezTo>
                  <a:pt x="359791" y="66630"/>
                  <a:pt x="357261" y="68686"/>
                  <a:pt x="355739" y="70831"/>
                </a:cubicBezTo>
                <a:cubicBezTo>
                  <a:pt x="354217" y="72974"/>
                  <a:pt x="353456" y="75319"/>
                  <a:pt x="353456" y="77866"/>
                </a:cubicBezTo>
                <a:cubicBezTo>
                  <a:pt x="353456" y="81083"/>
                  <a:pt x="354418" y="83752"/>
                  <a:pt x="356343" y="85875"/>
                </a:cubicBezTo>
                <a:cubicBezTo>
                  <a:pt x="358269" y="87996"/>
                  <a:pt x="360485" y="89057"/>
                  <a:pt x="362993" y="89057"/>
                </a:cubicBezTo>
                <a:cubicBezTo>
                  <a:pt x="366395" y="89057"/>
                  <a:pt x="370873" y="86823"/>
                  <a:pt x="376425" y="82355"/>
                </a:cubicBezTo>
                <a:close/>
                <a:moveTo>
                  <a:pt x="420501" y="32238"/>
                </a:moveTo>
                <a:lnTo>
                  <a:pt x="420501" y="46073"/>
                </a:lnTo>
                <a:cubicBezTo>
                  <a:pt x="425650" y="36850"/>
                  <a:pt x="430933" y="32238"/>
                  <a:pt x="436351" y="32238"/>
                </a:cubicBezTo>
                <a:cubicBezTo>
                  <a:pt x="438814" y="32238"/>
                  <a:pt x="440851" y="32988"/>
                  <a:pt x="442463" y="34488"/>
                </a:cubicBezTo>
                <a:cubicBezTo>
                  <a:pt x="444075" y="35988"/>
                  <a:pt x="444881" y="37723"/>
                  <a:pt x="444881" y="39693"/>
                </a:cubicBezTo>
                <a:cubicBezTo>
                  <a:pt x="444881" y="41439"/>
                  <a:pt x="444299" y="42916"/>
                  <a:pt x="443134" y="44125"/>
                </a:cubicBezTo>
                <a:cubicBezTo>
                  <a:pt x="441970" y="45334"/>
                  <a:pt x="440582" y="45939"/>
                  <a:pt x="438970" y="45939"/>
                </a:cubicBezTo>
                <a:cubicBezTo>
                  <a:pt x="437403" y="45939"/>
                  <a:pt x="435646" y="45178"/>
                  <a:pt x="433698" y="43655"/>
                </a:cubicBezTo>
                <a:cubicBezTo>
                  <a:pt x="431750" y="42133"/>
                  <a:pt x="430307" y="41372"/>
                  <a:pt x="429366" y="41372"/>
                </a:cubicBezTo>
                <a:cubicBezTo>
                  <a:pt x="428560" y="41372"/>
                  <a:pt x="427687" y="41816"/>
                  <a:pt x="426747" y="42705"/>
                </a:cubicBezTo>
                <a:cubicBezTo>
                  <a:pt x="424732" y="44528"/>
                  <a:pt x="422650" y="47528"/>
                  <a:pt x="420501" y="51706"/>
                </a:cubicBezTo>
                <a:lnTo>
                  <a:pt x="420501" y="81132"/>
                </a:lnTo>
                <a:cubicBezTo>
                  <a:pt x="420501" y="84537"/>
                  <a:pt x="420926" y="87113"/>
                  <a:pt x="421777" y="88859"/>
                </a:cubicBezTo>
                <a:cubicBezTo>
                  <a:pt x="422359" y="90070"/>
                  <a:pt x="423389" y="91077"/>
                  <a:pt x="424866" y="91882"/>
                </a:cubicBezTo>
                <a:cubicBezTo>
                  <a:pt x="426344" y="92685"/>
                  <a:pt x="428471" y="93086"/>
                  <a:pt x="431247" y="93086"/>
                </a:cubicBezTo>
                <a:lnTo>
                  <a:pt x="431247" y="95504"/>
                </a:lnTo>
                <a:lnTo>
                  <a:pt x="399748" y="95504"/>
                </a:lnTo>
                <a:lnTo>
                  <a:pt x="399748" y="93086"/>
                </a:lnTo>
                <a:cubicBezTo>
                  <a:pt x="402882" y="93086"/>
                  <a:pt x="405210" y="92588"/>
                  <a:pt x="406733" y="91592"/>
                </a:cubicBezTo>
                <a:cubicBezTo>
                  <a:pt x="407852" y="90867"/>
                  <a:pt x="408636" y="89712"/>
                  <a:pt x="409083" y="88127"/>
                </a:cubicBezTo>
                <a:cubicBezTo>
                  <a:pt x="409307" y="87356"/>
                  <a:pt x="409419" y="85159"/>
                  <a:pt x="409419" y="81535"/>
                </a:cubicBezTo>
                <a:lnTo>
                  <a:pt x="409419" y="57894"/>
                </a:lnTo>
                <a:cubicBezTo>
                  <a:pt x="409419" y="50730"/>
                  <a:pt x="409274" y="46465"/>
                  <a:pt x="408983" y="45099"/>
                </a:cubicBezTo>
                <a:cubicBezTo>
                  <a:pt x="408692" y="43734"/>
                  <a:pt x="408154" y="42737"/>
                  <a:pt x="407371" y="42111"/>
                </a:cubicBezTo>
                <a:cubicBezTo>
                  <a:pt x="406587" y="41484"/>
                  <a:pt x="405613" y="41170"/>
                  <a:pt x="404449" y="41170"/>
                </a:cubicBezTo>
                <a:cubicBezTo>
                  <a:pt x="403061" y="41170"/>
                  <a:pt x="401494" y="41506"/>
                  <a:pt x="399748" y="42178"/>
                </a:cubicBezTo>
                <a:lnTo>
                  <a:pt x="399076" y="39760"/>
                </a:lnTo>
                <a:lnTo>
                  <a:pt x="417680" y="32238"/>
                </a:lnTo>
                <a:lnTo>
                  <a:pt x="420501" y="32238"/>
                </a:lnTo>
                <a:close/>
                <a:moveTo>
                  <a:pt x="463954" y="0"/>
                </a:moveTo>
                <a:cubicBezTo>
                  <a:pt x="465834" y="0"/>
                  <a:pt x="467435" y="664"/>
                  <a:pt x="468756" y="1992"/>
                </a:cubicBezTo>
                <a:cubicBezTo>
                  <a:pt x="470077" y="3318"/>
                  <a:pt x="470737" y="4927"/>
                  <a:pt x="470737" y="6817"/>
                </a:cubicBezTo>
                <a:cubicBezTo>
                  <a:pt x="470737" y="8707"/>
                  <a:pt x="470077" y="10328"/>
                  <a:pt x="468756" y="11678"/>
                </a:cubicBezTo>
                <a:cubicBezTo>
                  <a:pt x="467435" y="13027"/>
                  <a:pt x="465834" y="13701"/>
                  <a:pt x="463954" y="13701"/>
                </a:cubicBezTo>
                <a:cubicBezTo>
                  <a:pt x="462073" y="13701"/>
                  <a:pt x="460461" y="13027"/>
                  <a:pt x="459118" y="11678"/>
                </a:cubicBezTo>
                <a:cubicBezTo>
                  <a:pt x="457775" y="10328"/>
                  <a:pt x="457103" y="8707"/>
                  <a:pt x="457103" y="6817"/>
                </a:cubicBezTo>
                <a:cubicBezTo>
                  <a:pt x="457103" y="4927"/>
                  <a:pt x="457764" y="3318"/>
                  <a:pt x="459084" y="1992"/>
                </a:cubicBezTo>
                <a:cubicBezTo>
                  <a:pt x="460405" y="664"/>
                  <a:pt x="462028" y="0"/>
                  <a:pt x="463954" y="0"/>
                </a:cubicBezTo>
                <a:moveTo>
                  <a:pt x="469528" y="32238"/>
                </a:moveTo>
                <a:lnTo>
                  <a:pt x="469528" y="81535"/>
                </a:lnTo>
                <a:cubicBezTo>
                  <a:pt x="469528" y="85408"/>
                  <a:pt x="469808" y="87986"/>
                  <a:pt x="470368" y="89271"/>
                </a:cubicBezTo>
                <a:cubicBezTo>
                  <a:pt x="470927" y="90554"/>
                  <a:pt x="471756" y="91511"/>
                  <a:pt x="472853" y="92142"/>
                </a:cubicBezTo>
                <a:cubicBezTo>
                  <a:pt x="473950" y="92772"/>
                  <a:pt x="475953" y="93086"/>
                  <a:pt x="478864" y="93086"/>
                </a:cubicBezTo>
                <a:lnTo>
                  <a:pt x="478864" y="95504"/>
                </a:lnTo>
                <a:lnTo>
                  <a:pt x="448977" y="95504"/>
                </a:lnTo>
                <a:lnTo>
                  <a:pt x="448977" y="93086"/>
                </a:lnTo>
                <a:cubicBezTo>
                  <a:pt x="451976" y="93086"/>
                  <a:pt x="453991" y="92794"/>
                  <a:pt x="455021" y="92209"/>
                </a:cubicBezTo>
                <a:cubicBezTo>
                  <a:pt x="456051" y="91623"/>
                  <a:pt x="456868" y="90655"/>
                  <a:pt x="457473" y="89304"/>
                </a:cubicBezTo>
                <a:cubicBezTo>
                  <a:pt x="458077" y="87953"/>
                  <a:pt x="458379" y="85363"/>
                  <a:pt x="458379" y="81535"/>
                </a:cubicBezTo>
                <a:lnTo>
                  <a:pt x="458379" y="58028"/>
                </a:lnTo>
                <a:cubicBezTo>
                  <a:pt x="458379" y="51329"/>
                  <a:pt x="458178" y="46990"/>
                  <a:pt x="457775" y="45011"/>
                </a:cubicBezTo>
                <a:cubicBezTo>
                  <a:pt x="457461" y="43571"/>
                  <a:pt x="456969" y="42572"/>
                  <a:pt x="456297" y="42012"/>
                </a:cubicBezTo>
                <a:cubicBezTo>
                  <a:pt x="455626" y="41451"/>
                  <a:pt x="454708" y="41170"/>
                  <a:pt x="453544" y="41170"/>
                </a:cubicBezTo>
                <a:cubicBezTo>
                  <a:pt x="452290" y="41170"/>
                  <a:pt x="450768" y="41506"/>
                  <a:pt x="448977" y="42178"/>
                </a:cubicBezTo>
                <a:lnTo>
                  <a:pt x="448036" y="39760"/>
                </a:lnTo>
                <a:lnTo>
                  <a:pt x="466573" y="32238"/>
                </a:lnTo>
                <a:lnTo>
                  <a:pt x="469528" y="32238"/>
                </a:lnTo>
                <a:close/>
                <a:moveTo>
                  <a:pt x="496749" y="57222"/>
                </a:moveTo>
                <a:cubicBezTo>
                  <a:pt x="496704" y="66314"/>
                  <a:pt x="498920" y="73445"/>
                  <a:pt x="503398" y="78615"/>
                </a:cubicBezTo>
                <a:cubicBezTo>
                  <a:pt x="507875" y="83785"/>
                  <a:pt x="513136" y="86370"/>
                  <a:pt x="519181" y="86370"/>
                </a:cubicBezTo>
                <a:cubicBezTo>
                  <a:pt x="523210" y="86370"/>
                  <a:pt x="526714" y="85257"/>
                  <a:pt x="529692" y="83031"/>
                </a:cubicBezTo>
                <a:cubicBezTo>
                  <a:pt x="532669" y="80805"/>
                  <a:pt x="535165" y="76993"/>
                  <a:pt x="537180" y="71595"/>
                </a:cubicBezTo>
                <a:lnTo>
                  <a:pt x="539262" y="72944"/>
                </a:lnTo>
                <a:cubicBezTo>
                  <a:pt x="538322" y="79110"/>
                  <a:pt x="535591" y="84726"/>
                  <a:pt x="531068" y="89789"/>
                </a:cubicBezTo>
                <a:cubicBezTo>
                  <a:pt x="526546" y="94853"/>
                  <a:pt x="520882" y="97385"/>
                  <a:pt x="514076" y="97385"/>
                </a:cubicBezTo>
                <a:cubicBezTo>
                  <a:pt x="506689" y="97385"/>
                  <a:pt x="500364" y="94514"/>
                  <a:pt x="495103" y="88773"/>
                </a:cubicBezTo>
                <a:cubicBezTo>
                  <a:pt x="489842" y="83031"/>
                  <a:pt x="487212" y="75312"/>
                  <a:pt x="487212" y="65615"/>
                </a:cubicBezTo>
                <a:cubicBezTo>
                  <a:pt x="487212" y="55115"/>
                  <a:pt x="489909" y="46928"/>
                  <a:pt x="495305" y="41053"/>
                </a:cubicBezTo>
                <a:cubicBezTo>
                  <a:pt x="500700" y="35176"/>
                  <a:pt x="507472" y="32238"/>
                  <a:pt x="515621" y="32238"/>
                </a:cubicBezTo>
                <a:cubicBezTo>
                  <a:pt x="522516" y="32238"/>
                  <a:pt x="528180" y="34504"/>
                  <a:pt x="532613" y="39038"/>
                </a:cubicBezTo>
                <a:cubicBezTo>
                  <a:pt x="537046" y="43570"/>
                  <a:pt x="539262" y="49631"/>
                  <a:pt x="539262" y="57222"/>
                </a:cubicBezTo>
                <a:lnTo>
                  <a:pt x="496749" y="57222"/>
                </a:lnTo>
                <a:moveTo>
                  <a:pt x="496749" y="53327"/>
                </a:moveTo>
                <a:lnTo>
                  <a:pt x="525225" y="53327"/>
                </a:lnTo>
                <a:cubicBezTo>
                  <a:pt x="525001" y="49419"/>
                  <a:pt x="524531" y="46666"/>
                  <a:pt x="523815" y="45068"/>
                </a:cubicBezTo>
                <a:cubicBezTo>
                  <a:pt x="522696" y="42580"/>
                  <a:pt x="521028" y="40626"/>
                  <a:pt x="518811" y="39206"/>
                </a:cubicBezTo>
                <a:cubicBezTo>
                  <a:pt x="516595" y="37784"/>
                  <a:pt x="514278" y="37073"/>
                  <a:pt x="511860" y="37073"/>
                </a:cubicBezTo>
                <a:cubicBezTo>
                  <a:pt x="508144" y="37073"/>
                  <a:pt x="504819" y="38505"/>
                  <a:pt x="501886" y="41370"/>
                </a:cubicBezTo>
                <a:cubicBezTo>
                  <a:pt x="498954" y="44234"/>
                  <a:pt x="497241" y="48219"/>
                  <a:pt x="496749" y="53327"/>
                </a:cubicBezTo>
                <a:close/>
                <a:moveTo>
                  <a:pt x="587099" y="32238"/>
                </a:moveTo>
                <a:lnTo>
                  <a:pt x="587099" y="53192"/>
                </a:lnTo>
                <a:lnTo>
                  <a:pt x="584883" y="53192"/>
                </a:lnTo>
                <a:cubicBezTo>
                  <a:pt x="583181" y="46637"/>
                  <a:pt x="580999" y="42178"/>
                  <a:pt x="578334" y="39814"/>
                </a:cubicBezTo>
                <a:cubicBezTo>
                  <a:pt x="575670" y="37450"/>
                  <a:pt x="572279" y="36267"/>
                  <a:pt x="568159" y="36267"/>
                </a:cubicBezTo>
                <a:cubicBezTo>
                  <a:pt x="565025" y="36267"/>
                  <a:pt x="562495" y="37093"/>
                  <a:pt x="560570" y="38744"/>
                </a:cubicBezTo>
                <a:cubicBezTo>
                  <a:pt x="558645" y="40395"/>
                  <a:pt x="557682" y="42225"/>
                  <a:pt x="557682" y="44232"/>
                </a:cubicBezTo>
                <a:cubicBezTo>
                  <a:pt x="557682" y="46730"/>
                  <a:pt x="558399" y="48872"/>
                  <a:pt x="559831" y="50657"/>
                </a:cubicBezTo>
                <a:cubicBezTo>
                  <a:pt x="561219" y="52486"/>
                  <a:pt x="564040" y="54426"/>
                  <a:pt x="568294" y="56479"/>
                </a:cubicBezTo>
                <a:lnTo>
                  <a:pt x="578099" y="61231"/>
                </a:lnTo>
                <a:cubicBezTo>
                  <a:pt x="587189" y="65658"/>
                  <a:pt x="591733" y="71493"/>
                  <a:pt x="591733" y="78737"/>
                </a:cubicBezTo>
                <a:cubicBezTo>
                  <a:pt x="591733" y="84327"/>
                  <a:pt x="589618" y="88832"/>
                  <a:pt x="585386" y="92253"/>
                </a:cubicBezTo>
                <a:cubicBezTo>
                  <a:pt x="581155" y="95674"/>
                  <a:pt x="576420" y="97385"/>
                  <a:pt x="571182" y="97385"/>
                </a:cubicBezTo>
                <a:cubicBezTo>
                  <a:pt x="567421" y="97385"/>
                  <a:pt x="563122" y="96747"/>
                  <a:pt x="558287" y="95471"/>
                </a:cubicBezTo>
                <a:cubicBezTo>
                  <a:pt x="556809" y="95045"/>
                  <a:pt x="555600" y="94833"/>
                  <a:pt x="554660" y="94833"/>
                </a:cubicBezTo>
                <a:cubicBezTo>
                  <a:pt x="553630" y="94833"/>
                  <a:pt x="552824" y="95370"/>
                  <a:pt x="552242" y="96445"/>
                </a:cubicBezTo>
                <a:lnTo>
                  <a:pt x="550026" y="96445"/>
                </a:lnTo>
                <a:lnTo>
                  <a:pt x="550026" y="74415"/>
                </a:lnTo>
                <a:lnTo>
                  <a:pt x="552242" y="74415"/>
                </a:lnTo>
                <a:cubicBezTo>
                  <a:pt x="553496" y="80684"/>
                  <a:pt x="555891" y="85408"/>
                  <a:pt x="559428" y="88587"/>
                </a:cubicBezTo>
                <a:cubicBezTo>
                  <a:pt x="562966" y="91766"/>
                  <a:pt x="566928" y="93355"/>
                  <a:pt x="571316" y="93355"/>
                </a:cubicBezTo>
                <a:cubicBezTo>
                  <a:pt x="574405" y="93355"/>
                  <a:pt x="576924" y="92453"/>
                  <a:pt x="578872" y="90650"/>
                </a:cubicBezTo>
                <a:cubicBezTo>
                  <a:pt x="580819" y="88845"/>
                  <a:pt x="581793" y="86673"/>
                  <a:pt x="581793" y="84133"/>
                </a:cubicBezTo>
                <a:cubicBezTo>
                  <a:pt x="581793" y="81059"/>
                  <a:pt x="580708" y="78475"/>
                  <a:pt x="578536" y="76382"/>
                </a:cubicBezTo>
                <a:cubicBezTo>
                  <a:pt x="576364" y="74287"/>
                  <a:pt x="572032" y="71642"/>
                  <a:pt x="565540" y="68446"/>
                </a:cubicBezTo>
                <a:cubicBezTo>
                  <a:pt x="559048" y="65249"/>
                  <a:pt x="554794" y="62350"/>
                  <a:pt x="552779" y="59749"/>
                </a:cubicBezTo>
                <a:cubicBezTo>
                  <a:pt x="550764" y="57193"/>
                  <a:pt x="549757" y="53964"/>
                  <a:pt x="549757" y="50063"/>
                </a:cubicBezTo>
                <a:cubicBezTo>
                  <a:pt x="549757" y="44995"/>
                  <a:pt x="551492" y="40758"/>
                  <a:pt x="554962" y="37350"/>
                </a:cubicBezTo>
                <a:cubicBezTo>
                  <a:pt x="558432" y="33942"/>
                  <a:pt x="562921" y="32238"/>
                  <a:pt x="568428" y="32238"/>
                </a:cubicBezTo>
                <a:cubicBezTo>
                  <a:pt x="570846" y="32238"/>
                  <a:pt x="573779" y="32753"/>
                  <a:pt x="577226" y="33782"/>
                </a:cubicBezTo>
                <a:cubicBezTo>
                  <a:pt x="579510" y="34454"/>
                  <a:pt x="581032" y="34790"/>
                  <a:pt x="581793" y="34790"/>
                </a:cubicBezTo>
                <a:cubicBezTo>
                  <a:pt x="582510" y="34790"/>
                  <a:pt x="583069" y="34633"/>
                  <a:pt x="583472" y="34320"/>
                </a:cubicBezTo>
                <a:cubicBezTo>
                  <a:pt x="583875" y="34006"/>
                  <a:pt x="584345" y="33312"/>
                  <a:pt x="584883" y="32238"/>
                </a:cubicBezTo>
                <a:lnTo>
                  <a:pt x="587099" y="32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BBE1B-201B-4278-A1EF-8D06F0CD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781" y="1529951"/>
            <a:ext cx="1153649" cy="350689"/>
          </a:xfrm>
          <a:custGeom xmlns:a="http://schemas.openxmlformats.org/drawingml/2006/main">
            <a:pathLst>
              <a:path w="1153649" h="350689">
                <a:moveTo>
                  <a:pt x="0" y="58448"/>
                </a:moveTo>
                <a:lnTo>
                  <a:pt x="0" y="58448"/>
                </a:lnTo>
                <a:cubicBezTo>
                  <a:pt x="0" y="26168"/>
                  <a:pt x="26168" y="0"/>
                  <a:pt x="58448" y="0"/>
                </a:cubicBezTo>
                <a:lnTo>
                  <a:pt x="1095200" y="0"/>
                </a:lnTo>
                <a:cubicBezTo>
                  <a:pt x="1110702" y="0"/>
                  <a:pt x="1125568" y="6158"/>
                  <a:pt x="1136530" y="17119"/>
                </a:cubicBezTo>
                <a:cubicBezTo>
                  <a:pt x="1147491" y="28080"/>
                  <a:pt x="1153649" y="42947"/>
                  <a:pt x="1153649" y="58448"/>
                </a:cubicBezTo>
                <a:lnTo>
                  <a:pt x="1153649" y="292241"/>
                </a:lnTo>
                <a:cubicBezTo>
                  <a:pt x="1153649" y="324521"/>
                  <a:pt x="1127480" y="350689"/>
                  <a:pt x="1095200" y="350689"/>
                </a:cubicBezTo>
                <a:lnTo>
                  <a:pt x="58448" y="350689"/>
                </a:lnTo>
                <a:cubicBezTo>
                  <a:pt x="26168" y="350689"/>
                  <a:pt x="0" y="324521"/>
                  <a:pt x="0" y="292241"/>
                </a:cubicBezTo>
                <a:lnTo>
                  <a:pt x="0" y="584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EDB83-D353-4A7D-9794-24E471D0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781" y="1529951"/>
            <a:ext cx="1153649" cy="350689"/>
          </a:xfrm>
          <a:custGeom xmlns:a="http://schemas.openxmlformats.org/drawingml/2006/main">
            <a:pathLst>
              <a:path w="1153649" h="350689" fill="none">
                <a:moveTo>
                  <a:pt x="0" y="58448"/>
                </a:moveTo>
                <a:lnTo>
                  <a:pt x="0" y="58448"/>
                </a:lnTo>
                <a:cubicBezTo>
                  <a:pt x="0" y="26168"/>
                  <a:pt x="26168" y="0"/>
                  <a:pt x="58448" y="0"/>
                </a:cubicBezTo>
                <a:lnTo>
                  <a:pt x="1095200" y="0"/>
                </a:lnTo>
                <a:cubicBezTo>
                  <a:pt x="1110702" y="0"/>
                  <a:pt x="1125568" y="6158"/>
                  <a:pt x="1136530" y="17119"/>
                </a:cubicBezTo>
                <a:cubicBezTo>
                  <a:pt x="1147491" y="28080"/>
                  <a:pt x="1153649" y="42947"/>
                  <a:pt x="1153649" y="58448"/>
                </a:cubicBezTo>
                <a:lnTo>
                  <a:pt x="1153649" y="292241"/>
                </a:lnTo>
                <a:cubicBezTo>
                  <a:pt x="1153649" y="324521"/>
                  <a:pt x="1127480" y="350689"/>
                  <a:pt x="1095200" y="350689"/>
                </a:cubicBezTo>
                <a:lnTo>
                  <a:pt x="58448" y="350689"/>
                </a:lnTo>
                <a:cubicBezTo>
                  <a:pt x="26168" y="350689"/>
                  <a:pt x="0" y="324521"/>
                  <a:pt x="0" y="292241"/>
                </a:cubicBezTo>
                <a:lnTo>
                  <a:pt x="0" y="584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19" name="Text Candidatepapers">
            <a:extLst xmlns:a="http://schemas.openxmlformats.org/drawingml/2006/main">
              <a:ext uri="{FF2B5EF4-FFF2-40B4-BE49-F238E27FC236}">
                <a16:creationId xmlns:a16="http://schemas.microsoft.com/office/drawing/2014/main" id="{F8F5F19D-0DDC-467F-A332-5B7184F2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452" y="1577360"/>
            <a:ext cx="940258" cy="124921"/>
          </a:xfrm>
          <a:custGeom xmlns:a="http://schemas.openxmlformats.org/drawingml/2006/main">
            <a:pathLst>
              <a:path w="940258" h="124921">
                <a:moveTo>
                  <a:pt x="77841" y="2418"/>
                </a:moveTo>
                <a:lnTo>
                  <a:pt x="79923" y="33447"/>
                </a:lnTo>
                <a:lnTo>
                  <a:pt x="77841" y="33447"/>
                </a:lnTo>
                <a:cubicBezTo>
                  <a:pt x="75065" y="24155"/>
                  <a:pt x="71102" y="17466"/>
                  <a:pt x="65953" y="13382"/>
                </a:cubicBezTo>
                <a:cubicBezTo>
                  <a:pt x="60804" y="9296"/>
                  <a:pt x="54625" y="7253"/>
                  <a:pt x="47416" y="7253"/>
                </a:cubicBezTo>
                <a:cubicBezTo>
                  <a:pt x="41372" y="7253"/>
                  <a:pt x="35909" y="8785"/>
                  <a:pt x="31029" y="11848"/>
                </a:cubicBezTo>
                <a:cubicBezTo>
                  <a:pt x="26148" y="14909"/>
                  <a:pt x="22309" y="19793"/>
                  <a:pt x="19511" y="26500"/>
                </a:cubicBezTo>
                <a:cubicBezTo>
                  <a:pt x="16712" y="33205"/>
                  <a:pt x="15313" y="41541"/>
                  <a:pt x="15313" y="51509"/>
                </a:cubicBezTo>
                <a:cubicBezTo>
                  <a:pt x="15313" y="59735"/>
                  <a:pt x="16634" y="66865"/>
                  <a:pt x="19275" y="72900"/>
                </a:cubicBezTo>
                <a:cubicBezTo>
                  <a:pt x="21917" y="78935"/>
                  <a:pt x="25891" y="83562"/>
                  <a:pt x="31197" y="86782"/>
                </a:cubicBezTo>
                <a:cubicBezTo>
                  <a:pt x="36503" y="90000"/>
                  <a:pt x="42558" y="91609"/>
                  <a:pt x="49364" y="91609"/>
                </a:cubicBezTo>
                <a:cubicBezTo>
                  <a:pt x="55274" y="91609"/>
                  <a:pt x="60491" y="90340"/>
                  <a:pt x="65013" y="87802"/>
                </a:cubicBezTo>
                <a:cubicBezTo>
                  <a:pt x="69535" y="85262"/>
                  <a:pt x="74505" y="80218"/>
                  <a:pt x="79923" y="72669"/>
                </a:cubicBezTo>
                <a:lnTo>
                  <a:pt x="82005" y="74012"/>
                </a:lnTo>
                <a:cubicBezTo>
                  <a:pt x="77438" y="82140"/>
                  <a:pt x="72110" y="88091"/>
                  <a:pt x="66020" y="91863"/>
                </a:cubicBezTo>
                <a:cubicBezTo>
                  <a:pt x="59931" y="95634"/>
                  <a:pt x="52700" y="97519"/>
                  <a:pt x="44327" y="97519"/>
                </a:cubicBezTo>
                <a:cubicBezTo>
                  <a:pt x="29238" y="97519"/>
                  <a:pt x="17552" y="91930"/>
                  <a:pt x="9268" y="80752"/>
                </a:cubicBezTo>
                <a:cubicBezTo>
                  <a:pt x="3089" y="72436"/>
                  <a:pt x="0" y="62645"/>
                  <a:pt x="0" y="51377"/>
                </a:cubicBezTo>
                <a:cubicBezTo>
                  <a:pt x="0" y="42300"/>
                  <a:pt x="2037" y="33962"/>
                  <a:pt x="6112" y="26361"/>
                </a:cubicBezTo>
                <a:cubicBezTo>
                  <a:pt x="10186" y="18761"/>
                  <a:pt x="15794" y="12870"/>
                  <a:pt x="22936" y="8689"/>
                </a:cubicBezTo>
                <a:cubicBezTo>
                  <a:pt x="30077" y="4508"/>
                  <a:pt x="37879" y="2418"/>
                  <a:pt x="46342" y="2418"/>
                </a:cubicBezTo>
                <a:cubicBezTo>
                  <a:pt x="52924" y="2418"/>
                  <a:pt x="59416" y="4030"/>
                  <a:pt x="65819" y="7253"/>
                </a:cubicBezTo>
                <a:cubicBezTo>
                  <a:pt x="67699" y="8239"/>
                  <a:pt x="69042" y="8731"/>
                  <a:pt x="69848" y="8731"/>
                </a:cubicBezTo>
                <a:cubicBezTo>
                  <a:pt x="71057" y="8731"/>
                  <a:pt x="72110" y="8306"/>
                  <a:pt x="73005" y="7455"/>
                </a:cubicBezTo>
                <a:cubicBezTo>
                  <a:pt x="74169" y="6246"/>
                  <a:pt x="74998" y="4567"/>
                  <a:pt x="75490" y="2418"/>
                </a:cubicBezTo>
                <a:lnTo>
                  <a:pt x="77841" y="2418"/>
                </a:lnTo>
                <a:close/>
                <a:moveTo>
                  <a:pt x="125792" y="86710"/>
                </a:moveTo>
                <a:cubicBezTo>
                  <a:pt x="119479" y="91589"/>
                  <a:pt x="115517" y="94409"/>
                  <a:pt x="113905" y="95168"/>
                </a:cubicBezTo>
                <a:cubicBezTo>
                  <a:pt x="111487" y="96288"/>
                  <a:pt x="108912" y="96848"/>
                  <a:pt x="106181" y="96848"/>
                </a:cubicBezTo>
                <a:cubicBezTo>
                  <a:pt x="101927" y="96848"/>
                  <a:pt x="98424" y="95392"/>
                  <a:pt x="95670" y="92482"/>
                </a:cubicBezTo>
                <a:cubicBezTo>
                  <a:pt x="92917" y="89572"/>
                  <a:pt x="91540" y="85743"/>
                  <a:pt x="91540" y="80997"/>
                </a:cubicBezTo>
                <a:cubicBezTo>
                  <a:pt x="91540" y="77997"/>
                  <a:pt x="92211" y="75400"/>
                  <a:pt x="93555" y="73207"/>
                </a:cubicBezTo>
                <a:cubicBezTo>
                  <a:pt x="95390" y="70162"/>
                  <a:pt x="98581" y="67296"/>
                  <a:pt x="103125" y="64610"/>
                </a:cubicBezTo>
                <a:cubicBezTo>
                  <a:pt x="107670" y="61923"/>
                  <a:pt x="115225" y="58655"/>
                  <a:pt x="125792" y="54804"/>
                </a:cubicBezTo>
                <a:lnTo>
                  <a:pt x="125792" y="52395"/>
                </a:lnTo>
                <a:cubicBezTo>
                  <a:pt x="125792" y="46283"/>
                  <a:pt x="124818" y="42090"/>
                  <a:pt x="122871" y="39814"/>
                </a:cubicBezTo>
                <a:cubicBezTo>
                  <a:pt x="120923" y="37539"/>
                  <a:pt x="118091" y="36402"/>
                  <a:pt x="114375" y="36402"/>
                </a:cubicBezTo>
                <a:cubicBezTo>
                  <a:pt x="111554" y="36402"/>
                  <a:pt x="109315" y="37163"/>
                  <a:pt x="107659" y="38685"/>
                </a:cubicBezTo>
                <a:cubicBezTo>
                  <a:pt x="105957" y="40208"/>
                  <a:pt x="105106" y="41954"/>
                  <a:pt x="105106" y="43924"/>
                </a:cubicBezTo>
                <a:lnTo>
                  <a:pt x="105241" y="47819"/>
                </a:lnTo>
                <a:cubicBezTo>
                  <a:pt x="105241" y="49879"/>
                  <a:pt x="104715" y="51468"/>
                  <a:pt x="103662" y="52588"/>
                </a:cubicBezTo>
                <a:cubicBezTo>
                  <a:pt x="102610" y="53707"/>
                  <a:pt x="101233" y="54267"/>
                  <a:pt x="99532" y="54267"/>
                </a:cubicBezTo>
                <a:cubicBezTo>
                  <a:pt x="97875" y="54267"/>
                  <a:pt x="96521" y="53683"/>
                  <a:pt x="95469" y="52516"/>
                </a:cubicBezTo>
                <a:cubicBezTo>
                  <a:pt x="94416" y="51348"/>
                  <a:pt x="93890" y="49754"/>
                  <a:pt x="93890" y="47733"/>
                </a:cubicBezTo>
                <a:cubicBezTo>
                  <a:pt x="93890" y="43870"/>
                  <a:pt x="95860" y="40322"/>
                  <a:pt x="99801" y="37088"/>
                </a:cubicBezTo>
                <a:cubicBezTo>
                  <a:pt x="103741" y="33855"/>
                  <a:pt x="109270" y="32238"/>
                  <a:pt x="116390" y="32238"/>
                </a:cubicBezTo>
                <a:cubicBezTo>
                  <a:pt x="121852" y="32238"/>
                  <a:pt x="126330" y="33154"/>
                  <a:pt x="129822" y="34987"/>
                </a:cubicBezTo>
                <a:cubicBezTo>
                  <a:pt x="132464" y="36374"/>
                  <a:pt x="134411" y="38543"/>
                  <a:pt x="135665" y="41496"/>
                </a:cubicBezTo>
                <a:cubicBezTo>
                  <a:pt x="136471" y="43418"/>
                  <a:pt x="136874" y="47353"/>
                  <a:pt x="136874" y="53301"/>
                </a:cubicBezTo>
                <a:lnTo>
                  <a:pt x="136874" y="74164"/>
                </a:lnTo>
                <a:cubicBezTo>
                  <a:pt x="136874" y="80022"/>
                  <a:pt x="136986" y="83611"/>
                  <a:pt x="137210" y="84930"/>
                </a:cubicBezTo>
                <a:cubicBezTo>
                  <a:pt x="137434" y="86250"/>
                  <a:pt x="137803" y="87134"/>
                  <a:pt x="138318" y="87581"/>
                </a:cubicBezTo>
                <a:cubicBezTo>
                  <a:pt x="138833" y="88028"/>
                  <a:pt x="139426" y="88251"/>
                  <a:pt x="140098" y="88251"/>
                </a:cubicBezTo>
                <a:cubicBezTo>
                  <a:pt x="140814" y="88251"/>
                  <a:pt x="141441" y="88094"/>
                  <a:pt x="141978" y="87781"/>
                </a:cubicBezTo>
                <a:cubicBezTo>
                  <a:pt x="142919" y="87199"/>
                  <a:pt x="144732" y="85564"/>
                  <a:pt x="147418" y="82878"/>
                </a:cubicBezTo>
                <a:lnTo>
                  <a:pt x="147418" y="86639"/>
                </a:lnTo>
                <a:cubicBezTo>
                  <a:pt x="142404" y="93355"/>
                  <a:pt x="137613" y="96713"/>
                  <a:pt x="133046" y="96713"/>
                </a:cubicBezTo>
                <a:cubicBezTo>
                  <a:pt x="130852" y="96713"/>
                  <a:pt x="129106" y="95958"/>
                  <a:pt x="127807" y="94446"/>
                </a:cubicBezTo>
                <a:cubicBezTo>
                  <a:pt x="126509" y="92934"/>
                  <a:pt x="125837" y="90355"/>
                  <a:pt x="125792" y="86710"/>
                </a:cubicBezTo>
                <a:moveTo>
                  <a:pt x="125792" y="82355"/>
                </a:moveTo>
                <a:lnTo>
                  <a:pt x="125792" y="58968"/>
                </a:lnTo>
                <a:cubicBezTo>
                  <a:pt x="119031" y="61649"/>
                  <a:pt x="114666" y="63548"/>
                  <a:pt x="112696" y="64664"/>
                </a:cubicBezTo>
                <a:cubicBezTo>
                  <a:pt x="109159" y="66630"/>
                  <a:pt x="106629" y="68686"/>
                  <a:pt x="105106" y="70831"/>
                </a:cubicBezTo>
                <a:cubicBezTo>
                  <a:pt x="103584" y="72974"/>
                  <a:pt x="102823" y="75319"/>
                  <a:pt x="102823" y="77866"/>
                </a:cubicBezTo>
                <a:cubicBezTo>
                  <a:pt x="102823" y="81083"/>
                  <a:pt x="103786" y="83752"/>
                  <a:pt x="105711" y="85875"/>
                </a:cubicBezTo>
                <a:cubicBezTo>
                  <a:pt x="107636" y="87996"/>
                  <a:pt x="109853" y="89057"/>
                  <a:pt x="112360" y="89057"/>
                </a:cubicBezTo>
                <a:cubicBezTo>
                  <a:pt x="115763" y="89057"/>
                  <a:pt x="120240" y="86823"/>
                  <a:pt x="125792" y="82355"/>
                </a:cubicBezTo>
                <a:close/>
                <a:moveTo>
                  <a:pt x="169801" y="45200"/>
                </a:moveTo>
                <a:cubicBezTo>
                  <a:pt x="177010" y="36558"/>
                  <a:pt x="183883" y="32238"/>
                  <a:pt x="190420" y="32238"/>
                </a:cubicBezTo>
                <a:cubicBezTo>
                  <a:pt x="193778" y="32238"/>
                  <a:pt x="196666" y="33075"/>
                  <a:pt x="199084" y="34750"/>
                </a:cubicBezTo>
                <a:cubicBezTo>
                  <a:pt x="201502" y="36423"/>
                  <a:pt x="203427" y="39181"/>
                  <a:pt x="204860" y="43021"/>
                </a:cubicBezTo>
                <a:cubicBezTo>
                  <a:pt x="205845" y="45701"/>
                  <a:pt x="206337" y="49809"/>
                  <a:pt x="206337" y="55346"/>
                </a:cubicBezTo>
                <a:lnTo>
                  <a:pt x="206337" y="81535"/>
                </a:lnTo>
                <a:cubicBezTo>
                  <a:pt x="206337" y="85452"/>
                  <a:pt x="206651" y="88109"/>
                  <a:pt x="207277" y="89506"/>
                </a:cubicBezTo>
                <a:cubicBezTo>
                  <a:pt x="207770" y="90632"/>
                  <a:pt x="208565" y="91511"/>
                  <a:pt x="209662" y="92142"/>
                </a:cubicBezTo>
                <a:cubicBezTo>
                  <a:pt x="210759" y="92772"/>
                  <a:pt x="212785" y="93086"/>
                  <a:pt x="215740" y="93086"/>
                </a:cubicBezTo>
                <a:lnTo>
                  <a:pt x="215740" y="95504"/>
                </a:lnTo>
                <a:lnTo>
                  <a:pt x="185315" y="95504"/>
                </a:lnTo>
                <a:lnTo>
                  <a:pt x="185315" y="93086"/>
                </a:lnTo>
                <a:lnTo>
                  <a:pt x="186592" y="93086"/>
                </a:lnTo>
                <a:cubicBezTo>
                  <a:pt x="189457" y="93086"/>
                  <a:pt x="191461" y="92648"/>
                  <a:pt x="192603" y="91771"/>
                </a:cubicBezTo>
                <a:cubicBezTo>
                  <a:pt x="193744" y="90892"/>
                  <a:pt x="194539" y="89597"/>
                  <a:pt x="194987" y="87886"/>
                </a:cubicBezTo>
                <a:cubicBezTo>
                  <a:pt x="195166" y="87210"/>
                  <a:pt x="195255" y="85093"/>
                  <a:pt x="195255" y="81535"/>
                </a:cubicBezTo>
                <a:lnTo>
                  <a:pt x="195255" y="56391"/>
                </a:lnTo>
                <a:cubicBezTo>
                  <a:pt x="195255" y="50802"/>
                  <a:pt x="194528" y="46745"/>
                  <a:pt x="193073" y="44220"/>
                </a:cubicBezTo>
                <a:cubicBezTo>
                  <a:pt x="191618" y="41694"/>
                  <a:pt x="189166" y="40431"/>
                  <a:pt x="185718" y="40431"/>
                </a:cubicBezTo>
                <a:cubicBezTo>
                  <a:pt x="180390" y="40431"/>
                  <a:pt x="175084" y="43342"/>
                  <a:pt x="169801" y="49163"/>
                </a:cubicBezTo>
                <a:lnTo>
                  <a:pt x="169801" y="81535"/>
                </a:lnTo>
                <a:cubicBezTo>
                  <a:pt x="169801" y="85722"/>
                  <a:pt x="170047" y="88312"/>
                  <a:pt x="170540" y="89304"/>
                </a:cubicBezTo>
                <a:cubicBezTo>
                  <a:pt x="171167" y="90610"/>
                  <a:pt x="172029" y="91567"/>
                  <a:pt x="173126" y="92176"/>
                </a:cubicBezTo>
                <a:cubicBezTo>
                  <a:pt x="174223" y="92783"/>
                  <a:pt x="176450" y="93086"/>
                  <a:pt x="179808" y="93086"/>
                </a:cubicBezTo>
                <a:lnTo>
                  <a:pt x="179808" y="95504"/>
                </a:lnTo>
                <a:lnTo>
                  <a:pt x="149384" y="95504"/>
                </a:lnTo>
                <a:lnTo>
                  <a:pt x="149384" y="93086"/>
                </a:lnTo>
                <a:lnTo>
                  <a:pt x="150727" y="93086"/>
                </a:lnTo>
                <a:cubicBezTo>
                  <a:pt x="153861" y="93086"/>
                  <a:pt x="155977" y="92288"/>
                  <a:pt x="157074" y="90690"/>
                </a:cubicBezTo>
                <a:cubicBezTo>
                  <a:pt x="158171" y="89090"/>
                  <a:pt x="158719" y="86039"/>
                  <a:pt x="158719" y="81535"/>
                </a:cubicBezTo>
                <a:lnTo>
                  <a:pt x="158719" y="58834"/>
                </a:lnTo>
                <a:cubicBezTo>
                  <a:pt x="158719" y="51446"/>
                  <a:pt x="158551" y="46946"/>
                  <a:pt x="158216" y="45334"/>
                </a:cubicBezTo>
                <a:cubicBezTo>
                  <a:pt x="157880" y="43722"/>
                  <a:pt x="157365" y="42625"/>
                  <a:pt x="156671" y="42043"/>
                </a:cubicBezTo>
                <a:cubicBezTo>
                  <a:pt x="155977" y="41461"/>
                  <a:pt x="155048" y="41170"/>
                  <a:pt x="153884" y="41170"/>
                </a:cubicBezTo>
                <a:cubicBezTo>
                  <a:pt x="152630" y="41170"/>
                  <a:pt x="151130" y="41506"/>
                  <a:pt x="149384" y="42178"/>
                </a:cubicBezTo>
                <a:lnTo>
                  <a:pt x="148376" y="39760"/>
                </a:lnTo>
                <a:lnTo>
                  <a:pt x="166913" y="32238"/>
                </a:lnTo>
                <a:lnTo>
                  <a:pt x="169801" y="32238"/>
                </a:lnTo>
                <a:lnTo>
                  <a:pt x="169801" y="45200"/>
                </a:lnTo>
                <a:close/>
                <a:moveTo>
                  <a:pt x="264096" y="88591"/>
                </a:moveTo>
                <a:cubicBezTo>
                  <a:pt x="261096" y="91724"/>
                  <a:pt x="258164" y="93973"/>
                  <a:pt x="255298" y="95338"/>
                </a:cubicBezTo>
                <a:cubicBezTo>
                  <a:pt x="252433" y="96703"/>
                  <a:pt x="249343" y="97385"/>
                  <a:pt x="246030" y="97385"/>
                </a:cubicBezTo>
                <a:cubicBezTo>
                  <a:pt x="239314" y="97385"/>
                  <a:pt x="233448" y="94582"/>
                  <a:pt x="228433" y="88975"/>
                </a:cubicBezTo>
                <a:cubicBezTo>
                  <a:pt x="223419" y="83367"/>
                  <a:pt x="220911" y="76161"/>
                  <a:pt x="220911" y="67357"/>
                </a:cubicBezTo>
                <a:cubicBezTo>
                  <a:pt x="220911" y="58555"/>
                  <a:pt x="223687" y="50501"/>
                  <a:pt x="229239" y="43196"/>
                </a:cubicBezTo>
                <a:cubicBezTo>
                  <a:pt x="234791" y="35890"/>
                  <a:pt x="241933" y="32238"/>
                  <a:pt x="250664" y="32238"/>
                </a:cubicBezTo>
                <a:cubicBezTo>
                  <a:pt x="256082" y="32238"/>
                  <a:pt x="260559" y="33961"/>
                  <a:pt x="264096" y="37407"/>
                </a:cubicBezTo>
                <a:lnTo>
                  <a:pt x="264096" y="25925"/>
                </a:lnTo>
                <a:cubicBezTo>
                  <a:pt x="264096" y="18924"/>
                  <a:pt x="263928" y="14622"/>
                  <a:pt x="263593" y="13017"/>
                </a:cubicBezTo>
                <a:cubicBezTo>
                  <a:pt x="263257" y="11412"/>
                  <a:pt x="262731" y="10319"/>
                  <a:pt x="262014" y="9738"/>
                </a:cubicBezTo>
                <a:cubicBezTo>
                  <a:pt x="261298" y="9156"/>
                  <a:pt x="260402" y="8865"/>
                  <a:pt x="259328" y="8865"/>
                </a:cubicBezTo>
                <a:cubicBezTo>
                  <a:pt x="258164" y="8865"/>
                  <a:pt x="256619" y="9224"/>
                  <a:pt x="254694" y="9940"/>
                </a:cubicBezTo>
                <a:lnTo>
                  <a:pt x="253821" y="7522"/>
                </a:lnTo>
                <a:lnTo>
                  <a:pt x="272156" y="0"/>
                </a:lnTo>
                <a:lnTo>
                  <a:pt x="275178" y="0"/>
                </a:lnTo>
                <a:lnTo>
                  <a:pt x="275178" y="71192"/>
                </a:lnTo>
                <a:cubicBezTo>
                  <a:pt x="275178" y="78371"/>
                  <a:pt x="275346" y="82752"/>
                  <a:pt x="275682" y="84334"/>
                </a:cubicBezTo>
                <a:cubicBezTo>
                  <a:pt x="276018" y="85917"/>
                  <a:pt x="276555" y="87022"/>
                  <a:pt x="277294" y="87648"/>
                </a:cubicBezTo>
                <a:cubicBezTo>
                  <a:pt x="278033" y="88274"/>
                  <a:pt x="278894" y="88587"/>
                  <a:pt x="279879" y="88587"/>
                </a:cubicBezTo>
                <a:cubicBezTo>
                  <a:pt x="281088" y="88587"/>
                  <a:pt x="282700" y="88206"/>
                  <a:pt x="284715" y="87445"/>
                </a:cubicBezTo>
                <a:lnTo>
                  <a:pt x="285454" y="89863"/>
                </a:lnTo>
                <a:lnTo>
                  <a:pt x="267186" y="97385"/>
                </a:lnTo>
                <a:lnTo>
                  <a:pt x="264096" y="97385"/>
                </a:lnTo>
                <a:lnTo>
                  <a:pt x="264096" y="88591"/>
                </a:lnTo>
                <a:moveTo>
                  <a:pt x="264096" y="83900"/>
                </a:moveTo>
                <a:lnTo>
                  <a:pt x="264096" y="52279"/>
                </a:lnTo>
                <a:cubicBezTo>
                  <a:pt x="263828" y="49242"/>
                  <a:pt x="263022" y="46473"/>
                  <a:pt x="261679" y="43972"/>
                </a:cubicBezTo>
                <a:cubicBezTo>
                  <a:pt x="260335" y="41470"/>
                  <a:pt x="258556" y="39584"/>
                  <a:pt x="256339" y="38312"/>
                </a:cubicBezTo>
                <a:cubicBezTo>
                  <a:pt x="254123" y="37038"/>
                  <a:pt x="251962" y="36402"/>
                  <a:pt x="249858" y="36402"/>
                </a:cubicBezTo>
                <a:cubicBezTo>
                  <a:pt x="245918" y="36402"/>
                  <a:pt x="242403" y="38166"/>
                  <a:pt x="239314" y="41695"/>
                </a:cubicBezTo>
                <a:cubicBezTo>
                  <a:pt x="235239" y="46339"/>
                  <a:pt x="233202" y="53127"/>
                  <a:pt x="233202" y="62060"/>
                </a:cubicBezTo>
                <a:cubicBezTo>
                  <a:pt x="233202" y="71082"/>
                  <a:pt x="235172" y="77994"/>
                  <a:pt x="239112" y="82796"/>
                </a:cubicBezTo>
                <a:cubicBezTo>
                  <a:pt x="243052" y="87597"/>
                  <a:pt x="247440" y="89997"/>
                  <a:pt x="252276" y="89997"/>
                </a:cubicBezTo>
                <a:cubicBezTo>
                  <a:pt x="256350" y="89997"/>
                  <a:pt x="260291" y="87965"/>
                  <a:pt x="264096" y="83900"/>
                </a:cubicBezTo>
                <a:close/>
                <a:moveTo>
                  <a:pt x="305065" y="0"/>
                </a:moveTo>
                <a:cubicBezTo>
                  <a:pt x="306946" y="0"/>
                  <a:pt x="308546" y="664"/>
                  <a:pt x="309867" y="1992"/>
                </a:cubicBezTo>
                <a:cubicBezTo>
                  <a:pt x="311188" y="3318"/>
                  <a:pt x="311848" y="4927"/>
                  <a:pt x="311848" y="6817"/>
                </a:cubicBezTo>
                <a:cubicBezTo>
                  <a:pt x="311848" y="8707"/>
                  <a:pt x="311188" y="10328"/>
                  <a:pt x="309867" y="11678"/>
                </a:cubicBezTo>
                <a:cubicBezTo>
                  <a:pt x="308546" y="13027"/>
                  <a:pt x="306946" y="13701"/>
                  <a:pt x="305065" y="13701"/>
                </a:cubicBezTo>
                <a:cubicBezTo>
                  <a:pt x="303185" y="13701"/>
                  <a:pt x="301573" y="13027"/>
                  <a:pt x="300229" y="11678"/>
                </a:cubicBezTo>
                <a:cubicBezTo>
                  <a:pt x="298886" y="10328"/>
                  <a:pt x="298215" y="8707"/>
                  <a:pt x="298215" y="6817"/>
                </a:cubicBezTo>
                <a:cubicBezTo>
                  <a:pt x="298215" y="4927"/>
                  <a:pt x="298875" y="3318"/>
                  <a:pt x="300196" y="1992"/>
                </a:cubicBezTo>
                <a:cubicBezTo>
                  <a:pt x="301517" y="664"/>
                  <a:pt x="303140" y="0"/>
                  <a:pt x="305065" y="0"/>
                </a:cubicBezTo>
                <a:moveTo>
                  <a:pt x="310640" y="32238"/>
                </a:moveTo>
                <a:lnTo>
                  <a:pt x="310640" y="81535"/>
                </a:lnTo>
                <a:cubicBezTo>
                  <a:pt x="310640" y="85408"/>
                  <a:pt x="310919" y="87986"/>
                  <a:pt x="311479" y="89271"/>
                </a:cubicBezTo>
                <a:cubicBezTo>
                  <a:pt x="312039" y="90554"/>
                  <a:pt x="312867" y="91511"/>
                  <a:pt x="313964" y="92142"/>
                </a:cubicBezTo>
                <a:cubicBezTo>
                  <a:pt x="315061" y="92772"/>
                  <a:pt x="317065" y="93086"/>
                  <a:pt x="319975" y="93086"/>
                </a:cubicBezTo>
                <a:lnTo>
                  <a:pt x="319975" y="95504"/>
                </a:lnTo>
                <a:lnTo>
                  <a:pt x="290088" y="95504"/>
                </a:lnTo>
                <a:lnTo>
                  <a:pt x="290088" y="93086"/>
                </a:lnTo>
                <a:cubicBezTo>
                  <a:pt x="293088" y="93086"/>
                  <a:pt x="295103" y="92794"/>
                  <a:pt x="296133" y="92209"/>
                </a:cubicBezTo>
                <a:cubicBezTo>
                  <a:pt x="297162" y="91623"/>
                  <a:pt x="297979" y="90655"/>
                  <a:pt x="298584" y="89304"/>
                </a:cubicBezTo>
                <a:cubicBezTo>
                  <a:pt x="299188" y="87953"/>
                  <a:pt x="299491" y="85363"/>
                  <a:pt x="299491" y="81535"/>
                </a:cubicBezTo>
                <a:lnTo>
                  <a:pt x="299491" y="58028"/>
                </a:lnTo>
                <a:cubicBezTo>
                  <a:pt x="299491" y="51329"/>
                  <a:pt x="299289" y="46990"/>
                  <a:pt x="298886" y="45011"/>
                </a:cubicBezTo>
                <a:cubicBezTo>
                  <a:pt x="298573" y="43571"/>
                  <a:pt x="298080" y="42572"/>
                  <a:pt x="297409" y="42012"/>
                </a:cubicBezTo>
                <a:cubicBezTo>
                  <a:pt x="296737" y="41451"/>
                  <a:pt x="295819" y="41170"/>
                  <a:pt x="294655" y="41170"/>
                </a:cubicBezTo>
                <a:cubicBezTo>
                  <a:pt x="293401" y="41170"/>
                  <a:pt x="291879" y="41506"/>
                  <a:pt x="290088" y="42178"/>
                </a:cubicBezTo>
                <a:lnTo>
                  <a:pt x="289148" y="39760"/>
                </a:lnTo>
                <a:lnTo>
                  <a:pt x="307684" y="32238"/>
                </a:lnTo>
                <a:lnTo>
                  <a:pt x="310640" y="32238"/>
                </a:lnTo>
                <a:close/>
                <a:moveTo>
                  <a:pt x="370971" y="88591"/>
                </a:moveTo>
                <a:cubicBezTo>
                  <a:pt x="367971" y="91724"/>
                  <a:pt x="365038" y="93973"/>
                  <a:pt x="362173" y="95338"/>
                </a:cubicBezTo>
                <a:cubicBezTo>
                  <a:pt x="359307" y="96703"/>
                  <a:pt x="356218" y="97385"/>
                  <a:pt x="352904" y="97385"/>
                </a:cubicBezTo>
                <a:cubicBezTo>
                  <a:pt x="346188" y="97385"/>
                  <a:pt x="340323" y="94582"/>
                  <a:pt x="335308" y="88975"/>
                </a:cubicBezTo>
                <a:cubicBezTo>
                  <a:pt x="330293" y="83367"/>
                  <a:pt x="327786" y="76161"/>
                  <a:pt x="327786" y="67357"/>
                </a:cubicBezTo>
                <a:cubicBezTo>
                  <a:pt x="327786" y="58555"/>
                  <a:pt x="330562" y="50501"/>
                  <a:pt x="336114" y="43196"/>
                </a:cubicBezTo>
                <a:cubicBezTo>
                  <a:pt x="341666" y="35890"/>
                  <a:pt x="348807" y="32238"/>
                  <a:pt x="357539" y="32238"/>
                </a:cubicBezTo>
                <a:cubicBezTo>
                  <a:pt x="362956" y="32238"/>
                  <a:pt x="367434" y="33961"/>
                  <a:pt x="370971" y="37407"/>
                </a:cubicBezTo>
                <a:lnTo>
                  <a:pt x="370971" y="25925"/>
                </a:lnTo>
                <a:cubicBezTo>
                  <a:pt x="370971" y="18924"/>
                  <a:pt x="370803" y="14622"/>
                  <a:pt x="370467" y="13017"/>
                </a:cubicBezTo>
                <a:cubicBezTo>
                  <a:pt x="370131" y="11412"/>
                  <a:pt x="369605" y="10319"/>
                  <a:pt x="368889" y="9738"/>
                </a:cubicBezTo>
                <a:cubicBezTo>
                  <a:pt x="368172" y="9156"/>
                  <a:pt x="367277" y="8865"/>
                  <a:pt x="366202" y="8865"/>
                </a:cubicBezTo>
                <a:cubicBezTo>
                  <a:pt x="365038" y="8865"/>
                  <a:pt x="363494" y="9224"/>
                  <a:pt x="361568" y="9940"/>
                </a:cubicBezTo>
                <a:lnTo>
                  <a:pt x="360695" y="7522"/>
                </a:lnTo>
                <a:lnTo>
                  <a:pt x="379030" y="0"/>
                </a:lnTo>
                <a:lnTo>
                  <a:pt x="382053" y="0"/>
                </a:lnTo>
                <a:lnTo>
                  <a:pt x="382053" y="71192"/>
                </a:lnTo>
                <a:cubicBezTo>
                  <a:pt x="382053" y="78371"/>
                  <a:pt x="382221" y="82752"/>
                  <a:pt x="382556" y="84334"/>
                </a:cubicBezTo>
                <a:cubicBezTo>
                  <a:pt x="382892" y="85917"/>
                  <a:pt x="383429" y="87022"/>
                  <a:pt x="384168" y="87648"/>
                </a:cubicBezTo>
                <a:cubicBezTo>
                  <a:pt x="384907" y="88274"/>
                  <a:pt x="385769" y="88587"/>
                  <a:pt x="386754" y="88587"/>
                </a:cubicBezTo>
                <a:cubicBezTo>
                  <a:pt x="387963" y="88587"/>
                  <a:pt x="389575" y="88206"/>
                  <a:pt x="391590" y="87445"/>
                </a:cubicBezTo>
                <a:lnTo>
                  <a:pt x="392328" y="89863"/>
                </a:lnTo>
                <a:lnTo>
                  <a:pt x="374060" y="97385"/>
                </a:lnTo>
                <a:lnTo>
                  <a:pt x="370971" y="97385"/>
                </a:lnTo>
                <a:lnTo>
                  <a:pt x="370971" y="88591"/>
                </a:lnTo>
                <a:moveTo>
                  <a:pt x="370971" y="83900"/>
                </a:moveTo>
                <a:lnTo>
                  <a:pt x="370971" y="52279"/>
                </a:lnTo>
                <a:cubicBezTo>
                  <a:pt x="370702" y="49242"/>
                  <a:pt x="369896" y="46473"/>
                  <a:pt x="368553" y="43972"/>
                </a:cubicBezTo>
                <a:cubicBezTo>
                  <a:pt x="367210" y="41470"/>
                  <a:pt x="365430" y="39584"/>
                  <a:pt x="363214" y="38312"/>
                </a:cubicBezTo>
                <a:cubicBezTo>
                  <a:pt x="360997" y="37038"/>
                  <a:pt x="358837" y="36402"/>
                  <a:pt x="356733" y="36402"/>
                </a:cubicBezTo>
                <a:cubicBezTo>
                  <a:pt x="352792" y="36402"/>
                  <a:pt x="349278" y="38166"/>
                  <a:pt x="346188" y="41695"/>
                </a:cubicBezTo>
                <a:cubicBezTo>
                  <a:pt x="342114" y="46339"/>
                  <a:pt x="340076" y="53127"/>
                  <a:pt x="340076" y="62060"/>
                </a:cubicBezTo>
                <a:cubicBezTo>
                  <a:pt x="340076" y="71082"/>
                  <a:pt x="342046" y="77994"/>
                  <a:pt x="345987" y="82796"/>
                </a:cubicBezTo>
                <a:cubicBezTo>
                  <a:pt x="349927" y="87597"/>
                  <a:pt x="354315" y="89997"/>
                  <a:pt x="359150" y="89997"/>
                </a:cubicBezTo>
                <a:cubicBezTo>
                  <a:pt x="363225" y="89997"/>
                  <a:pt x="367165" y="87965"/>
                  <a:pt x="370971" y="83900"/>
                </a:cubicBezTo>
                <a:close/>
                <a:moveTo>
                  <a:pt x="431148" y="86710"/>
                </a:moveTo>
                <a:cubicBezTo>
                  <a:pt x="424835" y="91589"/>
                  <a:pt x="420872" y="94409"/>
                  <a:pt x="419260" y="95168"/>
                </a:cubicBezTo>
                <a:cubicBezTo>
                  <a:pt x="416843" y="96288"/>
                  <a:pt x="414268" y="96848"/>
                  <a:pt x="411537" y="96848"/>
                </a:cubicBezTo>
                <a:cubicBezTo>
                  <a:pt x="407283" y="96848"/>
                  <a:pt x="403780" y="95392"/>
                  <a:pt x="401026" y="92482"/>
                </a:cubicBezTo>
                <a:cubicBezTo>
                  <a:pt x="398272" y="89572"/>
                  <a:pt x="396896" y="85743"/>
                  <a:pt x="396896" y="80997"/>
                </a:cubicBezTo>
                <a:cubicBezTo>
                  <a:pt x="396896" y="77997"/>
                  <a:pt x="397567" y="75400"/>
                  <a:pt x="398910" y="73207"/>
                </a:cubicBezTo>
                <a:cubicBezTo>
                  <a:pt x="400746" y="70162"/>
                  <a:pt x="403936" y="67296"/>
                  <a:pt x="408481" y="64610"/>
                </a:cubicBezTo>
                <a:cubicBezTo>
                  <a:pt x="413026" y="61923"/>
                  <a:pt x="420581" y="58655"/>
                  <a:pt x="431148" y="54804"/>
                </a:cubicBezTo>
                <a:lnTo>
                  <a:pt x="431148" y="52395"/>
                </a:lnTo>
                <a:cubicBezTo>
                  <a:pt x="431148" y="46283"/>
                  <a:pt x="430174" y="42090"/>
                  <a:pt x="428227" y="39814"/>
                </a:cubicBezTo>
                <a:cubicBezTo>
                  <a:pt x="426279" y="37539"/>
                  <a:pt x="423447" y="36402"/>
                  <a:pt x="419731" y="36402"/>
                </a:cubicBezTo>
                <a:cubicBezTo>
                  <a:pt x="416910" y="36402"/>
                  <a:pt x="414671" y="37163"/>
                  <a:pt x="413014" y="38685"/>
                </a:cubicBezTo>
                <a:cubicBezTo>
                  <a:pt x="411313" y="40208"/>
                  <a:pt x="410462" y="41954"/>
                  <a:pt x="410462" y="43924"/>
                </a:cubicBezTo>
                <a:lnTo>
                  <a:pt x="410597" y="47819"/>
                </a:lnTo>
                <a:cubicBezTo>
                  <a:pt x="410597" y="49879"/>
                  <a:pt x="410071" y="51468"/>
                  <a:pt x="409018" y="52588"/>
                </a:cubicBezTo>
                <a:cubicBezTo>
                  <a:pt x="407966" y="53707"/>
                  <a:pt x="406589" y="54267"/>
                  <a:pt x="404888" y="54267"/>
                </a:cubicBezTo>
                <a:cubicBezTo>
                  <a:pt x="403231" y="54267"/>
                  <a:pt x="401877" y="53683"/>
                  <a:pt x="400825" y="52516"/>
                </a:cubicBezTo>
                <a:cubicBezTo>
                  <a:pt x="399772" y="51348"/>
                  <a:pt x="399246" y="49754"/>
                  <a:pt x="399246" y="47733"/>
                </a:cubicBezTo>
                <a:cubicBezTo>
                  <a:pt x="399246" y="43870"/>
                  <a:pt x="401216" y="40322"/>
                  <a:pt x="405156" y="37088"/>
                </a:cubicBezTo>
                <a:cubicBezTo>
                  <a:pt x="409097" y="33855"/>
                  <a:pt x="414626" y="32238"/>
                  <a:pt x="421745" y="32238"/>
                </a:cubicBezTo>
                <a:cubicBezTo>
                  <a:pt x="427208" y="32238"/>
                  <a:pt x="431685" y="33154"/>
                  <a:pt x="435178" y="34987"/>
                </a:cubicBezTo>
                <a:cubicBezTo>
                  <a:pt x="437820" y="36374"/>
                  <a:pt x="439767" y="38543"/>
                  <a:pt x="441021" y="41496"/>
                </a:cubicBezTo>
                <a:cubicBezTo>
                  <a:pt x="441827" y="43418"/>
                  <a:pt x="442230" y="47353"/>
                  <a:pt x="442230" y="53301"/>
                </a:cubicBezTo>
                <a:lnTo>
                  <a:pt x="442230" y="74164"/>
                </a:lnTo>
                <a:cubicBezTo>
                  <a:pt x="442230" y="80022"/>
                  <a:pt x="442342" y="83611"/>
                  <a:pt x="442566" y="84930"/>
                </a:cubicBezTo>
                <a:cubicBezTo>
                  <a:pt x="442790" y="86250"/>
                  <a:pt x="443159" y="87134"/>
                  <a:pt x="443674" y="87581"/>
                </a:cubicBezTo>
                <a:cubicBezTo>
                  <a:pt x="444189" y="88028"/>
                  <a:pt x="444782" y="88251"/>
                  <a:pt x="445454" y="88251"/>
                </a:cubicBezTo>
                <a:cubicBezTo>
                  <a:pt x="446170" y="88251"/>
                  <a:pt x="446797" y="88094"/>
                  <a:pt x="447334" y="87781"/>
                </a:cubicBezTo>
                <a:cubicBezTo>
                  <a:pt x="448274" y="87199"/>
                  <a:pt x="450088" y="85564"/>
                  <a:pt x="452774" y="82878"/>
                </a:cubicBezTo>
                <a:lnTo>
                  <a:pt x="452774" y="86639"/>
                </a:lnTo>
                <a:cubicBezTo>
                  <a:pt x="447760" y="93355"/>
                  <a:pt x="442969" y="96713"/>
                  <a:pt x="438402" y="96713"/>
                </a:cubicBezTo>
                <a:cubicBezTo>
                  <a:pt x="436208" y="96713"/>
                  <a:pt x="434461" y="95958"/>
                  <a:pt x="433163" y="94446"/>
                </a:cubicBezTo>
                <a:cubicBezTo>
                  <a:pt x="431865" y="92934"/>
                  <a:pt x="431193" y="90355"/>
                  <a:pt x="431148" y="86710"/>
                </a:cubicBezTo>
                <a:moveTo>
                  <a:pt x="431148" y="82355"/>
                </a:moveTo>
                <a:lnTo>
                  <a:pt x="431148" y="58968"/>
                </a:lnTo>
                <a:cubicBezTo>
                  <a:pt x="424387" y="61649"/>
                  <a:pt x="420022" y="63548"/>
                  <a:pt x="418052" y="64664"/>
                </a:cubicBezTo>
                <a:cubicBezTo>
                  <a:pt x="414514" y="66630"/>
                  <a:pt x="411985" y="68686"/>
                  <a:pt x="410462" y="70831"/>
                </a:cubicBezTo>
                <a:cubicBezTo>
                  <a:pt x="408940" y="72974"/>
                  <a:pt x="408179" y="75319"/>
                  <a:pt x="408179" y="77866"/>
                </a:cubicBezTo>
                <a:cubicBezTo>
                  <a:pt x="408179" y="81083"/>
                  <a:pt x="409141" y="83752"/>
                  <a:pt x="411067" y="85875"/>
                </a:cubicBezTo>
                <a:cubicBezTo>
                  <a:pt x="412992" y="87996"/>
                  <a:pt x="415208" y="89057"/>
                  <a:pt x="417716" y="89057"/>
                </a:cubicBezTo>
                <a:cubicBezTo>
                  <a:pt x="421119" y="89057"/>
                  <a:pt x="425596" y="86823"/>
                  <a:pt x="431148" y="82355"/>
                </a:cubicBezTo>
                <a:close/>
                <a:moveTo>
                  <a:pt x="475090" y="13701"/>
                </a:moveTo>
                <a:lnTo>
                  <a:pt x="475090" y="33984"/>
                </a:lnTo>
                <a:lnTo>
                  <a:pt x="489462" y="33984"/>
                </a:lnTo>
                <a:lnTo>
                  <a:pt x="489462" y="38551"/>
                </a:lnTo>
                <a:lnTo>
                  <a:pt x="475090" y="38685"/>
                </a:lnTo>
                <a:lnTo>
                  <a:pt x="475090" y="78634"/>
                </a:lnTo>
                <a:cubicBezTo>
                  <a:pt x="475090" y="82623"/>
                  <a:pt x="475661" y="85313"/>
                  <a:pt x="476802" y="86704"/>
                </a:cubicBezTo>
                <a:cubicBezTo>
                  <a:pt x="477944" y="88093"/>
                  <a:pt x="479411" y="88788"/>
                  <a:pt x="481202" y="88788"/>
                </a:cubicBezTo>
                <a:cubicBezTo>
                  <a:pt x="482679" y="88788"/>
                  <a:pt x="484112" y="88324"/>
                  <a:pt x="485500" y="87394"/>
                </a:cubicBezTo>
                <a:cubicBezTo>
                  <a:pt x="486888" y="86465"/>
                  <a:pt x="487962" y="85094"/>
                  <a:pt x="488724" y="83281"/>
                </a:cubicBezTo>
                <a:lnTo>
                  <a:pt x="491343" y="83281"/>
                </a:lnTo>
                <a:cubicBezTo>
                  <a:pt x="489776" y="87691"/>
                  <a:pt x="487560" y="91010"/>
                  <a:pt x="484694" y="93238"/>
                </a:cubicBezTo>
                <a:cubicBezTo>
                  <a:pt x="481828" y="95465"/>
                  <a:pt x="478873" y="96579"/>
                  <a:pt x="475829" y="96579"/>
                </a:cubicBezTo>
                <a:cubicBezTo>
                  <a:pt x="473769" y="96579"/>
                  <a:pt x="471754" y="96006"/>
                  <a:pt x="469784" y="94860"/>
                </a:cubicBezTo>
                <a:cubicBezTo>
                  <a:pt x="467814" y="93714"/>
                  <a:pt x="466359" y="92074"/>
                  <a:pt x="465418" y="89940"/>
                </a:cubicBezTo>
                <a:cubicBezTo>
                  <a:pt x="464478" y="87807"/>
                  <a:pt x="464008" y="84516"/>
                  <a:pt x="464008" y="80068"/>
                </a:cubicBezTo>
                <a:lnTo>
                  <a:pt x="464008" y="38551"/>
                </a:lnTo>
                <a:lnTo>
                  <a:pt x="454270" y="38551"/>
                </a:lnTo>
                <a:lnTo>
                  <a:pt x="454270" y="36398"/>
                </a:lnTo>
                <a:cubicBezTo>
                  <a:pt x="456732" y="35418"/>
                  <a:pt x="459251" y="33760"/>
                  <a:pt x="461825" y="31423"/>
                </a:cubicBezTo>
                <a:cubicBezTo>
                  <a:pt x="464400" y="29087"/>
                  <a:pt x="466695" y="26302"/>
                  <a:pt x="468709" y="23068"/>
                </a:cubicBezTo>
                <a:cubicBezTo>
                  <a:pt x="469739" y="21361"/>
                  <a:pt x="471172" y="18239"/>
                  <a:pt x="473008" y="13701"/>
                </a:cubicBezTo>
                <a:lnTo>
                  <a:pt x="475090" y="13701"/>
                </a:lnTo>
                <a:close/>
                <a:moveTo>
                  <a:pt x="505668" y="57222"/>
                </a:moveTo>
                <a:cubicBezTo>
                  <a:pt x="505623" y="66314"/>
                  <a:pt x="507840" y="73445"/>
                  <a:pt x="512317" y="78615"/>
                </a:cubicBezTo>
                <a:cubicBezTo>
                  <a:pt x="516795" y="83785"/>
                  <a:pt x="522056" y="86370"/>
                  <a:pt x="528100" y="86370"/>
                </a:cubicBezTo>
                <a:cubicBezTo>
                  <a:pt x="532130" y="86370"/>
                  <a:pt x="535634" y="85257"/>
                  <a:pt x="538611" y="83031"/>
                </a:cubicBezTo>
                <a:cubicBezTo>
                  <a:pt x="541589" y="80805"/>
                  <a:pt x="544085" y="76993"/>
                  <a:pt x="546100" y="71595"/>
                </a:cubicBezTo>
                <a:lnTo>
                  <a:pt x="548182" y="72944"/>
                </a:lnTo>
                <a:cubicBezTo>
                  <a:pt x="547241" y="79110"/>
                  <a:pt x="544510" y="84726"/>
                  <a:pt x="539988" y="89789"/>
                </a:cubicBezTo>
                <a:cubicBezTo>
                  <a:pt x="535466" y="94853"/>
                  <a:pt x="529802" y="97385"/>
                  <a:pt x="522996" y="97385"/>
                </a:cubicBezTo>
                <a:cubicBezTo>
                  <a:pt x="515608" y="97385"/>
                  <a:pt x="509284" y="94514"/>
                  <a:pt x="504023" y="88773"/>
                </a:cubicBezTo>
                <a:cubicBezTo>
                  <a:pt x="498762" y="83031"/>
                  <a:pt x="496131" y="75312"/>
                  <a:pt x="496131" y="65615"/>
                </a:cubicBezTo>
                <a:cubicBezTo>
                  <a:pt x="496131" y="55115"/>
                  <a:pt x="498829" y="46928"/>
                  <a:pt x="504224" y="41053"/>
                </a:cubicBezTo>
                <a:cubicBezTo>
                  <a:pt x="509620" y="35176"/>
                  <a:pt x="516392" y="32238"/>
                  <a:pt x="524541" y="32238"/>
                </a:cubicBezTo>
                <a:cubicBezTo>
                  <a:pt x="531436" y="32238"/>
                  <a:pt x="537100" y="34504"/>
                  <a:pt x="541533" y="39038"/>
                </a:cubicBezTo>
                <a:cubicBezTo>
                  <a:pt x="545965" y="43570"/>
                  <a:pt x="548182" y="49631"/>
                  <a:pt x="548182" y="57222"/>
                </a:cubicBezTo>
                <a:lnTo>
                  <a:pt x="505668" y="57222"/>
                </a:lnTo>
                <a:moveTo>
                  <a:pt x="505668" y="53327"/>
                </a:moveTo>
                <a:lnTo>
                  <a:pt x="534145" y="53327"/>
                </a:lnTo>
                <a:cubicBezTo>
                  <a:pt x="533921" y="49419"/>
                  <a:pt x="533451" y="46666"/>
                  <a:pt x="532734" y="45068"/>
                </a:cubicBezTo>
                <a:cubicBezTo>
                  <a:pt x="531615" y="42580"/>
                  <a:pt x="529947" y="40626"/>
                  <a:pt x="527731" y="39206"/>
                </a:cubicBezTo>
                <a:cubicBezTo>
                  <a:pt x="525515" y="37784"/>
                  <a:pt x="523197" y="37073"/>
                  <a:pt x="520780" y="37073"/>
                </a:cubicBezTo>
                <a:cubicBezTo>
                  <a:pt x="517063" y="37073"/>
                  <a:pt x="513739" y="38505"/>
                  <a:pt x="510806" y="41370"/>
                </a:cubicBezTo>
                <a:cubicBezTo>
                  <a:pt x="507873" y="44234"/>
                  <a:pt x="506161" y="48219"/>
                  <a:pt x="505668" y="53327"/>
                </a:cubicBezTo>
                <a:close/>
                <a:moveTo>
                  <a:pt x="586213" y="39894"/>
                </a:moveTo>
                <a:lnTo>
                  <a:pt x="605153" y="32372"/>
                </a:lnTo>
                <a:lnTo>
                  <a:pt x="607705" y="32372"/>
                </a:lnTo>
                <a:lnTo>
                  <a:pt x="607705" y="46812"/>
                </a:lnTo>
                <a:cubicBezTo>
                  <a:pt x="610884" y="41419"/>
                  <a:pt x="614074" y="37642"/>
                  <a:pt x="617275" y="35480"/>
                </a:cubicBezTo>
                <a:cubicBezTo>
                  <a:pt x="620477" y="33319"/>
                  <a:pt x="623846" y="32238"/>
                  <a:pt x="627383" y="32238"/>
                </a:cubicBezTo>
                <a:cubicBezTo>
                  <a:pt x="633562" y="32238"/>
                  <a:pt x="638711" y="34653"/>
                  <a:pt x="642831" y="39483"/>
                </a:cubicBezTo>
                <a:cubicBezTo>
                  <a:pt x="647890" y="45387"/>
                  <a:pt x="650420" y="53081"/>
                  <a:pt x="650420" y="62563"/>
                </a:cubicBezTo>
                <a:cubicBezTo>
                  <a:pt x="650420" y="73164"/>
                  <a:pt x="647375" y="81931"/>
                  <a:pt x="641286" y="88864"/>
                </a:cubicBezTo>
                <a:cubicBezTo>
                  <a:pt x="636271" y="94544"/>
                  <a:pt x="629958" y="97385"/>
                  <a:pt x="622346" y="97385"/>
                </a:cubicBezTo>
                <a:cubicBezTo>
                  <a:pt x="619033" y="97385"/>
                  <a:pt x="616167" y="96915"/>
                  <a:pt x="613749" y="95974"/>
                </a:cubicBezTo>
                <a:cubicBezTo>
                  <a:pt x="611958" y="95303"/>
                  <a:pt x="609944" y="93960"/>
                  <a:pt x="607705" y="91945"/>
                </a:cubicBezTo>
                <a:lnTo>
                  <a:pt x="607705" y="110683"/>
                </a:lnTo>
                <a:cubicBezTo>
                  <a:pt x="607705" y="114916"/>
                  <a:pt x="607962" y="117606"/>
                  <a:pt x="608477" y="118755"/>
                </a:cubicBezTo>
                <a:cubicBezTo>
                  <a:pt x="608992" y="119904"/>
                  <a:pt x="609888" y="120815"/>
                  <a:pt x="611164" y="121490"/>
                </a:cubicBezTo>
                <a:cubicBezTo>
                  <a:pt x="612440" y="122165"/>
                  <a:pt x="614757" y="122503"/>
                  <a:pt x="618115" y="122503"/>
                </a:cubicBezTo>
                <a:lnTo>
                  <a:pt x="618115" y="124921"/>
                </a:lnTo>
                <a:lnTo>
                  <a:pt x="585877" y="124921"/>
                </a:lnTo>
                <a:lnTo>
                  <a:pt x="585877" y="122503"/>
                </a:lnTo>
                <a:lnTo>
                  <a:pt x="587556" y="122503"/>
                </a:lnTo>
                <a:cubicBezTo>
                  <a:pt x="590019" y="122548"/>
                  <a:pt x="592123" y="122075"/>
                  <a:pt x="593869" y="121085"/>
                </a:cubicBezTo>
                <a:cubicBezTo>
                  <a:pt x="594720" y="120589"/>
                  <a:pt x="595381" y="119790"/>
                  <a:pt x="595851" y="118688"/>
                </a:cubicBezTo>
                <a:cubicBezTo>
                  <a:pt x="596321" y="117585"/>
                  <a:pt x="596556" y="114783"/>
                  <a:pt x="596556" y="110280"/>
                </a:cubicBezTo>
                <a:lnTo>
                  <a:pt x="596556" y="51983"/>
                </a:lnTo>
                <a:cubicBezTo>
                  <a:pt x="596556" y="47972"/>
                  <a:pt x="596377" y="45425"/>
                  <a:pt x="596019" y="44344"/>
                </a:cubicBezTo>
                <a:cubicBezTo>
                  <a:pt x="595660" y="43261"/>
                  <a:pt x="595090" y="42450"/>
                  <a:pt x="594306" y="41911"/>
                </a:cubicBezTo>
                <a:cubicBezTo>
                  <a:pt x="593522" y="41372"/>
                  <a:pt x="592459" y="41103"/>
                  <a:pt x="591116" y="41103"/>
                </a:cubicBezTo>
                <a:cubicBezTo>
                  <a:pt x="590041" y="41103"/>
                  <a:pt x="588676" y="41417"/>
                  <a:pt x="587019" y="42043"/>
                </a:cubicBezTo>
                <a:lnTo>
                  <a:pt x="586213" y="39894"/>
                </a:lnTo>
                <a:moveTo>
                  <a:pt x="607705" y="50774"/>
                </a:moveTo>
                <a:lnTo>
                  <a:pt x="607705" y="73744"/>
                </a:lnTo>
                <a:cubicBezTo>
                  <a:pt x="607705" y="78714"/>
                  <a:pt x="607906" y="81982"/>
                  <a:pt x="608309" y="83549"/>
                </a:cubicBezTo>
                <a:cubicBezTo>
                  <a:pt x="608936" y="86146"/>
                  <a:pt x="610470" y="88430"/>
                  <a:pt x="612910" y="90400"/>
                </a:cubicBezTo>
                <a:cubicBezTo>
                  <a:pt x="615350" y="92370"/>
                  <a:pt x="618428" y="93355"/>
                  <a:pt x="622145" y="93355"/>
                </a:cubicBezTo>
                <a:cubicBezTo>
                  <a:pt x="626622" y="93355"/>
                  <a:pt x="630249" y="91609"/>
                  <a:pt x="633025" y="88116"/>
                </a:cubicBezTo>
                <a:cubicBezTo>
                  <a:pt x="636652" y="83549"/>
                  <a:pt x="638465" y="77124"/>
                  <a:pt x="638465" y="68841"/>
                </a:cubicBezTo>
                <a:cubicBezTo>
                  <a:pt x="638465" y="59438"/>
                  <a:pt x="636405" y="52207"/>
                  <a:pt x="632286" y="47148"/>
                </a:cubicBezTo>
                <a:cubicBezTo>
                  <a:pt x="629421" y="43655"/>
                  <a:pt x="626018" y="41909"/>
                  <a:pt x="622078" y="41909"/>
                </a:cubicBezTo>
                <a:cubicBezTo>
                  <a:pt x="619928" y="41909"/>
                  <a:pt x="617802" y="42446"/>
                  <a:pt x="615697" y="43521"/>
                </a:cubicBezTo>
                <a:cubicBezTo>
                  <a:pt x="614085" y="44327"/>
                  <a:pt x="611421" y="46745"/>
                  <a:pt x="607705" y="50774"/>
                </a:cubicBezTo>
                <a:close/>
                <a:moveTo>
                  <a:pt x="694277" y="86710"/>
                </a:moveTo>
                <a:cubicBezTo>
                  <a:pt x="687964" y="91589"/>
                  <a:pt x="684001" y="94409"/>
                  <a:pt x="682389" y="95168"/>
                </a:cubicBezTo>
                <a:cubicBezTo>
                  <a:pt x="679971" y="96288"/>
                  <a:pt x="677397" y="96848"/>
                  <a:pt x="674666" y="96848"/>
                </a:cubicBezTo>
                <a:cubicBezTo>
                  <a:pt x="670412" y="96848"/>
                  <a:pt x="666908" y="95392"/>
                  <a:pt x="664155" y="92482"/>
                </a:cubicBezTo>
                <a:cubicBezTo>
                  <a:pt x="661401" y="89572"/>
                  <a:pt x="660024" y="85743"/>
                  <a:pt x="660024" y="80997"/>
                </a:cubicBezTo>
                <a:cubicBezTo>
                  <a:pt x="660024" y="77997"/>
                  <a:pt x="660696" y="75400"/>
                  <a:pt x="662039" y="73207"/>
                </a:cubicBezTo>
                <a:cubicBezTo>
                  <a:pt x="663875" y="70162"/>
                  <a:pt x="667065" y="67296"/>
                  <a:pt x="671610" y="64610"/>
                </a:cubicBezTo>
                <a:cubicBezTo>
                  <a:pt x="676154" y="61923"/>
                  <a:pt x="683710" y="58655"/>
                  <a:pt x="694277" y="54804"/>
                </a:cubicBezTo>
                <a:lnTo>
                  <a:pt x="694277" y="52395"/>
                </a:lnTo>
                <a:cubicBezTo>
                  <a:pt x="694277" y="46283"/>
                  <a:pt x="693303" y="42090"/>
                  <a:pt x="691355" y="39814"/>
                </a:cubicBezTo>
                <a:cubicBezTo>
                  <a:pt x="689408" y="37539"/>
                  <a:pt x="686576" y="36402"/>
                  <a:pt x="682859" y="36402"/>
                </a:cubicBezTo>
                <a:cubicBezTo>
                  <a:pt x="680038" y="36402"/>
                  <a:pt x="677800" y="37163"/>
                  <a:pt x="676143" y="38685"/>
                </a:cubicBezTo>
                <a:cubicBezTo>
                  <a:pt x="674442" y="40208"/>
                  <a:pt x="673591" y="41954"/>
                  <a:pt x="673591" y="43924"/>
                </a:cubicBezTo>
                <a:lnTo>
                  <a:pt x="673725" y="47819"/>
                </a:lnTo>
                <a:cubicBezTo>
                  <a:pt x="673725" y="49879"/>
                  <a:pt x="673199" y="51468"/>
                  <a:pt x="672147" y="52588"/>
                </a:cubicBezTo>
                <a:cubicBezTo>
                  <a:pt x="671095" y="53707"/>
                  <a:pt x="669718" y="54267"/>
                  <a:pt x="668016" y="54267"/>
                </a:cubicBezTo>
                <a:cubicBezTo>
                  <a:pt x="666360" y="54267"/>
                  <a:pt x="665005" y="53683"/>
                  <a:pt x="663953" y="52516"/>
                </a:cubicBezTo>
                <a:cubicBezTo>
                  <a:pt x="662901" y="51348"/>
                  <a:pt x="662375" y="49754"/>
                  <a:pt x="662375" y="47733"/>
                </a:cubicBezTo>
                <a:cubicBezTo>
                  <a:pt x="662375" y="43870"/>
                  <a:pt x="664345" y="40322"/>
                  <a:pt x="668285" y="37088"/>
                </a:cubicBezTo>
                <a:cubicBezTo>
                  <a:pt x="672225" y="33855"/>
                  <a:pt x="677755" y="32238"/>
                  <a:pt x="684874" y="32238"/>
                </a:cubicBezTo>
                <a:cubicBezTo>
                  <a:pt x="690337" y="32238"/>
                  <a:pt x="694814" y="33154"/>
                  <a:pt x="698307" y="34987"/>
                </a:cubicBezTo>
                <a:cubicBezTo>
                  <a:pt x="700948" y="36374"/>
                  <a:pt x="702896" y="38543"/>
                  <a:pt x="704150" y="41496"/>
                </a:cubicBezTo>
                <a:cubicBezTo>
                  <a:pt x="704956" y="43418"/>
                  <a:pt x="705359" y="47353"/>
                  <a:pt x="705359" y="53301"/>
                </a:cubicBezTo>
                <a:lnTo>
                  <a:pt x="705359" y="74164"/>
                </a:lnTo>
                <a:cubicBezTo>
                  <a:pt x="705359" y="80022"/>
                  <a:pt x="705470" y="83611"/>
                  <a:pt x="705694" y="84930"/>
                </a:cubicBezTo>
                <a:cubicBezTo>
                  <a:pt x="705918" y="86250"/>
                  <a:pt x="706288" y="87134"/>
                  <a:pt x="706802" y="87581"/>
                </a:cubicBezTo>
                <a:cubicBezTo>
                  <a:pt x="707317" y="88028"/>
                  <a:pt x="707911" y="88251"/>
                  <a:pt x="708582" y="88251"/>
                </a:cubicBezTo>
                <a:cubicBezTo>
                  <a:pt x="709299" y="88251"/>
                  <a:pt x="709926" y="88094"/>
                  <a:pt x="710463" y="87781"/>
                </a:cubicBezTo>
                <a:cubicBezTo>
                  <a:pt x="711403" y="87199"/>
                  <a:pt x="713216" y="85564"/>
                  <a:pt x="715903" y="82878"/>
                </a:cubicBezTo>
                <a:lnTo>
                  <a:pt x="715903" y="86639"/>
                </a:lnTo>
                <a:cubicBezTo>
                  <a:pt x="710888" y="93355"/>
                  <a:pt x="706097" y="96713"/>
                  <a:pt x="701530" y="96713"/>
                </a:cubicBezTo>
                <a:cubicBezTo>
                  <a:pt x="699336" y="96713"/>
                  <a:pt x="697590" y="95958"/>
                  <a:pt x="696292" y="94446"/>
                </a:cubicBezTo>
                <a:cubicBezTo>
                  <a:pt x="694993" y="92934"/>
                  <a:pt x="694322" y="90355"/>
                  <a:pt x="694277" y="86710"/>
                </a:cubicBezTo>
                <a:moveTo>
                  <a:pt x="694277" y="82355"/>
                </a:moveTo>
                <a:lnTo>
                  <a:pt x="694277" y="58968"/>
                </a:lnTo>
                <a:cubicBezTo>
                  <a:pt x="687516" y="61649"/>
                  <a:pt x="683150" y="63548"/>
                  <a:pt x="681180" y="64664"/>
                </a:cubicBezTo>
                <a:cubicBezTo>
                  <a:pt x="677643" y="66630"/>
                  <a:pt x="675113" y="68686"/>
                  <a:pt x="673591" y="70831"/>
                </a:cubicBezTo>
                <a:cubicBezTo>
                  <a:pt x="672069" y="72974"/>
                  <a:pt x="671307" y="75319"/>
                  <a:pt x="671307" y="77866"/>
                </a:cubicBezTo>
                <a:cubicBezTo>
                  <a:pt x="671307" y="81083"/>
                  <a:pt x="672270" y="83752"/>
                  <a:pt x="674195" y="85875"/>
                </a:cubicBezTo>
                <a:cubicBezTo>
                  <a:pt x="676121" y="87996"/>
                  <a:pt x="678337" y="89057"/>
                  <a:pt x="680844" y="89057"/>
                </a:cubicBezTo>
                <a:cubicBezTo>
                  <a:pt x="684247" y="89057"/>
                  <a:pt x="688725" y="86823"/>
                  <a:pt x="694277" y="82355"/>
                </a:cubicBezTo>
                <a:close/>
                <a:moveTo>
                  <a:pt x="715921" y="39894"/>
                </a:moveTo>
                <a:lnTo>
                  <a:pt x="734860" y="32372"/>
                </a:lnTo>
                <a:lnTo>
                  <a:pt x="737412" y="32372"/>
                </a:lnTo>
                <a:lnTo>
                  <a:pt x="737412" y="46812"/>
                </a:lnTo>
                <a:cubicBezTo>
                  <a:pt x="740591" y="41419"/>
                  <a:pt x="743782" y="37642"/>
                  <a:pt x="746983" y="35480"/>
                </a:cubicBezTo>
                <a:cubicBezTo>
                  <a:pt x="750184" y="33319"/>
                  <a:pt x="753554" y="32238"/>
                  <a:pt x="757091" y="32238"/>
                </a:cubicBezTo>
                <a:cubicBezTo>
                  <a:pt x="763270" y="32238"/>
                  <a:pt x="768419" y="34653"/>
                  <a:pt x="772538" y="39483"/>
                </a:cubicBezTo>
                <a:cubicBezTo>
                  <a:pt x="777598" y="45387"/>
                  <a:pt x="780127" y="53081"/>
                  <a:pt x="780127" y="62563"/>
                </a:cubicBezTo>
                <a:cubicBezTo>
                  <a:pt x="780127" y="73164"/>
                  <a:pt x="777083" y="81931"/>
                  <a:pt x="770993" y="88864"/>
                </a:cubicBezTo>
                <a:cubicBezTo>
                  <a:pt x="765979" y="94544"/>
                  <a:pt x="759665" y="97385"/>
                  <a:pt x="752054" y="97385"/>
                </a:cubicBezTo>
                <a:cubicBezTo>
                  <a:pt x="748740" y="97385"/>
                  <a:pt x="745875" y="96915"/>
                  <a:pt x="743457" y="95974"/>
                </a:cubicBezTo>
                <a:cubicBezTo>
                  <a:pt x="741666" y="95303"/>
                  <a:pt x="739651" y="93960"/>
                  <a:pt x="737412" y="91945"/>
                </a:cubicBezTo>
                <a:lnTo>
                  <a:pt x="737412" y="110683"/>
                </a:lnTo>
                <a:cubicBezTo>
                  <a:pt x="737412" y="114916"/>
                  <a:pt x="737670" y="117606"/>
                  <a:pt x="738185" y="118755"/>
                </a:cubicBezTo>
                <a:cubicBezTo>
                  <a:pt x="738700" y="119904"/>
                  <a:pt x="739595" y="120815"/>
                  <a:pt x="740871" y="121490"/>
                </a:cubicBezTo>
                <a:cubicBezTo>
                  <a:pt x="742147" y="122165"/>
                  <a:pt x="744464" y="122503"/>
                  <a:pt x="747823" y="122503"/>
                </a:cubicBezTo>
                <a:lnTo>
                  <a:pt x="747823" y="124921"/>
                </a:lnTo>
                <a:lnTo>
                  <a:pt x="715585" y="124921"/>
                </a:lnTo>
                <a:lnTo>
                  <a:pt x="715585" y="122503"/>
                </a:lnTo>
                <a:lnTo>
                  <a:pt x="717264" y="122503"/>
                </a:lnTo>
                <a:cubicBezTo>
                  <a:pt x="719727" y="122548"/>
                  <a:pt x="721831" y="122075"/>
                  <a:pt x="723577" y="121085"/>
                </a:cubicBezTo>
                <a:cubicBezTo>
                  <a:pt x="724428" y="120589"/>
                  <a:pt x="725088" y="119790"/>
                  <a:pt x="725558" y="118688"/>
                </a:cubicBezTo>
                <a:cubicBezTo>
                  <a:pt x="726029" y="117585"/>
                  <a:pt x="726264" y="114783"/>
                  <a:pt x="726264" y="110280"/>
                </a:cubicBezTo>
                <a:lnTo>
                  <a:pt x="726264" y="51983"/>
                </a:lnTo>
                <a:cubicBezTo>
                  <a:pt x="726264" y="47972"/>
                  <a:pt x="726085" y="45425"/>
                  <a:pt x="725726" y="44344"/>
                </a:cubicBezTo>
                <a:cubicBezTo>
                  <a:pt x="725368" y="43261"/>
                  <a:pt x="724797" y="42450"/>
                  <a:pt x="724014" y="41911"/>
                </a:cubicBezTo>
                <a:cubicBezTo>
                  <a:pt x="723230" y="41372"/>
                  <a:pt x="722167" y="41103"/>
                  <a:pt x="720823" y="41103"/>
                </a:cubicBezTo>
                <a:cubicBezTo>
                  <a:pt x="719749" y="41103"/>
                  <a:pt x="718383" y="41417"/>
                  <a:pt x="716727" y="42043"/>
                </a:cubicBezTo>
                <a:lnTo>
                  <a:pt x="715921" y="39894"/>
                </a:lnTo>
                <a:moveTo>
                  <a:pt x="737412" y="50774"/>
                </a:moveTo>
                <a:lnTo>
                  <a:pt x="737412" y="73744"/>
                </a:lnTo>
                <a:cubicBezTo>
                  <a:pt x="737412" y="78714"/>
                  <a:pt x="737614" y="81982"/>
                  <a:pt x="738017" y="83549"/>
                </a:cubicBezTo>
                <a:cubicBezTo>
                  <a:pt x="738644" y="86146"/>
                  <a:pt x="740177" y="88430"/>
                  <a:pt x="742618" y="90400"/>
                </a:cubicBezTo>
                <a:cubicBezTo>
                  <a:pt x="745058" y="92370"/>
                  <a:pt x="748136" y="93355"/>
                  <a:pt x="751852" y="93355"/>
                </a:cubicBezTo>
                <a:cubicBezTo>
                  <a:pt x="756330" y="93355"/>
                  <a:pt x="759957" y="91609"/>
                  <a:pt x="762733" y="88116"/>
                </a:cubicBezTo>
                <a:cubicBezTo>
                  <a:pt x="766359" y="83549"/>
                  <a:pt x="768173" y="77124"/>
                  <a:pt x="768173" y="68841"/>
                </a:cubicBezTo>
                <a:cubicBezTo>
                  <a:pt x="768173" y="59438"/>
                  <a:pt x="766113" y="52207"/>
                  <a:pt x="761994" y="47148"/>
                </a:cubicBezTo>
                <a:cubicBezTo>
                  <a:pt x="759128" y="43655"/>
                  <a:pt x="755725" y="41909"/>
                  <a:pt x="751785" y="41909"/>
                </a:cubicBezTo>
                <a:cubicBezTo>
                  <a:pt x="749636" y="41909"/>
                  <a:pt x="747509" y="42446"/>
                  <a:pt x="745405" y="43521"/>
                </a:cubicBezTo>
                <a:cubicBezTo>
                  <a:pt x="743793" y="44327"/>
                  <a:pt x="741129" y="46745"/>
                  <a:pt x="737412" y="50774"/>
                </a:cubicBezTo>
                <a:close/>
                <a:moveTo>
                  <a:pt x="799470" y="57222"/>
                </a:moveTo>
                <a:cubicBezTo>
                  <a:pt x="799426" y="66314"/>
                  <a:pt x="801642" y="73445"/>
                  <a:pt x="806119" y="78615"/>
                </a:cubicBezTo>
                <a:cubicBezTo>
                  <a:pt x="810597" y="83785"/>
                  <a:pt x="815858" y="86370"/>
                  <a:pt x="821902" y="86370"/>
                </a:cubicBezTo>
                <a:cubicBezTo>
                  <a:pt x="825932" y="86370"/>
                  <a:pt x="829436" y="85257"/>
                  <a:pt x="832413" y="83031"/>
                </a:cubicBezTo>
                <a:cubicBezTo>
                  <a:pt x="835391" y="80805"/>
                  <a:pt x="837887" y="76993"/>
                  <a:pt x="839902" y="71595"/>
                </a:cubicBezTo>
                <a:lnTo>
                  <a:pt x="841984" y="72944"/>
                </a:lnTo>
                <a:cubicBezTo>
                  <a:pt x="841044" y="79110"/>
                  <a:pt x="838312" y="84726"/>
                  <a:pt x="833790" y="89789"/>
                </a:cubicBezTo>
                <a:cubicBezTo>
                  <a:pt x="829268" y="94853"/>
                  <a:pt x="823604" y="97385"/>
                  <a:pt x="816798" y="97385"/>
                </a:cubicBezTo>
                <a:cubicBezTo>
                  <a:pt x="809410" y="97385"/>
                  <a:pt x="803086" y="94514"/>
                  <a:pt x="797825" y="88773"/>
                </a:cubicBezTo>
                <a:cubicBezTo>
                  <a:pt x="792564" y="83031"/>
                  <a:pt x="789933" y="75312"/>
                  <a:pt x="789933" y="65615"/>
                </a:cubicBezTo>
                <a:cubicBezTo>
                  <a:pt x="789933" y="55115"/>
                  <a:pt x="792631" y="46928"/>
                  <a:pt x="798026" y="41053"/>
                </a:cubicBezTo>
                <a:cubicBezTo>
                  <a:pt x="803422" y="35176"/>
                  <a:pt x="810194" y="32238"/>
                  <a:pt x="818343" y="32238"/>
                </a:cubicBezTo>
                <a:cubicBezTo>
                  <a:pt x="825238" y="32238"/>
                  <a:pt x="830902" y="34504"/>
                  <a:pt x="835335" y="39038"/>
                </a:cubicBezTo>
                <a:cubicBezTo>
                  <a:pt x="839767" y="43570"/>
                  <a:pt x="841984" y="49631"/>
                  <a:pt x="841984" y="57222"/>
                </a:cubicBezTo>
                <a:lnTo>
                  <a:pt x="799470" y="57222"/>
                </a:lnTo>
                <a:moveTo>
                  <a:pt x="799470" y="53327"/>
                </a:moveTo>
                <a:lnTo>
                  <a:pt x="827947" y="53327"/>
                </a:lnTo>
                <a:cubicBezTo>
                  <a:pt x="827723" y="49419"/>
                  <a:pt x="827253" y="46666"/>
                  <a:pt x="826537" y="45068"/>
                </a:cubicBezTo>
                <a:cubicBezTo>
                  <a:pt x="825417" y="42580"/>
                  <a:pt x="823749" y="40626"/>
                  <a:pt x="821533" y="39206"/>
                </a:cubicBezTo>
                <a:cubicBezTo>
                  <a:pt x="819317" y="37784"/>
                  <a:pt x="817000" y="37073"/>
                  <a:pt x="814582" y="37073"/>
                </a:cubicBezTo>
                <a:cubicBezTo>
                  <a:pt x="810865" y="37073"/>
                  <a:pt x="807541" y="38505"/>
                  <a:pt x="804608" y="41370"/>
                </a:cubicBezTo>
                <a:cubicBezTo>
                  <a:pt x="801675" y="44234"/>
                  <a:pt x="799963" y="48219"/>
                  <a:pt x="799470" y="53327"/>
                </a:cubicBezTo>
                <a:close/>
                <a:moveTo>
                  <a:pt x="868060" y="32238"/>
                </a:moveTo>
                <a:lnTo>
                  <a:pt x="868060" y="46073"/>
                </a:lnTo>
                <a:cubicBezTo>
                  <a:pt x="873209" y="36850"/>
                  <a:pt x="878493" y="32238"/>
                  <a:pt x="883911" y="32238"/>
                </a:cubicBezTo>
                <a:cubicBezTo>
                  <a:pt x="886373" y="32238"/>
                  <a:pt x="888410" y="32988"/>
                  <a:pt x="890022" y="34488"/>
                </a:cubicBezTo>
                <a:cubicBezTo>
                  <a:pt x="891634" y="35988"/>
                  <a:pt x="892440" y="37723"/>
                  <a:pt x="892440" y="39693"/>
                </a:cubicBezTo>
                <a:cubicBezTo>
                  <a:pt x="892440" y="41439"/>
                  <a:pt x="891858" y="42916"/>
                  <a:pt x="890694" y="44125"/>
                </a:cubicBezTo>
                <a:cubicBezTo>
                  <a:pt x="889530" y="45334"/>
                  <a:pt x="888142" y="45939"/>
                  <a:pt x="886530" y="45939"/>
                </a:cubicBezTo>
                <a:cubicBezTo>
                  <a:pt x="884963" y="45939"/>
                  <a:pt x="883205" y="45178"/>
                  <a:pt x="881258" y="43655"/>
                </a:cubicBezTo>
                <a:cubicBezTo>
                  <a:pt x="879310" y="42133"/>
                  <a:pt x="877866" y="41372"/>
                  <a:pt x="876926" y="41372"/>
                </a:cubicBezTo>
                <a:cubicBezTo>
                  <a:pt x="876120" y="41372"/>
                  <a:pt x="875247" y="41816"/>
                  <a:pt x="874306" y="42705"/>
                </a:cubicBezTo>
                <a:cubicBezTo>
                  <a:pt x="872292" y="44528"/>
                  <a:pt x="870210" y="47528"/>
                  <a:pt x="868060" y="51706"/>
                </a:cubicBezTo>
                <a:lnTo>
                  <a:pt x="868060" y="81132"/>
                </a:lnTo>
                <a:cubicBezTo>
                  <a:pt x="868060" y="84537"/>
                  <a:pt x="868486" y="87113"/>
                  <a:pt x="869336" y="88859"/>
                </a:cubicBezTo>
                <a:cubicBezTo>
                  <a:pt x="869919" y="90070"/>
                  <a:pt x="870948" y="91077"/>
                  <a:pt x="872426" y="91882"/>
                </a:cubicBezTo>
                <a:cubicBezTo>
                  <a:pt x="873903" y="92685"/>
                  <a:pt x="876030" y="93086"/>
                  <a:pt x="878806" y="93086"/>
                </a:cubicBezTo>
                <a:lnTo>
                  <a:pt x="878806" y="95504"/>
                </a:lnTo>
                <a:lnTo>
                  <a:pt x="847307" y="95504"/>
                </a:lnTo>
                <a:lnTo>
                  <a:pt x="847307" y="93086"/>
                </a:lnTo>
                <a:cubicBezTo>
                  <a:pt x="850442" y="93086"/>
                  <a:pt x="852770" y="92588"/>
                  <a:pt x="854292" y="91592"/>
                </a:cubicBezTo>
                <a:cubicBezTo>
                  <a:pt x="855412" y="90867"/>
                  <a:pt x="856195" y="89712"/>
                  <a:pt x="856643" y="88127"/>
                </a:cubicBezTo>
                <a:cubicBezTo>
                  <a:pt x="856867" y="87356"/>
                  <a:pt x="856979" y="85159"/>
                  <a:pt x="856979" y="81535"/>
                </a:cubicBezTo>
                <a:lnTo>
                  <a:pt x="856979" y="57894"/>
                </a:lnTo>
                <a:cubicBezTo>
                  <a:pt x="856979" y="50730"/>
                  <a:pt x="856833" y="46465"/>
                  <a:pt x="856542" y="45099"/>
                </a:cubicBezTo>
                <a:cubicBezTo>
                  <a:pt x="856251" y="43734"/>
                  <a:pt x="855714" y="42737"/>
                  <a:pt x="854930" y="42111"/>
                </a:cubicBezTo>
                <a:cubicBezTo>
                  <a:pt x="854147" y="41484"/>
                  <a:pt x="853173" y="41170"/>
                  <a:pt x="852009" y="41170"/>
                </a:cubicBezTo>
                <a:cubicBezTo>
                  <a:pt x="850621" y="41170"/>
                  <a:pt x="849054" y="41506"/>
                  <a:pt x="847307" y="42178"/>
                </a:cubicBezTo>
                <a:lnTo>
                  <a:pt x="846636" y="39760"/>
                </a:lnTo>
                <a:lnTo>
                  <a:pt x="865240" y="32238"/>
                </a:lnTo>
                <a:lnTo>
                  <a:pt x="868060" y="32238"/>
                </a:lnTo>
                <a:close/>
                <a:moveTo>
                  <a:pt x="935624" y="32238"/>
                </a:moveTo>
                <a:lnTo>
                  <a:pt x="935624" y="53192"/>
                </a:lnTo>
                <a:lnTo>
                  <a:pt x="933408" y="53192"/>
                </a:lnTo>
                <a:cubicBezTo>
                  <a:pt x="931707" y="46637"/>
                  <a:pt x="929524" y="42178"/>
                  <a:pt x="926860" y="39814"/>
                </a:cubicBezTo>
                <a:cubicBezTo>
                  <a:pt x="924196" y="37450"/>
                  <a:pt x="920804" y="36267"/>
                  <a:pt x="916685" y="36267"/>
                </a:cubicBezTo>
                <a:cubicBezTo>
                  <a:pt x="913550" y="36267"/>
                  <a:pt x="911021" y="37093"/>
                  <a:pt x="909095" y="38744"/>
                </a:cubicBezTo>
                <a:cubicBezTo>
                  <a:pt x="907170" y="40395"/>
                  <a:pt x="906207" y="42225"/>
                  <a:pt x="906207" y="44232"/>
                </a:cubicBezTo>
                <a:cubicBezTo>
                  <a:pt x="906207" y="46730"/>
                  <a:pt x="906924" y="48872"/>
                  <a:pt x="908357" y="50657"/>
                </a:cubicBezTo>
                <a:cubicBezTo>
                  <a:pt x="909745" y="52486"/>
                  <a:pt x="912565" y="54426"/>
                  <a:pt x="916819" y="56479"/>
                </a:cubicBezTo>
                <a:lnTo>
                  <a:pt x="926625" y="61231"/>
                </a:lnTo>
                <a:cubicBezTo>
                  <a:pt x="935714" y="65658"/>
                  <a:pt x="940258" y="71493"/>
                  <a:pt x="940258" y="78737"/>
                </a:cubicBezTo>
                <a:cubicBezTo>
                  <a:pt x="940258" y="84327"/>
                  <a:pt x="938143" y="88832"/>
                  <a:pt x="933912" y="92253"/>
                </a:cubicBezTo>
                <a:cubicBezTo>
                  <a:pt x="929680" y="95674"/>
                  <a:pt x="924946" y="97385"/>
                  <a:pt x="919707" y="97385"/>
                </a:cubicBezTo>
                <a:cubicBezTo>
                  <a:pt x="915946" y="97385"/>
                  <a:pt x="911647" y="96747"/>
                  <a:pt x="906812" y="95471"/>
                </a:cubicBezTo>
                <a:cubicBezTo>
                  <a:pt x="905334" y="95045"/>
                  <a:pt x="904125" y="94833"/>
                  <a:pt x="903185" y="94833"/>
                </a:cubicBezTo>
                <a:cubicBezTo>
                  <a:pt x="902155" y="94833"/>
                  <a:pt x="901349" y="95370"/>
                  <a:pt x="900767" y="96445"/>
                </a:cubicBezTo>
                <a:lnTo>
                  <a:pt x="898551" y="96445"/>
                </a:lnTo>
                <a:lnTo>
                  <a:pt x="898551" y="74415"/>
                </a:lnTo>
                <a:lnTo>
                  <a:pt x="900767" y="74415"/>
                </a:lnTo>
                <a:cubicBezTo>
                  <a:pt x="902021" y="80684"/>
                  <a:pt x="904416" y="85408"/>
                  <a:pt x="907954" y="88587"/>
                </a:cubicBezTo>
                <a:cubicBezTo>
                  <a:pt x="911491" y="91766"/>
                  <a:pt x="915453" y="93355"/>
                  <a:pt x="919841" y="93355"/>
                </a:cubicBezTo>
                <a:cubicBezTo>
                  <a:pt x="922931" y="93355"/>
                  <a:pt x="925449" y="92453"/>
                  <a:pt x="927397" y="90650"/>
                </a:cubicBezTo>
                <a:cubicBezTo>
                  <a:pt x="929345" y="88845"/>
                  <a:pt x="930318" y="86673"/>
                  <a:pt x="930318" y="84133"/>
                </a:cubicBezTo>
                <a:cubicBezTo>
                  <a:pt x="930318" y="81059"/>
                  <a:pt x="929233" y="78475"/>
                  <a:pt x="927061" y="76382"/>
                </a:cubicBezTo>
                <a:cubicBezTo>
                  <a:pt x="924890" y="74287"/>
                  <a:pt x="920558" y="71642"/>
                  <a:pt x="914065" y="68446"/>
                </a:cubicBezTo>
                <a:cubicBezTo>
                  <a:pt x="907573" y="65249"/>
                  <a:pt x="903319" y="62350"/>
                  <a:pt x="901305" y="59749"/>
                </a:cubicBezTo>
                <a:cubicBezTo>
                  <a:pt x="899290" y="57193"/>
                  <a:pt x="898282" y="53964"/>
                  <a:pt x="898282" y="50063"/>
                </a:cubicBezTo>
                <a:cubicBezTo>
                  <a:pt x="898282" y="44995"/>
                  <a:pt x="900017" y="40758"/>
                  <a:pt x="903487" y="37350"/>
                </a:cubicBezTo>
                <a:cubicBezTo>
                  <a:pt x="906957" y="33942"/>
                  <a:pt x="911446" y="32238"/>
                  <a:pt x="916953" y="32238"/>
                </a:cubicBezTo>
                <a:cubicBezTo>
                  <a:pt x="919371" y="32238"/>
                  <a:pt x="922304" y="32753"/>
                  <a:pt x="925751" y="33782"/>
                </a:cubicBezTo>
                <a:cubicBezTo>
                  <a:pt x="928035" y="34454"/>
                  <a:pt x="929557" y="34790"/>
                  <a:pt x="930318" y="34790"/>
                </a:cubicBezTo>
                <a:cubicBezTo>
                  <a:pt x="931035" y="34790"/>
                  <a:pt x="931595" y="34633"/>
                  <a:pt x="931998" y="34320"/>
                </a:cubicBezTo>
                <a:cubicBezTo>
                  <a:pt x="932401" y="34006"/>
                  <a:pt x="932871" y="33312"/>
                  <a:pt x="933408" y="32238"/>
                </a:cubicBezTo>
                <a:lnTo>
                  <a:pt x="935624" y="32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223">
            <a:extLst xmlns:a="http://schemas.openxmlformats.org/drawingml/2006/main">
              <a:ext uri="{FF2B5EF4-FFF2-40B4-BE49-F238E27FC236}">
                <a16:creationId xmlns:a16="http://schemas.microsoft.com/office/drawing/2014/main" id="{C2FCAC12-CF6C-4C5F-8981-10F75177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065" y="1744390"/>
            <a:ext cx="201620" cy="94967"/>
          </a:xfrm>
          <a:custGeom xmlns:a="http://schemas.openxmlformats.org/drawingml/2006/main">
            <a:pathLst>
              <a:path w="201620" h="94967">
                <a:moveTo>
                  <a:pt x="48357" y="92952"/>
                </a:moveTo>
                <a:lnTo>
                  <a:pt x="0" y="92952"/>
                </a:lnTo>
                <a:lnTo>
                  <a:pt x="0" y="90467"/>
                </a:lnTo>
                <a:cubicBezTo>
                  <a:pt x="12582" y="78829"/>
                  <a:pt x="23193" y="68127"/>
                  <a:pt x="31835" y="58364"/>
                </a:cubicBezTo>
                <a:cubicBezTo>
                  <a:pt x="39088" y="50272"/>
                  <a:pt x="43644" y="44092"/>
                  <a:pt x="45502" y="39823"/>
                </a:cubicBezTo>
                <a:cubicBezTo>
                  <a:pt x="47360" y="35552"/>
                  <a:pt x="48289" y="31248"/>
                  <a:pt x="48289" y="26911"/>
                </a:cubicBezTo>
                <a:cubicBezTo>
                  <a:pt x="48289" y="22843"/>
                  <a:pt x="47002" y="19536"/>
                  <a:pt x="44428" y="16988"/>
                </a:cubicBezTo>
                <a:cubicBezTo>
                  <a:pt x="41853" y="14438"/>
                  <a:pt x="38641" y="13164"/>
                  <a:pt x="34790" y="13164"/>
                </a:cubicBezTo>
                <a:cubicBezTo>
                  <a:pt x="28566" y="13164"/>
                  <a:pt x="23238" y="16586"/>
                  <a:pt x="18805" y="23429"/>
                </a:cubicBezTo>
                <a:lnTo>
                  <a:pt x="16320" y="22287"/>
                </a:lnTo>
                <a:cubicBezTo>
                  <a:pt x="18649" y="15644"/>
                  <a:pt x="21671" y="10594"/>
                  <a:pt x="25387" y="7138"/>
                </a:cubicBezTo>
                <a:cubicBezTo>
                  <a:pt x="30536" y="2379"/>
                  <a:pt x="36581" y="0"/>
                  <a:pt x="43521" y="0"/>
                </a:cubicBezTo>
                <a:cubicBezTo>
                  <a:pt x="49968" y="0"/>
                  <a:pt x="55308" y="1993"/>
                  <a:pt x="59539" y="5980"/>
                </a:cubicBezTo>
                <a:cubicBezTo>
                  <a:pt x="63770" y="9966"/>
                  <a:pt x="65886" y="14579"/>
                  <a:pt x="65886" y="19819"/>
                </a:cubicBezTo>
                <a:cubicBezTo>
                  <a:pt x="65886" y="24432"/>
                  <a:pt x="64856" y="28989"/>
                  <a:pt x="62796" y="33491"/>
                </a:cubicBezTo>
                <a:cubicBezTo>
                  <a:pt x="60737" y="37992"/>
                  <a:pt x="56483" y="43646"/>
                  <a:pt x="50036" y="50453"/>
                </a:cubicBezTo>
                <a:cubicBezTo>
                  <a:pt x="45110" y="55644"/>
                  <a:pt x="35126" y="64662"/>
                  <a:pt x="20081" y="77505"/>
                </a:cubicBezTo>
                <a:lnTo>
                  <a:pt x="37611" y="77505"/>
                </a:lnTo>
                <a:cubicBezTo>
                  <a:pt x="43252" y="77505"/>
                  <a:pt x="47204" y="76863"/>
                  <a:pt x="49465" y="75578"/>
                </a:cubicBezTo>
                <a:cubicBezTo>
                  <a:pt x="51726" y="74292"/>
                  <a:pt x="53842" y="71711"/>
                  <a:pt x="55812" y="67834"/>
                </a:cubicBezTo>
                <a:lnTo>
                  <a:pt x="58968" y="67834"/>
                </a:lnTo>
                <a:lnTo>
                  <a:pt x="48357" y="92952"/>
                </a:lnTo>
                <a:close/>
                <a:moveTo>
                  <a:pt x="117130" y="92952"/>
                </a:moveTo>
                <a:lnTo>
                  <a:pt x="68774" y="92952"/>
                </a:lnTo>
                <a:lnTo>
                  <a:pt x="68774" y="90467"/>
                </a:lnTo>
                <a:cubicBezTo>
                  <a:pt x="81355" y="78829"/>
                  <a:pt x="91967" y="68127"/>
                  <a:pt x="100609" y="58364"/>
                </a:cubicBezTo>
                <a:cubicBezTo>
                  <a:pt x="107862" y="50272"/>
                  <a:pt x="112418" y="44092"/>
                  <a:pt x="114276" y="39823"/>
                </a:cubicBezTo>
                <a:cubicBezTo>
                  <a:pt x="116134" y="35552"/>
                  <a:pt x="117063" y="31248"/>
                  <a:pt x="117063" y="26911"/>
                </a:cubicBezTo>
                <a:cubicBezTo>
                  <a:pt x="117063" y="22843"/>
                  <a:pt x="115776" y="19536"/>
                  <a:pt x="113201" y="16988"/>
                </a:cubicBezTo>
                <a:cubicBezTo>
                  <a:pt x="110627" y="14438"/>
                  <a:pt x="107414" y="13164"/>
                  <a:pt x="103564" y="13164"/>
                </a:cubicBezTo>
                <a:cubicBezTo>
                  <a:pt x="97340" y="13164"/>
                  <a:pt x="92012" y="16586"/>
                  <a:pt x="87579" y="23429"/>
                </a:cubicBezTo>
                <a:lnTo>
                  <a:pt x="85094" y="22287"/>
                </a:lnTo>
                <a:cubicBezTo>
                  <a:pt x="87422" y="15644"/>
                  <a:pt x="90445" y="10594"/>
                  <a:pt x="94161" y="7138"/>
                </a:cubicBezTo>
                <a:cubicBezTo>
                  <a:pt x="99310" y="2379"/>
                  <a:pt x="105355" y="0"/>
                  <a:pt x="112295" y="0"/>
                </a:cubicBezTo>
                <a:cubicBezTo>
                  <a:pt x="118742" y="0"/>
                  <a:pt x="124082" y="1993"/>
                  <a:pt x="128313" y="5980"/>
                </a:cubicBezTo>
                <a:cubicBezTo>
                  <a:pt x="132544" y="9966"/>
                  <a:pt x="134660" y="14579"/>
                  <a:pt x="134660" y="19819"/>
                </a:cubicBezTo>
                <a:cubicBezTo>
                  <a:pt x="134660" y="24432"/>
                  <a:pt x="133630" y="28989"/>
                  <a:pt x="131570" y="33491"/>
                </a:cubicBezTo>
                <a:cubicBezTo>
                  <a:pt x="129511" y="37992"/>
                  <a:pt x="125257" y="43646"/>
                  <a:pt x="118809" y="50453"/>
                </a:cubicBezTo>
                <a:cubicBezTo>
                  <a:pt x="113884" y="55644"/>
                  <a:pt x="103899" y="64662"/>
                  <a:pt x="88855" y="77505"/>
                </a:cubicBezTo>
                <a:lnTo>
                  <a:pt x="106384" y="77505"/>
                </a:lnTo>
                <a:cubicBezTo>
                  <a:pt x="112026" y="77505"/>
                  <a:pt x="115977" y="76863"/>
                  <a:pt x="118239" y="75578"/>
                </a:cubicBezTo>
                <a:cubicBezTo>
                  <a:pt x="120500" y="74292"/>
                  <a:pt x="122615" y="71711"/>
                  <a:pt x="124585" y="67834"/>
                </a:cubicBezTo>
                <a:lnTo>
                  <a:pt x="127742" y="67834"/>
                </a:lnTo>
                <a:lnTo>
                  <a:pt x="117130" y="92952"/>
                </a:lnTo>
                <a:close/>
                <a:moveTo>
                  <a:pt x="154540" y="43521"/>
                </a:moveTo>
                <a:lnTo>
                  <a:pt x="155413" y="40566"/>
                </a:lnTo>
                <a:cubicBezTo>
                  <a:pt x="161637" y="39676"/>
                  <a:pt x="166651" y="38363"/>
                  <a:pt x="170457" y="36628"/>
                </a:cubicBezTo>
                <a:cubicBezTo>
                  <a:pt x="175561" y="34405"/>
                  <a:pt x="179278" y="31791"/>
                  <a:pt x="181606" y="28785"/>
                </a:cubicBezTo>
                <a:cubicBezTo>
                  <a:pt x="183934" y="25780"/>
                  <a:pt x="185098" y="22550"/>
                  <a:pt x="185098" y="19095"/>
                </a:cubicBezTo>
                <a:cubicBezTo>
                  <a:pt x="185098" y="16134"/>
                  <a:pt x="184046" y="13600"/>
                  <a:pt x="181942" y="11491"/>
                </a:cubicBezTo>
                <a:cubicBezTo>
                  <a:pt x="179837" y="9382"/>
                  <a:pt x="177218" y="8328"/>
                  <a:pt x="174084" y="8328"/>
                </a:cubicBezTo>
                <a:cubicBezTo>
                  <a:pt x="171621" y="8328"/>
                  <a:pt x="169338" y="8977"/>
                  <a:pt x="167233" y="10276"/>
                </a:cubicBezTo>
                <a:cubicBezTo>
                  <a:pt x="165129" y="11574"/>
                  <a:pt x="162845" y="13835"/>
                  <a:pt x="160383" y="17059"/>
                </a:cubicBezTo>
                <a:lnTo>
                  <a:pt x="157696" y="15716"/>
                </a:lnTo>
                <a:cubicBezTo>
                  <a:pt x="161457" y="10074"/>
                  <a:pt x="165230" y="6045"/>
                  <a:pt x="169013" y="3627"/>
                </a:cubicBezTo>
                <a:cubicBezTo>
                  <a:pt x="172797" y="1209"/>
                  <a:pt x="177039" y="0"/>
                  <a:pt x="181740" y="0"/>
                </a:cubicBezTo>
                <a:cubicBezTo>
                  <a:pt x="187651" y="0"/>
                  <a:pt x="192441" y="1671"/>
                  <a:pt x="196113" y="5012"/>
                </a:cubicBezTo>
                <a:cubicBezTo>
                  <a:pt x="199785" y="8352"/>
                  <a:pt x="201620" y="12354"/>
                  <a:pt x="201620" y="17017"/>
                </a:cubicBezTo>
                <a:cubicBezTo>
                  <a:pt x="201620" y="20694"/>
                  <a:pt x="200725" y="23901"/>
                  <a:pt x="198934" y="26636"/>
                </a:cubicBezTo>
                <a:cubicBezTo>
                  <a:pt x="197143" y="29371"/>
                  <a:pt x="194501" y="31748"/>
                  <a:pt x="191009" y="33766"/>
                </a:cubicBezTo>
                <a:cubicBezTo>
                  <a:pt x="188457" y="35245"/>
                  <a:pt x="184449" y="36747"/>
                  <a:pt x="178987" y="38272"/>
                </a:cubicBezTo>
                <a:cubicBezTo>
                  <a:pt x="183957" y="40424"/>
                  <a:pt x="187449" y="42845"/>
                  <a:pt x="189464" y="45536"/>
                </a:cubicBezTo>
                <a:cubicBezTo>
                  <a:pt x="192464" y="49526"/>
                  <a:pt x="193964" y="54346"/>
                  <a:pt x="193964" y="59995"/>
                </a:cubicBezTo>
                <a:cubicBezTo>
                  <a:pt x="193964" y="70577"/>
                  <a:pt x="189397" y="79320"/>
                  <a:pt x="180263" y="86223"/>
                </a:cubicBezTo>
                <a:cubicBezTo>
                  <a:pt x="172606" y="92052"/>
                  <a:pt x="163741" y="94967"/>
                  <a:pt x="153667" y="94967"/>
                </a:cubicBezTo>
                <a:cubicBezTo>
                  <a:pt x="148294" y="94967"/>
                  <a:pt x="144242" y="93955"/>
                  <a:pt x="141510" y="91932"/>
                </a:cubicBezTo>
                <a:cubicBezTo>
                  <a:pt x="139630" y="90539"/>
                  <a:pt x="138690" y="88695"/>
                  <a:pt x="138690" y="86402"/>
                </a:cubicBezTo>
                <a:cubicBezTo>
                  <a:pt x="138690" y="84332"/>
                  <a:pt x="139406" y="82623"/>
                  <a:pt x="140839" y="81274"/>
                </a:cubicBezTo>
                <a:cubicBezTo>
                  <a:pt x="142271" y="79926"/>
                  <a:pt x="144040" y="79251"/>
                  <a:pt x="146144" y="79251"/>
                </a:cubicBezTo>
                <a:cubicBezTo>
                  <a:pt x="147219" y="79251"/>
                  <a:pt x="148249" y="79476"/>
                  <a:pt x="149234" y="79927"/>
                </a:cubicBezTo>
                <a:cubicBezTo>
                  <a:pt x="150935" y="80649"/>
                  <a:pt x="153488" y="82172"/>
                  <a:pt x="156890" y="84496"/>
                </a:cubicBezTo>
                <a:cubicBezTo>
                  <a:pt x="160293" y="86820"/>
                  <a:pt x="163114" y="87982"/>
                  <a:pt x="165353" y="87982"/>
                </a:cubicBezTo>
                <a:cubicBezTo>
                  <a:pt x="168129" y="87982"/>
                  <a:pt x="170569" y="86570"/>
                  <a:pt x="172673" y="83745"/>
                </a:cubicBezTo>
                <a:cubicBezTo>
                  <a:pt x="175763" y="79574"/>
                  <a:pt x="177308" y="74350"/>
                  <a:pt x="177308" y="68073"/>
                </a:cubicBezTo>
                <a:cubicBezTo>
                  <a:pt x="177308" y="63184"/>
                  <a:pt x="176323" y="58901"/>
                  <a:pt x="174353" y="55224"/>
                </a:cubicBezTo>
                <a:cubicBezTo>
                  <a:pt x="172382" y="51547"/>
                  <a:pt x="169853" y="48823"/>
                  <a:pt x="166763" y="47053"/>
                </a:cubicBezTo>
                <a:cubicBezTo>
                  <a:pt x="163674" y="45282"/>
                  <a:pt x="159599" y="44104"/>
                  <a:pt x="154540" y="435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9A580-969F-4A41-B40C-5FA12BDC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535" y="2551014"/>
            <a:ext cx="1186308" cy="350689"/>
          </a:xfrm>
          <a:custGeom xmlns:a="http://schemas.openxmlformats.org/drawingml/2006/main">
            <a:pathLst>
              <a:path w="1186308" h="350689">
                <a:moveTo>
                  <a:pt x="0" y="58448"/>
                </a:moveTo>
                <a:lnTo>
                  <a:pt x="0" y="58448"/>
                </a:lnTo>
                <a:cubicBezTo>
                  <a:pt x="0" y="26168"/>
                  <a:pt x="26168" y="0"/>
                  <a:pt x="58448" y="0"/>
                </a:cubicBezTo>
                <a:lnTo>
                  <a:pt x="1127859" y="0"/>
                </a:lnTo>
                <a:cubicBezTo>
                  <a:pt x="1143361" y="0"/>
                  <a:pt x="1158227" y="6158"/>
                  <a:pt x="1169188" y="17119"/>
                </a:cubicBezTo>
                <a:cubicBezTo>
                  <a:pt x="1180149" y="28080"/>
                  <a:pt x="1186308" y="42947"/>
                  <a:pt x="1186308" y="58448"/>
                </a:cubicBezTo>
                <a:lnTo>
                  <a:pt x="1186308" y="292241"/>
                </a:lnTo>
                <a:cubicBezTo>
                  <a:pt x="1186308" y="324521"/>
                  <a:pt x="1160139" y="350689"/>
                  <a:pt x="1127859" y="350689"/>
                </a:cubicBezTo>
                <a:lnTo>
                  <a:pt x="58448" y="350689"/>
                </a:lnTo>
                <a:cubicBezTo>
                  <a:pt x="26168" y="350689"/>
                  <a:pt x="0" y="324521"/>
                  <a:pt x="0" y="292241"/>
                </a:cubicBezTo>
                <a:lnTo>
                  <a:pt x="0" y="584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A82D9-2034-4915-9147-5C12D4E5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535" y="2551014"/>
            <a:ext cx="1186308" cy="350689"/>
          </a:xfrm>
          <a:custGeom xmlns:a="http://schemas.openxmlformats.org/drawingml/2006/main">
            <a:pathLst>
              <a:path w="1186308" h="350689" fill="none">
                <a:moveTo>
                  <a:pt x="0" y="58448"/>
                </a:moveTo>
                <a:lnTo>
                  <a:pt x="0" y="58448"/>
                </a:lnTo>
                <a:cubicBezTo>
                  <a:pt x="0" y="26168"/>
                  <a:pt x="26168" y="0"/>
                  <a:pt x="58448" y="0"/>
                </a:cubicBezTo>
                <a:lnTo>
                  <a:pt x="1127859" y="0"/>
                </a:lnTo>
                <a:cubicBezTo>
                  <a:pt x="1143361" y="0"/>
                  <a:pt x="1158227" y="6158"/>
                  <a:pt x="1169188" y="17119"/>
                </a:cubicBezTo>
                <a:cubicBezTo>
                  <a:pt x="1180149" y="28080"/>
                  <a:pt x="1186308" y="42947"/>
                  <a:pt x="1186308" y="58448"/>
                </a:cubicBezTo>
                <a:lnTo>
                  <a:pt x="1186308" y="292241"/>
                </a:lnTo>
                <a:cubicBezTo>
                  <a:pt x="1186308" y="324521"/>
                  <a:pt x="1160139" y="350689"/>
                  <a:pt x="1127859" y="350689"/>
                </a:cubicBezTo>
                <a:lnTo>
                  <a:pt x="58448" y="350689"/>
                </a:lnTo>
                <a:cubicBezTo>
                  <a:pt x="26168" y="350689"/>
                  <a:pt x="0" y="324521"/>
                  <a:pt x="0" y="292241"/>
                </a:cubicBezTo>
                <a:lnTo>
                  <a:pt x="0" y="584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23" name="Text Candidatepapers">
            <a:extLst xmlns:a="http://schemas.openxmlformats.org/drawingml/2006/main">
              <a:ext uri="{FF2B5EF4-FFF2-40B4-BE49-F238E27FC236}">
                <a16:creationId xmlns:a16="http://schemas.microsoft.com/office/drawing/2014/main" id="{454EF92E-9BF0-4552-A5F4-4EE4BCFA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536" y="2598423"/>
            <a:ext cx="940258" cy="124921"/>
          </a:xfrm>
          <a:custGeom xmlns:a="http://schemas.openxmlformats.org/drawingml/2006/main">
            <a:pathLst>
              <a:path w="940258" h="124921">
                <a:moveTo>
                  <a:pt x="77841" y="2418"/>
                </a:moveTo>
                <a:lnTo>
                  <a:pt x="79923" y="33447"/>
                </a:lnTo>
                <a:lnTo>
                  <a:pt x="77841" y="33447"/>
                </a:lnTo>
                <a:cubicBezTo>
                  <a:pt x="75065" y="24155"/>
                  <a:pt x="71102" y="17466"/>
                  <a:pt x="65953" y="13382"/>
                </a:cubicBezTo>
                <a:cubicBezTo>
                  <a:pt x="60804" y="9296"/>
                  <a:pt x="54625" y="7253"/>
                  <a:pt x="47416" y="7253"/>
                </a:cubicBezTo>
                <a:cubicBezTo>
                  <a:pt x="41372" y="7253"/>
                  <a:pt x="35909" y="8785"/>
                  <a:pt x="31029" y="11848"/>
                </a:cubicBezTo>
                <a:cubicBezTo>
                  <a:pt x="26148" y="14909"/>
                  <a:pt x="22309" y="19793"/>
                  <a:pt x="19511" y="26500"/>
                </a:cubicBezTo>
                <a:cubicBezTo>
                  <a:pt x="16712" y="33205"/>
                  <a:pt x="15313" y="41541"/>
                  <a:pt x="15313" y="51509"/>
                </a:cubicBezTo>
                <a:cubicBezTo>
                  <a:pt x="15313" y="59735"/>
                  <a:pt x="16634" y="66865"/>
                  <a:pt x="19275" y="72900"/>
                </a:cubicBezTo>
                <a:cubicBezTo>
                  <a:pt x="21917" y="78935"/>
                  <a:pt x="25891" y="83562"/>
                  <a:pt x="31197" y="86782"/>
                </a:cubicBezTo>
                <a:cubicBezTo>
                  <a:pt x="36503" y="90000"/>
                  <a:pt x="42558" y="91609"/>
                  <a:pt x="49364" y="91609"/>
                </a:cubicBezTo>
                <a:cubicBezTo>
                  <a:pt x="55274" y="91609"/>
                  <a:pt x="60491" y="90340"/>
                  <a:pt x="65013" y="87802"/>
                </a:cubicBezTo>
                <a:cubicBezTo>
                  <a:pt x="69535" y="85262"/>
                  <a:pt x="74505" y="80218"/>
                  <a:pt x="79923" y="72669"/>
                </a:cubicBezTo>
                <a:lnTo>
                  <a:pt x="82005" y="74012"/>
                </a:lnTo>
                <a:cubicBezTo>
                  <a:pt x="77438" y="82140"/>
                  <a:pt x="72110" y="88091"/>
                  <a:pt x="66020" y="91863"/>
                </a:cubicBezTo>
                <a:cubicBezTo>
                  <a:pt x="59931" y="95634"/>
                  <a:pt x="52700" y="97519"/>
                  <a:pt x="44327" y="97519"/>
                </a:cubicBezTo>
                <a:cubicBezTo>
                  <a:pt x="29238" y="97519"/>
                  <a:pt x="17552" y="91930"/>
                  <a:pt x="9268" y="80752"/>
                </a:cubicBezTo>
                <a:cubicBezTo>
                  <a:pt x="3089" y="72436"/>
                  <a:pt x="0" y="62645"/>
                  <a:pt x="0" y="51377"/>
                </a:cubicBezTo>
                <a:cubicBezTo>
                  <a:pt x="0" y="42300"/>
                  <a:pt x="2037" y="33962"/>
                  <a:pt x="6112" y="26361"/>
                </a:cubicBezTo>
                <a:cubicBezTo>
                  <a:pt x="10186" y="18761"/>
                  <a:pt x="15794" y="12870"/>
                  <a:pt x="22936" y="8689"/>
                </a:cubicBezTo>
                <a:cubicBezTo>
                  <a:pt x="30077" y="4508"/>
                  <a:pt x="37879" y="2418"/>
                  <a:pt x="46342" y="2418"/>
                </a:cubicBezTo>
                <a:cubicBezTo>
                  <a:pt x="52924" y="2418"/>
                  <a:pt x="59416" y="4030"/>
                  <a:pt x="65819" y="7253"/>
                </a:cubicBezTo>
                <a:cubicBezTo>
                  <a:pt x="67699" y="8239"/>
                  <a:pt x="69042" y="8731"/>
                  <a:pt x="69848" y="8731"/>
                </a:cubicBezTo>
                <a:cubicBezTo>
                  <a:pt x="71057" y="8731"/>
                  <a:pt x="72110" y="8306"/>
                  <a:pt x="73005" y="7455"/>
                </a:cubicBezTo>
                <a:cubicBezTo>
                  <a:pt x="74169" y="6246"/>
                  <a:pt x="74998" y="4567"/>
                  <a:pt x="75490" y="2418"/>
                </a:cubicBezTo>
                <a:lnTo>
                  <a:pt x="77841" y="2418"/>
                </a:lnTo>
                <a:close/>
                <a:moveTo>
                  <a:pt x="125792" y="86710"/>
                </a:moveTo>
                <a:cubicBezTo>
                  <a:pt x="119479" y="91589"/>
                  <a:pt x="115517" y="94409"/>
                  <a:pt x="113905" y="95168"/>
                </a:cubicBezTo>
                <a:cubicBezTo>
                  <a:pt x="111487" y="96288"/>
                  <a:pt x="108912" y="96848"/>
                  <a:pt x="106181" y="96848"/>
                </a:cubicBezTo>
                <a:cubicBezTo>
                  <a:pt x="101927" y="96848"/>
                  <a:pt x="98424" y="95392"/>
                  <a:pt x="95670" y="92482"/>
                </a:cubicBezTo>
                <a:cubicBezTo>
                  <a:pt x="92917" y="89572"/>
                  <a:pt x="91540" y="85743"/>
                  <a:pt x="91540" y="80997"/>
                </a:cubicBezTo>
                <a:cubicBezTo>
                  <a:pt x="91540" y="77997"/>
                  <a:pt x="92211" y="75400"/>
                  <a:pt x="93555" y="73207"/>
                </a:cubicBezTo>
                <a:cubicBezTo>
                  <a:pt x="95390" y="70162"/>
                  <a:pt x="98581" y="67296"/>
                  <a:pt x="103125" y="64610"/>
                </a:cubicBezTo>
                <a:cubicBezTo>
                  <a:pt x="107670" y="61923"/>
                  <a:pt x="115225" y="58655"/>
                  <a:pt x="125792" y="54804"/>
                </a:cubicBezTo>
                <a:lnTo>
                  <a:pt x="125792" y="52395"/>
                </a:lnTo>
                <a:cubicBezTo>
                  <a:pt x="125792" y="46283"/>
                  <a:pt x="124818" y="42090"/>
                  <a:pt x="122871" y="39814"/>
                </a:cubicBezTo>
                <a:cubicBezTo>
                  <a:pt x="120923" y="37539"/>
                  <a:pt x="118091" y="36402"/>
                  <a:pt x="114375" y="36402"/>
                </a:cubicBezTo>
                <a:cubicBezTo>
                  <a:pt x="111554" y="36402"/>
                  <a:pt x="109315" y="37163"/>
                  <a:pt x="107659" y="38685"/>
                </a:cubicBezTo>
                <a:cubicBezTo>
                  <a:pt x="105957" y="40208"/>
                  <a:pt x="105106" y="41954"/>
                  <a:pt x="105106" y="43924"/>
                </a:cubicBezTo>
                <a:lnTo>
                  <a:pt x="105241" y="47819"/>
                </a:lnTo>
                <a:cubicBezTo>
                  <a:pt x="105241" y="49879"/>
                  <a:pt x="104715" y="51468"/>
                  <a:pt x="103662" y="52588"/>
                </a:cubicBezTo>
                <a:cubicBezTo>
                  <a:pt x="102610" y="53707"/>
                  <a:pt x="101233" y="54267"/>
                  <a:pt x="99532" y="54267"/>
                </a:cubicBezTo>
                <a:cubicBezTo>
                  <a:pt x="97875" y="54267"/>
                  <a:pt x="96521" y="53683"/>
                  <a:pt x="95469" y="52516"/>
                </a:cubicBezTo>
                <a:cubicBezTo>
                  <a:pt x="94416" y="51348"/>
                  <a:pt x="93890" y="49754"/>
                  <a:pt x="93890" y="47733"/>
                </a:cubicBezTo>
                <a:cubicBezTo>
                  <a:pt x="93890" y="43870"/>
                  <a:pt x="95860" y="40322"/>
                  <a:pt x="99801" y="37088"/>
                </a:cubicBezTo>
                <a:cubicBezTo>
                  <a:pt x="103741" y="33855"/>
                  <a:pt x="109270" y="32238"/>
                  <a:pt x="116390" y="32238"/>
                </a:cubicBezTo>
                <a:cubicBezTo>
                  <a:pt x="121852" y="32238"/>
                  <a:pt x="126330" y="33154"/>
                  <a:pt x="129822" y="34987"/>
                </a:cubicBezTo>
                <a:cubicBezTo>
                  <a:pt x="132464" y="36374"/>
                  <a:pt x="134411" y="38543"/>
                  <a:pt x="135665" y="41496"/>
                </a:cubicBezTo>
                <a:cubicBezTo>
                  <a:pt x="136471" y="43418"/>
                  <a:pt x="136874" y="47353"/>
                  <a:pt x="136874" y="53301"/>
                </a:cubicBezTo>
                <a:lnTo>
                  <a:pt x="136874" y="74164"/>
                </a:lnTo>
                <a:cubicBezTo>
                  <a:pt x="136874" y="80022"/>
                  <a:pt x="136986" y="83611"/>
                  <a:pt x="137210" y="84930"/>
                </a:cubicBezTo>
                <a:cubicBezTo>
                  <a:pt x="137434" y="86250"/>
                  <a:pt x="137803" y="87134"/>
                  <a:pt x="138318" y="87581"/>
                </a:cubicBezTo>
                <a:cubicBezTo>
                  <a:pt x="138833" y="88028"/>
                  <a:pt x="139426" y="88251"/>
                  <a:pt x="140098" y="88251"/>
                </a:cubicBezTo>
                <a:cubicBezTo>
                  <a:pt x="140814" y="88251"/>
                  <a:pt x="141441" y="88094"/>
                  <a:pt x="141978" y="87781"/>
                </a:cubicBezTo>
                <a:cubicBezTo>
                  <a:pt x="142919" y="87199"/>
                  <a:pt x="144732" y="85564"/>
                  <a:pt x="147418" y="82878"/>
                </a:cubicBezTo>
                <a:lnTo>
                  <a:pt x="147418" y="86639"/>
                </a:lnTo>
                <a:cubicBezTo>
                  <a:pt x="142404" y="93355"/>
                  <a:pt x="137613" y="96713"/>
                  <a:pt x="133046" y="96713"/>
                </a:cubicBezTo>
                <a:cubicBezTo>
                  <a:pt x="130852" y="96713"/>
                  <a:pt x="129106" y="95958"/>
                  <a:pt x="127807" y="94446"/>
                </a:cubicBezTo>
                <a:cubicBezTo>
                  <a:pt x="126509" y="92934"/>
                  <a:pt x="125837" y="90355"/>
                  <a:pt x="125792" y="86710"/>
                </a:cubicBezTo>
                <a:moveTo>
                  <a:pt x="125792" y="82355"/>
                </a:moveTo>
                <a:lnTo>
                  <a:pt x="125792" y="58968"/>
                </a:lnTo>
                <a:cubicBezTo>
                  <a:pt x="119031" y="61649"/>
                  <a:pt x="114666" y="63548"/>
                  <a:pt x="112696" y="64664"/>
                </a:cubicBezTo>
                <a:cubicBezTo>
                  <a:pt x="109159" y="66630"/>
                  <a:pt x="106629" y="68686"/>
                  <a:pt x="105106" y="70831"/>
                </a:cubicBezTo>
                <a:cubicBezTo>
                  <a:pt x="103584" y="72974"/>
                  <a:pt x="102823" y="75319"/>
                  <a:pt x="102823" y="77866"/>
                </a:cubicBezTo>
                <a:cubicBezTo>
                  <a:pt x="102823" y="81083"/>
                  <a:pt x="103786" y="83752"/>
                  <a:pt x="105711" y="85875"/>
                </a:cubicBezTo>
                <a:cubicBezTo>
                  <a:pt x="107636" y="87996"/>
                  <a:pt x="109853" y="89057"/>
                  <a:pt x="112360" y="89057"/>
                </a:cubicBezTo>
                <a:cubicBezTo>
                  <a:pt x="115763" y="89057"/>
                  <a:pt x="120240" y="86823"/>
                  <a:pt x="125792" y="82355"/>
                </a:cubicBezTo>
                <a:close/>
                <a:moveTo>
                  <a:pt x="169801" y="45200"/>
                </a:moveTo>
                <a:cubicBezTo>
                  <a:pt x="177010" y="36558"/>
                  <a:pt x="183883" y="32238"/>
                  <a:pt x="190420" y="32238"/>
                </a:cubicBezTo>
                <a:cubicBezTo>
                  <a:pt x="193778" y="32238"/>
                  <a:pt x="196666" y="33075"/>
                  <a:pt x="199084" y="34750"/>
                </a:cubicBezTo>
                <a:cubicBezTo>
                  <a:pt x="201502" y="36423"/>
                  <a:pt x="203427" y="39181"/>
                  <a:pt x="204860" y="43021"/>
                </a:cubicBezTo>
                <a:cubicBezTo>
                  <a:pt x="205845" y="45701"/>
                  <a:pt x="206337" y="49809"/>
                  <a:pt x="206337" y="55346"/>
                </a:cubicBezTo>
                <a:lnTo>
                  <a:pt x="206337" y="81535"/>
                </a:lnTo>
                <a:cubicBezTo>
                  <a:pt x="206337" y="85452"/>
                  <a:pt x="206651" y="88109"/>
                  <a:pt x="207277" y="89506"/>
                </a:cubicBezTo>
                <a:cubicBezTo>
                  <a:pt x="207770" y="90632"/>
                  <a:pt x="208565" y="91511"/>
                  <a:pt x="209662" y="92142"/>
                </a:cubicBezTo>
                <a:cubicBezTo>
                  <a:pt x="210759" y="92772"/>
                  <a:pt x="212785" y="93086"/>
                  <a:pt x="215740" y="93086"/>
                </a:cubicBezTo>
                <a:lnTo>
                  <a:pt x="215740" y="95504"/>
                </a:lnTo>
                <a:lnTo>
                  <a:pt x="185316" y="95504"/>
                </a:lnTo>
                <a:lnTo>
                  <a:pt x="185316" y="93086"/>
                </a:lnTo>
                <a:lnTo>
                  <a:pt x="186592" y="93086"/>
                </a:lnTo>
                <a:cubicBezTo>
                  <a:pt x="189457" y="93086"/>
                  <a:pt x="191461" y="92648"/>
                  <a:pt x="192603" y="91771"/>
                </a:cubicBezTo>
                <a:cubicBezTo>
                  <a:pt x="193744" y="90892"/>
                  <a:pt x="194539" y="89597"/>
                  <a:pt x="194987" y="87886"/>
                </a:cubicBezTo>
                <a:cubicBezTo>
                  <a:pt x="195166" y="87210"/>
                  <a:pt x="195255" y="85093"/>
                  <a:pt x="195255" y="81535"/>
                </a:cubicBezTo>
                <a:lnTo>
                  <a:pt x="195255" y="56391"/>
                </a:lnTo>
                <a:cubicBezTo>
                  <a:pt x="195255" y="50802"/>
                  <a:pt x="194528" y="46745"/>
                  <a:pt x="193073" y="44220"/>
                </a:cubicBezTo>
                <a:cubicBezTo>
                  <a:pt x="191618" y="41694"/>
                  <a:pt x="189166" y="40431"/>
                  <a:pt x="185718" y="40431"/>
                </a:cubicBezTo>
                <a:cubicBezTo>
                  <a:pt x="180390" y="40431"/>
                  <a:pt x="175085" y="43342"/>
                  <a:pt x="169801" y="49163"/>
                </a:cubicBezTo>
                <a:lnTo>
                  <a:pt x="169801" y="81535"/>
                </a:lnTo>
                <a:cubicBezTo>
                  <a:pt x="169801" y="85722"/>
                  <a:pt x="170047" y="88312"/>
                  <a:pt x="170540" y="89304"/>
                </a:cubicBezTo>
                <a:cubicBezTo>
                  <a:pt x="171167" y="90610"/>
                  <a:pt x="172029" y="91567"/>
                  <a:pt x="173126" y="92176"/>
                </a:cubicBezTo>
                <a:cubicBezTo>
                  <a:pt x="174223" y="92783"/>
                  <a:pt x="176450" y="93086"/>
                  <a:pt x="179808" y="93086"/>
                </a:cubicBezTo>
                <a:lnTo>
                  <a:pt x="179808" y="95504"/>
                </a:lnTo>
                <a:lnTo>
                  <a:pt x="149384" y="95504"/>
                </a:lnTo>
                <a:lnTo>
                  <a:pt x="149384" y="93086"/>
                </a:lnTo>
                <a:lnTo>
                  <a:pt x="150727" y="93086"/>
                </a:lnTo>
                <a:cubicBezTo>
                  <a:pt x="153861" y="93086"/>
                  <a:pt x="155977" y="92288"/>
                  <a:pt x="157074" y="90690"/>
                </a:cubicBezTo>
                <a:cubicBezTo>
                  <a:pt x="158171" y="89090"/>
                  <a:pt x="158719" y="86039"/>
                  <a:pt x="158719" y="81535"/>
                </a:cubicBezTo>
                <a:lnTo>
                  <a:pt x="158719" y="58834"/>
                </a:lnTo>
                <a:cubicBezTo>
                  <a:pt x="158719" y="51446"/>
                  <a:pt x="158551" y="46946"/>
                  <a:pt x="158216" y="45334"/>
                </a:cubicBezTo>
                <a:cubicBezTo>
                  <a:pt x="157880" y="43722"/>
                  <a:pt x="157365" y="42625"/>
                  <a:pt x="156671" y="42043"/>
                </a:cubicBezTo>
                <a:cubicBezTo>
                  <a:pt x="155977" y="41461"/>
                  <a:pt x="155048" y="41170"/>
                  <a:pt x="153884" y="41170"/>
                </a:cubicBezTo>
                <a:cubicBezTo>
                  <a:pt x="152630" y="41170"/>
                  <a:pt x="151130" y="41506"/>
                  <a:pt x="149384" y="42178"/>
                </a:cubicBezTo>
                <a:lnTo>
                  <a:pt x="148376" y="39760"/>
                </a:lnTo>
                <a:lnTo>
                  <a:pt x="166913" y="32238"/>
                </a:lnTo>
                <a:lnTo>
                  <a:pt x="169801" y="32238"/>
                </a:lnTo>
                <a:lnTo>
                  <a:pt x="169801" y="45200"/>
                </a:lnTo>
                <a:close/>
                <a:moveTo>
                  <a:pt x="264097" y="88591"/>
                </a:moveTo>
                <a:cubicBezTo>
                  <a:pt x="261097" y="91724"/>
                  <a:pt x="258164" y="93973"/>
                  <a:pt x="255298" y="95338"/>
                </a:cubicBezTo>
                <a:cubicBezTo>
                  <a:pt x="252433" y="96703"/>
                  <a:pt x="249343" y="97385"/>
                  <a:pt x="246030" y="97385"/>
                </a:cubicBezTo>
                <a:cubicBezTo>
                  <a:pt x="239314" y="97385"/>
                  <a:pt x="233448" y="94582"/>
                  <a:pt x="228434" y="88975"/>
                </a:cubicBezTo>
                <a:cubicBezTo>
                  <a:pt x="223419" y="83367"/>
                  <a:pt x="220912" y="76161"/>
                  <a:pt x="220912" y="67357"/>
                </a:cubicBezTo>
                <a:cubicBezTo>
                  <a:pt x="220912" y="58555"/>
                  <a:pt x="223688" y="50501"/>
                  <a:pt x="229240" y="43196"/>
                </a:cubicBezTo>
                <a:cubicBezTo>
                  <a:pt x="234792" y="35890"/>
                  <a:pt x="241933" y="32238"/>
                  <a:pt x="250664" y="32238"/>
                </a:cubicBezTo>
                <a:cubicBezTo>
                  <a:pt x="256082" y="32238"/>
                  <a:pt x="260559" y="33961"/>
                  <a:pt x="264097" y="37407"/>
                </a:cubicBezTo>
                <a:lnTo>
                  <a:pt x="264097" y="25925"/>
                </a:lnTo>
                <a:cubicBezTo>
                  <a:pt x="264097" y="18924"/>
                  <a:pt x="263929" y="14622"/>
                  <a:pt x="263593" y="13017"/>
                </a:cubicBezTo>
                <a:cubicBezTo>
                  <a:pt x="263257" y="11412"/>
                  <a:pt x="262731" y="10319"/>
                  <a:pt x="262015" y="9738"/>
                </a:cubicBezTo>
                <a:cubicBezTo>
                  <a:pt x="261298" y="9156"/>
                  <a:pt x="260403" y="8865"/>
                  <a:pt x="259328" y="8865"/>
                </a:cubicBezTo>
                <a:cubicBezTo>
                  <a:pt x="258164" y="8865"/>
                  <a:pt x="256619" y="9224"/>
                  <a:pt x="254694" y="9940"/>
                </a:cubicBezTo>
                <a:lnTo>
                  <a:pt x="253821" y="7522"/>
                </a:lnTo>
                <a:lnTo>
                  <a:pt x="272156" y="0"/>
                </a:lnTo>
                <a:lnTo>
                  <a:pt x="275178" y="0"/>
                </a:lnTo>
                <a:lnTo>
                  <a:pt x="275178" y="71192"/>
                </a:lnTo>
                <a:cubicBezTo>
                  <a:pt x="275178" y="78371"/>
                  <a:pt x="275346" y="82752"/>
                  <a:pt x="275682" y="84334"/>
                </a:cubicBezTo>
                <a:cubicBezTo>
                  <a:pt x="276018" y="85917"/>
                  <a:pt x="276555" y="87022"/>
                  <a:pt x="277294" y="87648"/>
                </a:cubicBezTo>
                <a:cubicBezTo>
                  <a:pt x="278033" y="88274"/>
                  <a:pt x="278895" y="88587"/>
                  <a:pt x="279880" y="88587"/>
                </a:cubicBezTo>
                <a:cubicBezTo>
                  <a:pt x="281089" y="88587"/>
                  <a:pt x="282701" y="88206"/>
                  <a:pt x="284715" y="87445"/>
                </a:cubicBezTo>
                <a:lnTo>
                  <a:pt x="285454" y="89863"/>
                </a:lnTo>
                <a:lnTo>
                  <a:pt x="267186" y="97385"/>
                </a:lnTo>
                <a:lnTo>
                  <a:pt x="264097" y="97385"/>
                </a:lnTo>
                <a:lnTo>
                  <a:pt x="264097" y="88591"/>
                </a:lnTo>
                <a:moveTo>
                  <a:pt x="264097" y="83900"/>
                </a:moveTo>
                <a:lnTo>
                  <a:pt x="264097" y="52279"/>
                </a:lnTo>
                <a:cubicBezTo>
                  <a:pt x="263828" y="49242"/>
                  <a:pt x="263022" y="46473"/>
                  <a:pt x="261679" y="43972"/>
                </a:cubicBezTo>
                <a:cubicBezTo>
                  <a:pt x="260336" y="41470"/>
                  <a:pt x="258556" y="39584"/>
                  <a:pt x="256339" y="38312"/>
                </a:cubicBezTo>
                <a:cubicBezTo>
                  <a:pt x="254123" y="37038"/>
                  <a:pt x="251963" y="36402"/>
                  <a:pt x="249858" y="36402"/>
                </a:cubicBezTo>
                <a:cubicBezTo>
                  <a:pt x="245918" y="36402"/>
                  <a:pt x="242403" y="38166"/>
                  <a:pt x="239314" y="41695"/>
                </a:cubicBezTo>
                <a:cubicBezTo>
                  <a:pt x="235239" y="46339"/>
                  <a:pt x="233202" y="53127"/>
                  <a:pt x="233202" y="62060"/>
                </a:cubicBezTo>
                <a:cubicBezTo>
                  <a:pt x="233202" y="71082"/>
                  <a:pt x="235172" y="77994"/>
                  <a:pt x="239112" y="82796"/>
                </a:cubicBezTo>
                <a:cubicBezTo>
                  <a:pt x="243053" y="87597"/>
                  <a:pt x="247441" y="89997"/>
                  <a:pt x="252276" y="89997"/>
                </a:cubicBezTo>
                <a:cubicBezTo>
                  <a:pt x="256351" y="89997"/>
                  <a:pt x="260291" y="87965"/>
                  <a:pt x="264097" y="83900"/>
                </a:cubicBezTo>
                <a:close/>
                <a:moveTo>
                  <a:pt x="305065" y="0"/>
                </a:moveTo>
                <a:cubicBezTo>
                  <a:pt x="306946" y="0"/>
                  <a:pt x="308547" y="664"/>
                  <a:pt x="309867" y="1992"/>
                </a:cubicBezTo>
                <a:cubicBezTo>
                  <a:pt x="311188" y="3318"/>
                  <a:pt x="311849" y="4927"/>
                  <a:pt x="311849" y="6817"/>
                </a:cubicBezTo>
                <a:cubicBezTo>
                  <a:pt x="311849" y="8707"/>
                  <a:pt x="311188" y="10328"/>
                  <a:pt x="309867" y="11678"/>
                </a:cubicBezTo>
                <a:cubicBezTo>
                  <a:pt x="308547" y="13027"/>
                  <a:pt x="306946" y="13701"/>
                  <a:pt x="305065" y="13701"/>
                </a:cubicBezTo>
                <a:cubicBezTo>
                  <a:pt x="303185" y="13701"/>
                  <a:pt x="301573" y="13027"/>
                  <a:pt x="300230" y="11678"/>
                </a:cubicBezTo>
                <a:cubicBezTo>
                  <a:pt x="298886" y="10328"/>
                  <a:pt x="298215" y="8707"/>
                  <a:pt x="298215" y="6817"/>
                </a:cubicBezTo>
                <a:cubicBezTo>
                  <a:pt x="298215" y="4927"/>
                  <a:pt x="298875" y="3318"/>
                  <a:pt x="300196" y="1992"/>
                </a:cubicBezTo>
                <a:cubicBezTo>
                  <a:pt x="301517" y="664"/>
                  <a:pt x="303140" y="0"/>
                  <a:pt x="305065" y="0"/>
                </a:cubicBezTo>
                <a:moveTo>
                  <a:pt x="310640" y="32238"/>
                </a:moveTo>
                <a:lnTo>
                  <a:pt x="310640" y="81535"/>
                </a:lnTo>
                <a:cubicBezTo>
                  <a:pt x="310640" y="85408"/>
                  <a:pt x="310920" y="87986"/>
                  <a:pt x="311479" y="89271"/>
                </a:cubicBezTo>
                <a:cubicBezTo>
                  <a:pt x="312039" y="90554"/>
                  <a:pt x="312867" y="91511"/>
                  <a:pt x="313964" y="92142"/>
                </a:cubicBezTo>
                <a:cubicBezTo>
                  <a:pt x="315061" y="92772"/>
                  <a:pt x="317065" y="93086"/>
                  <a:pt x="319975" y="93086"/>
                </a:cubicBezTo>
                <a:lnTo>
                  <a:pt x="319975" y="95504"/>
                </a:lnTo>
                <a:lnTo>
                  <a:pt x="290088" y="95504"/>
                </a:lnTo>
                <a:lnTo>
                  <a:pt x="290088" y="93086"/>
                </a:lnTo>
                <a:cubicBezTo>
                  <a:pt x="293088" y="93086"/>
                  <a:pt x="295103" y="92794"/>
                  <a:pt x="296133" y="92209"/>
                </a:cubicBezTo>
                <a:cubicBezTo>
                  <a:pt x="297163" y="91623"/>
                  <a:pt x="297980" y="90655"/>
                  <a:pt x="298584" y="89304"/>
                </a:cubicBezTo>
                <a:cubicBezTo>
                  <a:pt x="299189" y="87953"/>
                  <a:pt x="299491" y="85363"/>
                  <a:pt x="299491" y="81535"/>
                </a:cubicBezTo>
                <a:lnTo>
                  <a:pt x="299491" y="58028"/>
                </a:lnTo>
                <a:cubicBezTo>
                  <a:pt x="299491" y="51329"/>
                  <a:pt x="299289" y="46990"/>
                  <a:pt x="298886" y="45011"/>
                </a:cubicBezTo>
                <a:cubicBezTo>
                  <a:pt x="298573" y="43571"/>
                  <a:pt x="298081" y="42572"/>
                  <a:pt x="297409" y="42012"/>
                </a:cubicBezTo>
                <a:cubicBezTo>
                  <a:pt x="296737" y="41451"/>
                  <a:pt x="295819" y="41170"/>
                  <a:pt x="294655" y="41170"/>
                </a:cubicBezTo>
                <a:cubicBezTo>
                  <a:pt x="293402" y="41170"/>
                  <a:pt x="291879" y="41506"/>
                  <a:pt x="290088" y="42178"/>
                </a:cubicBezTo>
                <a:lnTo>
                  <a:pt x="289148" y="39760"/>
                </a:lnTo>
                <a:lnTo>
                  <a:pt x="307685" y="32238"/>
                </a:lnTo>
                <a:lnTo>
                  <a:pt x="310640" y="32238"/>
                </a:lnTo>
                <a:close/>
                <a:moveTo>
                  <a:pt x="370971" y="88591"/>
                </a:moveTo>
                <a:cubicBezTo>
                  <a:pt x="367971" y="91724"/>
                  <a:pt x="365039" y="93973"/>
                  <a:pt x="362173" y="95338"/>
                </a:cubicBezTo>
                <a:cubicBezTo>
                  <a:pt x="359307" y="96703"/>
                  <a:pt x="356218" y="97385"/>
                  <a:pt x="352905" y="97385"/>
                </a:cubicBezTo>
                <a:cubicBezTo>
                  <a:pt x="346188" y="97385"/>
                  <a:pt x="340323" y="94582"/>
                  <a:pt x="335308" y="88975"/>
                </a:cubicBezTo>
                <a:cubicBezTo>
                  <a:pt x="330293" y="83367"/>
                  <a:pt x="327786" y="76161"/>
                  <a:pt x="327786" y="67357"/>
                </a:cubicBezTo>
                <a:cubicBezTo>
                  <a:pt x="327786" y="58555"/>
                  <a:pt x="330562" y="50501"/>
                  <a:pt x="336114" y="43196"/>
                </a:cubicBezTo>
                <a:cubicBezTo>
                  <a:pt x="341666" y="35890"/>
                  <a:pt x="348808" y="32238"/>
                  <a:pt x="357539" y="32238"/>
                </a:cubicBezTo>
                <a:cubicBezTo>
                  <a:pt x="362957" y="32238"/>
                  <a:pt x="367434" y="33961"/>
                  <a:pt x="370971" y="37407"/>
                </a:cubicBezTo>
                <a:lnTo>
                  <a:pt x="370971" y="25925"/>
                </a:lnTo>
                <a:cubicBezTo>
                  <a:pt x="370971" y="18924"/>
                  <a:pt x="370803" y="14622"/>
                  <a:pt x="370467" y="13017"/>
                </a:cubicBezTo>
                <a:cubicBezTo>
                  <a:pt x="370132" y="11412"/>
                  <a:pt x="369606" y="10319"/>
                  <a:pt x="368889" y="9738"/>
                </a:cubicBezTo>
                <a:cubicBezTo>
                  <a:pt x="368173" y="9156"/>
                  <a:pt x="367277" y="8865"/>
                  <a:pt x="366203" y="8865"/>
                </a:cubicBezTo>
                <a:cubicBezTo>
                  <a:pt x="365039" y="8865"/>
                  <a:pt x="363494" y="9224"/>
                  <a:pt x="361569" y="9940"/>
                </a:cubicBezTo>
                <a:lnTo>
                  <a:pt x="360695" y="7522"/>
                </a:lnTo>
                <a:lnTo>
                  <a:pt x="379031" y="0"/>
                </a:lnTo>
                <a:lnTo>
                  <a:pt x="382053" y="0"/>
                </a:lnTo>
                <a:lnTo>
                  <a:pt x="382053" y="71192"/>
                </a:lnTo>
                <a:cubicBezTo>
                  <a:pt x="382053" y="78371"/>
                  <a:pt x="382221" y="82752"/>
                  <a:pt x="382557" y="84334"/>
                </a:cubicBezTo>
                <a:cubicBezTo>
                  <a:pt x="382892" y="85917"/>
                  <a:pt x="383430" y="87022"/>
                  <a:pt x="384169" y="87648"/>
                </a:cubicBezTo>
                <a:cubicBezTo>
                  <a:pt x="384907" y="88274"/>
                  <a:pt x="385769" y="88587"/>
                  <a:pt x="386754" y="88587"/>
                </a:cubicBezTo>
                <a:cubicBezTo>
                  <a:pt x="387963" y="88587"/>
                  <a:pt x="389575" y="88206"/>
                  <a:pt x="391590" y="87445"/>
                </a:cubicBezTo>
                <a:lnTo>
                  <a:pt x="392329" y="89863"/>
                </a:lnTo>
                <a:lnTo>
                  <a:pt x="374061" y="97385"/>
                </a:lnTo>
                <a:lnTo>
                  <a:pt x="370971" y="97385"/>
                </a:lnTo>
                <a:lnTo>
                  <a:pt x="370971" y="88591"/>
                </a:lnTo>
                <a:moveTo>
                  <a:pt x="370971" y="83900"/>
                </a:moveTo>
                <a:lnTo>
                  <a:pt x="370971" y="52279"/>
                </a:lnTo>
                <a:cubicBezTo>
                  <a:pt x="370703" y="49242"/>
                  <a:pt x="369897" y="46473"/>
                  <a:pt x="368553" y="43972"/>
                </a:cubicBezTo>
                <a:cubicBezTo>
                  <a:pt x="367210" y="41470"/>
                  <a:pt x="365430" y="39584"/>
                  <a:pt x="363214" y="38312"/>
                </a:cubicBezTo>
                <a:cubicBezTo>
                  <a:pt x="360998" y="37038"/>
                  <a:pt x="358837" y="36402"/>
                  <a:pt x="356733" y="36402"/>
                </a:cubicBezTo>
                <a:cubicBezTo>
                  <a:pt x="352793" y="36402"/>
                  <a:pt x="349278" y="38166"/>
                  <a:pt x="346188" y="41695"/>
                </a:cubicBezTo>
                <a:cubicBezTo>
                  <a:pt x="342114" y="46339"/>
                  <a:pt x="340077" y="53127"/>
                  <a:pt x="340077" y="62060"/>
                </a:cubicBezTo>
                <a:cubicBezTo>
                  <a:pt x="340077" y="71082"/>
                  <a:pt x="342047" y="77994"/>
                  <a:pt x="345987" y="82796"/>
                </a:cubicBezTo>
                <a:cubicBezTo>
                  <a:pt x="349927" y="87597"/>
                  <a:pt x="354315" y="89997"/>
                  <a:pt x="359151" y="89997"/>
                </a:cubicBezTo>
                <a:cubicBezTo>
                  <a:pt x="363225" y="89997"/>
                  <a:pt x="367165" y="87965"/>
                  <a:pt x="370971" y="83900"/>
                </a:cubicBezTo>
                <a:close/>
                <a:moveTo>
                  <a:pt x="431148" y="86710"/>
                </a:moveTo>
                <a:cubicBezTo>
                  <a:pt x="424835" y="91589"/>
                  <a:pt x="420872" y="94409"/>
                  <a:pt x="419260" y="95168"/>
                </a:cubicBezTo>
                <a:cubicBezTo>
                  <a:pt x="416843" y="96288"/>
                  <a:pt x="414268" y="96848"/>
                  <a:pt x="411537" y="96848"/>
                </a:cubicBezTo>
                <a:cubicBezTo>
                  <a:pt x="407283" y="96848"/>
                  <a:pt x="403780" y="95392"/>
                  <a:pt x="401026" y="92482"/>
                </a:cubicBezTo>
                <a:cubicBezTo>
                  <a:pt x="398272" y="89572"/>
                  <a:pt x="396896" y="85743"/>
                  <a:pt x="396896" y="80997"/>
                </a:cubicBezTo>
                <a:cubicBezTo>
                  <a:pt x="396896" y="77997"/>
                  <a:pt x="397567" y="75400"/>
                  <a:pt x="398910" y="73207"/>
                </a:cubicBezTo>
                <a:cubicBezTo>
                  <a:pt x="400746" y="70162"/>
                  <a:pt x="403936" y="67296"/>
                  <a:pt x="408481" y="64610"/>
                </a:cubicBezTo>
                <a:cubicBezTo>
                  <a:pt x="413026" y="61923"/>
                  <a:pt x="420581" y="58655"/>
                  <a:pt x="431148" y="54804"/>
                </a:cubicBezTo>
                <a:lnTo>
                  <a:pt x="431148" y="52395"/>
                </a:lnTo>
                <a:cubicBezTo>
                  <a:pt x="431148" y="46283"/>
                  <a:pt x="430174" y="42090"/>
                  <a:pt x="428227" y="39814"/>
                </a:cubicBezTo>
                <a:cubicBezTo>
                  <a:pt x="426279" y="37539"/>
                  <a:pt x="423447" y="36402"/>
                  <a:pt x="419731" y="36402"/>
                </a:cubicBezTo>
                <a:cubicBezTo>
                  <a:pt x="416910" y="36402"/>
                  <a:pt x="414671" y="37163"/>
                  <a:pt x="413014" y="38685"/>
                </a:cubicBezTo>
                <a:cubicBezTo>
                  <a:pt x="411313" y="40208"/>
                  <a:pt x="410462" y="41954"/>
                  <a:pt x="410462" y="43924"/>
                </a:cubicBezTo>
                <a:lnTo>
                  <a:pt x="410597" y="47819"/>
                </a:lnTo>
                <a:cubicBezTo>
                  <a:pt x="410597" y="49879"/>
                  <a:pt x="410071" y="51468"/>
                  <a:pt x="409018" y="52588"/>
                </a:cubicBezTo>
                <a:cubicBezTo>
                  <a:pt x="407966" y="53707"/>
                  <a:pt x="406589" y="54267"/>
                  <a:pt x="404888" y="54267"/>
                </a:cubicBezTo>
                <a:cubicBezTo>
                  <a:pt x="403231" y="54267"/>
                  <a:pt x="401877" y="53683"/>
                  <a:pt x="400825" y="52516"/>
                </a:cubicBezTo>
                <a:cubicBezTo>
                  <a:pt x="399772" y="51348"/>
                  <a:pt x="399246" y="49754"/>
                  <a:pt x="399246" y="47733"/>
                </a:cubicBezTo>
                <a:cubicBezTo>
                  <a:pt x="399246" y="43870"/>
                  <a:pt x="401216" y="40322"/>
                  <a:pt x="405156" y="37088"/>
                </a:cubicBezTo>
                <a:cubicBezTo>
                  <a:pt x="409097" y="33855"/>
                  <a:pt x="414626" y="32238"/>
                  <a:pt x="421745" y="32238"/>
                </a:cubicBezTo>
                <a:cubicBezTo>
                  <a:pt x="427208" y="32238"/>
                  <a:pt x="431685" y="33154"/>
                  <a:pt x="435178" y="34987"/>
                </a:cubicBezTo>
                <a:cubicBezTo>
                  <a:pt x="437820" y="36374"/>
                  <a:pt x="439767" y="38543"/>
                  <a:pt x="441021" y="41496"/>
                </a:cubicBezTo>
                <a:cubicBezTo>
                  <a:pt x="441827" y="43418"/>
                  <a:pt x="442230" y="47353"/>
                  <a:pt x="442230" y="53301"/>
                </a:cubicBezTo>
                <a:lnTo>
                  <a:pt x="442230" y="74164"/>
                </a:lnTo>
                <a:cubicBezTo>
                  <a:pt x="442230" y="80022"/>
                  <a:pt x="442342" y="83611"/>
                  <a:pt x="442566" y="84930"/>
                </a:cubicBezTo>
                <a:cubicBezTo>
                  <a:pt x="442790" y="86250"/>
                  <a:pt x="443159" y="87134"/>
                  <a:pt x="443674" y="87581"/>
                </a:cubicBezTo>
                <a:cubicBezTo>
                  <a:pt x="444189" y="88028"/>
                  <a:pt x="444782" y="88251"/>
                  <a:pt x="445454" y="88251"/>
                </a:cubicBezTo>
                <a:cubicBezTo>
                  <a:pt x="446170" y="88251"/>
                  <a:pt x="446797" y="88094"/>
                  <a:pt x="447334" y="87781"/>
                </a:cubicBezTo>
                <a:cubicBezTo>
                  <a:pt x="448274" y="87199"/>
                  <a:pt x="450088" y="85564"/>
                  <a:pt x="452774" y="82878"/>
                </a:cubicBezTo>
                <a:lnTo>
                  <a:pt x="452774" y="86639"/>
                </a:lnTo>
                <a:cubicBezTo>
                  <a:pt x="447760" y="93355"/>
                  <a:pt x="442969" y="96713"/>
                  <a:pt x="438402" y="96713"/>
                </a:cubicBezTo>
                <a:cubicBezTo>
                  <a:pt x="436208" y="96713"/>
                  <a:pt x="434461" y="95958"/>
                  <a:pt x="433163" y="94446"/>
                </a:cubicBezTo>
                <a:cubicBezTo>
                  <a:pt x="431865" y="92934"/>
                  <a:pt x="431193" y="90355"/>
                  <a:pt x="431148" y="86710"/>
                </a:cubicBezTo>
                <a:moveTo>
                  <a:pt x="431148" y="82355"/>
                </a:moveTo>
                <a:lnTo>
                  <a:pt x="431148" y="58968"/>
                </a:lnTo>
                <a:cubicBezTo>
                  <a:pt x="424387" y="61649"/>
                  <a:pt x="420022" y="63548"/>
                  <a:pt x="418052" y="64664"/>
                </a:cubicBezTo>
                <a:cubicBezTo>
                  <a:pt x="414514" y="66630"/>
                  <a:pt x="411985" y="68686"/>
                  <a:pt x="410462" y="70831"/>
                </a:cubicBezTo>
                <a:cubicBezTo>
                  <a:pt x="408940" y="72974"/>
                  <a:pt x="408179" y="75319"/>
                  <a:pt x="408179" y="77866"/>
                </a:cubicBezTo>
                <a:cubicBezTo>
                  <a:pt x="408179" y="81083"/>
                  <a:pt x="409141" y="83752"/>
                  <a:pt x="411067" y="85875"/>
                </a:cubicBezTo>
                <a:cubicBezTo>
                  <a:pt x="412992" y="87996"/>
                  <a:pt x="415208" y="89057"/>
                  <a:pt x="417716" y="89057"/>
                </a:cubicBezTo>
                <a:cubicBezTo>
                  <a:pt x="421119" y="89057"/>
                  <a:pt x="425596" y="86823"/>
                  <a:pt x="431148" y="82355"/>
                </a:cubicBezTo>
                <a:close/>
                <a:moveTo>
                  <a:pt x="475090" y="13701"/>
                </a:moveTo>
                <a:lnTo>
                  <a:pt x="475090" y="33984"/>
                </a:lnTo>
                <a:lnTo>
                  <a:pt x="489462" y="33984"/>
                </a:lnTo>
                <a:lnTo>
                  <a:pt x="489462" y="38551"/>
                </a:lnTo>
                <a:lnTo>
                  <a:pt x="475090" y="38685"/>
                </a:lnTo>
                <a:lnTo>
                  <a:pt x="475090" y="78634"/>
                </a:lnTo>
                <a:cubicBezTo>
                  <a:pt x="475090" y="82623"/>
                  <a:pt x="475661" y="85313"/>
                  <a:pt x="476802" y="86704"/>
                </a:cubicBezTo>
                <a:cubicBezTo>
                  <a:pt x="477944" y="88093"/>
                  <a:pt x="479411" y="88788"/>
                  <a:pt x="481202" y="88788"/>
                </a:cubicBezTo>
                <a:cubicBezTo>
                  <a:pt x="482679" y="88788"/>
                  <a:pt x="484112" y="88324"/>
                  <a:pt x="485500" y="87394"/>
                </a:cubicBezTo>
                <a:cubicBezTo>
                  <a:pt x="486888" y="86465"/>
                  <a:pt x="487963" y="85094"/>
                  <a:pt x="488724" y="83281"/>
                </a:cubicBezTo>
                <a:lnTo>
                  <a:pt x="491343" y="83281"/>
                </a:lnTo>
                <a:cubicBezTo>
                  <a:pt x="489776" y="87691"/>
                  <a:pt x="487560" y="91010"/>
                  <a:pt x="484694" y="93238"/>
                </a:cubicBezTo>
                <a:cubicBezTo>
                  <a:pt x="481828" y="95465"/>
                  <a:pt x="478873" y="96579"/>
                  <a:pt x="475829" y="96579"/>
                </a:cubicBezTo>
                <a:cubicBezTo>
                  <a:pt x="473769" y="96579"/>
                  <a:pt x="471754" y="96006"/>
                  <a:pt x="469784" y="94860"/>
                </a:cubicBezTo>
                <a:cubicBezTo>
                  <a:pt x="467814" y="93714"/>
                  <a:pt x="466359" y="92074"/>
                  <a:pt x="465419" y="89940"/>
                </a:cubicBezTo>
                <a:cubicBezTo>
                  <a:pt x="464478" y="87807"/>
                  <a:pt x="464008" y="84516"/>
                  <a:pt x="464008" y="80068"/>
                </a:cubicBezTo>
                <a:lnTo>
                  <a:pt x="464008" y="38551"/>
                </a:lnTo>
                <a:lnTo>
                  <a:pt x="454270" y="38551"/>
                </a:lnTo>
                <a:lnTo>
                  <a:pt x="454270" y="36398"/>
                </a:lnTo>
                <a:cubicBezTo>
                  <a:pt x="456732" y="35418"/>
                  <a:pt x="459251" y="33760"/>
                  <a:pt x="461825" y="31423"/>
                </a:cubicBezTo>
                <a:cubicBezTo>
                  <a:pt x="464400" y="29087"/>
                  <a:pt x="466695" y="26302"/>
                  <a:pt x="468709" y="23068"/>
                </a:cubicBezTo>
                <a:cubicBezTo>
                  <a:pt x="469739" y="21361"/>
                  <a:pt x="471172" y="18239"/>
                  <a:pt x="473008" y="13701"/>
                </a:cubicBezTo>
                <a:lnTo>
                  <a:pt x="475090" y="13701"/>
                </a:lnTo>
                <a:close/>
                <a:moveTo>
                  <a:pt x="505668" y="57222"/>
                </a:moveTo>
                <a:cubicBezTo>
                  <a:pt x="505623" y="66314"/>
                  <a:pt x="507840" y="73445"/>
                  <a:pt x="512317" y="78615"/>
                </a:cubicBezTo>
                <a:cubicBezTo>
                  <a:pt x="516795" y="83785"/>
                  <a:pt x="522056" y="86370"/>
                  <a:pt x="528100" y="86370"/>
                </a:cubicBezTo>
                <a:cubicBezTo>
                  <a:pt x="532130" y="86370"/>
                  <a:pt x="535634" y="85257"/>
                  <a:pt x="538611" y="83031"/>
                </a:cubicBezTo>
                <a:cubicBezTo>
                  <a:pt x="541589" y="80805"/>
                  <a:pt x="544085" y="76993"/>
                  <a:pt x="546100" y="71595"/>
                </a:cubicBezTo>
                <a:lnTo>
                  <a:pt x="548182" y="72944"/>
                </a:lnTo>
                <a:cubicBezTo>
                  <a:pt x="547241" y="79110"/>
                  <a:pt x="544510" y="84726"/>
                  <a:pt x="539988" y="89789"/>
                </a:cubicBezTo>
                <a:cubicBezTo>
                  <a:pt x="535466" y="94853"/>
                  <a:pt x="529802" y="97385"/>
                  <a:pt x="522996" y="97385"/>
                </a:cubicBezTo>
                <a:cubicBezTo>
                  <a:pt x="515608" y="97385"/>
                  <a:pt x="509284" y="94514"/>
                  <a:pt x="504023" y="88773"/>
                </a:cubicBezTo>
                <a:cubicBezTo>
                  <a:pt x="498762" y="83031"/>
                  <a:pt x="496131" y="75312"/>
                  <a:pt x="496131" y="65615"/>
                </a:cubicBezTo>
                <a:cubicBezTo>
                  <a:pt x="496131" y="55115"/>
                  <a:pt x="498829" y="46928"/>
                  <a:pt x="504224" y="41053"/>
                </a:cubicBezTo>
                <a:cubicBezTo>
                  <a:pt x="509620" y="35176"/>
                  <a:pt x="516392" y="32238"/>
                  <a:pt x="524541" y="32238"/>
                </a:cubicBezTo>
                <a:cubicBezTo>
                  <a:pt x="531436" y="32238"/>
                  <a:pt x="537100" y="34504"/>
                  <a:pt x="541533" y="39038"/>
                </a:cubicBezTo>
                <a:cubicBezTo>
                  <a:pt x="545965" y="43570"/>
                  <a:pt x="548182" y="49631"/>
                  <a:pt x="548182" y="57222"/>
                </a:cubicBezTo>
                <a:lnTo>
                  <a:pt x="505668" y="57222"/>
                </a:lnTo>
                <a:moveTo>
                  <a:pt x="505668" y="53327"/>
                </a:moveTo>
                <a:lnTo>
                  <a:pt x="534145" y="53327"/>
                </a:lnTo>
                <a:cubicBezTo>
                  <a:pt x="533921" y="49419"/>
                  <a:pt x="533451" y="46666"/>
                  <a:pt x="532734" y="45068"/>
                </a:cubicBezTo>
                <a:cubicBezTo>
                  <a:pt x="531615" y="42580"/>
                  <a:pt x="529947" y="40626"/>
                  <a:pt x="527731" y="39206"/>
                </a:cubicBezTo>
                <a:cubicBezTo>
                  <a:pt x="525515" y="37784"/>
                  <a:pt x="523197" y="37073"/>
                  <a:pt x="520780" y="37073"/>
                </a:cubicBezTo>
                <a:cubicBezTo>
                  <a:pt x="517063" y="37073"/>
                  <a:pt x="513739" y="38505"/>
                  <a:pt x="510806" y="41370"/>
                </a:cubicBezTo>
                <a:cubicBezTo>
                  <a:pt x="507873" y="44234"/>
                  <a:pt x="506161" y="48219"/>
                  <a:pt x="505668" y="53327"/>
                </a:cubicBezTo>
                <a:close/>
                <a:moveTo>
                  <a:pt x="586213" y="39894"/>
                </a:moveTo>
                <a:lnTo>
                  <a:pt x="605153" y="32372"/>
                </a:lnTo>
                <a:lnTo>
                  <a:pt x="607705" y="32372"/>
                </a:lnTo>
                <a:lnTo>
                  <a:pt x="607705" y="46812"/>
                </a:lnTo>
                <a:cubicBezTo>
                  <a:pt x="610884" y="41419"/>
                  <a:pt x="614074" y="37642"/>
                  <a:pt x="617276" y="35480"/>
                </a:cubicBezTo>
                <a:cubicBezTo>
                  <a:pt x="620477" y="33319"/>
                  <a:pt x="623846" y="32238"/>
                  <a:pt x="627384" y="32238"/>
                </a:cubicBezTo>
                <a:cubicBezTo>
                  <a:pt x="633562" y="32238"/>
                  <a:pt x="638712" y="34653"/>
                  <a:pt x="642831" y="39483"/>
                </a:cubicBezTo>
                <a:cubicBezTo>
                  <a:pt x="647890" y="45387"/>
                  <a:pt x="650420" y="53081"/>
                  <a:pt x="650420" y="62563"/>
                </a:cubicBezTo>
                <a:cubicBezTo>
                  <a:pt x="650420" y="73164"/>
                  <a:pt x="647375" y="81931"/>
                  <a:pt x="641286" y="88864"/>
                </a:cubicBezTo>
                <a:cubicBezTo>
                  <a:pt x="636271" y="94544"/>
                  <a:pt x="629958" y="97385"/>
                  <a:pt x="622346" y="97385"/>
                </a:cubicBezTo>
                <a:cubicBezTo>
                  <a:pt x="619033" y="97385"/>
                  <a:pt x="616168" y="96915"/>
                  <a:pt x="613750" y="95974"/>
                </a:cubicBezTo>
                <a:cubicBezTo>
                  <a:pt x="611959" y="95303"/>
                  <a:pt x="609944" y="93960"/>
                  <a:pt x="607705" y="91945"/>
                </a:cubicBezTo>
                <a:lnTo>
                  <a:pt x="607705" y="110683"/>
                </a:lnTo>
                <a:cubicBezTo>
                  <a:pt x="607705" y="114916"/>
                  <a:pt x="607963" y="117606"/>
                  <a:pt x="608477" y="118755"/>
                </a:cubicBezTo>
                <a:cubicBezTo>
                  <a:pt x="608992" y="119904"/>
                  <a:pt x="609888" y="120815"/>
                  <a:pt x="611164" y="121490"/>
                </a:cubicBezTo>
                <a:cubicBezTo>
                  <a:pt x="612440" y="122165"/>
                  <a:pt x="614757" y="122503"/>
                  <a:pt x="618115" y="122503"/>
                </a:cubicBezTo>
                <a:lnTo>
                  <a:pt x="618115" y="124921"/>
                </a:lnTo>
                <a:lnTo>
                  <a:pt x="585878" y="124921"/>
                </a:lnTo>
                <a:lnTo>
                  <a:pt x="585878" y="122503"/>
                </a:lnTo>
                <a:lnTo>
                  <a:pt x="587557" y="122503"/>
                </a:lnTo>
                <a:cubicBezTo>
                  <a:pt x="590019" y="122548"/>
                  <a:pt x="592124" y="122075"/>
                  <a:pt x="593870" y="121085"/>
                </a:cubicBezTo>
                <a:cubicBezTo>
                  <a:pt x="594720" y="120589"/>
                  <a:pt x="595381" y="119790"/>
                  <a:pt x="595851" y="118688"/>
                </a:cubicBezTo>
                <a:cubicBezTo>
                  <a:pt x="596321" y="117585"/>
                  <a:pt x="596556" y="114783"/>
                  <a:pt x="596556" y="110280"/>
                </a:cubicBezTo>
                <a:lnTo>
                  <a:pt x="596556" y="51983"/>
                </a:lnTo>
                <a:cubicBezTo>
                  <a:pt x="596556" y="47972"/>
                  <a:pt x="596377" y="45425"/>
                  <a:pt x="596019" y="44344"/>
                </a:cubicBezTo>
                <a:cubicBezTo>
                  <a:pt x="595661" y="43261"/>
                  <a:pt x="595090" y="42450"/>
                  <a:pt x="594306" y="41911"/>
                </a:cubicBezTo>
                <a:cubicBezTo>
                  <a:pt x="593523" y="41372"/>
                  <a:pt x="592459" y="41103"/>
                  <a:pt x="591116" y="41103"/>
                </a:cubicBezTo>
                <a:cubicBezTo>
                  <a:pt x="590042" y="41103"/>
                  <a:pt x="588676" y="41417"/>
                  <a:pt x="587019" y="42043"/>
                </a:cubicBezTo>
                <a:lnTo>
                  <a:pt x="586213" y="39894"/>
                </a:lnTo>
                <a:moveTo>
                  <a:pt x="607705" y="50774"/>
                </a:moveTo>
                <a:lnTo>
                  <a:pt x="607705" y="73744"/>
                </a:lnTo>
                <a:cubicBezTo>
                  <a:pt x="607705" y="78714"/>
                  <a:pt x="607907" y="81982"/>
                  <a:pt x="608310" y="83549"/>
                </a:cubicBezTo>
                <a:cubicBezTo>
                  <a:pt x="608936" y="86146"/>
                  <a:pt x="610470" y="88430"/>
                  <a:pt x="612910" y="90400"/>
                </a:cubicBezTo>
                <a:cubicBezTo>
                  <a:pt x="615350" y="92370"/>
                  <a:pt x="618429" y="93355"/>
                  <a:pt x="622145" y="93355"/>
                </a:cubicBezTo>
                <a:cubicBezTo>
                  <a:pt x="626622" y="93355"/>
                  <a:pt x="630249" y="91609"/>
                  <a:pt x="633025" y="88116"/>
                </a:cubicBezTo>
                <a:cubicBezTo>
                  <a:pt x="636652" y="83549"/>
                  <a:pt x="638465" y="77124"/>
                  <a:pt x="638465" y="68841"/>
                </a:cubicBezTo>
                <a:cubicBezTo>
                  <a:pt x="638465" y="59438"/>
                  <a:pt x="636406" y="52207"/>
                  <a:pt x="632286" y="47148"/>
                </a:cubicBezTo>
                <a:cubicBezTo>
                  <a:pt x="629421" y="43655"/>
                  <a:pt x="626018" y="41909"/>
                  <a:pt x="622078" y="41909"/>
                </a:cubicBezTo>
                <a:cubicBezTo>
                  <a:pt x="619929" y="41909"/>
                  <a:pt x="617802" y="42446"/>
                  <a:pt x="615697" y="43521"/>
                </a:cubicBezTo>
                <a:cubicBezTo>
                  <a:pt x="614086" y="44327"/>
                  <a:pt x="611421" y="46745"/>
                  <a:pt x="607705" y="50774"/>
                </a:cubicBezTo>
                <a:close/>
                <a:moveTo>
                  <a:pt x="694277" y="86710"/>
                </a:moveTo>
                <a:cubicBezTo>
                  <a:pt x="687964" y="91589"/>
                  <a:pt x="684001" y="94409"/>
                  <a:pt x="682389" y="95168"/>
                </a:cubicBezTo>
                <a:cubicBezTo>
                  <a:pt x="679972" y="96288"/>
                  <a:pt x="677397" y="96848"/>
                  <a:pt x="674666" y="96848"/>
                </a:cubicBezTo>
                <a:cubicBezTo>
                  <a:pt x="670412" y="96848"/>
                  <a:pt x="666909" y="95392"/>
                  <a:pt x="664155" y="92482"/>
                </a:cubicBezTo>
                <a:cubicBezTo>
                  <a:pt x="661401" y="89572"/>
                  <a:pt x="660024" y="85743"/>
                  <a:pt x="660024" y="80997"/>
                </a:cubicBezTo>
                <a:cubicBezTo>
                  <a:pt x="660024" y="77997"/>
                  <a:pt x="660696" y="75400"/>
                  <a:pt x="662039" y="73207"/>
                </a:cubicBezTo>
                <a:cubicBezTo>
                  <a:pt x="663875" y="70162"/>
                  <a:pt x="667065" y="67296"/>
                  <a:pt x="671610" y="64610"/>
                </a:cubicBezTo>
                <a:cubicBezTo>
                  <a:pt x="676154" y="61923"/>
                  <a:pt x="683710" y="58655"/>
                  <a:pt x="694277" y="54804"/>
                </a:cubicBezTo>
                <a:lnTo>
                  <a:pt x="694277" y="52395"/>
                </a:lnTo>
                <a:cubicBezTo>
                  <a:pt x="694277" y="46283"/>
                  <a:pt x="693303" y="42090"/>
                  <a:pt x="691355" y="39814"/>
                </a:cubicBezTo>
                <a:cubicBezTo>
                  <a:pt x="689408" y="37539"/>
                  <a:pt x="686576" y="36402"/>
                  <a:pt x="682859" y="36402"/>
                </a:cubicBezTo>
                <a:cubicBezTo>
                  <a:pt x="680039" y="36402"/>
                  <a:pt x="677800" y="37163"/>
                  <a:pt x="676143" y="38685"/>
                </a:cubicBezTo>
                <a:cubicBezTo>
                  <a:pt x="674442" y="40208"/>
                  <a:pt x="673591" y="41954"/>
                  <a:pt x="673591" y="43924"/>
                </a:cubicBezTo>
                <a:lnTo>
                  <a:pt x="673725" y="47819"/>
                </a:lnTo>
                <a:cubicBezTo>
                  <a:pt x="673725" y="49879"/>
                  <a:pt x="673199" y="51468"/>
                  <a:pt x="672147" y="52588"/>
                </a:cubicBezTo>
                <a:cubicBezTo>
                  <a:pt x="671095" y="53707"/>
                  <a:pt x="669718" y="54267"/>
                  <a:pt x="668017" y="54267"/>
                </a:cubicBezTo>
                <a:cubicBezTo>
                  <a:pt x="666360" y="54267"/>
                  <a:pt x="665006" y="53683"/>
                  <a:pt x="663953" y="52516"/>
                </a:cubicBezTo>
                <a:cubicBezTo>
                  <a:pt x="662901" y="51348"/>
                  <a:pt x="662375" y="49754"/>
                  <a:pt x="662375" y="47733"/>
                </a:cubicBezTo>
                <a:cubicBezTo>
                  <a:pt x="662375" y="43870"/>
                  <a:pt x="664345" y="40322"/>
                  <a:pt x="668285" y="37088"/>
                </a:cubicBezTo>
                <a:cubicBezTo>
                  <a:pt x="672226" y="33855"/>
                  <a:pt x="677755" y="32238"/>
                  <a:pt x="684874" y="32238"/>
                </a:cubicBezTo>
                <a:cubicBezTo>
                  <a:pt x="690337" y="32238"/>
                  <a:pt x="694814" y="33154"/>
                  <a:pt x="698307" y="34987"/>
                </a:cubicBezTo>
                <a:cubicBezTo>
                  <a:pt x="700948" y="36374"/>
                  <a:pt x="702896" y="38543"/>
                  <a:pt x="704150" y="41496"/>
                </a:cubicBezTo>
                <a:cubicBezTo>
                  <a:pt x="704956" y="43418"/>
                  <a:pt x="705359" y="47353"/>
                  <a:pt x="705359" y="53301"/>
                </a:cubicBezTo>
                <a:lnTo>
                  <a:pt x="705359" y="74164"/>
                </a:lnTo>
                <a:cubicBezTo>
                  <a:pt x="705359" y="80022"/>
                  <a:pt x="705471" y="83611"/>
                  <a:pt x="705695" y="84930"/>
                </a:cubicBezTo>
                <a:cubicBezTo>
                  <a:pt x="705918" y="86250"/>
                  <a:pt x="706288" y="87134"/>
                  <a:pt x="706803" y="87581"/>
                </a:cubicBezTo>
                <a:cubicBezTo>
                  <a:pt x="707318" y="88028"/>
                  <a:pt x="707911" y="88251"/>
                  <a:pt x="708583" y="88251"/>
                </a:cubicBezTo>
                <a:cubicBezTo>
                  <a:pt x="709299" y="88251"/>
                  <a:pt x="709926" y="88094"/>
                  <a:pt x="710463" y="87781"/>
                </a:cubicBezTo>
                <a:cubicBezTo>
                  <a:pt x="711403" y="87199"/>
                  <a:pt x="713217" y="85564"/>
                  <a:pt x="715903" y="82878"/>
                </a:cubicBezTo>
                <a:lnTo>
                  <a:pt x="715903" y="86639"/>
                </a:lnTo>
                <a:cubicBezTo>
                  <a:pt x="710888" y="93355"/>
                  <a:pt x="706098" y="96713"/>
                  <a:pt x="701531" y="96713"/>
                </a:cubicBezTo>
                <a:cubicBezTo>
                  <a:pt x="699337" y="96713"/>
                  <a:pt x="697590" y="95958"/>
                  <a:pt x="696292" y="94446"/>
                </a:cubicBezTo>
                <a:cubicBezTo>
                  <a:pt x="694993" y="92934"/>
                  <a:pt x="694322" y="90355"/>
                  <a:pt x="694277" y="86710"/>
                </a:cubicBezTo>
                <a:moveTo>
                  <a:pt x="694277" y="82355"/>
                </a:moveTo>
                <a:lnTo>
                  <a:pt x="694277" y="58968"/>
                </a:lnTo>
                <a:cubicBezTo>
                  <a:pt x="687516" y="61649"/>
                  <a:pt x="683151" y="63548"/>
                  <a:pt x="681180" y="64664"/>
                </a:cubicBezTo>
                <a:cubicBezTo>
                  <a:pt x="677643" y="66630"/>
                  <a:pt x="675113" y="68686"/>
                  <a:pt x="673591" y="70831"/>
                </a:cubicBezTo>
                <a:cubicBezTo>
                  <a:pt x="672069" y="72974"/>
                  <a:pt x="671308" y="75319"/>
                  <a:pt x="671308" y="77866"/>
                </a:cubicBezTo>
                <a:cubicBezTo>
                  <a:pt x="671308" y="81083"/>
                  <a:pt x="672270" y="83752"/>
                  <a:pt x="674196" y="85875"/>
                </a:cubicBezTo>
                <a:cubicBezTo>
                  <a:pt x="676121" y="87996"/>
                  <a:pt x="678337" y="89057"/>
                  <a:pt x="680845" y="89057"/>
                </a:cubicBezTo>
                <a:cubicBezTo>
                  <a:pt x="684248" y="89057"/>
                  <a:pt x="688725" y="86823"/>
                  <a:pt x="694277" y="82355"/>
                </a:cubicBezTo>
                <a:close/>
                <a:moveTo>
                  <a:pt x="715921" y="39894"/>
                </a:moveTo>
                <a:lnTo>
                  <a:pt x="734860" y="32372"/>
                </a:lnTo>
                <a:lnTo>
                  <a:pt x="737412" y="32372"/>
                </a:lnTo>
                <a:lnTo>
                  <a:pt x="737412" y="46812"/>
                </a:lnTo>
                <a:cubicBezTo>
                  <a:pt x="740591" y="41419"/>
                  <a:pt x="743782" y="37642"/>
                  <a:pt x="746983" y="35480"/>
                </a:cubicBezTo>
                <a:cubicBezTo>
                  <a:pt x="750184" y="33319"/>
                  <a:pt x="753554" y="32238"/>
                  <a:pt x="757091" y="32238"/>
                </a:cubicBezTo>
                <a:cubicBezTo>
                  <a:pt x="763270" y="32238"/>
                  <a:pt x="768419" y="34653"/>
                  <a:pt x="772538" y="39483"/>
                </a:cubicBezTo>
                <a:cubicBezTo>
                  <a:pt x="777598" y="45387"/>
                  <a:pt x="780127" y="53081"/>
                  <a:pt x="780127" y="62563"/>
                </a:cubicBezTo>
                <a:cubicBezTo>
                  <a:pt x="780127" y="73164"/>
                  <a:pt x="777083" y="81931"/>
                  <a:pt x="770993" y="88864"/>
                </a:cubicBezTo>
                <a:cubicBezTo>
                  <a:pt x="765979" y="94544"/>
                  <a:pt x="759665" y="97385"/>
                  <a:pt x="752054" y="97385"/>
                </a:cubicBezTo>
                <a:cubicBezTo>
                  <a:pt x="748740" y="97385"/>
                  <a:pt x="745875" y="96915"/>
                  <a:pt x="743457" y="95974"/>
                </a:cubicBezTo>
                <a:cubicBezTo>
                  <a:pt x="741666" y="95303"/>
                  <a:pt x="739651" y="93960"/>
                  <a:pt x="737412" y="91945"/>
                </a:cubicBezTo>
                <a:lnTo>
                  <a:pt x="737412" y="110683"/>
                </a:lnTo>
                <a:cubicBezTo>
                  <a:pt x="737412" y="114916"/>
                  <a:pt x="737670" y="117606"/>
                  <a:pt x="738185" y="118755"/>
                </a:cubicBezTo>
                <a:cubicBezTo>
                  <a:pt x="738700" y="119904"/>
                  <a:pt x="739595" y="120815"/>
                  <a:pt x="740871" y="121490"/>
                </a:cubicBezTo>
                <a:cubicBezTo>
                  <a:pt x="742147" y="122165"/>
                  <a:pt x="744464" y="122503"/>
                  <a:pt x="747823" y="122503"/>
                </a:cubicBezTo>
                <a:lnTo>
                  <a:pt x="747823" y="124921"/>
                </a:lnTo>
                <a:lnTo>
                  <a:pt x="715585" y="124921"/>
                </a:lnTo>
                <a:lnTo>
                  <a:pt x="715585" y="122503"/>
                </a:lnTo>
                <a:lnTo>
                  <a:pt x="717264" y="122503"/>
                </a:lnTo>
                <a:cubicBezTo>
                  <a:pt x="719727" y="122548"/>
                  <a:pt x="721831" y="122075"/>
                  <a:pt x="723577" y="121085"/>
                </a:cubicBezTo>
                <a:cubicBezTo>
                  <a:pt x="724428" y="120589"/>
                  <a:pt x="725088" y="119790"/>
                  <a:pt x="725558" y="118688"/>
                </a:cubicBezTo>
                <a:cubicBezTo>
                  <a:pt x="726029" y="117585"/>
                  <a:pt x="726264" y="114783"/>
                  <a:pt x="726264" y="110280"/>
                </a:cubicBezTo>
                <a:lnTo>
                  <a:pt x="726264" y="51983"/>
                </a:lnTo>
                <a:cubicBezTo>
                  <a:pt x="726264" y="47972"/>
                  <a:pt x="726085" y="45425"/>
                  <a:pt x="725726" y="44344"/>
                </a:cubicBezTo>
                <a:cubicBezTo>
                  <a:pt x="725368" y="43261"/>
                  <a:pt x="724797" y="42450"/>
                  <a:pt x="724014" y="41911"/>
                </a:cubicBezTo>
                <a:cubicBezTo>
                  <a:pt x="723230" y="41372"/>
                  <a:pt x="722167" y="41103"/>
                  <a:pt x="720823" y="41103"/>
                </a:cubicBezTo>
                <a:cubicBezTo>
                  <a:pt x="719749" y="41103"/>
                  <a:pt x="718383" y="41417"/>
                  <a:pt x="716727" y="42043"/>
                </a:cubicBezTo>
                <a:lnTo>
                  <a:pt x="715921" y="39894"/>
                </a:lnTo>
                <a:moveTo>
                  <a:pt x="737412" y="50774"/>
                </a:moveTo>
                <a:lnTo>
                  <a:pt x="737412" y="73744"/>
                </a:lnTo>
                <a:cubicBezTo>
                  <a:pt x="737412" y="78714"/>
                  <a:pt x="737614" y="81982"/>
                  <a:pt x="738017" y="83549"/>
                </a:cubicBezTo>
                <a:cubicBezTo>
                  <a:pt x="738644" y="86146"/>
                  <a:pt x="740177" y="88430"/>
                  <a:pt x="742618" y="90400"/>
                </a:cubicBezTo>
                <a:cubicBezTo>
                  <a:pt x="745058" y="92370"/>
                  <a:pt x="748136" y="93355"/>
                  <a:pt x="751852" y="93355"/>
                </a:cubicBezTo>
                <a:cubicBezTo>
                  <a:pt x="756330" y="93355"/>
                  <a:pt x="759957" y="91609"/>
                  <a:pt x="762733" y="88116"/>
                </a:cubicBezTo>
                <a:cubicBezTo>
                  <a:pt x="766359" y="83549"/>
                  <a:pt x="768173" y="77124"/>
                  <a:pt x="768173" y="68841"/>
                </a:cubicBezTo>
                <a:cubicBezTo>
                  <a:pt x="768173" y="59438"/>
                  <a:pt x="766113" y="52207"/>
                  <a:pt x="761994" y="47148"/>
                </a:cubicBezTo>
                <a:cubicBezTo>
                  <a:pt x="759128" y="43655"/>
                  <a:pt x="755725" y="41909"/>
                  <a:pt x="751785" y="41909"/>
                </a:cubicBezTo>
                <a:cubicBezTo>
                  <a:pt x="749636" y="41909"/>
                  <a:pt x="747509" y="42446"/>
                  <a:pt x="745405" y="43521"/>
                </a:cubicBezTo>
                <a:cubicBezTo>
                  <a:pt x="743793" y="44327"/>
                  <a:pt x="741129" y="46745"/>
                  <a:pt x="737412" y="50774"/>
                </a:cubicBezTo>
                <a:close/>
                <a:moveTo>
                  <a:pt x="799470" y="57222"/>
                </a:moveTo>
                <a:cubicBezTo>
                  <a:pt x="799426" y="66314"/>
                  <a:pt x="801642" y="73445"/>
                  <a:pt x="806119" y="78615"/>
                </a:cubicBezTo>
                <a:cubicBezTo>
                  <a:pt x="810597" y="83785"/>
                  <a:pt x="815858" y="86370"/>
                  <a:pt x="821902" y="86370"/>
                </a:cubicBezTo>
                <a:cubicBezTo>
                  <a:pt x="825932" y="86370"/>
                  <a:pt x="829436" y="85257"/>
                  <a:pt x="832413" y="83031"/>
                </a:cubicBezTo>
                <a:cubicBezTo>
                  <a:pt x="835391" y="80805"/>
                  <a:pt x="837887" y="76993"/>
                  <a:pt x="839902" y="71595"/>
                </a:cubicBezTo>
                <a:lnTo>
                  <a:pt x="841984" y="72944"/>
                </a:lnTo>
                <a:cubicBezTo>
                  <a:pt x="841044" y="79110"/>
                  <a:pt x="838312" y="84726"/>
                  <a:pt x="833790" y="89789"/>
                </a:cubicBezTo>
                <a:cubicBezTo>
                  <a:pt x="829268" y="94853"/>
                  <a:pt x="823604" y="97385"/>
                  <a:pt x="816798" y="97385"/>
                </a:cubicBezTo>
                <a:cubicBezTo>
                  <a:pt x="809410" y="97385"/>
                  <a:pt x="803086" y="94514"/>
                  <a:pt x="797825" y="88773"/>
                </a:cubicBezTo>
                <a:cubicBezTo>
                  <a:pt x="792564" y="83031"/>
                  <a:pt x="789933" y="75312"/>
                  <a:pt x="789933" y="65615"/>
                </a:cubicBezTo>
                <a:cubicBezTo>
                  <a:pt x="789933" y="55115"/>
                  <a:pt x="792631" y="46928"/>
                  <a:pt x="798026" y="41053"/>
                </a:cubicBezTo>
                <a:cubicBezTo>
                  <a:pt x="803422" y="35176"/>
                  <a:pt x="810194" y="32238"/>
                  <a:pt x="818343" y="32238"/>
                </a:cubicBezTo>
                <a:cubicBezTo>
                  <a:pt x="825238" y="32238"/>
                  <a:pt x="830902" y="34504"/>
                  <a:pt x="835335" y="39038"/>
                </a:cubicBezTo>
                <a:cubicBezTo>
                  <a:pt x="839767" y="43570"/>
                  <a:pt x="841984" y="49631"/>
                  <a:pt x="841984" y="57222"/>
                </a:cubicBezTo>
                <a:lnTo>
                  <a:pt x="799470" y="57222"/>
                </a:lnTo>
                <a:moveTo>
                  <a:pt x="799470" y="53327"/>
                </a:moveTo>
                <a:lnTo>
                  <a:pt x="827947" y="53327"/>
                </a:lnTo>
                <a:cubicBezTo>
                  <a:pt x="827723" y="49419"/>
                  <a:pt x="827253" y="46666"/>
                  <a:pt x="826537" y="45068"/>
                </a:cubicBezTo>
                <a:cubicBezTo>
                  <a:pt x="825417" y="42580"/>
                  <a:pt x="823749" y="40626"/>
                  <a:pt x="821533" y="39206"/>
                </a:cubicBezTo>
                <a:cubicBezTo>
                  <a:pt x="819317" y="37784"/>
                  <a:pt x="817000" y="37073"/>
                  <a:pt x="814582" y="37073"/>
                </a:cubicBezTo>
                <a:cubicBezTo>
                  <a:pt x="810865" y="37073"/>
                  <a:pt x="807541" y="38505"/>
                  <a:pt x="804608" y="41370"/>
                </a:cubicBezTo>
                <a:cubicBezTo>
                  <a:pt x="801675" y="44234"/>
                  <a:pt x="799963" y="48219"/>
                  <a:pt x="799470" y="53327"/>
                </a:cubicBezTo>
                <a:close/>
                <a:moveTo>
                  <a:pt x="868060" y="32238"/>
                </a:moveTo>
                <a:lnTo>
                  <a:pt x="868060" y="46073"/>
                </a:lnTo>
                <a:cubicBezTo>
                  <a:pt x="873209" y="36850"/>
                  <a:pt x="878493" y="32238"/>
                  <a:pt x="883911" y="32238"/>
                </a:cubicBezTo>
                <a:cubicBezTo>
                  <a:pt x="886373" y="32238"/>
                  <a:pt x="888410" y="32988"/>
                  <a:pt x="890022" y="34488"/>
                </a:cubicBezTo>
                <a:cubicBezTo>
                  <a:pt x="891634" y="35988"/>
                  <a:pt x="892440" y="37723"/>
                  <a:pt x="892440" y="39693"/>
                </a:cubicBezTo>
                <a:cubicBezTo>
                  <a:pt x="892440" y="41439"/>
                  <a:pt x="891858" y="42916"/>
                  <a:pt x="890694" y="44125"/>
                </a:cubicBezTo>
                <a:cubicBezTo>
                  <a:pt x="889530" y="45334"/>
                  <a:pt x="888142" y="45939"/>
                  <a:pt x="886530" y="45939"/>
                </a:cubicBezTo>
                <a:cubicBezTo>
                  <a:pt x="884963" y="45939"/>
                  <a:pt x="883205" y="45178"/>
                  <a:pt x="881258" y="43655"/>
                </a:cubicBezTo>
                <a:cubicBezTo>
                  <a:pt x="879310" y="42133"/>
                  <a:pt x="877866" y="41372"/>
                  <a:pt x="876926" y="41372"/>
                </a:cubicBezTo>
                <a:cubicBezTo>
                  <a:pt x="876120" y="41372"/>
                  <a:pt x="875247" y="41816"/>
                  <a:pt x="874306" y="42705"/>
                </a:cubicBezTo>
                <a:cubicBezTo>
                  <a:pt x="872292" y="44528"/>
                  <a:pt x="870210" y="47528"/>
                  <a:pt x="868060" y="51706"/>
                </a:cubicBezTo>
                <a:lnTo>
                  <a:pt x="868060" y="81132"/>
                </a:lnTo>
                <a:cubicBezTo>
                  <a:pt x="868060" y="84537"/>
                  <a:pt x="868486" y="87113"/>
                  <a:pt x="869336" y="88859"/>
                </a:cubicBezTo>
                <a:cubicBezTo>
                  <a:pt x="869919" y="90070"/>
                  <a:pt x="870948" y="91077"/>
                  <a:pt x="872426" y="91882"/>
                </a:cubicBezTo>
                <a:cubicBezTo>
                  <a:pt x="873903" y="92685"/>
                  <a:pt x="876030" y="93086"/>
                  <a:pt x="878806" y="93086"/>
                </a:cubicBezTo>
                <a:lnTo>
                  <a:pt x="878806" y="95504"/>
                </a:lnTo>
                <a:lnTo>
                  <a:pt x="847307" y="95504"/>
                </a:lnTo>
                <a:lnTo>
                  <a:pt x="847307" y="93086"/>
                </a:lnTo>
                <a:cubicBezTo>
                  <a:pt x="850442" y="93086"/>
                  <a:pt x="852770" y="92588"/>
                  <a:pt x="854292" y="91592"/>
                </a:cubicBezTo>
                <a:cubicBezTo>
                  <a:pt x="855412" y="90867"/>
                  <a:pt x="856195" y="89712"/>
                  <a:pt x="856643" y="88127"/>
                </a:cubicBezTo>
                <a:cubicBezTo>
                  <a:pt x="856867" y="87356"/>
                  <a:pt x="856979" y="85159"/>
                  <a:pt x="856979" y="81535"/>
                </a:cubicBezTo>
                <a:lnTo>
                  <a:pt x="856979" y="57894"/>
                </a:lnTo>
                <a:cubicBezTo>
                  <a:pt x="856979" y="50730"/>
                  <a:pt x="856833" y="46465"/>
                  <a:pt x="856542" y="45099"/>
                </a:cubicBezTo>
                <a:cubicBezTo>
                  <a:pt x="856251" y="43734"/>
                  <a:pt x="855714" y="42737"/>
                  <a:pt x="854930" y="42111"/>
                </a:cubicBezTo>
                <a:cubicBezTo>
                  <a:pt x="854147" y="41484"/>
                  <a:pt x="853173" y="41170"/>
                  <a:pt x="852009" y="41170"/>
                </a:cubicBezTo>
                <a:cubicBezTo>
                  <a:pt x="850621" y="41170"/>
                  <a:pt x="849054" y="41506"/>
                  <a:pt x="847307" y="42178"/>
                </a:cubicBezTo>
                <a:lnTo>
                  <a:pt x="846636" y="39760"/>
                </a:lnTo>
                <a:lnTo>
                  <a:pt x="865240" y="32238"/>
                </a:lnTo>
                <a:lnTo>
                  <a:pt x="868060" y="32238"/>
                </a:lnTo>
                <a:close/>
                <a:moveTo>
                  <a:pt x="935624" y="32238"/>
                </a:moveTo>
                <a:lnTo>
                  <a:pt x="935624" y="53192"/>
                </a:lnTo>
                <a:lnTo>
                  <a:pt x="933408" y="53192"/>
                </a:lnTo>
                <a:cubicBezTo>
                  <a:pt x="931707" y="46637"/>
                  <a:pt x="929524" y="42178"/>
                  <a:pt x="926860" y="39814"/>
                </a:cubicBezTo>
                <a:cubicBezTo>
                  <a:pt x="924196" y="37450"/>
                  <a:pt x="920804" y="36267"/>
                  <a:pt x="916685" y="36267"/>
                </a:cubicBezTo>
                <a:cubicBezTo>
                  <a:pt x="913550" y="36267"/>
                  <a:pt x="911021" y="37093"/>
                  <a:pt x="909095" y="38744"/>
                </a:cubicBezTo>
                <a:cubicBezTo>
                  <a:pt x="907170" y="40395"/>
                  <a:pt x="906207" y="42225"/>
                  <a:pt x="906207" y="44232"/>
                </a:cubicBezTo>
                <a:cubicBezTo>
                  <a:pt x="906207" y="46730"/>
                  <a:pt x="906924" y="48872"/>
                  <a:pt x="908357" y="50657"/>
                </a:cubicBezTo>
                <a:cubicBezTo>
                  <a:pt x="909745" y="52486"/>
                  <a:pt x="912565" y="54426"/>
                  <a:pt x="916819" y="56479"/>
                </a:cubicBezTo>
                <a:lnTo>
                  <a:pt x="926625" y="61231"/>
                </a:lnTo>
                <a:cubicBezTo>
                  <a:pt x="935714" y="65658"/>
                  <a:pt x="940258" y="71493"/>
                  <a:pt x="940258" y="78737"/>
                </a:cubicBezTo>
                <a:cubicBezTo>
                  <a:pt x="940258" y="84327"/>
                  <a:pt x="938143" y="88832"/>
                  <a:pt x="933912" y="92253"/>
                </a:cubicBezTo>
                <a:cubicBezTo>
                  <a:pt x="929680" y="95674"/>
                  <a:pt x="924946" y="97385"/>
                  <a:pt x="919707" y="97385"/>
                </a:cubicBezTo>
                <a:cubicBezTo>
                  <a:pt x="915946" y="97385"/>
                  <a:pt x="911647" y="96747"/>
                  <a:pt x="906812" y="95471"/>
                </a:cubicBezTo>
                <a:cubicBezTo>
                  <a:pt x="905334" y="95045"/>
                  <a:pt x="904125" y="94833"/>
                  <a:pt x="903185" y="94833"/>
                </a:cubicBezTo>
                <a:cubicBezTo>
                  <a:pt x="902155" y="94833"/>
                  <a:pt x="901349" y="95370"/>
                  <a:pt x="900767" y="96445"/>
                </a:cubicBezTo>
                <a:lnTo>
                  <a:pt x="898551" y="96445"/>
                </a:lnTo>
                <a:lnTo>
                  <a:pt x="898551" y="74415"/>
                </a:lnTo>
                <a:lnTo>
                  <a:pt x="900767" y="74415"/>
                </a:lnTo>
                <a:cubicBezTo>
                  <a:pt x="902021" y="80684"/>
                  <a:pt x="904416" y="85408"/>
                  <a:pt x="907954" y="88587"/>
                </a:cubicBezTo>
                <a:cubicBezTo>
                  <a:pt x="911491" y="91766"/>
                  <a:pt x="915453" y="93355"/>
                  <a:pt x="919841" y="93355"/>
                </a:cubicBezTo>
                <a:cubicBezTo>
                  <a:pt x="922931" y="93355"/>
                  <a:pt x="925449" y="92453"/>
                  <a:pt x="927397" y="90650"/>
                </a:cubicBezTo>
                <a:cubicBezTo>
                  <a:pt x="929345" y="88845"/>
                  <a:pt x="930318" y="86673"/>
                  <a:pt x="930318" y="84133"/>
                </a:cubicBezTo>
                <a:cubicBezTo>
                  <a:pt x="930318" y="81059"/>
                  <a:pt x="929233" y="78475"/>
                  <a:pt x="927061" y="76382"/>
                </a:cubicBezTo>
                <a:cubicBezTo>
                  <a:pt x="924890" y="74287"/>
                  <a:pt x="920558" y="71642"/>
                  <a:pt x="914065" y="68446"/>
                </a:cubicBezTo>
                <a:cubicBezTo>
                  <a:pt x="907573" y="65249"/>
                  <a:pt x="903319" y="62350"/>
                  <a:pt x="901305" y="59749"/>
                </a:cubicBezTo>
                <a:cubicBezTo>
                  <a:pt x="899290" y="57193"/>
                  <a:pt x="898282" y="53964"/>
                  <a:pt x="898282" y="50063"/>
                </a:cubicBezTo>
                <a:cubicBezTo>
                  <a:pt x="898282" y="44995"/>
                  <a:pt x="900017" y="40758"/>
                  <a:pt x="903487" y="37350"/>
                </a:cubicBezTo>
                <a:cubicBezTo>
                  <a:pt x="906957" y="33942"/>
                  <a:pt x="911446" y="32238"/>
                  <a:pt x="916953" y="32238"/>
                </a:cubicBezTo>
                <a:cubicBezTo>
                  <a:pt x="919371" y="32238"/>
                  <a:pt x="922304" y="32753"/>
                  <a:pt x="925751" y="33782"/>
                </a:cubicBezTo>
                <a:cubicBezTo>
                  <a:pt x="928035" y="34454"/>
                  <a:pt x="929557" y="34790"/>
                  <a:pt x="930318" y="34790"/>
                </a:cubicBezTo>
                <a:cubicBezTo>
                  <a:pt x="931035" y="34790"/>
                  <a:pt x="931595" y="34633"/>
                  <a:pt x="931998" y="34320"/>
                </a:cubicBezTo>
                <a:cubicBezTo>
                  <a:pt x="932401" y="34006"/>
                  <a:pt x="932871" y="33312"/>
                  <a:pt x="933408" y="32238"/>
                </a:cubicBezTo>
                <a:lnTo>
                  <a:pt x="935624" y="32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136">
            <a:extLst xmlns:a="http://schemas.openxmlformats.org/drawingml/2006/main">
              <a:ext uri="{FF2B5EF4-FFF2-40B4-BE49-F238E27FC236}">
                <a16:creationId xmlns:a16="http://schemas.microsoft.com/office/drawing/2014/main" id="{5725EB59-BED0-428F-9844-5790156F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835" y="2764647"/>
            <a:ext cx="204508" cy="95773"/>
          </a:xfrm>
          <a:custGeom xmlns:a="http://schemas.openxmlformats.org/drawingml/2006/main">
            <a:pathLst>
              <a:path w="204508" h="95773">
                <a:moveTo>
                  <a:pt x="57961" y="806"/>
                </a:moveTo>
                <a:lnTo>
                  <a:pt x="35730" y="77236"/>
                </a:lnTo>
                <a:cubicBezTo>
                  <a:pt x="34566" y="81241"/>
                  <a:pt x="33984" y="83782"/>
                  <a:pt x="33984" y="84861"/>
                </a:cubicBezTo>
                <a:cubicBezTo>
                  <a:pt x="33984" y="85941"/>
                  <a:pt x="34398" y="87055"/>
                  <a:pt x="35226" y="88203"/>
                </a:cubicBezTo>
                <a:cubicBezTo>
                  <a:pt x="36055" y="89350"/>
                  <a:pt x="36950" y="90092"/>
                  <a:pt x="37913" y="90429"/>
                </a:cubicBezTo>
                <a:cubicBezTo>
                  <a:pt x="38876" y="90767"/>
                  <a:pt x="41775" y="91070"/>
                  <a:pt x="46610" y="91340"/>
                </a:cubicBezTo>
                <a:lnTo>
                  <a:pt x="45872" y="93758"/>
                </a:lnTo>
                <a:lnTo>
                  <a:pt x="0" y="93758"/>
                </a:lnTo>
                <a:lnTo>
                  <a:pt x="739" y="91340"/>
                </a:lnTo>
                <a:cubicBezTo>
                  <a:pt x="5306" y="91251"/>
                  <a:pt x="8485" y="90869"/>
                  <a:pt x="10276" y="90194"/>
                </a:cubicBezTo>
                <a:cubicBezTo>
                  <a:pt x="12067" y="89518"/>
                  <a:pt x="13533" y="88416"/>
                  <a:pt x="14675" y="86887"/>
                </a:cubicBezTo>
                <a:cubicBezTo>
                  <a:pt x="15817" y="85357"/>
                  <a:pt x="17104" y="82140"/>
                  <a:pt x="18537" y="77236"/>
                </a:cubicBezTo>
                <a:lnTo>
                  <a:pt x="31700" y="31831"/>
                </a:lnTo>
                <a:cubicBezTo>
                  <a:pt x="33715" y="24937"/>
                  <a:pt x="34768" y="21289"/>
                  <a:pt x="34857" y="20887"/>
                </a:cubicBezTo>
                <a:cubicBezTo>
                  <a:pt x="35126" y="19723"/>
                  <a:pt x="35260" y="18626"/>
                  <a:pt x="35260" y="17596"/>
                </a:cubicBezTo>
                <a:cubicBezTo>
                  <a:pt x="35260" y="15626"/>
                  <a:pt x="34644" y="14059"/>
                  <a:pt x="33413" y="12895"/>
                </a:cubicBezTo>
                <a:cubicBezTo>
                  <a:pt x="32182" y="11731"/>
                  <a:pt x="30424" y="11149"/>
                  <a:pt x="28141" y="11149"/>
                </a:cubicBezTo>
                <a:cubicBezTo>
                  <a:pt x="27021" y="11149"/>
                  <a:pt x="24805" y="11328"/>
                  <a:pt x="21492" y="11686"/>
                </a:cubicBezTo>
                <a:lnTo>
                  <a:pt x="20955" y="9134"/>
                </a:lnTo>
                <a:lnTo>
                  <a:pt x="55140" y="806"/>
                </a:lnTo>
                <a:lnTo>
                  <a:pt x="57961" y="806"/>
                </a:lnTo>
                <a:close/>
                <a:moveTo>
                  <a:pt x="83079" y="44327"/>
                </a:moveTo>
                <a:lnTo>
                  <a:pt x="83952" y="41372"/>
                </a:lnTo>
                <a:cubicBezTo>
                  <a:pt x="90176" y="40482"/>
                  <a:pt x="95191" y="39169"/>
                  <a:pt x="98997" y="37434"/>
                </a:cubicBezTo>
                <a:cubicBezTo>
                  <a:pt x="104101" y="35211"/>
                  <a:pt x="107817" y="32597"/>
                  <a:pt x="110146" y="29591"/>
                </a:cubicBezTo>
                <a:cubicBezTo>
                  <a:pt x="112474" y="26586"/>
                  <a:pt x="113638" y="23356"/>
                  <a:pt x="113638" y="19901"/>
                </a:cubicBezTo>
                <a:cubicBezTo>
                  <a:pt x="113638" y="16940"/>
                  <a:pt x="112586" y="14406"/>
                  <a:pt x="110481" y="12297"/>
                </a:cubicBezTo>
                <a:cubicBezTo>
                  <a:pt x="108377" y="10188"/>
                  <a:pt x="105758" y="9134"/>
                  <a:pt x="102623" y="9134"/>
                </a:cubicBezTo>
                <a:cubicBezTo>
                  <a:pt x="100161" y="9134"/>
                  <a:pt x="97877" y="9783"/>
                  <a:pt x="95773" y="11082"/>
                </a:cubicBezTo>
                <a:cubicBezTo>
                  <a:pt x="93668" y="12380"/>
                  <a:pt x="91385" y="14641"/>
                  <a:pt x="88922" y="17865"/>
                </a:cubicBezTo>
                <a:lnTo>
                  <a:pt x="86236" y="16522"/>
                </a:lnTo>
                <a:cubicBezTo>
                  <a:pt x="89997" y="10880"/>
                  <a:pt x="93769" y="6851"/>
                  <a:pt x="97553" y="4433"/>
                </a:cubicBezTo>
                <a:cubicBezTo>
                  <a:pt x="101336" y="2015"/>
                  <a:pt x="105578" y="806"/>
                  <a:pt x="110280" y="806"/>
                </a:cubicBezTo>
                <a:cubicBezTo>
                  <a:pt x="116190" y="806"/>
                  <a:pt x="120981" y="2477"/>
                  <a:pt x="124652" y="5818"/>
                </a:cubicBezTo>
                <a:cubicBezTo>
                  <a:pt x="128324" y="9158"/>
                  <a:pt x="130160" y="13160"/>
                  <a:pt x="130160" y="17823"/>
                </a:cubicBezTo>
                <a:cubicBezTo>
                  <a:pt x="130160" y="21500"/>
                  <a:pt x="129264" y="24707"/>
                  <a:pt x="127473" y="27442"/>
                </a:cubicBezTo>
                <a:cubicBezTo>
                  <a:pt x="125682" y="30177"/>
                  <a:pt x="123041" y="32554"/>
                  <a:pt x="119548" y="34572"/>
                </a:cubicBezTo>
                <a:cubicBezTo>
                  <a:pt x="116996" y="36051"/>
                  <a:pt x="112989" y="37553"/>
                  <a:pt x="107526" y="39078"/>
                </a:cubicBezTo>
                <a:cubicBezTo>
                  <a:pt x="112496" y="41230"/>
                  <a:pt x="115989" y="43651"/>
                  <a:pt x="118003" y="46342"/>
                </a:cubicBezTo>
                <a:cubicBezTo>
                  <a:pt x="121003" y="50332"/>
                  <a:pt x="122503" y="55152"/>
                  <a:pt x="122503" y="60800"/>
                </a:cubicBezTo>
                <a:cubicBezTo>
                  <a:pt x="122503" y="71383"/>
                  <a:pt x="117936" y="80126"/>
                  <a:pt x="108802" y="87029"/>
                </a:cubicBezTo>
                <a:cubicBezTo>
                  <a:pt x="101146" y="92858"/>
                  <a:pt x="92280" y="95773"/>
                  <a:pt x="82206" y="95773"/>
                </a:cubicBezTo>
                <a:cubicBezTo>
                  <a:pt x="76833" y="95773"/>
                  <a:pt x="72781" y="94761"/>
                  <a:pt x="70050" y="92738"/>
                </a:cubicBezTo>
                <a:cubicBezTo>
                  <a:pt x="68169" y="91344"/>
                  <a:pt x="67229" y="89501"/>
                  <a:pt x="67229" y="87208"/>
                </a:cubicBezTo>
                <a:cubicBezTo>
                  <a:pt x="67229" y="85138"/>
                  <a:pt x="67945" y="83429"/>
                  <a:pt x="69378" y="82080"/>
                </a:cubicBezTo>
                <a:cubicBezTo>
                  <a:pt x="70811" y="80731"/>
                  <a:pt x="72580" y="80057"/>
                  <a:pt x="74684" y="80057"/>
                </a:cubicBezTo>
                <a:cubicBezTo>
                  <a:pt x="75759" y="80057"/>
                  <a:pt x="76788" y="80282"/>
                  <a:pt x="77773" y="80733"/>
                </a:cubicBezTo>
                <a:cubicBezTo>
                  <a:pt x="79475" y="81455"/>
                  <a:pt x="82027" y="82978"/>
                  <a:pt x="85430" y="85302"/>
                </a:cubicBezTo>
                <a:cubicBezTo>
                  <a:pt x="88833" y="87626"/>
                  <a:pt x="91654" y="88788"/>
                  <a:pt x="93892" y="88788"/>
                </a:cubicBezTo>
                <a:cubicBezTo>
                  <a:pt x="96668" y="88788"/>
                  <a:pt x="99109" y="87376"/>
                  <a:pt x="101213" y="84551"/>
                </a:cubicBezTo>
                <a:cubicBezTo>
                  <a:pt x="104302" y="80380"/>
                  <a:pt x="105847" y="75156"/>
                  <a:pt x="105847" y="68879"/>
                </a:cubicBezTo>
                <a:cubicBezTo>
                  <a:pt x="105847" y="63990"/>
                  <a:pt x="104862" y="59707"/>
                  <a:pt x="102892" y="56030"/>
                </a:cubicBezTo>
                <a:cubicBezTo>
                  <a:pt x="100922" y="52353"/>
                  <a:pt x="98392" y="49629"/>
                  <a:pt x="95303" y="47859"/>
                </a:cubicBezTo>
                <a:cubicBezTo>
                  <a:pt x="92213" y="46088"/>
                  <a:pt x="88139" y="44910"/>
                  <a:pt x="83079" y="44327"/>
                </a:cubicBezTo>
                <a:close/>
                <a:moveTo>
                  <a:pt x="204508" y="0"/>
                </a:moveTo>
                <a:lnTo>
                  <a:pt x="204508" y="2686"/>
                </a:lnTo>
                <a:cubicBezTo>
                  <a:pt x="197702" y="4559"/>
                  <a:pt x="191658" y="7947"/>
                  <a:pt x="186375" y="12853"/>
                </a:cubicBezTo>
                <a:cubicBezTo>
                  <a:pt x="179837" y="18952"/>
                  <a:pt x="174218" y="27272"/>
                  <a:pt x="169517" y="37812"/>
                </a:cubicBezTo>
                <a:cubicBezTo>
                  <a:pt x="173681" y="36424"/>
                  <a:pt x="177285" y="35730"/>
                  <a:pt x="180330" y="35730"/>
                </a:cubicBezTo>
                <a:cubicBezTo>
                  <a:pt x="185389" y="35730"/>
                  <a:pt x="189609" y="37622"/>
                  <a:pt x="192990" y="41405"/>
                </a:cubicBezTo>
                <a:cubicBezTo>
                  <a:pt x="196370" y="45189"/>
                  <a:pt x="198061" y="50551"/>
                  <a:pt x="198061" y="57491"/>
                </a:cubicBezTo>
                <a:cubicBezTo>
                  <a:pt x="198061" y="66446"/>
                  <a:pt x="195553" y="74639"/>
                  <a:pt x="190539" y="82072"/>
                </a:cubicBezTo>
                <a:cubicBezTo>
                  <a:pt x="184360" y="91116"/>
                  <a:pt x="176166" y="95639"/>
                  <a:pt x="165957" y="95639"/>
                </a:cubicBezTo>
                <a:cubicBezTo>
                  <a:pt x="158972" y="95639"/>
                  <a:pt x="153331" y="93242"/>
                  <a:pt x="149032" y="88448"/>
                </a:cubicBezTo>
                <a:cubicBezTo>
                  <a:pt x="144734" y="83653"/>
                  <a:pt x="142585" y="76865"/>
                  <a:pt x="142585" y="68083"/>
                </a:cubicBezTo>
                <a:cubicBezTo>
                  <a:pt x="142585" y="58584"/>
                  <a:pt x="144678" y="49421"/>
                  <a:pt x="148865" y="40595"/>
                </a:cubicBezTo>
                <a:cubicBezTo>
                  <a:pt x="153051" y="31768"/>
                  <a:pt x="158368" y="24318"/>
                  <a:pt x="164816" y="18247"/>
                </a:cubicBezTo>
                <a:cubicBezTo>
                  <a:pt x="171263" y="12176"/>
                  <a:pt x="178181" y="7572"/>
                  <a:pt x="185569" y="4435"/>
                </a:cubicBezTo>
                <a:cubicBezTo>
                  <a:pt x="191344" y="1971"/>
                  <a:pt x="197658" y="493"/>
                  <a:pt x="204508" y="0"/>
                </a:cubicBezTo>
                <a:moveTo>
                  <a:pt x="167301" y="42916"/>
                </a:moveTo>
                <a:cubicBezTo>
                  <a:pt x="164256" y="50886"/>
                  <a:pt x="161748" y="59035"/>
                  <a:pt x="159778" y="67363"/>
                </a:cubicBezTo>
                <a:cubicBezTo>
                  <a:pt x="158435" y="73005"/>
                  <a:pt x="157764" y="77684"/>
                  <a:pt x="157764" y="81400"/>
                </a:cubicBezTo>
                <a:cubicBezTo>
                  <a:pt x="157764" y="84803"/>
                  <a:pt x="158491" y="87333"/>
                  <a:pt x="159946" y="88990"/>
                </a:cubicBezTo>
                <a:cubicBezTo>
                  <a:pt x="161401" y="90646"/>
                  <a:pt x="163226" y="91475"/>
                  <a:pt x="165420" y="91475"/>
                </a:cubicBezTo>
                <a:cubicBezTo>
                  <a:pt x="167166" y="91475"/>
                  <a:pt x="168733" y="90848"/>
                  <a:pt x="170121" y="89594"/>
                </a:cubicBezTo>
                <a:cubicBezTo>
                  <a:pt x="172405" y="87534"/>
                  <a:pt x="174532" y="83415"/>
                  <a:pt x="176502" y="77236"/>
                </a:cubicBezTo>
                <a:cubicBezTo>
                  <a:pt x="179591" y="67475"/>
                  <a:pt x="181136" y="59349"/>
                  <a:pt x="181136" y="52856"/>
                </a:cubicBezTo>
                <a:cubicBezTo>
                  <a:pt x="181136" y="49543"/>
                  <a:pt x="180218" y="46767"/>
                  <a:pt x="178382" y="44528"/>
                </a:cubicBezTo>
                <a:cubicBezTo>
                  <a:pt x="176949" y="42782"/>
                  <a:pt x="175248" y="41909"/>
                  <a:pt x="173278" y="41909"/>
                </a:cubicBezTo>
                <a:cubicBezTo>
                  <a:pt x="171711" y="41909"/>
                  <a:pt x="169718" y="42245"/>
                  <a:pt x="167301" y="429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7E010-477C-41BD-BE16-33CF4DE3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640" y="450914"/>
            <a:ext cx="1328430" cy="201810"/>
          </a:xfrm>
          <a:custGeom xmlns:a="http://schemas.openxmlformats.org/drawingml/2006/main">
            <a:pathLst>
              <a:path w="1328430" h="201810">
                <a:moveTo>
                  <a:pt x="0" y="33635"/>
                </a:moveTo>
                <a:lnTo>
                  <a:pt x="0" y="33635"/>
                </a:lnTo>
                <a:cubicBezTo>
                  <a:pt x="0" y="15059"/>
                  <a:pt x="15059" y="0"/>
                  <a:pt x="33635" y="0"/>
                </a:cubicBezTo>
                <a:lnTo>
                  <a:pt x="1294795" y="0"/>
                </a:lnTo>
                <a:cubicBezTo>
                  <a:pt x="1303716" y="0"/>
                  <a:pt x="1312271" y="3544"/>
                  <a:pt x="1318579" y="9851"/>
                </a:cubicBezTo>
                <a:cubicBezTo>
                  <a:pt x="1324886" y="16159"/>
                  <a:pt x="1328430" y="24714"/>
                  <a:pt x="1328430" y="33635"/>
                </a:cubicBezTo>
                <a:lnTo>
                  <a:pt x="1328430" y="168175"/>
                </a:lnTo>
                <a:cubicBezTo>
                  <a:pt x="1328430" y="186751"/>
                  <a:pt x="1313371" y="201810"/>
                  <a:pt x="1294795" y="201810"/>
                </a:cubicBezTo>
                <a:lnTo>
                  <a:pt x="33635" y="201810"/>
                </a:lnTo>
                <a:cubicBezTo>
                  <a:pt x="15059" y="201810"/>
                  <a:pt x="0" y="186751"/>
                  <a:pt x="0" y="168175"/>
                </a:cubicBezTo>
                <a:lnTo>
                  <a:pt x="0" y="3363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9FD8A-B135-4E99-9CF0-26A7CB0B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640" y="450914"/>
            <a:ext cx="1328430" cy="201810"/>
          </a:xfrm>
          <a:custGeom xmlns:a="http://schemas.openxmlformats.org/drawingml/2006/main">
            <a:pathLst>
              <a:path w="1328430" h="201810" fill="none">
                <a:moveTo>
                  <a:pt x="0" y="33635"/>
                </a:moveTo>
                <a:lnTo>
                  <a:pt x="0" y="33635"/>
                </a:lnTo>
                <a:cubicBezTo>
                  <a:pt x="0" y="15059"/>
                  <a:pt x="15059" y="0"/>
                  <a:pt x="33635" y="0"/>
                </a:cubicBezTo>
                <a:lnTo>
                  <a:pt x="1294795" y="0"/>
                </a:lnTo>
                <a:cubicBezTo>
                  <a:pt x="1303716" y="0"/>
                  <a:pt x="1312271" y="3544"/>
                  <a:pt x="1318579" y="9851"/>
                </a:cubicBezTo>
                <a:cubicBezTo>
                  <a:pt x="1324886" y="16159"/>
                  <a:pt x="1328430" y="24714"/>
                  <a:pt x="1328430" y="33635"/>
                </a:cubicBezTo>
                <a:lnTo>
                  <a:pt x="1328430" y="168175"/>
                </a:lnTo>
                <a:cubicBezTo>
                  <a:pt x="1328430" y="186751"/>
                  <a:pt x="1313371" y="201810"/>
                  <a:pt x="1294795" y="201810"/>
                </a:cubicBezTo>
                <a:lnTo>
                  <a:pt x="33635" y="201810"/>
                </a:lnTo>
                <a:cubicBezTo>
                  <a:pt x="15059" y="201810"/>
                  <a:pt x="0" y="186751"/>
                  <a:pt x="0" y="168175"/>
                </a:cubicBezTo>
                <a:lnTo>
                  <a:pt x="0" y="336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27" name="Text Relevantpapers17">
            <a:extLst xmlns:a="http://schemas.openxmlformats.org/drawingml/2006/main">
              <a:ext uri="{FF2B5EF4-FFF2-40B4-BE49-F238E27FC236}">
                <a16:creationId xmlns:a16="http://schemas.microsoft.com/office/drawing/2014/main" id="{251A0CFA-6231-420C-BD14-F575D1FD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544" y="506122"/>
            <a:ext cx="1058472" cy="124921"/>
          </a:xfrm>
          <a:custGeom xmlns:a="http://schemas.openxmlformats.org/drawingml/2006/main">
            <a:pathLst>
              <a:path w="1058472" h="124921">
                <a:moveTo>
                  <a:pt x="90601" y="95504"/>
                </a:moveTo>
                <a:lnTo>
                  <a:pt x="66289" y="95504"/>
                </a:lnTo>
                <a:lnTo>
                  <a:pt x="35462" y="52924"/>
                </a:lnTo>
                <a:cubicBezTo>
                  <a:pt x="33178" y="53013"/>
                  <a:pt x="31320" y="53058"/>
                  <a:pt x="29887" y="53058"/>
                </a:cubicBezTo>
                <a:cubicBezTo>
                  <a:pt x="29305" y="53058"/>
                  <a:pt x="28678" y="53047"/>
                  <a:pt x="28007" y="53024"/>
                </a:cubicBezTo>
                <a:cubicBezTo>
                  <a:pt x="27335" y="53002"/>
                  <a:pt x="26641" y="52968"/>
                  <a:pt x="25925" y="52924"/>
                </a:cubicBezTo>
                <a:lnTo>
                  <a:pt x="25925" y="79385"/>
                </a:lnTo>
                <a:cubicBezTo>
                  <a:pt x="25925" y="85089"/>
                  <a:pt x="26551" y="88631"/>
                  <a:pt x="27805" y="90012"/>
                </a:cubicBezTo>
                <a:cubicBezTo>
                  <a:pt x="29506" y="91972"/>
                  <a:pt x="32059" y="92952"/>
                  <a:pt x="35462" y="92952"/>
                </a:cubicBezTo>
                <a:lnTo>
                  <a:pt x="39021" y="92952"/>
                </a:lnTo>
                <a:lnTo>
                  <a:pt x="39021" y="95504"/>
                </a:lnTo>
                <a:lnTo>
                  <a:pt x="0" y="95504"/>
                </a:lnTo>
                <a:lnTo>
                  <a:pt x="0" y="92952"/>
                </a:lnTo>
                <a:lnTo>
                  <a:pt x="3425" y="92952"/>
                </a:lnTo>
                <a:cubicBezTo>
                  <a:pt x="7276" y="92952"/>
                  <a:pt x="10030" y="91705"/>
                  <a:pt x="11686" y="89210"/>
                </a:cubicBezTo>
                <a:cubicBezTo>
                  <a:pt x="12626" y="87829"/>
                  <a:pt x="13097" y="84554"/>
                  <a:pt x="13097" y="79385"/>
                </a:cubicBezTo>
                <a:lnTo>
                  <a:pt x="13097" y="20552"/>
                </a:lnTo>
                <a:cubicBezTo>
                  <a:pt x="13097" y="14848"/>
                  <a:pt x="12470" y="11306"/>
                  <a:pt x="11216" y="9925"/>
                </a:cubicBezTo>
                <a:cubicBezTo>
                  <a:pt x="9470" y="7965"/>
                  <a:pt x="6873" y="6985"/>
                  <a:pt x="3425" y="6985"/>
                </a:cubicBezTo>
                <a:lnTo>
                  <a:pt x="0" y="6985"/>
                </a:lnTo>
                <a:lnTo>
                  <a:pt x="0" y="4433"/>
                </a:lnTo>
                <a:lnTo>
                  <a:pt x="33178" y="4433"/>
                </a:lnTo>
                <a:cubicBezTo>
                  <a:pt x="42849" y="4433"/>
                  <a:pt x="49980" y="5137"/>
                  <a:pt x="54569" y="6546"/>
                </a:cubicBezTo>
                <a:cubicBezTo>
                  <a:pt x="59158" y="7955"/>
                  <a:pt x="63054" y="10550"/>
                  <a:pt x="66255" y="14331"/>
                </a:cubicBezTo>
                <a:cubicBezTo>
                  <a:pt x="69457" y="18110"/>
                  <a:pt x="71057" y="22616"/>
                  <a:pt x="71057" y="27849"/>
                </a:cubicBezTo>
                <a:cubicBezTo>
                  <a:pt x="71057" y="33442"/>
                  <a:pt x="69233" y="38296"/>
                  <a:pt x="65584" y="42411"/>
                </a:cubicBezTo>
                <a:cubicBezTo>
                  <a:pt x="61935" y="46526"/>
                  <a:pt x="56282" y="49433"/>
                  <a:pt x="48625" y="51133"/>
                </a:cubicBezTo>
                <a:lnTo>
                  <a:pt x="67431" y="77236"/>
                </a:lnTo>
                <a:cubicBezTo>
                  <a:pt x="71729" y="83236"/>
                  <a:pt x="75423" y="87221"/>
                  <a:pt x="78512" y="89191"/>
                </a:cubicBezTo>
                <a:cubicBezTo>
                  <a:pt x="81602" y="91161"/>
                  <a:pt x="85631" y="92415"/>
                  <a:pt x="90601" y="92952"/>
                </a:cubicBezTo>
                <a:lnTo>
                  <a:pt x="90601" y="95504"/>
                </a:lnTo>
                <a:moveTo>
                  <a:pt x="25925" y="48625"/>
                </a:moveTo>
                <a:cubicBezTo>
                  <a:pt x="26775" y="48625"/>
                  <a:pt x="27514" y="48636"/>
                  <a:pt x="28141" y="48659"/>
                </a:cubicBezTo>
                <a:cubicBezTo>
                  <a:pt x="28768" y="48681"/>
                  <a:pt x="29283" y="48692"/>
                  <a:pt x="29686" y="48692"/>
                </a:cubicBezTo>
                <a:cubicBezTo>
                  <a:pt x="38372" y="48692"/>
                  <a:pt x="44920" y="46815"/>
                  <a:pt x="49330" y="43061"/>
                </a:cubicBezTo>
                <a:cubicBezTo>
                  <a:pt x="53741" y="39306"/>
                  <a:pt x="55946" y="34523"/>
                  <a:pt x="55946" y="28712"/>
                </a:cubicBezTo>
                <a:cubicBezTo>
                  <a:pt x="55946" y="23035"/>
                  <a:pt x="54166" y="18421"/>
                  <a:pt x="50607" y="14868"/>
                </a:cubicBezTo>
                <a:cubicBezTo>
                  <a:pt x="47047" y="11314"/>
                  <a:pt x="42334" y="9537"/>
                  <a:pt x="36469" y="9537"/>
                </a:cubicBezTo>
                <a:cubicBezTo>
                  <a:pt x="33872" y="9537"/>
                  <a:pt x="30357" y="9985"/>
                  <a:pt x="25925" y="10880"/>
                </a:cubicBezTo>
                <a:lnTo>
                  <a:pt x="25925" y="48625"/>
                </a:lnTo>
                <a:close/>
                <a:moveTo>
                  <a:pt x="103898" y="57222"/>
                </a:moveTo>
                <a:cubicBezTo>
                  <a:pt x="103853" y="66314"/>
                  <a:pt x="106069" y="73445"/>
                  <a:pt x="110547" y="78615"/>
                </a:cubicBezTo>
                <a:cubicBezTo>
                  <a:pt x="115024" y="83785"/>
                  <a:pt x="120285" y="86370"/>
                  <a:pt x="126330" y="86370"/>
                </a:cubicBezTo>
                <a:cubicBezTo>
                  <a:pt x="130359" y="86370"/>
                  <a:pt x="133863" y="85257"/>
                  <a:pt x="136840" y="83031"/>
                </a:cubicBezTo>
                <a:cubicBezTo>
                  <a:pt x="139818" y="80805"/>
                  <a:pt x="142314" y="76993"/>
                  <a:pt x="144329" y="71595"/>
                </a:cubicBezTo>
                <a:lnTo>
                  <a:pt x="146411" y="72944"/>
                </a:lnTo>
                <a:cubicBezTo>
                  <a:pt x="145471" y="79110"/>
                  <a:pt x="142740" y="84726"/>
                  <a:pt x="138217" y="89789"/>
                </a:cubicBezTo>
                <a:cubicBezTo>
                  <a:pt x="133695" y="94853"/>
                  <a:pt x="128031" y="97385"/>
                  <a:pt x="121225" y="97385"/>
                </a:cubicBezTo>
                <a:cubicBezTo>
                  <a:pt x="113837" y="97385"/>
                  <a:pt x="107513" y="94514"/>
                  <a:pt x="102252" y="88773"/>
                </a:cubicBezTo>
                <a:cubicBezTo>
                  <a:pt x="96991" y="83031"/>
                  <a:pt x="94361" y="75312"/>
                  <a:pt x="94361" y="65615"/>
                </a:cubicBezTo>
                <a:cubicBezTo>
                  <a:pt x="94361" y="55115"/>
                  <a:pt x="97058" y="46928"/>
                  <a:pt x="102454" y="41053"/>
                </a:cubicBezTo>
                <a:cubicBezTo>
                  <a:pt x="107849" y="35176"/>
                  <a:pt x="114621" y="32238"/>
                  <a:pt x="122770" y="32238"/>
                </a:cubicBezTo>
                <a:cubicBezTo>
                  <a:pt x="129665" y="32238"/>
                  <a:pt x="135329" y="34504"/>
                  <a:pt x="139762" y="39038"/>
                </a:cubicBezTo>
                <a:cubicBezTo>
                  <a:pt x="144195" y="43570"/>
                  <a:pt x="146411" y="49631"/>
                  <a:pt x="146411" y="57222"/>
                </a:cubicBezTo>
                <a:lnTo>
                  <a:pt x="103898" y="57222"/>
                </a:lnTo>
                <a:moveTo>
                  <a:pt x="103898" y="53327"/>
                </a:moveTo>
                <a:lnTo>
                  <a:pt x="132374" y="53327"/>
                </a:lnTo>
                <a:cubicBezTo>
                  <a:pt x="132150" y="49419"/>
                  <a:pt x="131680" y="46666"/>
                  <a:pt x="130964" y="45068"/>
                </a:cubicBezTo>
                <a:cubicBezTo>
                  <a:pt x="129844" y="42580"/>
                  <a:pt x="128177" y="40626"/>
                  <a:pt x="125960" y="39206"/>
                </a:cubicBezTo>
                <a:cubicBezTo>
                  <a:pt x="123744" y="37784"/>
                  <a:pt x="121427" y="37073"/>
                  <a:pt x="119009" y="37073"/>
                </a:cubicBezTo>
                <a:cubicBezTo>
                  <a:pt x="115293" y="37073"/>
                  <a:pt x="111968" y="38505"/>
                  <a:pt x="109035" y="41370"/>
                </a:cubicBezTo>
                <a:cubicBezTo>
                  <a:pt x="106103" y="44234"/>
                  <a:pt x="104390" y="48219"/>
                  <a:pt x="103898" y="53327"/>
                </a:cubicBezTo>
                <a:close/>
                <a:moveTo>
                  <a:pt x="175644" y="0"/>
                </a:moveTo>
                <a:lnTo>
                  <a:pt x="175644" y="81535"/>
                </a:lnTo>
                <a:cubicBezTo>
                  <a:pt x="175644" y="85408"/>
                  <a:pt x="175924" y="87975"/>
                  <a:pt x="176483" y="89237"/>
                </a:cubicBezTo>
                <a:cubicBezTo>
                  <a:pt x="177043" y="90498"/>
                  <a:pt x="177905" y="91455"/>
                  <a:pt x="179069" y="92108"/>
                </a:cubicBezTo>
                <a:cubicBezTo>
                  <a:pt x="180233" y="92760"/>
                  <a:pt x="182405" y="93086"/>
                  <a:pt x="185584" y="93086"/>
                </a:cubicBezTo>
                <a:lnTo>
                  <a:pt x="185584" y="95504"/>
                </a:lnTo>
                <a:lnTo>
                  <a:pt x="155428" y="95504"/>
                </a:lnTo>
                <a:lnTo>
                  <a:pt x="155428" y="93086"/>
                </a:lnTo>
                <a:cubicBezTo>
                  <a:pt x="158249" y="93086"/>
                  <a:pt x="160174" y="92794"/>
                  <a:pt x="161204" y="92209"/>
                </a:cubicBezTo>
                <a:cubicBezTo>
                  <a:pt x="162234" y="91623"/>
                  <a:pt x="163040" y="90655"/>
                  <a:pt x="163622" y="89304"/>
                </a:cubicBezTo>
                <a:cubicBezTo>
                  <a:pt x="164204" y="87953"/>
                  <a:pt x="164495" y="85363"/>
                  <a:pt x="164495" y="81535"/>
                </a:cubicBezTo>
                <a:lnTo>
                  <a:pt x="164495" y="25790"/>
                </a:lnTo>
                <a:cubicBezTo>
                  <a:pt x="164495" y="18850"/>
                  <a:pt x="164338" y="14585"/>
                  <a:pt x="164025" y="12996"/>
                </a:cubicBezTo>
                <a:cubicBezTo>
                  <a:pt x="163711" y="11406"/>
                  <a:pt x="163208" y="10321"/>
                  <a:pt x="162514" y="9738"/>
                </a:cubicBezTo>
                <a:cubicBezTo>
                  <a:pt x="161820" y="9156"/>
                  <a:pt x="160935" y="8865"/>
                  <a:pt x="159861" y="8865"/>
                </a:cubicBezTo>
                <a:cubicBezTo>
                  <a:pt x="158697" y="8865"/>
                  <a:pt x="157219" y="9224"/>
                  <a:pt x="155428" y="9940"/>
                </a:cubicBezTo>
                <a:lnTo>
                  <a:pt x="154286" y="7522"/>
                </a:lnTo>
                <a:lnTo>
                  <a:pt x="172622" y="0"/>
                </a:lnTo>
                <a:lnTo>
                  <a:pt x="175644" y="0"/>
                </a:lnTo>
                <a:close/>
                <a:moveTo>
                  <a:pt x="202932" y="57222"/>
                </a:moveTo>
                <a:cubicBezTo>
                  <a:pt x="202887" y="66314"/>
                  <a:pt x="205103" y="73445"/>
                  <a:pt x="209581" y="78615"/>
                </a:cubicBezTo>
                <a:cubicBezTo>
                  <a:pt x="214058" y="83785"/>
                  <a:pt x="219319" y="86370"/>
                  <a:pt x="225364" y="86370"/>
                </a:cubicBezTo>
                <a:cubicBezTo>
                  <a:pt x="229393" y="86370"/>
                  <a:pt x="232897" y="85257"/>
                  <a:pt x="235875" y="83031"/>
                </a:cubicBezTo>
                <a:cubicBezTo>
                  <a:pt x="238852" y="80805"/>
                  <a:pt x="241348" y="76993"/>
                  <a:pt x="243363" y="71595"/>
                </a:cubicBezTo>
                <a:lnTo>
                  <a:pt x="245445" y="72944"/>
                </a:lnTo>
                <a:cubicBezTo>
                  <a:pt x="244505" y="79110"/>
                  <a:pt x="241774" y="84726"/>
                  <a:pt x="237251" y="89789"/>
                </a:cubicBezTo>
                <a:cubicBezTo>
                  <a:pt x="232729" y="94853"/>
                  <a:pt x="227065" y="97385"/>
                  <a:pt x="220259" y="97385"/>
                </a:cubicBezTo>
                <a:cubicBezTo>
                  <a:pt x="212872" y="97385"/>
                  <a:pt x="206547" y="94514"/>
                  <a:pt x="201286" y="88773"/>
                </a:cubicBezTo>
                <a:cubicBezTo>
                  <a:pt x="196025" y="83031"/>
                  <a:pt x="193395" y="75312"/>
                  <a:pt x="193395" y="65615"/>
                </a:cubicBezTo>
                <a:cubicBezTo>
                  <a:pt x="193395" y="55115"/>
                  <a:pt x="196092" y="46928"/>
                  <a:pt x="201488" y="41053"/>
                </a:cubicBezTo>
                <a:cubicBezTo>
                  <a:pt x="206883" y="35176"/>
                  <a:pt x="213655" y="32238"/>
                  <a:pt x="221804" y="32238"/>
                </a:cubicBezTo>
                <a:cubicBezTo>
                  <a:pt x="228699" y="32238"/>
                  <a:pt x="234363" y="34504"/>
                  <a:pt x="238796" y="39038"/>
                </a:cubicBezTo>
                <a:cubicBezTo>
                  <a:pt x="243229" y="43570"/>
                  <a:pt x="245445" y="49631"/>
                  <a:pt x="245445" y="57222"/>
                </a:cubicBezTo>
                <a:lnTo>
                  <a:pt x="202932" y="57222"/>
                </a:lnTo>
                <a:moveTo>
                  <a:pt x="202932" y="53327"/>
                </a:moveTo>
                <a:lnTo>
                  <a:pt x="231408" y="53327"/>
                </a:lnTo>
                <a:cubicBezTo>
                  <a:pt x="231184" y="49419"/>
                  <a:pt x="230714" y="46666"/>
                  <a:pt x="229998" y="45068"/>
                </a:cubicBezTo>
                <a:cubicBezTo>
                  <a:pt x="228879" y="42580"/>
                  <a:pt x="227211" y="40626"/>
                  <a:pt x="224994" y="39206"/>
                </a:cubicBezTo>
                <a:cubicBezTo>
                  <a:pt x="222778" y="37784"/>
                  <a:pt x="220461" y="37073"/>
                  <a:pt x="218043" y="37073"/>
                </a:cubicBezTo>
                <a:cubicBezTo>
                  <a:pt x="214327" y="37073"/>
                  <a:pt x="211002" y="38505"/>
                  <a:pt x="208069" y="41370"/>
                </a:cubicBezTo>
                <a:cubicBezTo>
                  <a:pt x="205137" y="44234"/>
                  <a:pt x="203424" y="48219"/>
                  <a:pt x="202932" y="53327"/>
                </a:cubicBezTo>
                <a:close/>
                <a:moveTo>
                  <a:pt x="250366" y="33984"/>
                </a:moveTo>
                <a:lnTo>
                  <a:pt x="279313" y="33984"/>
                </a:lnTo>
                <a:lnTo>
                  <a:pt x="279313" y="36402"/>
                </a:lnTo>
                <a:lnTo>
                  <a:pt x="277432" y="36402"/>
                </a:lnTo>
                <a:cubicBezTo>
                  <a:pt x="275686" y="36402"/>
                  <a:pt x="274354" y="36827"/>
                  <a:pt x="273436" y="37678"/>
                </a:cubicBezTo>
                <a:cubicBezTo>
                  <a:pt x="272518" y="38529"/>
                  <a:pt x="272059" y="39670"/>
                  <a:pt x="272059" y="41103"/>
                </a:cubicBezTo>
                <a:cubicBezTo>
                  <a:pt x="272059" y="42670"/>
                  <a:pt x="272529" y="44528"/>
                  <a:pt x="273470" y="46678"/>
                </a:cubicBezTo>
                <a:lnTo>
                  <a:pt x="287775" y="80662"/>
                </a:lnTo>
                <a:lnTo>
                  <a:pt x="302148" y="45401"/>
                </a:lnTo>
                <a:cubicBezTo>
                  <a:pt x="303178" y="42894"/>
                  <a:pt x="303693" y="40991"/>
                  <a:pt x="303693" y="39693"/>
                </a:cubicBezTo>
                <a:cubicBezTo>
                  <a:pt x="303693" y="39066"/>
                  <a:pt x="303513" y="38551"/>
                  <a:pt x="303155" y="38148"/>
                </a:cubicBezTo>
                <a:cubicBezTo>
                  <a:pt x="302663" y="37476"/>
                  <a:pt x="302036" y="37017"/>
                  <a:pt x="301275" y="36771"/>
                </a:cubicBezTo>
                <a:cubicBezTo>
                  <a:pt x="300514" y="36525"/>
                  <a:pt x="298969" y="36402"/>
                  <a:pt x="296641" y="36402"/>
                </a:cubicBezTo>
                <a:lnTo>
                  <a:pt x="296641" y="33984"/>
                </a:lnTo>
                <a:lnTo>
                  <a:pt x="316722" y="33984"/>
                </a:lnTo>
                <a:lnTo>
                  <a:pt x="316722" y="36402"/>
                </a:lnTo>
                <a:cubicBezTo>
                  <a:pt x="314394" y="36582"/>
                  <a:pt x="312782" y="37056"/>
                  <a:pt x="311886" y="37823"/>
                </a:cubicBezTo>
                <a:cubicBezTo>
                  <a:pt x="310319" y="39176"/>
                  <a:pt x="308909" y="41431"/>
                  <a:pt x="307655" y="44589"/>
                </a:cubicBezTo>
                <a:lnTo>
                  <a:pt x="285827" y="97385"/>
                </a:lnTo>
                <a:lnTo>
                  <a:pt x="283074" y="97385"/>
                </a:lnTo>
                <a:lnTo>
                  <a:pt x="261112" y="45429"/>
                </a:lnTo>
                <a:cubicBezTo>
                  <a:pt x="260127" y="43004"/>
                  <a:pt x="259187" y="41264"/>
                  <a:pt x="258291" y="40209"/>
                </a:cubicBezTo>
                <a:cubicBezTo>
                  <a:pt x="257396" y="39153"/>
                  <a:pt x="256254" y="38266"/>
                  <a:pt x="254866" y="37548"/>
                </a:cubicBezTo>
                <a:cubicBezTo>
                  <a:pt x="254105" y="37143"/>
                  <a:pt x="252605" y="36761"/>
                  <a:pt x="250366" y="36402"/>
                </a:cubicBezTo>
                <a:lnTo>
                  <a:pt x="250366" y="33984"/>
                </a:lnTo>
                <a:close/>
                <a:moveTo>
                  <a:pt x="357153" y="86710"/>
                </a:moveTo>
                <a:cubicBezTo>
                  <a:pt x="350840" y="91589"/>
                  <a:pt x="346878" y="94409"/>
                  <a:pt x="345266" y="95168"/>
                </a:cubicBezTo>
                <a:cubicBezTo>
                  <a:pt x="342848" y="96288"/>
                  <a:pt x="340273" y="96848"/>
                  <a:pt x="337542" y="96848"/>
                </a:cubicBezTo>
                <a:cubicBezTo>
                  <a:pt x="333288" y="96848"/>
                  <a:pt x="329785" y="95392"/>
                  <a:pt x="327031" y="92482"/>
                </a:cubicBezTo>
                <a:cubicBezTo>
                  <a:pt x="324278" y="89572"/>
                  <a:pt x="322901" y="85743"/>
                  <a:pt x="322901" y="80997"/>
                </a:cubicBezTo>
                <a:cubicBezTo>
                  <a:pt x="322901" y="77997"/>
                  <a:pt x="323572" y="75400"/>
                  <a:pt x="324916" y="73207"/>
                </a:cubicBezTo>
                <a:cubicBezTo>
                  <a:pt x="326751" y="70162"/>
                  <a:pt x="329942" y="67296"/>
                  <a:pt x="334486" y="64610"/>
                </a:cubicBezTo>
                <a:cubicBezTo>
                  <a:pt x="339031" y="61923"/>
                  <a:pt x="346587" y="58655"/>
                  <a:pt x="357153" y="54804"/>
                </a:cubicBezTo>
                <a:lnTo>
                  <a:pt x="357153" y="52395"/>
                </a:lnTo>
                <a:cubicBezTo>
                  <a:pt x="357153" y="46283"/>
                  <a:pt x="356180" y="42090"/>
                  <a:pt x="354232" y="39814"/>
                </a:cubicBezTo>
                <a:cubicBezTo>
                  <a:pt x="352284" y="37539"/>
                  <a:pt x="349452" y="36402"/>
                  <a:pt x="345736" y="36402"/>
                </a:cubicBezTo>
                <a:cubicBezTo>
                  <a:pt x="342915" y="36402"/>
                  <a:pt x="340676" y="37163"/>
                  <a:pt x="339020" y="38685"/>
                </a:cubicBezTo>
                <a:cubicBezTo>
                  <a:pt x="337318" y="40208"/>
                  <a:pt x="336467" y="41954"/>
                  <a:pt x="336467" y="43924"/>
                </a:cubicBezTo>
                <a:lnTo>
                  <a:pt x="336602" y="47819"/>
                </a:lnTo>
                <a:cubicBezTo>
                  <a:pt x="336602" y="49879"/>
                  <a:pt x="336076" y="51468"/>
                  <a:pt x="335023" y="52588"/>
                </a:cubicBezTo>
                <a:cubicBezTo>
                  <a:pt x="333971" y="53707"/>
                  <a:pt x="332594" y="54267"/>
                  <a:pt x="330893" y="54267"/>
                </a:cubicBezTo>
                <a:cubicBezTo>
                  <a:pt x="329236" y="54267"/>
                  <a:pt x="327882" y="53683"/>
                  <a:pt x="326830" y="52516"/>
                </a:cubicBezTo>
                <a:cubicBezTo>
                  <a:pt x="325778" y="51348"/>
                  <a:pt x="325251" y="49754"/>
                  <a:pt x="325251" y="47733"/>
                </a:cubicBezTo>
                <a:cubicBezTo>
                  <a:pt x="325251" y="43870"/>
                  <a:pt x="327222" y="40322"/>
                  <a:pt x="331162" y="37088"/>
                </a:cubicBezTo>
                <a:cubicBezTo>
                  <a:pt x="335102" y="33855"/>
                  <a:pt x="340632" y="32238"/>
                  <a:pt x="347751" y="32238"/>
                </a:cubicBezTo>
                <a:cubicBezTo>
                  <a:pt x="353213" y="32238"/>
                  <a:pt x="357691" y="33154"/>
                  <a:pt x="361183" y="34987"/>
                </a:cubicBezTo>
                <a:cubicBezTo>
                  <a:pt x="363825" y="36374"/>
                  <a:pt x="365772" y="38543"/>
                  <a:pt x="367026" y="41496"/>
                </a:cubicBezTo>
                <a:cubicBezTo>
                  <a:pt x="367832" y="43418"/>
                  <a:pt x="368235" y="47353"/>
                  <a:pt x="368235" y="53301"/>
                </a:cubicBezTo>
                <a:lnTo>
                  <a:pt x="368235" y="74164"/>
                </a:lnTo>
                <a:cubicBezTo>
                  <a:pt x="368235" y="80022"/>
                  <a:pt x="368347" y="83611"/>
                  <a:pt x="368571" y="84930"/>
                </a:cubicBezTo>
                <a:cubicBezTo>
                  <a:pt x="368795" y="86250"/>
                  <a:pt x="369164" y="87134"/>
                  <a:pt x="369679" y="87581"/>
                </a:cubicBezTo>
                <a:cubicBezTo>
                  <a:pt x="370194" y="88028"/>
                  <a:pt x="370787" y="88251"/>
                  <a:pt x="371459" y="88251"/>
                </a:cubicBezTo>
                <a:cubicBezTo>
                  <a:pt x="372175" y="88251"/>
                  <a:pt x="372802" y="88094"/>
                  <a:pt x="373339" y="87781"/>
                </a:cubicBezTo>
                <a:cubicBezTo>
                  <a:pt x="374280" y="87199"/>
                  <a:pt x="376093" y="85564"/>
                  <a:pt x="378780" y="82878"/>
                </a:cubicBezTo>
                <a:lnTo>
                  <a:pt x="378780" y="86639"/>
                </a:lnTo>
                <a:cubicBezTo>
                  <a:pt x="373765" y="93355"/>
                  <a:pt x="368974" y="96713"/>
                  <a:pt x="364407" y="96713"/>
                </a:cubicBezTo>
                <a:cubicBezTo>
                  <a:pt x="362213" y="96713"/>
                  <a:pt x="360467" y="95958"/>
                  <a:pt x="359168" y="94446"/>
                </a:cubicBezTo>
                <a:cubicBezTo>
                  <a:pt x="357870" y="92934"/>
                  <a:pt x="357198" y="90355"/>
                  <a:pt x="357153" y="86710"/>
                </a:cubicBezTo>
                <a:moveTo>
                  <a:pt x="357153" y="82355"/>
                </a:moveTo>
                <a:lnTo>
                  <a:pt x="357153" y="58968"/>
                </a:lnTo>
                <a:cubicBezTo>
                  <a:pt x="350392" y="61649"/>
                  <a:pt x="346027" y="63548"/>
                  <a:pt x="344057" y="64664"/>
                </a:cubicBezTo>
                <a:cubicBezTo>
                  <a:pt x="340520" y="66630"/>
                  <a:pt x="337990" y="68686"/>
                  <a:pt x="336467" y="70831"/>
                </a:cubicBezTo>
                <a:cubicBezTo>
                  <a:pt x="334945" y="72974"/>
                  <a:pt x="334184" y="75319"/>
                  <a:pt x="334184" y="77866"/>
                </a:cubicBezTo>
                <a:cubicBezTo>
                  <a:pt x="334184" y="81083"/>
                  <a:pt x="335147" y="83752"/>
                  <a:pt x="337072" y="85875"/>
                </a:cubicBezTo>
                <a:cubicBezTo>
                  <a:pt x="338997" y="87996"/>
                  <a:pt x="341214" y="89057"/>
                  <a:pt x="343721" y="89057"/>
                </a:cubicBezTo>
                <a:cubicBezTo>
                  <a:pt x="347124" y="89057"/>
                  <a:pt x="351601" y="86823"/>
                  <a:pt x="357153" y="82355"/>
                </a:cubicBezTo>
                <a:close/>
                <a:moveTo>
                  <a:pt x="401162" y="45200"/>
                </a:moveTo>
                <a:cubicBezTo>
                  <a:pt x="408371" y="36558"/>
                  <a:pt x="415244" y="32238"/>
                  <a:pt x="421781" y="32238"/>
                </a:cubicBezTo>
                <a:cubicBezTo>
                  <a:pt x="425139" y="32238"/>
                  <a:pt x="428027" y="33075"/>
                  <a:pt x="430444" y="34750"/>
                </a:cubicBezTo>
                <a:cubicBezTo>
                  <a:pt x="432862" y="36423"/>
                  <a:pt x="434788" y="39181"/>
                  <a:pt x="436220" y="43021"/>
                </a:cubicBezTo>
                <a:cubicBezTo>
                  <a:pt x="437205" y="45701"/>
                  <a:pt x="437698" y="49809"/>
                  <a:pt x="437698" y="55346"/>
                </a:cubicBezTo>
                <a:lnTo>
                  <a:pt x="437698" y="81535"/>
                </a:lnTo>
                <a:cubicBezTo>
                  <a:pt x="437698" y="85452"/>
                  <a:pt x="438011" y="88109"/>
                  <a:pt x="438638" y="89506"/>
                </a:cubicBezTo>
                <a:cubicBezTo>
                  <a:pt x="439131" y="90632"/>
                  <a:pt x="439926" y="91511"/>
                  <a:pt x="441022" y="92142"/>
                </a:cubicBezTo>
                <a:cubicBezTo>
                  <a:pt x="442119" y="92772"/>
                  <a:pt x="444146" y="93086"/>
                  <a:pt x="447101" y="93086"/>
                </a:cubicBezTo>
                <a:lnTo>
                  <a:pt x="447101" y="95504"/>
                </a:lnTo>
                <a:lnTo>
                  <a:pt x="416676" y="95504"/>
                </a:lnTo>
                <a:lnTo>
                  <a:pt x="416676" y="93086"/>
                </a:lnTo>
                <a:lnTo>
                  <a:pt x="417952" y="93086"/>
                </a:lnTo>
                <a:cubicBezTo>
                  <a:pt x="420818" y="93086"/>
                  <a:pt x="422822" y="92648"/>
                  <a:pt x="423963" y="91771"/>
                </a:cubicBezTo>
                <a:cubicBezTo>
                  <a:pt x="425105" y="90892"/>
                  <a:pt x="425900" y="89597"/>
                  <a:pt x="426348" y="87886"/>
                </a:cubicBezTo>
                <a:cubicBezTo>
                  <a:pt x="426527" y="87210"/>
                  <a:pt x="426616" y="85093"/>
                  <a:pt x="426616" y="81535"/>
                </a:cubicBezTo>
                <a:lnTo>
                  <a:pt x="426616" y="56391"/>
                </a:lnTo>
                <a:cubicBezTo>
                  <a:pt x="426616" y="50802"/>
                  <a:pt x="425889" y="46745"/>
                  <a:pt x="424433" y="44220"/>
                </a:cubicBezTo>
                <a:cubicBezTo>
                  <a:pt x="422978" y="41694"/>
                  <a:pt x="420527" y="40431"/>
                  <a:pt x="417079" y="40431"/>
                </a:cubicBezTo>
                <a:cubicBezTo>
                  <a:pt x="411751" y="40431"/>
                  <a:pt x="406445" y="43342"/>
                  <a:pt x="401162" y="49163"/>
                </a:cubicBezTo>
                <a:lnTo>
                  <a:pt x="401162" y="81535"/>
                </a:lnTo>
                <a:cubicBezTo>
                  <a:pt x="401162" y="85722"/>
                  <a:pt x="401408" y="88312"/>
                  <a:pt x="401901" y="89304"/>
                </a:cubicBezTo>
                <a:cubicBezTo>
                  <a:pt x="402528" y="90610"/>
                  <a:pt x="403389" y="91567"/>
                  <a:pt x="404486" y="92176"/>
                </a:cubicBezTo>
                <a:cubicBezTo>
                  <a:pt x="405583" y="92783"/>
                  <a:pt x="407811" y="93086"/>
                  <a:pt x="411169" y="93086"/>
                </a:cubicBezTo>
                <a:lnTo>
                  <a:pt x="411169" y="95504"/>
                </a:lnTo>
                <a:lnTo>
                  <a:pt x="380745" y="95504"/>
                </a:lnTo>
                <a:lnTo>
                  <a:pt x="380745" y="93086"/>
                </a:lnTo>
                <a:lnTo>
                  <a:pt x="382088" y="93086"/>
                </a:lnTo>
                <a:cubicBezTo>
                  <a:pt x="385222" y="93086"/>
                  <a:pt x="387338" y="92288"/>
                  <a:pt x="388435" y="90690"/>
                </a:cubicBezTo>
                <a:cubicBezTo>
                  <a:pt x="389532" y="89090"/>
                  <a:pt x="390080" y="86039"/>
                  <a:pt x="390080" y="81535"/>
                </a:cubicBezTo>
                <a:lnTo>
                  <a:pt x="390080" y="58834"/>
                </a:lnTo>
                <a:cubicBezTo>
                  <a:pt x="390080" y="51446"/>
                  <a:pt x="389912" y="46946"/>
                  <a:pt x="389576" y="45334"/>
                </a:cubicBezTo>
                <a:cubicBezTo>
                  <a:pt x="389241" y="43722"/>
                  <a:pt x="388726" y="42625"/>
                  <a:pt x="388032" y="42043"/>
                </a:cubicBezTo>
                <a:cubicBezTo>
                  <a:pt x="387338" y="41461"/>
                  <a:pt x="386409" y="41170"/>
                  <a:pt x="385244" y="41170"/>
                </a:cubicBezTo>
                <a:cubicBezTo>
                  <a:pt x="383991" y="41170"/>
                  <a:pt x="382491" y="41506"/>
                  <a:pt x="380745" y="42178"/>
                </a:cubicBezTo>
                <a:lnTo>
                  <a:pt x="379737" y="39760"/>
                </a:lnTo>
                <a:lnTo>
                  <a:pt x="398274" y="32238"/>
                </a:lnTo>
                <a:lnTo>
                  <a:pt x="401162" y="32238"/>
                </a:lnTo>
                <a:lnTo>
                  <a:pt x="401162" y="45200"/>
                </a:lnTo>
                <a:close/>
                <a:moveTo>
                  <a:pt x="469869" y="13701"/>
                </a:moveTo>
                <a:lnTo>
                  <a:pt x="469869" y="33984"/>
                </a:lnTo>
                <a:lnTo>
                  <a:pt x="484242" y="33984"/>
                </a:lnTo>
                <a:lnTo>
                  <a:pt x="484242" y="38551"/>
                </a:lnTo>
                <a:lnTo>
                  <a:pt x="469869" y="38685"/>
                </a:lnTo>
                <a:lnTo>
                  <a:pt x="469869" y="78634"/>
                </a:lnTo>
                <a:cubicBezTo>
                  <a:pt x="469869" y="82623"/>
                  <a:pt x="470440" y="85313"/>
                  <a:pt x="471582" y="86704"/>
                </a:cubicBezTo>
                <a:cubicBezTo>
                  <a:pt x="472723" y="88093"/>
                  <a:pt x="474190" y="88788"/>
                  <a:pt x="475981" y="88788"/>
                </a:cubicBezTo>
                <a:cubicBezTo>
                  <a:pt x="477458" y="88788"/>
                  <a:pt x="478891" y="88324"/>
                  <a:pt x="480279" y="87394"/>
                </a:cubicBezTo>
                <a:cubicBezTo>
                  <a:pt x="481667" y="86465"/>
                  <a:pt x="482742" y="85094"/>
                  <a:pt x="483503" y="83281"/>
                </a:cubicBezTo>
                <a:lnTo>
                  <a:pt x="486122" y="83281"/>
                </a:lnTo>
                <a:cubicBezTo>
                  <a:pt x="484555" y="87691"/>
                  <a:pt x="482339" y="91010"/>
                  <a:pt x="479473" y="93238"/>
                </a:cubicBezTo>
                <a:cubicBezTo>
                  <a:pt x="476608" y="95465"/>
                  <a:pt x="473652" y="96579"/>
                  <a:pt x="470608" y="96579"/>
                </a:cubicBezTo>
                <a:cubicBezTo>
                  <a:pt x="468548" y="96579"/>
                  <a:pt x="466533" y="96006"/>
                  <a:pt x="464563" y="94860"/>
                </a:cubicBezTo>
                <a:cubicBezTo>
                  <a:pt x="462593" y="93714"/>
                  <a:pt x="461138" y="92074"/>
                  <a:pt x="460198" y="89940"/>
                </a:cubicBezTo>
                <a:cubicBezTo>
                  <a:pt x="459257" y="87807"/>
                  <a:pt x="458787" y="84516"/>
                  <a:pt x="458787" y="80068"/>
                </a:cubicBezTo>
                <a:lnTo>
                  <a:pt x="458787" y="38551"/>
                </a:lnTo>
                <a:lnTo>
                  <a:pt x="449049" y="38551"/>
                </a:lnTo>
                <a:lnTo>
                  <a:pt x="449049" y="36398"/>
                </a:lnTo>
                <a:cubicBezTo>
                  <a:pt x="451511" y="35418"/>
                  <a:pt x="454030" y="33760"/>
                  <a:pt x="456605" y="31423"/>
                </a:cubicBezTo>
                <a:cubicBezTo>
                  <a:pt x="459179" y="29087"/>
                  <a:pt x="461474" y="26302"/>
                  <a:pt x="463489" y="23068"/>
                </a:cubicBezTo>
                <a:cubicBezTo>
                  <a:pt x="464518" y="21361"/>
                  <a:pt x="465951" y="18239"/>
                  <a:pt x="467787" y="13701"/>
                </a:cubicBezTo>
                <a:lnTo>
                  <a:pt x="469869" y="13701"/>
                </a:lnTo>
                <a:close/>
                <a:moveTo>
                  <a:pt x="520059" y="39894"/>
                </a:moveTo>
                <a:lnTo>
                  <a:pt x="538998" y="32372"/>
                </a:lnTo>
                <a:lnTo>
                  <a:pt x="541550" y="32372"/>
                </a:lnTo>
                <a:lnTo>
                  <a:pt x="541550" y="46812"/>
                </a:lnTo>
                <a:cubicBezTo>
                  <a:pt x="544729" y="41419"/>
                  <a:pt x="547920" y="37642"/>
                  <a:pt x="551121" y="35480"/>
                </a:cubicBezTo>
                <a:cubicBezTo>
                  <a:pt x="554322" y="33319"/>
                  <a:pt x="557692" y="32238"/>
                  <a:pt x="561229" y="32238"/>
                </a:cubicBezTo>
                <a:cubicBezTo>
                  <a:pt x="567408" y="32238"/>
                  <a:pt x="572557" y="34653"/>
                  <a:pt x="576676" y="39483"/>
                </a:cubicBezTo>
                <a:cubicBezTo>
                  <a:pt x="581736" y="45387"/>
                  <a:pt x="584265" y="53081"/>
                  <a:pt x="584265" y="62563"/>
                </a:cubicBezTo>
                <a:cubicBezTo>
                  <a:pt x="584265" y="73164"/>
                  <a:pt x="581221" y="81931"/>
                  <a:pt x="575131" y="88864"/>
                </a:cubicBezTo>
                <a:cubicBezTo>
                  <a:pt x="570117" y="94544"/>
                  <a:pt x="563803" y="97385"/>
                  <a:pt x="556192" y="97385"/>
                </a:cubicBezTo>
                <a:cubicBezTo>
                  <a:pt x="552878" y="97385"/>
                  <a:pt x="550013" y="96915"/>
                  <a:pt x="547595" y="95974"/>
                </a:cubicBezTo>
                <a:cubicBezTo>
                  <a:pt x="545804" y="95303"/>
                  <a:pt x="543789" y="93960"/>
                  <a:pt x="541550" y="91945"/>
                </a:cubicBezTo>
                <a:lnTo>
                  <a:pt x="541550" y="110683"/>
                </a:lnTo>
                <a:cubicBezTo>
                  <a:pt x="541550" y="114916"/>
                  <a:pt x="541808" y="117606"/>
                  <a:pt x="542323" y="118755"/>
                </a:cubicBezTo>
                <a:cubicBezTo>
                  <a:pt x="542838" y="119904"/>
                  <a:pt x="543733" y="120815"/>
                  <a:pt x="545009" y="121490"/>
                </a:cubicBezTo>
                <a:cubicBezTo>
                  <a:pt x="546285" y="122165"/>
                  <a:pt x="548602" y="122503"/>
                  <a:pt x="551961" y="122503"/>
                </a:cubicBezTo>
                <a:lnTo>
                  <a:pt x="551961" y="124921"/>
                </a:lnTo>
                <a:lnTo>
                  <a:pt x="519723" y="124921"/>
                </a:lnTo>
                <a:lnTo>
                  <a:pt x="519723" y="122503"/>
                </a:lnTo>
                <a:lnTo>
                  <a:pt x="521402" y="122503"/>
                </a:lnTo>
                <a:cubicBezTo>
                  <a:pt x="523864" y="122548"/>
                  <a:pt x="525969" y="122075"/>
                  <a:pt x="527715" y="121085"/>
                </a:cubicBezTo>
                <a:cubicBezTo>
                  <a:pt x="528566" y="120589"/>
                  <a:pt x="529226" y="119790"/>
                  <a:pt x="529696" y="118688"/>
                </a:cubicBezTo>
                <a:cubicBezTo>
                  <a:pt x="530166" y="117585"/>
                  <a:pt x="530402" y="114783"/>
                  <a:pt x="530402" y="110280"/>
                </a:cubicBezTo>
                <a:lnTo>
                  <a:pt x="530402" y="51983"/>
                </a:lnTo>
                <a:cubicBezTo>
                  <a:pt x="530402" y="47972"/>
                  <a:pt x="530222" y="45425"/>
                  <a:pt x="529864" y="44344"/>
                </a:cubicBezTo>
                <a:cubicBezTo>
                  <a:pt x="529506" y="43261"/>
                  <a:pt x="528935" y="42450"/>
                  <a:pt x="528152" y="41911"/>
                </a:cubicBezTo>
                <a:cubicBezTo>
                  <a:pt x="527368" y="41372"/>
                  <a:pt x="526305" y="41103"/>
                  <a:pt x="524961" y="41103"/>
                </a:cubicBezTo>
                <a:cubicBezTo>
                  <a:pt x="523887" y="41103"/>
                  <a:pt x="522521" y="41417"/>
                  <a:pt x="520865" y="42043"/>
                </a:cubicBezTo>
                <a:lnTo>
                  <a:pt x="520059" y="39894"/>
                </a:lnTo>
                <a:moveTo>
                  <a:pt x="541550" y="50774"/>
                </a:moveTo>
                <a:lnTo>
                  <a:pt x="541550" y="73744"/>
                </a:lnTo>
                <a:cubicBezTo>
                  <a:pt x="541550" y="78714"/>
                  <a:pt x="541752" y="81982"/>
                  <a:pt x="542155" y="83549"/>
                </a:cubicBezTo>
                <a:cubicBezTo>
                  <a:pt x="542782" y="86146"/>
                  <a:pt x="544315" y="88430"/>
                  <a:pt x="546755" y="90400"/>
                </a:cubicBezTo>
                <a:cubicBezTo>
                  <a:pt x="549196" y="92370"/>
                  <a:pt x="552274" y="93355"/>
                  <a:pt x="555990" y="93355"/>
                </a:cubicBezTo>
                <a:cubicBezTo>
                  <a:pt x="560468" y="93355"/>
                  <a:pt x="564094" y="91609"/>
                  <a:pt x="566870" y="88116"/>
                </a:cubicBezTo>
                <a:cubicBezTo>
                  <a:pt x="570497" y="83549"/>
                  <a:pt x="572311" y="77124"/>
                  <a:pt x="572311" y="68841"/>
                </a:cubicBezTo>
                <a:cubicBezTo>
                  <a:pt x="572311" y="59438"/>
                  <a:pt x="570251" y="52207"/>
                  <a:pt x="566132" y="47148"/>
                </a:cubicBezTo>
                <a:cubicBezTo>
                  <a:pt x="563266" y="43655"/>
                  <a:pt x="559863" y="41909"/>
                  <a:pt x="555923" y="41909"/>
                </a:cubicBezTo>
                <a:cubicBezTo>
                  <a:pt x="553774" y="41909"/>
                  <a:pt x="551647" y="42446"/>
                  <a:pt x="549543" y="43521"/>
                </a:cubicBezTo>
                <a:cubicBezTo>
                  <a:pt x="547931" y="44327"/>
                  <a:pt x="545267" y="46745"/>
                  <a:pt x="541550" y="50774"/>
                </a:cubicBezTo>
                <a:close/>
                <a:moveTo>
                  <a:pt x="628122" y="86710"/>
                </a:moveTo>
                <a:cubicBezTo>
                  <a:pt x="621809" y="91589"/>
                  <a:pt x="617847" y="94409"/>
                  <a:pt x="616235" y="95168"/>
                </a:cubicBezTo>
                <a:cubicBezTo>
                  <a:pt x="613817" y="96288"/>
                  <a:pt x="611242" y="96848"/>
                  <a:pt x="608511" y="96848"/>
                </a:cubicBezTo>
                <a:cubicBezTo>
                  <a:pt x="604257" y="96848"/>
                  <a:pt x="600754" y="95392"/>
                  <a:pt x="598000" y="92482"/>
                </a:cubicBezTo>
                <a:cubicBezTo>
                  <a:pt x="595247" y="89572"/>
                  <a:pt x="593870" y="85743"/>
                  <a:pt x="593870" y="80997"/>
                </a:cubicBezTo>
                <a:cubicBezTo>
                  <a:pt x="593870" y="77997"/>
                  <a:pt x="594541" y="75400"/>
                  <a:pt x="595885" y="73207"/>
                </a:cubicBezTo>
                <a:cubicBezTo>
                  <a:pt x="597720" y="70162"/>
                  <a:pt x="600911" y="67296"/>
                  <a:pt x="605455" y="64610"/>
                </a:cubicBezTo>
                <a:cubicBezTo>
                  <a:pt x="610000" y="61923"/>
                  <a:pt x="617556" y="58655"/>
                  <a:pt x="628122" y="54804"/>
                </a:cubicBezTo>
                <a:lnTo>
                  <a:pt x="628122" y="52395"/>
                </a:lnTo>
                <a:cubicBezTo>
                  <a:pt x="628122" y="46283"/>
                  <a:pt x="627149" y="42090"/>
                  <a:pt x="625201" y="39814"/>
                </a:cubicBezTo>
                <a:cubicBezTo>
                  <a:pt x="623253" y="37539"/>
                  <a:pt x="620421" y="36402"/>
                  <a:pt x="616705" y="36402"/>
                </a:cubicBezTo>
                <a:cubicBezTo>
                  <a:pt x="613884" y="36402"/>
                  <a:pt x="611645" y="37163"/>
                  <a:pt x="609989" y="38685"/>
                </a:cubicBezTo>
                <a:cubicBezTo>
                  <a:pt x="608287" y="40208"/>
                  <a:pt x="607436" y="41954"/>
                  <a:pt x="607436" y="43924"/>
                </a:cubicBezTo>
                <a:lnTo>
                  <a:pt x="607571" y="47819"/>
                </a:lnTo>
                <a:cubicBezTo>
                  <a:pt x="607571" y="49879"/>
                  <a:pt x="607045" y="51468"/>
                  <a:pt x="605993" y="52588"/>
                </a:cubicBezTo>
                <a:cubicBezTo>
                  <a:pt x="604940" y="53707"/>
                  <a:pt x="603563" y="54267"/>
                  <a:pt x="601862" y="54267"/>
                </a:cubicBezTo>
                <a:cubicBezTo>
                  <a:pt x="600205" y="54267"/>
                  <a:pt x="598851" y="53683"/>
                  <a:pt x="597799" y="52516"/>
                </a:cubicBezTo>
                <a:cubicBezTo>
                  <a:pt x="596747" y="51348"/>
                  <a:pt x="596220" y="49754"/>
                  <a:pt x="596220" y="47733"/>
                </a:cubicBezTo>
                <a:cubicBezTo>
                  <a:pt x="596220" y="43870"/>
                  <a:pt x="598191" y="40322"/>
                  <a:pt x="602131" y="37088"/>
                </a:cubicBezTo>
                <a:cubicBezTo>
                  <a:pt x="606071" y="33855"/>
                  <a:pt x="611601" y="32238"/>
                  <a:pt x="618720" y="32238"/>
                </a:cubicBezTo>
                <a:cubicBezTo>
                  <a:pt x="624182" y="32238"/>
                  <a:pt x="628660" y="33154"/>
                  <a:pt x="632152" y="34987"/>
                </a:cubicBezTo>
                <a:cubicBezTo>
                  <a:pt x="634794" y="36374"/>
                  <a:pt x="636741" y="38543"/>
                  <a:pt x="637995" y="41496"/>
                </a:cubicBezTo>
                <a:cubicBezTo>
                  <a:pt x="638801" y="43418"/>
                  <a:pt x="639204" y="47353"/>
                  <a:pt x="639204" y="53301"/>
                </a:cubicBezTo>
                <a:lnTo>
                  <a:pt x="639204" y="74164"/>
                </a:lnTo>
                <a:cubicBezTo>
                  <a:pt x="639204" y="80022"/>
                  <a:pt x="639316" y="83611"/>
                  <a:pt x="639540" y="84930"/>
                </a:cubicBezTo>
                <a:cubicBezTo>
                  <a:pt x="639764" y="86250"/>
                  <a:pt x="640133" y="87134"/>
                  <a:pt x="640648" y="87581"/>
                </a:cubicBezTo>
                <a:cubicBezTo>
                  <a:pt x="641163" y="88028"/>
                  <a:pt x="641756" y="88251"/>
                  <a:pt x="642428" y="88251"/>
                </a:cubicBezTo>
                <a:cubicBezTo>
                  <a:pt x="643144" y="88251"/>
                  <a:pt x="643771" y="88094"/>
                  <a:pt x="644308" y="87781"/>
                </a:cubicBezTo>
                <a:cubicBezTo>
                  <a:pt x="645249" y="87199"/>
                  <a:pt x="647062" y="85564"/>
                  <a:pt x="649749" y="82878"/>
                </a:cubicBezTo>
                <a:lnTo>
                  <a:pt x="649749" y="86639"/>
                </a:lnTo>
                <a:cubicBezTo>
                  <a:pt x="644734" y="93355"/>
                  <a:pt x="639943" y="96713"/>
                  <a:pt x="635376" y="96713"/>
                </a:cubicBezTo>
                <a:cubicBezTo>
                  <a:pt x="633182" y="96713"/>
                  <a:pt x="631436" y="95958"/>
                  <a:pt x="630137" y="94446"/>
                </a:cubicBezTo>
                <a:cubicBezTo>
                  <a:pt x="628839" y="92934"/>
                  <a:pt x="628167" y="90355"/>
                  <a:pt x="628122" y="86710"/>
                </a:cubicBezTo>
                <a:moveTo>
                  <a:pt x="628122" y="82355"/>
                </a:moveTo>
                <a:lnTo>
                  <a:pt x="628122" y="58968"/>
                </a:lnTo>
                <a:cubicBezTo>
                  <a:pt x="621361" y="61649"/>
                  <a:pt x="616996" y="63548"/>
                  <a:pt x="615026" y="64664"/>
                </a:cubicBezTo>
                <a:cubicBezTo>
                  <a:pt x="611489" y="66630"/>
                  <a:pt x="608959" y="68686"/>
                  <a:pt x="607436" y="70831"/>
                </a:cubicBezTo>
                <a:cubicBezTo>
                  <a:pt x="605914" y="72974"/>
                  <a:pt x="605153" y="75319"/>
                  <a:pt x="605153" y="77866"/>
                </a:cubicBezTo>
                <a:cubicBezTo>
                  <a:pt x="605153" y="81083"/>
                  <a:pt x="606116" y="83752"/>
                  <a:pt x="608041" y="85875"/>
                </a:cubicBezTo>
                <a:cubicBezTo>
                  <a:pt x="609966" y="87996"/>
                  <a:pt x="612183" y="89057"/>
                  <a:pt x="614690" y="89057"/>
                </a:cubicBezTo>
                <a:cubicBezTo>
                  <a:pt x="618093" y="89057"/>
                  <a:pt x="622570" y="86823"/>
                  <a:pt x="628122" y="82355"/>
                </a:cubicBezTo>
                <a:close/>
                <a:moveTo>
                  <a:pt x="649766" y="39894"/>
                </a:moveTo>
                <a:lnTo>
                  <a:pt x="668706" y="32372"/>
                </a:lnTo>
                <a:lnTo>
                  <a:pt x="671258" y="32372"/>
                </a:lnTo>
                <a:lnTo>
                  <a:pt x="671258" y="46812"/>
                </a:lnTo>
                <a:cubicBezTo>
                  <a:pt x="674437" y="41419"/>
                  <a:pt x="677627" y="37642"/>
                  <a:pt x="680828" y="35480"/>
                </a:cubicBezTo>
                <a:cubicBezTo>
                  <a:pt x="684030" y="33319"/>
                  <a:pt x="687399" y="32238"/>
                  <a:pt x="690936" y="32238"/>
                </a:cubicBezTo>
                <a:cubicBezTo>
                  <a:pt x="697115" y="32238"/>
                  <a:pt x="702264" y="34653"/>
                  <a:pt x="706383" y="39483"/>
                </a:cubicBezTo>
                <a:cubicBezTo>
                  <a:pt x="711443" y="45387"/>
                  <a:pt x="713973" y="53081"/>
                  <a:pt x="713973" y="62563"/>
                </a:cubicBezTo>
                <a:cubicBezTo>
                  <a:pt x="713973" y="73164"/>
                  <a:pt x="710928" y="81931"/>
                  <a:pt x="704839" y="88864"/>
                </a:cubicBezTo>
                <a:cubicBezTo>
                  <a:pt x="699824" y="94544"/>
                  <a:pt x="693511" y="97385"/>
                  <a:pt x="685899" y="97385"/>
                </a:cubicBezTo>
                <a:cubicBezTo>
                  <a:pt x="682586" y="97385"/>
                  <a:pt x="679720" y="96915"/>
                  <a:pt x="677302" y="95974"/>
                </a:cubicBezTo>
                <a:cubicBezTo>
                  <a:pt x="675511" y="95303"/>
                  <a:pt x="673497" y="93960"/>
                  <a:pt x="671258" y="91945"/>
                </a:cubicBezTo>
                <a:lnTo>
                  <a:pt x="671258" y="110683"/>
                </a:lnTo>
                <a:cubicBezTo>
                  <a:pt x="671258" y="114916"/>
                  <a:pt x="671515" y="117606"/>
                  <a:pt x="672030" y="118755"/>
                </a:cubicBezTo>
                <a:cubicBezTo>
                  <a:pt x="672545" y="119904"/>
                  <a:pt x="673441" y="120815"/>
                  <a:pt x="674717" y="121490"/>
                </a:cubicBezTo>
                <a:cubicBezTo>
                  <a:pt x="675993" y="122165"/>
                  <a:pt x="678310" y="122503"/>
                  <a:pt x="681668" y="122503"/>
                </a:cubicBezTo>
                <a:lnTo>
                  <a:pt x="681668" y="124921"/>
                </a:lnTo>
                <a:lnTo>
                  <a:pt x="649430" y="124921"/>
                </a:lnTo>
                <a:lnTo>
                  <a:pt x="649430" y="122503"/>
                </a:lnTo>
                <a:lnTo>
                  <a:pt x="651109" y="122503"/>
                </a:lnTo>
                <a:cubicBezTo>
                  <a:pt x="653572" y="122548"/>
                  <a:pt x="655676" y="122075"/>
                  <a:pt x="657422" y="121085"/>
                </a:cubicBezTo>
                <a:cubicBezTo>
                  <a:pt x="658273" y="120589"/>
                  <a:pt x="658934" y="119790"/>
                  <a:pt x="659404" y="118688"/>
                </a:cubicBezTo>
                <a:cubicBezTo>
                  <a:pt x="659874" y="117585"/>
                  <a:pt x="660109" y="114783"/>
                  <a:pt x="660109" y="110280"/>
                </a:cubicBezTo>
                <a:lnTo>
                  <a:pt x="660109" y="51983"/>
                </a:lnTo>
                <a:cubicBezTo>
                  <a:pt x="660109" y="47972"/>
                  <a:pt x="659930" y="45425"/>
                  <a:pt x="659572" y="44344"/>
                </a:cubicBezTo>
                <a:cubicBezTo>
                  <a:pt x="659213" y="43261"/>
                  <a:pt x="658643" y="42450"/>
                  <a:pt x="657859" y="41911"/>
                </a:cubicBezTo>
                <a:cubicBezTo>
                  <a:pt x="657075" y="41372"/>
                  <a:pt x="656012" y="41103"/>
                  <a:pt x="654669" y="41103"/>
                </a:cubicBezTo>
                <a:cubicBezTo>
                  <a:pt x="653594" y="41103"/>
                  <a:pt x="652229" y="41417"/>
                  <a:pt x="650572" y="42043"/>
                </a:cubicBezTo>
                <a:lnTo>
                  <a:pt x="649766" y="39894"/>
                </a:lnTo>
                <a:moveTo>
                  <a:pt x="671258" y="50774"/>
                </a:moveTo>
                <a:lnTo>
                  <a:pt x="671258" y="73744"/>
                </a:lnTo>
                <a:cubicBezTo>
                  <a:pt x="671258" y="78714"/>
                  <a:pt x="671459" y="81982"/>
                  <a:pt x="671862" y="83549"/>
                </a:cubicBezTo>
                <a:cubicBezTo>
                  <a:pt x="672489" y="86146"/>
                  <a:pt x="674023" y="88430"/>
                  <a:pt x="676463" y="90400"/>
                </a:cubicBezTo>
                <a:cubicBezTo>
                  <a:pt x="678903" y="92370"/>
                  <a:pt x="681981" y="93355"/>
                  <a:pt x="685698" y="93355"/>
                </a:cubicBezTo>
                <a:cubicBezTo>
                  <a:pt x="690175" y="93355"/>
                  <a:pt x="693802" y="91609"/>
                  <a:pt x="696578" y="88116"/>
                </a:cubicBezTo>
                <a:cubicBezTo>
                  <a:pt x="700205" y="83549"/>
                  <a:pt x="702018" y="77124"/>
                  <a:pt x="702018" y="68841"/>
                </a:cubicBezTo>
                <a:cubicBezTo>
                  <a:pt x="702018" y="59438"/>
                  <a:pt x="699958" y="52207"/>
                  <a:pt x="695839" y="47148"/>
                </a:cubicBezTo>
                <a:cubicBezTo>
                  <a:pt x="692973" y="43655"/>
                  <a:pt x="689571" y="41909"/>
                  <a:pt x="685630" y="41909"/>
                </a:cubicBezTo>
                <a:cubicBezTo>
                  <a:pt x="683481" y="41909"/>
                  <a:pt x="681354" y="42446"/>
                  <a:pt x="679250" y="43521"/>
                </a:cubicBezTo>
                <a:cubicBezTo>
                  <a:pt x="677638" y="44327"/>
                  <a:pt x="674974" y="46745"/>
                  <a:pt x="671258" y="50774"/>
                </a:cubicBezTo>
                <a:close/>
                <a:moveTo>
                  <a:pt x="733316" y="57222"/>
                </a:moveTo>
                <a:cubicBezTo>
                  <a:pt x="733271" y="66314"/>
                  <a:pt x="735487" y="73445"/>
                  <a:pt x="739965" y="78615"/>
                </a:cubicBezTo>
                <a:cubicBezTo>
                  <a:pt x="744442" y="83785"/>
                  <a:pt x="749703" y="86370"/>
                  <a:pt x="755748" y="86370"/>
                </a:cubicBezTo>
                <a:cubicBezTo>
                  <a:pt x="759778" y="86370"/>
                  <a:pt x="763281" y="85257"/>
                  <a:pt x="766259" y="83031"/>
                </a:cubicBezTo>
                <a:cubicBezTo>
                  <a:pt x="769236" y="80805"/>
                  <a:pt x="771733" y="76993"/>
                  <a:pt x="773747" y="71595"/>
                </a:cubicBezTo>
                <a:lnTo>
                  <a:pt x="775829" y="72944"/>
                </a:lnTo>
                <a:cubicBezTo>
                  <a:pt x="774889" y="79110"/>
                  <a:pt x="772158" y="84726"/>
                  <a:pt x="767636" y="89789"/>
                </a:cubicBezTo>
                <a:cubicBezTo>
                  <a:pt x="763113" y="94853"/>
                  <a:pt x="757449" y="97385"/>
                  <a:pt x="750644" y="97385"/>
                </a:cubicBezTo>
                <a:cubicBezTo>
                  <a:pt x="743256" y="97385"/>
                  <a:pt x="736931" y="94514"/>
                  <a:pt x="731670" y="88773"/>
                </a:cubicBezTo>
                <a:cubicBezTo>
                  <a:pt x="726409" y="83031"/>
                  <a:pt x="723779" y="75312"/>
                  <a:pt x="723779" y="65615"/>
                </a:cubicBezTo>
                <a:cubicBezTo>
                  <a:pt x="723779" y="55115"/>
                  <a:pt x="726477" y="46928"/>
                  <a:pt x="731872" y="41053"/>
                </a:cubicBezTo>
                <a:cubicBezTo>
                  <a:pt x="737267" y="35176"/>
                  <a:pt x="744039" y="32238"/>
                  <a:pt x="752188" y="32238"/>
                </a:cubicBezTo>
                <a:cubicBezTo>
                  <a:pt x="759084" y="32238"/>
                  <a:pt x="764748" y="34504"/>
                  <a:pt x="769180" y="39038"/>
                </a:cubicBezTo>
                <a:cubicBezTo>
                  <a:pt x="773613" y="43570"/>
                  <a:pt x="775829" y="49631"/>
                  <a:pt x="775829" y="57222"/>
                </a:cubicBezTo>
                <a:lnTo>
                  <a:pt x="733316" y="57222"/>
                </a:lnTo>
                <a:moveTo>
                  <a:pt x="733316" y="53327"/>
                </a:moveTo>
                <a:lnTo>
                  <a:pt x="761793" y="53327"/>
                </a:lnTo>
                <a:cubicBezTo>
                  <a:pt x="761569" y="49419"/>
                  <a:pt x="761099" y="46666"/>
                  <a:pt x="760382" y="45068"/>
                </a:cubicBezTo>
                <a:cubicBezTo>
                  <a:pt x="759263" y="42580"/>
                  <a:pt x="757595" y="40626"/>
                  <a:pt x="755379" y="39206"/>
                </a:cubicBezTo>
                <a:cubicBezTo>
                  <a:pt x="753162" y="37784"/>
                  <a:pt x="750845" y="37073"/>
                  <a:pt x="748427" y="37073"/>
                </a:cubicBezTo>
                <a:cubicBezTo>
                  <a:pt x="744711" y="37073"/>
                  <a:pt x="741387" y="38505"/>
                  <a:pt x="738454" y="41370"/>
                </a:cubicBezTo>
                <a:cubicBezTo>
                  <a:pt x="735521" y="44234"/>
                  <a:pt x="733808" y="48219"/>
                  <a:pt x="733316" y="53327"/>
                </a:cubicBezTo>
                <a:close/>
                <a:moveTo>
                  <a:pt x="801906" y="32238"/>
                </a:moveTo>
                <a:lnTo>
                  <a:pt x="801906" y="46073"/>
                </a:lnTo>
                <a:cubicBezTo>
                  <a:pt x="807055" y="36850"/>
                  <a:pt x="812338" y="32238"/>
                  <a:pt x="817756" y="32238"/>
                </a:cubicBezTo>
                <a:cubicBezTo>
                  <a:pt x="820219" y="32238"/>
                  <a:pt x="822256" y="32988"/>
                  <a:pt x="823868" y="34488"/>
                </a:cubicBezTo>
                <a:cubicBezTo>
                  <a:pt x="825480" y="35988"/>
                  <a:pt x="826285" y="37723"/>
                  <a:pt x="826285" y="39693"/>
                </a:cubicBezTo>
                <a:cubicBezTo>
                  <a:pt x="826285" y="41439"/>
                  <a:pt x="825703" y="42916"/>
                  <a:pt x="824539" y="44125"/>
                </a:cubicBezTo>
                <a:cubicBezTo>
                  <a:pt x="823375" y="45334"/>
                  <a:pt x="821987" y="45939"/>
                  <a:pt x="820375" y="45939"/>
                </a:cubicBezTo>
                <a:cubicBezTo>
                  <a:pt x="818808" y="45939"/>
                  <a:pt x="817051" y="45178"/>
                  <a:pt x="815103" y="43655"/>
                </a:cubicBezTo>
                <a:cubicBezTo>
                  <a:pt x="813155" y="42133"/>
                  <a:pt x="811711" y="41372"/>
                  <a:pt x="810771" y="41372"/>
                </a:cubicBezTo>
                <a:cubicBezTo>
                  <a:pt x="809965" y="41372"/>
                  <a:pt x="809092" y="41816"/>
                  <a:pt x="808152" y="42705"/>
                </a:cubicBezTo>
                <a:cubicBezTo>
                  <a:pt x="806137" y="44528"/>
                  <a:pt x="804055" y="47528"/>
                  <a:pt x="801906" y="51706"/>
                </a:cubicBezTo>
                <a:lnTo>
                  <a:pt x="801906" y="81132"/>
                </a:lnTo>
                <a:cubicBezTo>
                  <a:pt x="801906" y="84537"/>
                  <a:pt x="802331" y="87113"/>
                  <a:pt x="803182" y="88859"/>
                </a:cubicBezTo>
                <a:cubicBezTo>
                  <a:pt x="803764" y="90070"/>
                  <a:pt x="804794" y="91077"/>
                  <a:pt x="806271" y="91882"/>
                </a:cubicBezTo>
                <a:cubicBezTo>
                  <a:pt x="807749" y="92685"/>
                  <a:pt x="809876" y="93086"/>
                  <a:pt x="812652" y="93086"/>
                </a:cubicBezTo>
                <a:lnTo>
                  <a:pt x="812652" y="95504"/>
                </a:lnTo>
                <a:lnTo>
                  <a:pt x="781153" y="95504"/>
                </a:lnTo>
                <a:lnTo>
                  <a:pt x="781153" y="93086"/>
                </a:lnTo>
                <a:cubicBezTo>
                  <a:pt x="784287" y="93086"/>
                  <a:pt x="786615" y="92588"/>
                  <a:pt x="788137" y="91592"/>
                </a:cubicBezTo>
                <a:cubicBezTo>
                  <a:pt x="789257" y="90867"/>
                  <a:pt x="790040" y="89712"/>
                  <a:pt x="790488" y="88127"/>
                </a:cubicBezTo>
                <a:cubicBezTo>
                  <a:pt x="790712" y="87356"/>
                  <a:pt x="790824" y="85159"/>
                  <a:pt x="790824" y="81535"/>
                </a:cubicBezTo>
                <a:lnTo>
                  <a:pt x="790824" y="57894"/>
                </a:lnTo>
                <a:cubicBezTo>
                  <a:pt x="790824" y="50730"/>
                  <a:pt x="790678" y="46465"/>
                  <a:pt x="790387" y="45099"/>
                </a:cubicBezTo>
                <a:cubicBezTo>
                  <a:pt x="790096" y="43734"/>
                  <a:pt x="789559" y="42737"/>
                  <a:pt x="788776" y="42111"/>
                </a:cubicBezTo>
                <a:cubicBezTo>
                  <a:pt x="787992" y="41484"/>
                  <a:pt x="787018" y="41170"/>
                  <a:pt x="785854" y="41170"/>
                </a:cubicBezTo>
                <a:cubicBezTo>
                  <a:pt x="784466" y="41170"/>
                  <a:pt x="782899" y="41506"/>
                  <a:pt x="781153" y="42178"/>
                </a:cubicBezTo>
                <a:lnTo>
                  <a:pt x="780481" y="39760"/>
                </a:lnTo>
                <a:lnTo>
                  <a:pt x="799085" y="32238"/>
                </a:lnTo>
                <a:lnTo>
                  <a:pt x="801906" y="32238"/>
                </a:lnTo>
                <a:close/>
                <a:moveTo>
                  <a:pt x="869470" y="32238"/>
                </a:moveTo>
                <a:lnTo>
                  <a:pt x="869470" y="53192"/>
                </a:lnTo>
                <a:lnTo>
                  <a:pt x="867253" y="53192"/>
                </a:lnTo>
                <a:cubicBezTo>
                  <a:pt x="865552" y="46637"/>
                  <a:pt x="863369" y="42178"/>
                  <a:pt x="860705" y="39814"/>
                </a:cubicBezTo>
                <a:cubicBezTo>
                  <a:pt x="858041" y="37450"/>
                  <a:pt x="854649" y="36267"/>
                  <a:pt x="850530" y="36267"/>
                </a:cubicBezTo>
                <a:cubicBezTo>
                  <a:pt x="847396" y="36267"/>
                  <a:pt x="844866" y="37093"/>
                  <a:pt x="842941" y="38744"/>
                </a:cubicBezTo>
                <a:cubicBezTo>
                  <a:pt x="841015" y="40395"/>
                  <a:pt x="840053" y="42225"/>
                  <a:pt x="840053" y="44232"/>
                </a:cubicBezTo>
                <a:cubicBezTo>
                  <a:pt x="840053" y="46730"/>
                  <a:pt x="840769" y="48872"/>
                  <a:pt x="842202" y="50657"/>
                </a:cubicBezTo>
                <a:cubicBezTo>
                  <a:pt x="843590" y="52486"/>
                  <a:pt x="846411" y="54426"/>
                  <a:pt x="850664" y="56479"/>
                </a:cubicBezTo>
                <a:lnTo>
                  <a:pt x="860470" y="61231"/>
                </a:lnTo>
                <a:cubicBezTo>
                  <a:pt x="869559" y="65658"/>
                  <a:pt x="874104" y="71493"/>
                  <a:pt x="874104" y="78737"/>
                </a:cubicBezTo>
                <a:cubicBezTo>
                  <a:pt x="874104" y="84327"/>
                  <a:pt x="871988" y="88832"/>
                  <a:pt x="867757" y="92253"/>
                </a:cubicBezTo>
                <a:cubicBezTo>
                  <a:pt x="863526" y="95674"/>
                  <a:pt x="858791" y="97385"/>
                  <a:pt x="853552" y="97385"/>
                </a:cubicBezTo>
                <a:cubicBezTo>
                  <a:pt x="849791" y="97385"/>
                  <a:pt x="845493" y="96747"/>
                  <a:pt x="840657" y="95471"/>
                </a:cubicBezTo>
                <a:cubicBezTo>
                  <a:pt x="839180" y="95045"/>
                  <a:pt x="837971" y="94833"/>
                  <a:pt x="837030" y="94833"/>
                </a:cubicBezTo>
                <a:cubicBezTo>
                  <a:pt x="836001" y="94833"/>
                  <a:pt x="835195" y="95370"/>
                  <a:pt x="834613" y="96445"/>
                </a:cubicBezTo>
                <a:lnTo>
                  <a:pt x="832396" y="96445"/>
                </a:lnTo>
                <a:lnTo>
                  <a:pt x="832396" y="74415"/>
                </a:lnTo>
                <a:lnTo>
                  <a:pt x="834613" y="74415"/>
                </a:lnTo>
                <a:cubicBezTo>
                  <a:pt x="835866" y="80684"/>
                  <a:pt x="838262" y="85408"/>
                  <a:pt x="841799" y="88587"/>
                </a:cubicBezTo>
                <a:cubicBezTo>
                  <a:pt x="845336" y="91766"/>
                  <a:pt x="849299" y="93355"/>
                  <a:pt x="853687" y="93355"/>
                </a:cubicBezTo>
                <a:cubicBezTo>
                  <a:pt x="856776" y="93355"/>
                  <a:pt x="859295" y="92453"/>
                  <a:pt x="861242" y="90650"/>
                </a:cubicBezTo>
                <a:cubicBezTo>
                  <a:pt x="863190" y="88845"/>
                  <a:pt x="864164" y="86673"/>
                  <a:pt x="864164" y="84133"/>
                </a:cubicBezTo>
                <a:cubicBezTo>
                  <a:pt x="864164" y="81059"/>
                  <a:pt x="863078" y="78475"/>
                  <a:pt x="860906" y="76382"/>
                </a:cubicBezTo>
                <a:cubicBezTo>
                  <a:pt x="858735" y="74287"/>
                  <a:pt x="854403" y="71642"/>
                  <a:pt x="847911" y="68446"/>
                </a:cubicBezTo>
                <a:cubicBezTo>
                  <a:pt x="841418" y="65249"/>
                  <a:pt x="837165" y="62350"/>
                  <a:pt x="835150" y="59749"/>
                </a:cubicBezTo>
                <a:cubicBezTo>
                  <a:pt x="833135" y="57193"/>
                  <a:pt x="832128" y="53964"/>
                  <a:pt x="832128" y="50063"/>
                </a:cubicBezTo>
                <a:cubicBezTo>
                  <a:pt x="832128" y="44995"/>
                  <a:pt x="833863" y="40758"/>
                  <a:pt x="837333" y="37350"/>
                </a:cubicBezTo>
                <a:cubicBezTo>
                  <a:pt x="840803" y="33942"/>
                  <a:pt x="845291" y="32238"/>
                  <a:pt x="850799" y="32238"/>
                </a:cubicBezTo>
                <a:cubicBezTo>
                  <a:pt x="853216" y="32238"/>
                  <a:pt x="856149" y="32753"/>
                  <a:pt x="859597" y="33782"/>
                </a:cubicBezTo>
                <a:cubicBezTo>
                  <a:pt x="861880" y="34454"/>
                  <a:pt x="863403" y="34790"/>
                  <a:pt x="864164" y="34790"/>
                </a:cubicBezTo>
                <a:cubicBezTo>
                  <a:pt x="864880" y="34790"/>
                  <a:pt x="865440" y="34633"/>
                  <a:pt x="865843" y="34320"/>
                </a:cubicBezTo>
                <a:cubicBezTo>
                  <a:pt x="866246" y="34006"/>
                  <a:pt x="866716" y="33312"/>
                  <a:pt x="867253" y="32238"/>
                </a:cubicBezTo>
                <a:lnTo>
                  <a:pt x="869470" y="32238"/>
                </a:lnTo>
                <a:close/>
                <a:moveTo>
                  <a:pt x="974721" y="2552"/>
                </a:moveTo>
                <a:lnTo>
                  <a:pt x="952490" y="78982"/>
                </a:lnTo>
                <a:cubicBezTo>
                  <a:pt x="951326" y="82987"/>
                  <a:pt x="950744" y="85529"/>
                  <a:pt x="950744" y="86607"/>
                </a:cubicBezTo>
                <a:cubicBezTo>
                  <a:pt x="950744" y="87688"/>
                  <a:pt x="951158" y="88801"/>
                  <a:pt x="951986" y="89949"/>
                </a:cubicBezTo>
                <a:cubicBezTo>
                  <a:pt x="952815" y="91096"/>
                  <a:pt x="953710" y="91838"/>
                  <a:pt x="954673" y="92176"/>
                </a:cubicBezTo>
                <a:cubicBezTo>
                  <a:pt x="955635" y="92513"/>
                  <a:pt x="958535" y="92816"/>
                  <a:pt x="963370" y="93086"/>
                </a:cubicBezTo>
                <a:lnTo>
                  <a:pt x="962631" y="95504"/>
                </a:lnTo>
                <a:lnTo>
                  <a:pt x="916760" y="95504"/>
                </a:lnTo>
                <a:lnTo>
                  <a:pt x="917499" y="93086"/>
                </a:lnTo>
                <a:cubicBezTo>
                  <a:pt x="922066" y="92997"/>
                  <a:pt x="925245" y="92615"/>
                  <a:pt x="927036" y="91941"/>
                </a:cubicBezTo>
                <a:cubicBezTo>
                  <a:pt x="928827" y="91265"/>
                  <a:pt x="930293" y="90162"/>
                  <a:pt x="931435" y="88633"/>
                </a:cubicBezTo>
                <a:cubicBezTo>
                  <a:pt x="932577" y="87103"/>
                  <a:pt x="933864" y="83887"/>
                  <a:pt x="935297" y="78982"/>
                </a:cubicBezTo>
                <a:lnTo>
                  <a:pt x="948460" y="33577"/>
                </a:lnTo>
                <a:cubicBezTo>
                  <a:pt x="950475" y="26683"/>
                  <a:pt x="951527" y="23035"/>
                  <a:pt x="951617" y="22634"/>
                </a:cubicBezTo>
                <a:cubicBezTo>
                  <a:pt x="951886" y="21469"/>
                  <a:pt x="952020" y="20372"/>
                  <a:pt x="952020" y="19343"/>
                </a:cubicBezTo>
                <a:cubicBezTo>
                  <a:pt x="952020" y="17373"/>
                  <a:pt x="951404" y="15805"/>
                  <a:pt x="950173" y="14641"/>
                </a:cubicBezTo>
                <a:cubicBezTo>
                  <a:pt x="948942" y="13477"/>
                  <a:pt x="947184" y="12895"/>
                  <a:pt x="944901" y="12895"/>
                </a:cubicBezTo>
                <a:cubicBezTo>
                  <a:pt x="943781" y="12895"/>
                  <a:pt x="941565" y="13074"/>
                  <a:pt x="938252" y="13432"/>
                </a:cubicBezTo>
                <a:lnTo>
                  <a:pt x="937714" y="10880"/>
                </a:lnTo>
                <a:lnTo>
                  <a:pt x="971900" y="2552"/>
                </a:lnTo>
                <a:lnTo>
                  <a:pt x="974721" y="2552"/>
                </a:lnTo>
                <a:close/>
                <a:moveTo>
                  <a:pt x="1010787" y="4433"/>
                </a:moveTo>
                <a:lnTo>
                  <a:pt x="1058472" y="4433"/>
                </a:lnTo>
                <a:lnTo>
                  <a:pt x="1058472" y="7468"/>
                </a:lnTo>
                <a:lnTo>
                  <a:pt x="1005011" y="97385"/>
                </a:lnTo>
                <a:lnTo>
                  <a:pt x="999638" y="94367"/>
                </a:lnTo>
                <a:lnTo>
                  <a:pt x="1043495" y="20686"/>
                </a:lnTo>
                <a:lnTo>
                  <a:pt x="1021533" y="20686"/>
                </a:lnTo>
                <a:cubicBezTo>
                  <a:pt x="1015667" y="20686"/>
                  <a:pt x="1011358" y="21284"/>
                  <a:pt x="1008604" y="22480"/>
                </a:cubicBezTo>
                <a:cubicBezTo>
                  <a:pt x="1005850" y="23677"/>
                  <a:pt x="1003332" y="25765"/>
                  <a:pt x="1001048" y="28745"/>
                </a:cubicBezTo>
                <a:lnTo>
                  <a:pt x="998496" y="28745"/>
                </a:lnTo>
                <a:lnTo>
                  <a:pt x="1010787" y="4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AD2704-C778-482A-8812-F6643F87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133" y="904834"/>
            <a:ext cx="1153649" cy="360600"/>
          </a:xfrm>
          <a:custGeom xmlns:a="http://schemas.openxmlformats.org/drawingml/2006/main">
            <a:pathLst>
              <a:path w="1153649" h="360600">
                <a:moveTo>
                  <a:pt x="0" y="60100"/>
                </a:moveTo>
                <a:lnTo>
                  <a:pt x="0" y="60100"/>
                </a:lnTo>
                <a:cubicBezTo>
                  <a:pt x="0" y="26908"/>
                  <a:pt x="26908" y="0"/>
                  <a:pt x="60100" y="0"/>
                </a:cubicBezTo>
                <a:lnTo>
                  <a:pt x="1093549" y="0"/>
                </a:lnTo>
                <a:cubicBezTo>
                  <a:pt x="1109488" y="0"/>
                  <a:pt x="1124775" y="6332"/>
                  <a:pt x="1136046" y="17603"/>
                </a:cubicBezTo>
                <a:cubicBezTo>
                  <a:pt x="1147317" y="28874"/>
                  <a:pt x="1153649" y="44160"/>
                  <a:pt x="1153649" y="60100"/>
                </a:cubicBezTo>
                <a:lnTo>
                  <a:pt x="1153649" y="300500"/>
                </a:lnTo>
                <a:cubicBezTo>
                  <a:pt x="1153649" y="333692"/>
                  <a:pt x="1126741" y="360600"/>
                  <a:pt x="1093549" y="360600"/>
                </a:cubicBezTo>
                <a:lnTo>
                  <a:pt x="60100" y="360600"/>
                </a:lnTo>
                <a:cubicBezTo>
                  <a:pt x="26908" y="360600"/>
                  <a:pt x="0" y="333692"/>
                  <a:pt x="0" y="300500"/>
                </a:cubicBezTo>
                <a:lnTo>
                  <a:pt x="0" y="601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74B88-01DC-4852-BFE5-376C840B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133" y="904834"/>
            <a:ext cx="1153649" cy="360600"/>
          </a:xfrm>
          <a:custGeom xmlns:a="http://schemas.openxmlformats.org/drawingml/2006/main">
            <a:pathLst>
              <a:path w="1153649" h="360600" fill="none">
                <a:moveTo>
                  <a:pt x="0" y="60100"/>
                </a:moveTo>
                <a:lnTo>
                  <a:pt x="0" y="60100"/>
                </a:lnTo>
                <a:cubicBezTo>
                  <a:pt x="0" y="26908"/>
                  <a:pt x="26908" y="0"/>
                  <a:pt x="60100" y="0"/>
                </a:cubicBezTo>
                <a:lnTo>
                  <a:pt x="1093549" y="0"/>
                </a:lnTo>
                <a:cubicBezTo>
                  <a:pt x="1109488" y="0"/>
                  <a:pt x="1124775" y="6332"/>
                  <a:pt x="1136046" y="17603"/>
                </a:cubicBezTo>
                <a:cubicBezTo>
                  <a:pt x="1147317" y="28874"/>
                  <a:pt x="1153649" y="44160"/>
                  <a:pt x="1153649" y="60100"/>
                </a:cubicBezTo>
                <a:lnTo>
                  <a:pt x="1153649" y="300500"/>
                </a:lnTo>
                <a:cubicBezTo>
                  <a:pt x="1153649" y="333692"/>
                  <a:pt x="1126741" y="360600"/>
                  <a:pt x="1093549" y="360600"/>
                </a:cubicBezTo>
                <a:lnTo>
                  <a:pt x="60100" y="360600"/>
                </a:lnTo>
                <a:cubicBezTo>
                  <a:pt x="26908" y="360600"/>
                  <a:pt x="0" y="333692"/>
                  <a:pt x="0" y="300500"/>
                </a:cubicBezTo>
                <a:lnTo>
                  <a:pt x="0" y="601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30" name="Text Candidatepapers">
            <a:extLst xmlns:a="http://schemas.openxmlformats.org/drawingml/2006/main">
              <a:ext uri="{FF2B5EF4-FFF2-40B4-BE49-F238E27FC236}">
                <a16:creationId xmlns:a16="http://schemas.microsoft.com/office/drawing/2014/main" id="{819D3B10-0C1E-4EB3-A56F-B2DFF445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804" y="957198"/>
            <a:ext cx="940258" cy="124921"/>
          </a:xfrm>
          <a:custGeom xmlns:a="http://schemas.openxmlformats.org/drawingml/2006/main">
            <a:pathLst>
              <a:path w="940258" h="124921">
                <a:moveTo>
                  <a:pt x="77841" y="2418"/>
                </a:moveTo>
                <a:lnTo>
                  <a:pt x="79923" y="33447"/>
                </a:lnTo>
                <a:lnTo>
                  <a:pt x="77841" y="33447"/>
                </a:lnTo>
                <a:cubicBezTo>
                  <a:pt x="75065" y="24155"/>
                  <a:pt x="71102" y="17466"/>
                  <a:pt x="65953" y="13382"/>
                </a:cubicBezTo>
                <a:cubicBezTo>
                  <a:pt x="60804" y="9296"/>
                  <a:pt x="54625" y="7253"/>
                  <a:pt x="47416" y="7253"/>
                </a:cubicBezTo>
                <a:cubicBezTo>
                  <a:pt x="41372" y="7253"/>
                  <a:pt x="35909" y="8785"/>
                  <a:pt x="31029" y="11848"/>
                </a:cubicBezTo>
                <a:cubicBezTo>
                  <a:pt x="26148" y="14909"/>
                  <a:pt x="22309" y="19793"/>
                  <a:pt x="19511" y="26500"/>
                </a:cubicBezTo>
                <a:cubicBezTo>
                  <a:pt x="16712" y="33205"/>
                  <a:pt x="15313" y="41541"/>
                  <a:pt x="15313" y="51509"/>
                </a:cubicBezTo>
                <a:cubicBezTo>
                  <a:pt x="15313" y="59735"/>
                  <a:pt x="16634" y="66865"/>
                  <a:pt x="19275" y="72900"/>
                </a:cubicBezTo>
                <a:cubicBezTo>
                  <a:pt x="21917" y="78935"/>
                  <a:pt x="25891" y="83562"/>
                  <a:pt x="31197" y="86782"/>
                </a:cubicBezTo>
                <a:cubicBezTo>
                  <a:pt x="36503" y="90000"/>
                  <a:pt x="42558" y="91609"/>
                  <a:pt x="49364" y="91609"/>
                </a:cubicBezTo>
                <a:cubicBezTo>
                  <a:pt x="55274" y="91609"/>
                  <a:pt x="60491" y="90340"/>
                  <a:pt x="65013" y="87802"/>
                </a:cubicBezTo>
                <a:cubicBezTo>
                  <a:pt x="69535" y="85262"/>
                  <a:pt x="74505" y="80218"/>
                  <a:pt x="79923" y="72669"/>
                </a:cubicBezTo>
                <a:lnTo>
                  <a:pt x="82005" y="74012"/>
                </a:lnTo>
                <a:cubicBezTo>
                  <a:pt x="77438" y="82140"/>
                  <a:pt x="72110" y="88091"/>
                  <a:pt x="66020" y="91863"/>
                </a:cubicBezTo>
                <a:cubicBezTo>
                  <a:pt x="59931" y="95634"/>
                  <a:pt x="52700" y="97519"/>
                  <a:pt x="44327" y="97519"/>
                </a:cubicBezTo>
                <a:cubicBezTo>
                  <a:pt x="29238" y="97519"/>
                  <a:pt x="17552" y="91930"/>
                  <a:pt x="9268" y="80752"/>
                </a:cubicBezTo>
                <a:cubicBezTo>
                  <a:pt x="3089" y="72436"/>
                  <a:pt x="0" y="62645"/>
                  <a:pt x="0" y="51377"/>
                </a:cubicBezTo>
                <a:cubicBezTo>
                  <a:pt x="0" y="42300"/>
                  <a:pt x="2037" y="33962"/>
                  <a:pt x="6112" y="26361"/>
                </a:cubicBezTo>
                <a:cubicBezTo>
                  <a:pt x="10186" y="18761"/>
                  <a:pt x="15794" y="12870"/>
                  <a:pt x="22936" y="8689"/>
                </a:cubicBezTo>
                <a:cubicBezTo>
                  <a:pt x="30077" y="4508"/>
                  <a:pt x="37879" y="2418"/>
                  <a:pt x="46342" y="2418"/>
                </a:cubicBezTo>
                <a:cubicBezTo>
                  <a:pt x="52924" y="2418"/>
                  <a:pt x="59416" y="4030"/>
                  <a:pt x="65819" y="7253"/>
                </a:cubicBezTo>
                <a:cubicBezTo>
                  <a:pt x="67699" y="8239"/>
                  <a:pt x="69042" y="8731"/>
                  <a:pt x="69848" y="8731"/>
                </a:cubicBezTo>
                <a:cubicBezTo>
                  <a:pt x="71057" y="8731"/>
                  <a:pt x="72110" y="8306"/>
                  <a:pt x="73005" y="7455"/>
                </a:cubicBezTo>
                <a:cubicBezTo>
                  <a:pt x="74169" y="6246"/>
                  <a:pt x="74998" y="4567"/>
                  <a:pt x="75490" y="2418"/>
                </a:cubicBezTo>
                <a:lnTo>
                  <a:pt x="77841" y="2418"/>
                </a:lnTo>
                <a:close/>
                <a:moveTo>
                  <a:pt x="125792" y="86710"/>
                </a:moveTo>
                <a:cubicBezTo>
                  <a:pt x="119479" y="91589"/>
                  <a:pt x="115516" y="94409"/>
                  <a:pt x="113904" y="95168"/>
                </a:cubicBezTo>
                <a:cubicBezTo>
                  <a:pt x="111487" y="96288"/>
                  <a:pt x="108912" y="96848"/>
                  <a:pt x="106181" y="96848"/>
                </a:cubicBezTo>
                <a:cubicBezTo>
                  <a:pt x="101927" y="96848"/>
                  <a:pt x="98424" y="95392"/>
                  <a:pt x="95670" y="92482"/>
                </a:cubicBezTo>
                <a:cubicBezTo>
                  <a:pt x="92916" y="89572"/>
                  <a:pt x="91539" y="85743"/>
                  <a:pt x="91539" y="80997"/>
                </a:cubicBezTo>
                <a:cubicBezTo>
                  <a:pt x="91539" y="77997"/>
                  <a:pt x="92211" y="75400"/>
                  <a:pt x="93554" y="73207"/>
                </a:cubicBezTo>
                <a:cubicBezTo>
                  <a:pt x="95390" y="70162"/>
                  <a:pt x="98580" y="67296"/>
                  <a:pt x="103125" y="64610"/>
                </a:cubicBezTo>
                <a:cubicBezTo>
                  <a:pt x="107669" y="61923"/>
                  <a:pt x="115225" y="58655"/>
                  <a:pt x="125792" y="54804"/>
                </a:cubicBezTo>
                <a:lnTo>
                  <a:pt x="125792" y="52395"/>
                </a:lnTo>
                <a:cubicBezTo>
                  <a:pt x="125792" y="46283"/>
                  <a:pt x="124818" y="42090"/>
                  <a:pt x="122870" y="39814"/>
                </a:cubicBezTo>
                <a:cubicBezTo>
                  <a:pt x="120923" y="37539"/>
                  <a:pt x="118091" y="36402"/>
                  <a:pt x="114374" y="36402"/>
                </a:cubicBezTo>
                <a:cubicBezTo>
                  <a:pt x="111554" y="36402"/>
                  <a:pt x="109315" y="37163"/>
                  <a:pt x="107658" y="38685"/>
                </a:cubicBezTo>
                <a:cubicBezTo>
                  <a:pt x="105957" y="40208"/>
                  <a:pt x="105106" y="41954"/>
                  <a:pt x="105106" y="43924"/>
                </a:cubicBezTo>
                <a:lnTo>
                  <a:pt x="105240" y="47819"/>
                </a:lnTo>
                <a:cubicBezTo>
                  <a:pt x="105240" y="49879"/>
                  <a:pt x="104714" y="51468"/>
                  <a:pt x="103662" y="52588"/>
                </a:cubicBezTo>
                <a:cubicBezTo>
                  <a:pt x="102610" y="53707"/>
                  <a:pt x="101233" y="54267"/>
                  <a:pt x="99532" y="54267"/>
                </a:cubicBezTo>
                <a:cubicBezTo>
                  <a:pt x="97875" y="54267"/>
                  <a:pt x="96521" y="53683"/>
                  <a:pt x="95468" y="52516"/>
                </a:cubicBezTo>
                <a:cubicBezTo>
                  <a:pt x="94416" y="51348"/>
                  <a:pt x="93890" y="49754"/>
                  <a:pt x="93890" y="47733"/>
                </a:cubicBezTo>
                <a:cubicBezTo>
                  <a:pt x="93890" y="43870"/>
                  <a:pt x="95860" y="40322"/>
                  <a:pt x="99800" y="37088"/>
                </a:cubicBezTo>
                <a:cubicBezTo>
                  <a:pt x="103741" y="33855"/>
                  <a:pt x="109270" y="32238"/>
                  <a:pt x="116389" y="32238"/>
                </a:cubicBezTo>
                <a:cubicBezTo>
                  <a:pt x="121852" y="32238"/>
                  <a:pt x="126329" y="33154"/>
                  <a:pt x="129822" y="34987"/>
                </a:cubicBezTo>
                <a:cubicBezTo>
                  <a:pt x="132463" y="36374"/>
                  <a:pt x="134411" y="38543"/>
                  <a:pt x="135665" y="41496"/>
                </a:cubicBezTo>
                <a:cubicBezTo>
                  <a:pt x="136471" y="43418"/>
                  <a:pt x="136874" y="47353"/>
                  <a:pt x="136874" y="53301"/>
                </a:cubicBezTo>
                <a:lnTo>
                  <a:pt x="136874" y="74164"/>
                </a:lnTo>
                <a:cubicBezTo>
                  <a:pt x="136874" y="80022"/>
                  <a:pt x="136986" y="83611"/>
                  <a:pt x="137210" y="84930"/>
                </a:cubicBezTo>
                <a:cubicBezTo>
                  <a:pt x="137433" y="86250"/>
                  <a:pt x="137803" y="87134"/>
                  <a:pt x="138318" y="87581"/>
                </a:cubicBezTo>
                <a:cubicBezTo>
                  <a:pt x="138833" y="88028"/>
                  <a:pt x="139426" y="88251"/>
                  <a:pt x="140098" y="88251"/>
                </a:cubicBezTo>
                <a:cubicBezTo>
                  <a:pt x="140814" y="88251"/>
                  <a:pt x="141441" y="88094"/>
                  <a:pt x="141978" y="87781"/>
                </a:cubicBezTo>
                <a:cubicBezTo>
                  <a:pt x="142918" y="87199"/>
                  <a:pt x="144732" y="85564"/>
                  <a:pt x="147418" y="82878"/>
                </a:cubicBezTo>
                <a:lnTo>
                  <a:pt x="147418" y="86639"/>
                </a:lnTo>
                <a:cubicBezTo>
                  <a:pt x="142403" y="93355"/>
                  <a:pt x="137613" y="96713"/>
                  <a:pt x="133046" y="96713"/>
                </a:cubicBezTo>
                <a:cubicBezTo>
                  <a:pt x="130852" y="96713"/>
                  <a:pt x="129105" y="95958"/>
                  <a:pt x="127807" y="94446"/>
                </a:cubicBezTo>
                <a:cubicBezTo>
                  <a:pt x="126508" y="92934"/>
                  <a:pt x="125837" y="90355"/>
                  <a:pt x="125792" y="86710"/>
                </a:cubicBezTo>
                <a:moveTo>
                  <a:pt x="125792" y="82355"/>
                </a:moveTo>
                <a:lnTo>
                  <a:pt x="125792" y="58968"/>
                </a:lnTo>
                <a:cubicBezTo>
                  <a:pt x="119031" y="61649"/>
                  <a:pt x="114666" y="63548"/>
                  <a:pt x="112695" y="64664"/>
                </a:cubicBezTo>
                <a:cubicBezTo>
                  <a:pt x="109158" y="66630"/>
                  <a:pt x="106628" y="68686"/>
                  <a:pt x="105106" y="70831"/>
                </a:cubicBezTo>
                <a:cubicBezTo>
                  <a:pt x="103584" y="72974"/>
                  <a:pt x="102823" y="75319"/>
                  <a:pt x="102823" y="77866"/>
                </a:cubicBezTo>
                <a:cubicBezTo>
                  <a:pt x="102823" y="81083"/>
                  <a:pt x="103785" y="83752"/>
                  <a:pt x="105711" y="85875"/>
                </a:cubicBezTo>
                <a:cubicBezTo>
                  <a:pt x="107636" y="87996"/>
                  <a:pt x="109852" y="89057"/>
                  <a:pt x="112360" y="89057"/>
                </a:cubicBezTo>
                <a:cubicBezTo>
                  <a:pt x="115763" y="89057"/>
                  <a:pt x="120240" y="86823"/>
                  <a:pt x="125792" y="82355"/>
                </a:cubicBezTo>
                <a:close/>
                <a:moveTo>
                  <a:pt x="169801" y="45200"/>
                </a:moveTo>
                <a:cubicBezTo>
                  <a:pt x="177010" y="36558"/>
                  <a:pt x="183883" y="32238"/>
                  <a:pt x="190420" y="32238"/>
                </a:cubicBezTo>
                <a:cubicBezTo>
                  <a:pt x="193778" y="32238"/>
                  <a:pt x="196666" y="33075"/>
                  <a:pt x="199084" y="34750"/>
                </a:cubicBezTo>
                <a:cubicBezTo>
                  <a:pt x="201502" y="36423"/>
                  <a:pt x="203427" y="39181"/>
                  <a:pt x="204860" y="43021"/>
                </a:cubicBezTo>
                <a:cubicBezTo>
                  <a:pt x="205845" y="45701"/>
                  <a:pt x="206337" y="49809"/>
                  <a:pt x="206337" y="55346"/>
                </a:cubicBezTo>
                <a:lnTo>
                  <a:pt x="206337" y="81535"/>
                </a:lnTo>
                <a:cubicBezTo>
                  <a:pt x="206337" y="85452"/>
                  <a:pt x="206651" y="88109"/>
                  <a:pt x="207277" y="89506"/>
                </a:cubicBezTo>
                <a:cubicBezTo>
                  <a:pt x="207770" y="90632"/>
                  <a:pt x="208565" y="91511"/>
                  <a:pt x="209662" y="92142"/>
                </a:cubicBezTo>
                <a:cubicBezTo>
                  <a:pt x="210759" y="92772"/>
                  <a:pt x="212785" y="93086"/>
                  <a:pt x="215740" y="93086"/>
                </a:cubicBezTo>
                <a:lnTo>
                  <a:pt x="215740" y="95504"/>
                </a:lnTo>
                <a:lnTo>
                  <a:pt x="185316" y="95504"/>
                </a:lnTo>
                <a:lnTo>
                  <a:pt x="185316" y="93086"/>
                </a:lnTo>
                <a:lnTo>
                  <a:pt x="186592" y="93086"/>
                </a:lnTo>
                <a:cubicBezTo>
                  <a:pt x="189457" y="93086"/>
                  <a:pt x="191461" y="92648"/>
                  <a:pt x="192603" y="91771"/>
                </a:cubicBezTo>
                <a:cubicBezTo>
                  <a:pt x="193744" y="90892"/>
                  <a:pt x="194539" y="89597"/>
                  <a:pt x="194987" y="87886"/>
                </a:cubicBezTo>
                <a:cubicBezTo>
                  <a:pt x="195166" y="87210"/>
                  <a:pt x="195255" y="85093"/>
                  <a:pt x="195255" y="81535"/>
                </a:cubicBezTo>
                <a:lnTo>
                  <a:pt x="195255" y="56391"/>
                </a:lnTo>
                <a:cubicBezTo>
                  <a:pt x="195255" y="50802"/>
                  <a:pt x="194528" y="46745"/>
                  <a:pt x="193073" y="44220"/>
                </a:cubicBezTo>
                <a:cubicBezTo>
                  <a:pt x="191618" y="41694"/>
                  <a:pt x="189166" y="40431"/>
                  <a:pt x="185718" y="40431"/>
                </a:cubicBezTo>
                <a:cubicBezTo>
                  <a:pt x="180390" y="40431"/>
                  <a:pt x="175085" y="43342"/>
                  <a:pt x="169801" y="49163"/>
                </a:cubicBezTo>
                <a:lnTo>
                  <a:pt x="169801" y="81535"/>
                </a:lnTo>
                <a:cubicBezTo>
                  <a:pt x="169801" y="85722"/>
                  <a:pt x="170047" y="88312"/>
                  <a:pt x="170540" y="89304"/>
                </a:cubicBezTo>
                <a:cubicBezTo>
                  <a:pt x="171167" y="90610"/>
                  <a:pt x="172029" y="91567"/>
                  <a:pt x="173126" y="92176"/>
                </a:cubicBezTo>
                <a:cubicBezTo>
                  <a:pt x="174223" y="92783"/>
                  <a:pt x="176450" y="93086"/>
                  <a:pt x="179808" y="93086"/>
                </a:cubicBezTo>
                <a:lnTo>
                  <a:pt x="179808" y="95504"/>
                </a:lnTo>
                <a:lnTo>
                  <a:pt x="149384" y="95504"/>
                </a:lnTo>
                <a:lnTo>
                  <a:pt x="149384" y="93086"/>
                </a:lnTo>
                <a:lnTo>
                  <a:pt x="150727" y="93086"/>
                </a:lnTo>
                <a:cubicBezTo>
                  <a:pt x="153861" y="93086"/>
                  <a:pt x="155977" y="92288"/>
                  <a:pt x="157074" y="90690"/>
                </a:cubicBezTo>
                <a:cubicBezTo>
                  <a:pt x="158171" y="89090"/>
                  <a:pt x="158719" y="86039"/>
                  <a:pt x="158719" y="81535"/>
                </a:cubicBezTo>
                <a:lnTo>
                  <a:pt x="158719" y="58834"/>
                </a:lnTo>
                <a:cubicBezTo>
                  <a:pt x="158719" y="51446"/>
                  <a:pt x="158551" y="46946"/>
                  <a:pt x="158216" y="45334"/>
                </a:cubicBezTo>
                <a:cubicBezTo>
                  <a:pt x="157880" y="43722"/>
                  <a:pt x="157365" y="42625"/>
                  <a:pt x="156671" y="42043"/>
                </a:cubicBezTo>
                <a:cubicBezTo>
                  <a:pt x="155977" y="41461"/>
                  <a:pt x="155048" y="41170"/>
                  <a:pt x="153884" y="41170"/>
                </a:cubicBezTo>
                <a:cubicBezTo>
                  <a:pt x="152630" y="41170"/>
                  <a:pt x="151130" y="41506"/>
                  <a:pt x="149384" y="42178"/>
                </a:cubicBezTo>
                <a:lnTo>
                  <a:pt x="148376" y="39760"/>
                </a:lnTo>
                <a:lnTo>
                  <a:pt x="166913" y="32238"/>
                </a:lnTo>
                <a:lnTo>
                  <a:pt x="169801" y="32238"/>
                </a:lnTo>
                <a:lnTo>
                  <a:pt x="169801" y="45200"/>
                </a:lnTo>
                <a:close/>
                <a:moveTo>
                  <a:pt x="264096" y="88591"/>
                </a:moveTo>
                <a:cubicBezTo>
                  <a:pt x="261096" y="91724"/>
                  <a:pt x="258164" y="93973"/>
                  <a:pt x="255298" y="95338"/>
                </a:cubicBezTo>
                <a:cubicBezTo>
                  <a:pt x="252433" y="96703"/>
                  <a:pt x="249343" y="97385"/>
                  <a:pt x="246030" y="97385"/>
                </a:cubicBezTo>
                <a:cubicBezTo>
                  <a:pt x="239314" y="97385"/>
                  <a:pt x="233448" y="94582"/>
                  <a:pt x="228433" y="88975"/>
                </a:cubicBezTo>
                <a:cubicBezTo>
                  <a:pt x="223419" y="83367"/>
                  <a:pt x="220911" y="76161"/>
                  <a:pt x="220911" y="67357"/>
                </a:cubicBezTo>
                <a:cubicBezTo>
                  <a:pt x="220911" y="58555"/>
                  <a:pt x="223687" y="50501"/>
                  <a:pt x="229239" y="43196"/>
                </a:cubicBezTo>
                <a:cubicBezTo>
                  <a:pt x="234791" y="35890"/>
                  <a:pt x="241933" y="32238"/>
                  <a:pt x="250664" y="32238"/>
                </a:cubicBezTo>
                <a:cubicBezTo>
                  <a:pt x="256082" y="32238"/>
                  <a:pt x="260559" y="33961"/>
                  <a:pt x="264096" y="37407"/>
                </a:cubicBezTo>
                <a:lnTo>
                  <a:pt x="264096" y="25925"/>
                </a:lnTo>
                <a:cubicBezTo>
                  <a:pt x="264096" y="18924"/>
                  <a:pt x="263928" y="14622"/>
                  <a:pt x="263593" y="13017"/>
                </a:cubicBezTo>
                <a:cubicBezTo>
                  <a:pt x="263257" y="11412"/>
                  <a:pt x="262731" y="10319"/>
                  <a:pt x="262014" y="9738"/>
                </a:cubicBezTo>
                <a:cubicBezTo>
                  <a:pt x="261298" y="9156"/>
                  <a:pt x="260402" y="8865"/>
                  <a:pt x="259328" y="8865"/>
                </a:cubicBezTo>
                <a:cubicBezTo>
                  <a:pt x="258164" y="8865"/>
                  <a:pt x="256619" y="9224"/>
                  <a:pt x="254694" y="9940"/>
                </a:cubicBezTo>
                <a:lnTo>
                  <a:pt x="253821" y="7522"/>
                </a:lnTo>
                <a:lnTo>
                  <a:pt x="272156" y="0"/>
                </a:lnTo>
                <a:lnTo>
                  <a:pt x="275178" y="0"/>
                </a:lnTo>
                <a:lnTo>
                  <a:pt x="275178" y="71192"/>
                </a:lnTo>
                <a:cubicBezTo>
                  <a:pt x="275178" y="78371"/>
                  <a:pt x="275346" y="82752"/>
                  <a:pt x="275682" y="84334"/>
                </a:cubicBezTo>
                <a:cubicBezTo>
                  <a:pt x="276018" y="85917"/>
                  <a:pt x="276555" y="87022"/>
                  <a:pt x="277294" y="87648"/>
                </a:cubicBezTo>
                <a:cubicBezTo>
                  <a:pt x="278033" y="88274"/>
                  <a:pt x="278894" y="88587"/>
                  <a:pt x="279879" y="88587"/>
                </a:cubicBezTo>
                <a:cubicBezTo>
                  <a:pt x="281088" y="88587"/>
                  <a:pt x="282700" y="88206"/>
                  <a:pt x="284715" y="87445"/>
                </a:cubicBezTo>
                <a:lnTo>
                  <a:pt x="285454" y="89863"/>
                </a:lnTo>
                <a:lnTo>
                  <a:pt x="267186" y="97385"/>
                </a:lnTo>
                <a:lnTo>
                  <a:pt x="264096" y="97385"/>
                </a:lnTo>
                <a:lnTo>
                  <a:pt x="264096" y="88591"/>
                </a:lnTo>
                <a:moveTo>
                  <a:pt x="264096" y="83900"/>
                </a:moveTo>
                <a:lnTo>
                  <a:pt x="264096" y="52279"/>
                </a:lnTo>
                <a:cubicBezTo>
                  <a:pt x="263828" y="49242"/>
                  <a:pt x="263022" y="46473"/>
                  <a:pt x="261679" y="43972"/>
                </a:cubicBezTo>
                <a:cubicBezTo>
                  <a:pt x="260335" y="41470"/>
                  <a:pt x="258556" y="39584"/>
                  <a:pt x="256339" y="38312"/>
                </a:cubicBezTo>
                <a:cubicBezTo>
                  <a:pt x="254123" y="37038"/>
                  <a:pt x="251962" y="36402"/>
                  <a:pt x="249858" y="36402"/>
                </a:cubicBezTo>
                <a:cubicBezTo>
                  <a:pt x="245918" y="36402"/>
                  <a:pt x="242403" y="38166"/>
                  <a:pt x="239314" y="41695"/>
                </a:cubicBezTo>
                <a:cubicBezTo>
                  <a:pt x="235239" y="46339"/>
                  <a:pt x="233202" y="53127"/>
                  <a:pt x="233202" y="62060"/>
                </a:cubicBezTo>
                <a:cubicBezTo>
                  <a:pt x="233202" y="71082"/>
                  <a:pt x="235172" y="77994"/>
                  <a:pt x="239112" y="82796"/>
                </a:cubicBezTo>
                <a:cubicBezTo>
                  <a:pt x="243052" y="87597"/>
                  <a:pt x="247440" y="89997"/>
                  <a:pt x="252276" y="89997"/>
                </a:cubicBezTo>
                <a:cubicBezTo>
                  <a:pt x="256350" y="89997"/>
                  <a:pt x="260291" y="87965"/>
                  <a:pt x="264096" y="83900"/>
                </a:cubicBezTo>
                <a:close/>
                <a:moveTo>
                  <a:pt x="305065" y="0"/>
                </a:moveTo>
                <a:cubicBezTo>
                  <a:pt x="306946" y="0"/>
                  <a:pt x="308546" y="664"/>
                  <a:pt x="309867" y="1992"/>
                </a:cubicBezTo>
                <a:cubicBezTo>
                  <a:pt x="311188" y="3318"/>
                  <a:pt x="311848" y="4927"/>
                  <a:pt x="311848" y="6817"/>
                </a:cubicBezTo>
                <a:cubicBezTo>
                  <a:pt x="311848" y="8707"/>
                  <a:pt x="311188" y="10328"/>
                  <a:pt x="309867" y="11678"/>
                </a:cubicBezTo>
                <a:cubicBezTo>
                  <a:pt x="308546" y="13027"/>
                  <a:pt x="306946" y="13701"/>
                  <a:pt x="305065" y="13701"/>
                </a:cubicBezTo>
                <a:cubicBezTo>
                  <a:pt x="303185" y="13701"/>
                  <a:pt x="301573" y="13027"/>
                  <a:pt x="300229" y="11678"/>
                </a:cubicBezTo>
                <a:cubicBezTo>
                  <a:pt x="298886" y="10328"/>
                  <a:pt x="298215" y="8707"/>
                  <a:pt x="298215" y="6817"/>
                </a:cubicBezTo>
                <a:cubicBezTo>
                  <a:pt x="298215" y="4927"/>
                  <a:pt x="298875" y="3318"/>
                  <a:pt x="300196" y="1992"/>
                </a:cubicBezTo>
                <a:cubicBezTo>
                  <a:pt x="301517" y="664"/>
                  <a:pt x="303140" y="0"/>
                  <a:pt x="305065" y="0"/>
                </a:cubicBezTo>
                <a:moveTo>
                  <a:pt x="310640" y="32238"/>
                </a:moveTo>
                <a:lnTo>
                  <a:pt x="310640" y="81535"/>
                </a:lnTo>
                <a:cubicBezTo>
                  <a:pt x="310640" y="85408"/>
                  <a:pt x="310919" y="87986"/>
                  <a:pt x="311479" y="89271"/>
                </a:cubicBezTo>
                <a:cubicBezTo>
                  <a:pt x="312039" y="90554"/>
                  <a:pt x="312867" y="91511"/>
                  <a:pt x="313964" y="92142"/>
                </a:cubicBezTo>
                <a:cubicBezTo>
                  <a:pt x="315061" y="92772"/>
                  <a:pt x="317065" y="93086"/>
                  <a:pt x="319975" y="93086"/>
                </a:cubicBezTo>
                <a:lnTo>
                  <a:pt x="319975" y="95504"/>
                </a:lnTo>
                <a:lnTo>
                  <a:pt x="290088" y="95504"/>
                </a:lnTo>
                <a:lnTo>
                  <a:pt x="290088" y="93086"/>
                </a:lnTo>
                <a:cubicBezTo>
                  <a:pt x="293088" y="93086"/>
                  <a:pt x="295103" y="92794"/>
                  <a:pt x="296133" y="92209"/>
                </a:cubicBezTo>
                <a:cubicBezTo>
                  <a:pt x="297162" y="91623"/>
                  <a:pt x="297979" y="90655"/>
                  <a:pt x="298584" y="89304"/>
                </a:cubicBezTo>
                <a:cubicBezTo>
                  <a:pt x="299188" y="87953"/>
                  <a:pt x="299491" y="85363"/>
                  <a:pt x="299491" y="81535"/>
                </a:cubicBezTo>
                <a:lnTo>
                  <a:pt x="299491" y="58028"/>
                </a:lnTo>
                <a:cubicBezTo>
                  <a:pt x="299491" y="51329"/>
                  <a:pt x="299289" y="46990"/>
                  <a:pt x="298886" y="45011"/>
                </a:cubicBezTo>
                <a:cubicBezTo>
                  <a:pt x="298573" y="43571"/>
                  <a:pt x="298080" y="42572"/>
                  <a:pt x="297409" y="42012"/>
                </a:cubicBezTo>
                <a:cubicBezTo>
                  <a:pt x="296737" y="41451"/>
                  <a:pt x="295819" y="41170"/>
                  <a:pt x="294655" y="41170"/>
                </a:cubicBezTo>
                <a:cubicBezTo>
                  <a:pt x="293401" y="41170"/>
                  <a:pt x="291879" y="41506"/>
                  <a:pt x="290088" y="42178"/>
                </a:cubicBezTo>
                <a:lnTo>
                  <a:pt x="289148" y="39760"/>
                </a:lnTo>
                <a:lnTo>
                  <a:pt x="307684" y="32238"/>
                </a:lnTo>
                <a:lnTo>
                  <a:pt x="310640" y="32238"/>
                </a:lnTo>
                <a:close/>
                <a:moveTo>
                  <a:pt x="370971" y="88591"/>
                </a:moveTo>
                <a:cubicBezTo>
                  <a:pt x="367971" y="91724"/>
                  <a:pt x="365038" y="93973"/>
                  <a:pt x="362173" y="95338"/>
                </a:cubicBezTo>
                <a:cubicBezTo>
                  <a:pt x="359307" y="96703"/>
                  <a:pt x="356218" y="97385"/>
                  <a:pt x="352904" y="97385"/>
                </a:cubicBezTo>
                <a:cubicBezTo>
                  <a:pt x="346188" y="97385"/>
                  <a:pt x="340323" y="94582"/>
                  <a:pt x="335308" y="88975"/>
                </a:cubicBezTo>
                <a:cubicBezTo>
                  <a:pt x="330293" y="83367"/>
                  <a:pt x="327786" y="76161"/>
                  <a:pt x="327786" y="67357"/>
                </a:cubicBezTo>
                <a:cubicBezTo>
                  <a:pt x="327786" y="58555"/>
                  <a:pt x="330562" y="50501"/>
                  <a:pt x="336114" y="43196"/>
                </a:cubicBezTo>
                <a:cubicBezTo>
                  <a:pt x="341666" y="35890"/>
                  <a:pt x="348807" y="32238"/>
                  <a:pt x="357539" y="32238"/>
                </a:cubicBezTo>
                <a:cubicBezTo>
                  <a:pt x="362956" y="32238"/>
                  <a:pt x="367434" y="33961"/>
                  <a:pt x="370971" y="37407"/>
                </a:cubicBezTo>
                <a:lnTo>
                  <a:pt x="370971" y="25925"/>
                </a:lnTo>
                <a:cubicBezTo>
                  <a:pt x="370971" y="18924"/>
                  <a:pt x="370803" y="14622"/>
                  <a:pt x="370467" y="13017"/>
                </a:cubicBezTo>
                <a:cubicBezTo>
                  <a:pt x="370131" y="11412"/>
                  <a:pt x="369605" y="10319"/>
                  <a:pt x="368889" y="9738"/>
                </a:cubicBezTo>
                <a:cubicBezTo>
                  <a:pt x="368172" y="9156"/>
                  <a:pt x="367277" y="8865"/>
                  <a:pt x="366202" y="8865"/>
                </a:cubicBezTo>
                <a:cubicBezTo>
                  <a:pt x="365038" y="8865"/>
                  <a:pt x="363494" y="9224"/>
                  <a:pt x="361568" y="9940"/>
                </a:cubicBezTo>
                <a:lnTo>
                  <a:pt x="360695" y="7522"/>
                </a:lnTo>
                <a:lnTo>
                  <a:pt x="379030" y="0"/>
                </a:lnTo>
                <a:lnTo>
                  <a:pt x="382053" y="0"/>
                </a:lnTo>
                <a:lnTo>
                  <a:pt x="382053" y="71192"/>
                </a:lnTo>
                <a:cubicBezTo>
                  <a:pt x="382053" y="78371"/>
                  <a:pt x="382221" y="82752"/>
                  <a:pt x="382556" y="84334"/>
                </a:cubicBezTo>
                <a:cubicBezTo>
                  <a:pt x="382892" y="85917"/>
                  <a:pt x="383429" y="87022"/>
                  <a:pt x="384168" y="87648"/>
                </a:cubicBezTo>
                <a:cubicBezTo>
                  <a:pt x="384907" y="88274"/>
                  <a:pt x="385769" y="88587"/>
                  <a:pt x="386754" y="88587"/>
                </a:cubicBezTo>
                <a:cubicBezTo>
                  <a:pt x="387963" y="88587"/>
                  <a:pt x="389575" y="88206"/>
                  <a:pt x="391590" y="87445"/>
                </a:cubicBezTo>
                <a:lnTo>
                  <a:pt x="392328" y="89863"/>
                </a:lnTo>
                <a:lnTo>
                  <a:pt x="374060" y="97385"/>
                </a:lnTo>
                <a:lnTo>
                  <a:pt x="370971" y="97385"/>
                </a:lnTo>
                <a:lnTo>
                  <a:pt x="370971" y="88591"/>
                </a:lnTo>
                <a:moveTo>
                  <a:pt x="370971" y="83900"/>
                </a:moveTo>
                <a:lnTo>
                  <a:pt x="370971" y="52279"/>
                </a:lnTo>
                <a:cubicBezTo>
                  <a:pt x="370702" y="49242"/>
                  <a:pt x="369896" y="46473"/>
                  <a:pt x="368553" y="43972"/>
                </a:cubicBezTo>
                <a:cubicBezTo>
                  <a:pt x="367210" y="41470"/>
                  <a:pt x="365430" y="39584"/>
                  <a:pt x="363214" y="38312"/>
                </a:cubicBezTo>
                <a:cubicBezTo>
                  <a:pt x="360997" y="37038"/>
                  <a:pt x="358837" y="36402"/>
                  <a:pt x="356733" y="36402"/>
                </a:cubicBezTo>
                <a:cubicBezTo>
                  <a:pt x="352792" y="36402"/>
                  <a:pt x="349278" y="38166"/>
                  <a:pt x="346188" y="41695"/>
                </a:cubicBezTo>
                <a:cubicBezTo>
                  <a:pt x="342114" y="46339"/>
                  <a:pt x="340076" y="53127"/>
                  <a:pt x="340076" y="62060"/>
                </a:cubicBezTo>
                <a:cubicBezTo>
                  <a:pt x="340076" y="71082"/>
                  <a:pt x="342046" y="77994"/>
                  <a:pt x="345987" y="82796"/>
                </a:cubicBezTo>
                <a:cubicBezTo>
                  <a:pt x="349927" y="87597"/>
                  <a:pt x="354315" y="89997"/>
                  <a:pt x="359150" y="89997"/>
                </a:cubicBezTo>
                <a:cubicBezTo>
                  <a:pt x="363225" y="89997"/>
                  <a:pt x="367165" y="87965"/>
                  <a:pt x="370971" y="83900"/>
                </a:cubicBezTo>
                <a:close/>
                <a:moveTo>
                  <a:pt x="431148" y="86710"/>
                </a:moveTo>
                <a:cubicBezTo>
                  <a:pt x="424835" y="91589"/>
                  <a:pt x="420872" y="94409"/>
                  <a:pt x="419261" y="95168"/>
                </a:cubicBezTo>
                <a:cubicBezTo>
                  <a:pt x="416843" y="96288"/>
                  <a:pt x="414268" y="96848"/>
                  <a:pt x="411537" y="96848"/>
                </a:cubicBezTo>
                <a:cubicBezTo>
                  <a:pt x="407283" y="96848"/>
                  <a:pt x="403780" y="95392"/>
                  <a:pt x="401026" y="92482"/>
                </a:cubicBezTo>
                <a:cubicBezTo>
                  <a:pt x="398272" y="89572"/>
                  <a:pt x="396896" y="85743"/>
                  <a:pt x="396896" y="80997"/>
                </a:cubicBezTo>
                <a:cubicBezTo>
                  <a:pt x="396896" y="77997"/>
                  <a:pt x="397567" y="75400"/>
                  <a:pt x="398910" y="73207"/>
                </a:cubicBezTo>
                <a:cubicBezTo>
                  <a:pt x="400746" y="70162"/>
                  <a:pt x="403936" y="67296"/>
                  <a:pt x="408481" y="64610"/>
                </a:cubicBezTo>
                <a:cubicBezTo>
                  <a:pt x="413026" y="61923"/>
                  <a:pt x="420581" y="58655"/>
                  <a:pt x="431148" y="54804"/>
                </a:cubicBezTo>
                <a:lnTo>
                  <a:pt x="431148" y="52395"/>
                </a:lnTo>
                <a:cubicBezTo>
                  <a:pt x="431148" y="46283"/>
                  <a:pt x="430174" y="42090"/>
                  <a:pt x="428227" y="39814"/>
                </a:cubicBezTo>
                <a:cubicBezTo>
                  <a:pt x="426279" y="37539"/>
                  <a:pt x="423447" y="36402"/>
                  <a:pt x="419731" y="36402"/>
                </a:cubicBezTo>
                <a:cubicBezTo>
                  <a:pt x="416910" y="36402"/>
                  <a:pt x="414671" y="37163"/>
                  <a:pt x="413014" y="38685"/>
                </a:cubicBezTo>
                <a:cubicBezTo>
                  <a:pt x="411313" y="40208"/>
                  <a:pt x="410462" y="41954"/>
                  <a:pt x="410462" y="43924"/>
                </a:cubicBezTo>
                <a:lnTo>
                  <a:pt x="410597" y="47819"/>
                </a:lnTo>
                <a:cubicBezTo>
                  <a:pt x="410597" y="49879"/>
                  <a:pt x="410071" y="51468"/>
                  <a:pt x="409018" y="52588"/>
                </a:cubicBezTo>
                <a:cubicBezTo>
                  <a:pt x="407966" y="53707"/>
                  <a:pt x="406589" y="54267"/>
                  <a:pt x="404888" y="54267"/>
                </a:cubicBezTo>
                <a:cubicBezTo>
                  <a:pt x="403231" y="54267"/>
                  <a:pt x="401877" y="53683"/>
                  <a:pt x="400825" y="52516"/>
                </a:cubicBezTo>
                <a:cubicBezTo>
                  <a:pt x="399772" y="51348"/>
                  <a:pt x="399246" y="49754"/>
                  <a:pt x="399246" y="47733"/>
                </a:cubicBezTo>
                <a:cubicBezTo>
                  <a:pt x="399246" y="43870"/>
                  <a:pt x="401216" y="40322"/>
                  <a:pt x="405157" y="37088"/>
                </a:cubicBezTo>
                <a:cubicBezTo>
                  <a:pt x="409097" y="33855"/>
                  <a:pt x="414626" y="32238"/>
                  <a:pt x="421746" y="32238"/>
                </a:cubicBezTo>
                <a:cubicBezTo>
                  <a:pt x="427208" y="32238"/>
                  <a:pt x="431685" y="33154"/>
                  <a:pt x="435178" y="34987"/>
                </a:cubicBezTo>
                <a:cubicBezTo>
                  <a:pt x="437820" y="36374"/>
                  <a:pt x="439767" y="38543"/>
                  <a:pt x="441021" y="41496"/>
                </a:cubicBezTo>
                <a:cubicBezTo>
                  <a:pt x="441827" y="43418"/>
                  <a:pt x="442230" y="47353"/>
                  <a:pt x="442230" y="53301"/>
                </a:cubicBezTo>
                <a:lnTo>
                  <a:pt x="442230" y="74164"/>
                </a:lnTo>
                <a:cubicBezTo>
                  <a:pt x="442230" y="80022"/>
                  <a:pt x="442342" y="83611"/>
                  <a:pt x="442566" y="84930"/>
                </a:cubicBezTo>
                <a:cubicBezTo>
                  <a:pt x="442790" y="86250"/>
                  <a:pt x="443159" y="87134"/>
                  <a:pt x="443674" y="87581"/>
                </a:cubicBezTo>
                <a:cubicBezTo>
                  <a:pt x="444189" y="88028"/>
                  <a:pt x="444782" y="88251"/>
                  <a:pt x="445454" y="88251"/>
                </a:cubicBezTo>
                <a:cubicBezTo>
                  <a:pt x="446170" y="88251"/>
                  <a:pt x="446797" y="88094"/>
                  <a:pt x="447334" y="87781"/>
                </a:cubicBezTo>
                <a:cubicBezTo>
                  <a:pt x="448274" y="87199"/>
                  <a:pt x="450088" y="85564"/>
                  <a:pt x="452774" y="82878"/>
                </a:cubicBezTo>
                <a:lnTo>
                  <a:pt x="452774" y="86639"/>
                </a:lnTo>
                <a:cubicBezTo>
                  <a:pt x="447760" y="93355"/>
                  <a:pt x="442969" y="96713"/>
                  <a:pt x="438402" y="96713"/>
                </a:cubicBezTo>
                <a:cubicBezTo>
                  <a:pt x="436208" y="96713"/>
                  <a:pt x="434462" y="95958"/>
                  <a:pt x="433163" y="94446"/>
                </a:cubicBezTo>
                <a:cubicBezTo>
                  <a:pt x="431865" y="92934"/>
                  <a:pt x="431193" y="90355"/>
                  <a:pt x="431148" y="86710"/>
                </a:cubicBezTo>
                <a:moveTo>
                  <a:pt x="431148" y="82355"/>
                </a:moveTo>
                <a:lnTo>
                  <a:pt x="431148" y="58968"/>
                </a:lnTo>
                <a:cubicBezTo>
                  <a:pt x="424387" y="61649"/>
                  <a:pt x="420022" y="63548"/>
                  <a:pt x="418052" y="64664"/>
                </a:cubicBezTo>
                <a:cubicBezTo>
                  <a:pt x="414514" y="66630"/>
                  <a:pt x="411985" y="68686"/>
                  <a:pt x="410462" y="70831"/>
                </a:cubicBezTo>
                <a:cubicBezTo>
                  <a:pt x="408940" y="72974"/>
                  <a:pt x="408179" y="75319"/>
                  <a:pt x="408179" y="77866"/>
                </a:cubicBezTo>
                <a:cubicBezTo>
                  <a:pt x="408179" y="81083"/>
                  <a:pt x="409141" y="83752"/>
                  <a:pt x="411067" y="85875"/>
                </a:cubicBezTo>
                <a:cubicBezTo>
                  <a:pt x="412992" y="87996"/>
                  <a:pt x="415208" y="89057"/>
                  <a:pt x="417716" y="89057"/>
                </a:cubicBezTo>
                <a:cubicBezTo>
                  <a:pt x="421119" y="89057"/>
                  <a:pt x="425596" y="86823"/>
                  <a:pt x="431148" y="82355"/>
                </a:cubicBezTo>
                <a:close/>
                <a:moveTo>
                  <a:pt x="475090" y="13701"/>
                </a:moveTo>
                <a:lnTo>
                  <a:pt x="475090" y="33984"/>
                </a:lnTo>
                <a:lnTo>
                  <a:pt x="489462" y="33984"/>
                </a:lnTo>
                <a:lnTo>
                  <a:pt x="489462" y="38551"/>
                </a:lnTo>
                <a:lnTo>
                  <a:pt x="475090" y="38685"/>
                </a:lnTo>
                <a:lnTo>
                  <a:pt x="475090" y="78634"/>
                </a:lnTo>
                <a:cubicBezTo>
                  <a:pt x="475090" y="82623"/>
                  <a:pt x="475661" y="85313"/>
                  <a:pt x="476802" y="86704"/>
                </a:cubicBezTo>
                <a:cubicBezTo>
                  <a:pt x="477944" y="88093"/>
                  <a:pt x="479411" y="88788"/>
                  <a:pt x="481202" y="88788"/>
                </a:cubicBezTo>
                <a:cubicBezTo>
                  <a:pt x="482679" y="88788"/>
                  <a:pt x="484112" y="88324"/>
                  <a:pt x="485500" y="87394"/>
                </a:cubicBezTo>
                <a:cubicBezTo>
                  <a:pt x="486888" y="86465"/>
                  <a:pt x="487963" y="85094"/>
                  <a:pt x="488724" y="83281"/>
                </a:cubicBezTo>
                <a:lnTo>
                  <a:pt x="491343" y="83281"/>
                </a:lnTo>
                <a:cubicBezTo>
                  <a:pt x="489776" y="87691"/>
                  <a:pt x="487560" y="91010"/>
                  <a:pt x="484694" y="93238"/>
                </a:cubicBezTo>
                <a:cubicBezTo>
                  <a:pt x="481828" y="95465"/>
                  <a:pt x="478873" y="96579"/>
                  <a:pt x="475829" y="96579"/>
                </a:cubicBezTo>
                <a:cubicBezTo>
                  <a:pt x="473769" y="96579"/>
                  <a:pt x="471754" y="96006"/>
                  <a:pt x="469784" y="94860"/>
                </a:cubicBezTo>
                <a:cubicBezTo>
                  <a:pt x="467814" y="93714"/>
                  <a:pt x="466359" y="92074"/>
                  <a:pt x="465419" y="89940"/>
                </a:cubicBezTo>
                <a:cubicBezTo>
                  <a:pt x="464478" y="87807"/>
                  <a:pt x="464008" y="84516"/>
                  <a:pt x="464008" y="80068"/>
                </a:cubicBezTo>
                <a:lnTo>
                  <a:pt x="464008" y="38551"/>
                </a:lnTo>
                <a:lnTo>
                  <a:pt x="454270" y="38551"/>
                </a:lnTo>
                <a:lnTo>
                  <a:pt x="454270" y="36398"/>
                </a:lnTo>
                <a:cubicBezTo>
                  <a:pt x="456732" y="35418"/>
                  <a:pt x="459251" y="33760"/>
                  <a:pt x="461825" y="31423"/>
                </a:cubicBezTo>
                <a:cubicBezTo>
                  <a:pt x="464400" y="29087"/>
                  <a:pt x="466695" y="26302"/>
                  <a:pt x="468709" y="23068"/>
                </a:cubicBezTo>
                <a:cubicBezTo>
                  <a:pt x="469739" y="21361"/>
                  <a:pt x="471172" y="18239"/>
                  <a:pt x="473008" y="13701"/>
                </a:cubicBezTo>
                <a:lnTo>
                  <a:pt x="475090" y="13701"/>
                </a:lnTo>
                <a:close/>
                <a:moveTo>
                  <a:pt x="505668" y="57222"/>
                </a:moveTo>
                <a:cubicBezTo>
                  <a:pt x="505624" y="66314"/>
                  <a:pt x="507840" y="73445"/>
                  <a:pt x="512317" y="78615"/>
                </a:cubicBezTo>
                <a:cubicBezTo>
                  <a:pt x="516795" y="83785"/>
                  <a:pt x="522056" y="86370"/>
                  <a:pt x="528101" y="86370"/>
                </a:cubicBezTo>
                <a:cubicBezTo>
                  <a:pt x="532130" y="86370"/>
                  <a:pt x="535634" y="85257"/>
                  <a:pt x="538611" y="83031"/>
                </a:cubicBezTo>
                <a:cubicBezTo>
                  <a:pt x="541589" y="80805"/>
                  <a:pt x="544085" y="76993"/>
                  <a:pt x="546100" y="71595"/>
                </a:cubicBezTo>
                <a:lnTo>
                  <a:pt x="548182" y="72944"/>
                </a:lnTo>
                <a:cubicBezTo>
                  <a:pt x="547242" y="79110"/>
                  <a:pt x="544510" y="84726"/>
                  <a:pt x="539988" y="89789"/>
                </a:cubicBezTo>
                <a:cubicBezTo>
                  <a:pt x="535466" y="94853"/>
                  <a:pt x="529802" y="97385"/>
                  <a:pt x="522996" y="97385"/>
                </a:cubicBezTo>
                <a:cubicBezTo>
                  <a:pt x="515608" y="97385"/>
                  <a:pt x="509284" y="94514"/>
                  <a:pt x="504023" y="88773"/>
                </a:cubicBezTo>
                <a:cubicBezTo>
                  <a:pt x="498762" y="83031"/>
                  <a:pt x="496131" y="75312"/>
                  <a:pt x="496131" y="65615"/>
                </a:cubicBezTo>
                <a:cubicBezTo>
                  <a:pt x="496131" y="55115"/>
                  <a:pt x="498829" y="46928"/>
                  <a:pt x="504224" y="41053"/>
                </a:cubicBezTo>
                <a:cubicBezTo>
                  <a:pt x="509620" y="35176"/>
                  <a:pt x="516392" y="32238"/>
                  <a:pt x="524541" y="32238"/>
                </a:cubicBezTo>
                <a:cubicBezTo>
                  <a:pt x="531436" y="32238"/>
                  <a:pt x="537100" y="34504"/>
                  <a:pt x="541533" y="39038"/>
                </a:cubicBezTo>
                <a:cubicBezTo>
                  <a:pt x="545966" y="43570"/>
                  <a:pt x="548182" y="49631"/>
                  <a:pt x="548182" y="57222"/>
                </a:cubicBezTo>
                <a:lnTo>
                  <a:pt x="505668" y="57222"/>
                </a:lnTo>
                <a:moveTo>
                  <a:pt x="505668" y="53327"/>
                </a:moveTo>
                <a:lnTo>
                  <a:pt x="534145" y="53327"/>
                </a:lnTo>
                <a:cubicBezTo>
                  <a:pt x="533921" y="49419"/>
                  <a:pt x="533451" y="46666"/>
                  <a:pt x="532735" y="45068"/>
                </a:cubicBezTo>
                <a:cubicBezTo>
                  <a:pt x="531615" y="42580"/>
                  <a:pt x="529948" y="40626"/>
                  <a:pt x="527731" y="39206"/>
                </a:cubicBezTo>
                <a:cubicBezTo>
                  <a:pt x="525515" y="37784"/>
                  <a:pt x="523198" y="37073"/>
                  <a:pt x="520780" y="37073"/>
                </a:cubicBezTo>
                <a:cubicBezTo>
                  <a:pt x="517064" y="37073"/>
                  <a:pt x="513739" y="38505"/>
                  <a:pt x="510806" y="41370"/>
                </a:cubicBezTo>
                <a:cubicBezTo>
                  <a:pt x="507874" y="44234"/>
                  <a:pt x="506161" y="48219"/>
                  <a:pt x="505668" y="53327"/>
                </a:cubicBezTo>
                <a:close/>
                <a:moveTo>
                  <a:pt x="586213" y="39894"/>
                </a:moveTo>
                <a:lnTo>
                  <a:pt x="605153" y="32372"/>
                </a:lnTo>
                <a:lnTo>
                  <a:pt x="607705" y="32372"/>
                </a:lnTo>
                <a:lnTo>
                  <a:pt x="607705" y="46812"/>
                </a:lnTo>
                <a:cubicBezTo>
                  <a:pt x="610884" y="41419"/>
                  <a:pt x="614074" y="37642"/>
                  <a:pt x="617276" y="35480"/>
                </a:cubicBezTo>
                <a:cubicBezTo>
                  <a:pt x="620477" y="33319"/>
                  <a:pt x="623846" y="32238"/>
                  <a:pt x="627384" y="32238"/>
                </a:cubicBezTo>
                <a:cubicBezTo>
                  <a:pt x="633562" y="32238"/>
                  <a:pt x="638712" y="34653"/>
                  <a:pt x="642831" y="39483"/>
                </a:cubicBezTo>
                <a:cubicBezTo>
                  <a:pt x="647890" y="45387"/>
                  <a:pt x="650420" y="53081"/>
                  <a:pt x="650420" y="62563"/>
                </a:cubicBezTo>
                <a:cubicBezTo>
                  <a:pt x="650420" y="73164"/>
                  <a:pt x="647375" y="81931"/>
                  <a:pt x="641286" y="88864"/>
                </a:cubicBezTo>
                <a:cubicBezTo>
                  <a:pt x="636271" y="94544"/>
                  <a:pt x="629958" y="97385"/>
                  <a:pt x="622346" y="97385"/>
                </a:cubicBezTo>
                <a:cubicBezTo>
                  <a:pt x="619033" y="97385"/>
                  <a:pt x="616168" y="96915"/>
                  <a:pt x="613750" y="95974"/>
                </a:cubicBezTo>
                <a:cubicBezTo>
                  <a:pt x="611959" y="95303"/>
                  <a:pt x="609944" y="93960"/>
                  <a:pt x="607705" y="91945"/>
                </a:cubicBezTo>
                <a:lnTo>
                  <a:pt x="607705" y="110683"/>
                </a:lnTo>
                <a:cubicBezTo>
                  <a:pt x="607705" y="114916"/>
                  <a:pt x="607963" y="117606"/>
                  <a:pt x="608477" y="118755"/>
                </a:cubicBezTo>
                <a:cubicBezTo>
                  <a:pt x="608992" y="119904"/>
                  <a:pt x="609888" y="120815"/>
                  <a:pt x="611164" y="121490"/>
                </a:cubicBezTo>
                <a:cubicBezTo>
                  <a:pt x="612440" y="122165"/>
                  <a:pt x="614757" y="122503"/>
                  <a:pt x="618115" y="122503"/>
                </a:cubicBezTo>
                <a:lnTo>
                  <a:pt x="618115" y="124921"/>
                </a:lnTo>
                <a:lnTo>
                  <a:pt x="585878" y="124921"/>
                </a:lnTo>
                <a:lnTo>
                  <a:pt x="585878" y="122503"/>
                </a:lnTo>
                <a:lnTo>
                  <a:pt x="587557" y="122503"/>
                </a:lnTo>
                <a:cubicBezTo>
                  <a:pt x="590019" y="122548"/>
                  <a:pt x="592124" y="122075"/>
                  <a:pt x="593870" y="121085"/>
                </a:cubicBezTo>
                <a:cubicBezTo>
                  <a:pt x="594720" y="120589"/>
                  <a:pt x="595381" y="119790"/>
                  <a:pt x="595851" y="118688"/>
                </a:cubicBezTo>
                <a:cubicBezTo>
                  <a:pt x="596321" y="117585"/>
                  <a:pt x="596556" y="114783"/>
                  <a:pt x="596556" y="110280"/>
                </a:cubicBezTo>
                <a:lnTo>
                  <a:pt x="596556" y="51983"/>
                </a:lnTo>
                <a:cubicBezTo>
                  <a:pt x="596556" y="47972"/>
                  <a:pt x="596377" y="45425"/>
                  <a:pt x="596019" y="44344"/>
                </a:cubicBezTo>
                <a:cubicBezTo>
                  <a:pt x="595661" y="43261"/>
                  <a:pt x="595090" y="42450"/>
                  <a:pt x="594306" y="41911"/>
                </a:cubicBezTo>
                <a:cubicBezTo>
                  <a:pt x="593523" y="41372"/>
                  <a:pt x="592459" y="41103"/>
                  <a:pt x="591116" y="41103"/>
                </a:cubicBezTo>
                <a:cubicBezTo>
                  <a:pt x="590042" y="41103"/>
                  <a:pt x="588676" y="41417"/>
                  <a:pt x="587019" y="42043"/>
                </a:cubicBezTo>
                <a:lnTo>
                  <a:pt x="586213" y="39894"/>
                </a:lnTo>
                <a:moveTo>
                  <a:pt x="607705" y="50774"/>
                </a:moveTo>
                <a:lnTo>
                  <a:pt x="607705" y="73744"/>
                </a:lnTo>
                <a:cubicBezTo>
                  <a:pt x="607705" y="78714"/>
                  <a:pt x="607907" y="81982"/>
                  <a:pt x="608310" y="83549"/>
                </a:cubicBezTo>
                <a:cubicBezTo>
                  <a:pt x="608936" y="86146"/>
                  <a:pt x="610470" y="88430"/>
                  <a:pt x="612910" y="90400"/>
                </a:cubicBezTo>
                <a:cubicBezTo>
                  <a:pt x="615350" y="92370"/>
                  <a:pt x="618429" y="93355"/>
                  <a:pt x="622145" y="93355"/>
                </a:cubicBezTo>
                <a:cubicBezTo>
                  <a:pt x="626622" y="93355"/>
                  <a:pt x="630249" y="91609"/>
                  <a:pt x="633025" y="88116"/>
                </a:cubicBezTo>
                <a:cubicBezTo>
                  <a:pt x="636652" y="83549"/>
                  <a:pt x="638465" y="77124"/>
                  <a:pt x="638465" y="68841"/>
                </a:cubicBezTo>
                <a:cubicBezTo>
                  <a:pt x="638465" y="59438"/>
                  <a:pt x="636406" y="52207"/>
                  <a:pt x="632286" y="47148"/>
                </a:cubicBezTo>
                <a:cubicBezTo>
                  <a:pt x="629421" y="43655"/>
                  <a:pt x="626018" y="41909"/>
                  <a:pt x="622078" y="41909"/>
                </a:cubicBezTo>
                <a:cubicBezTo>
                  <a:pt x="619929" y="41909"/>
                  <a:pt x="617802" y="42446"/>
                  <a:pt x="615697" y="43521"/>
                </a:cubicBezTo>
                <a:cubicBezTo>
                  <a:pt x="614086" y="44327"/>
                  <a:pt x="611421" y="46745"/>
                  <a:pt x="607705" y="50774"/>
                </a:cubicBezTo>
                <a:close/>
                <a:moveTo>
                  <a:pt x="694277" y="86710"/>
                </a:moveTo>
                <a:cubicBezTo>
                  <a:pt x="687964" y="91589"/>
                  <a:pt x="684001" y="94409"/>
                  <a:pt x="682389" y="95168"/>
                </a:cubicBezTo>
                <a:cubicBezTo>
                  <a:pt x="679972" y="96288"/>
                  <a:pt x="677397" y="96848"/>
                  <a:pt x="674666" y="96848"/>
                </a:cubicBezTo>
                <a:cubicBezTo>
                  <a:pt x="670412" y="96848"/>
                  <a:pt x="666909" y="95392"/>
                  <a:pt x="664155" y="92482"/>
                </a:cubicBezTo>
                <a:cubicBezTo>
                  <a:pt x="661401" y="89572"/>
                  <a:pt x="660024" y="85743"/>
                  <a:pt x="660024" y="80997"/>
                </a:cubicBezTo>
                <a:cubicBezTo>
                  <a:pt x="660024" y="77997"/>
                  <a:pt x="660696" y="75400"/>
                  <a:pt x="662039" y="73207"/>
                </a:cubicBezTo>
                <a:cubicBezTo>
                  <a:pt x="663875" y="70162"/>
                  <a:pt x="667065" y="67296"/>
                  <a:pt x="671610" y="64610"/>
                </a:cubicBezTo>
                <a:cubicBezTo>
                  <a:pt x="676155" y="61923"/>
                  <a:pt x="683710" y="58655"/>
                  <a:pt x="694277" y="54804"/>
                </a:cubicBezTo>
                <a:lnTo>
                  <a:pt x="694277" y="52395"/>
                </a:lnTo>
                <a:cubicBezTo>
                  <a:pt x="694277" y="46283"/>
                  <a:pt x="693303" y="42090"/>
                  <a:pt x="691356" y="39814"/>
                </a:cubicBezTo>
                <a:cubicBezTo>
                  <a:pt x="689408" y="37539"/>
                  <a:pt x="686576" y="36402"/>
                  <a:pt x="682860" y="36402"/>
                </a:cubicBezTo>
                <a:cubicBezTo>
                  <a:pt x="680039" y="36402"/>
                  <a:pt x="677800" y="37163"/>
                  <a:pt x="676143" y="38685"/>
                </a:cubicBezTo>
                <a:cubicBezTo>
                  <a:pt x="674442" y="40208"/>
                  <a:pt x="673591" y="41954"/>
                  <a:pt x="673591" y="43924"/>
                </a:cubicBezTo>
                <a:lnTo>
                  <a:pt x="673726" y="47819"/>
                </a:lnTo>
                <a:cubicBezTo>
                  <a:pt x="673726" y="49879"/>
                  <a:pt x="673199" y="51468"/>
                  <a:pt x="672147" y="52588"/>
                </a:cubicBezTo>
                <a:cubicBezTo>
                  <a:pt x="671095" y="53707"/>
                  <a:pt x="669718" y="54267"/>
                  <a:pt x="668017" y="54267"/>
                </a:cubicBezTo>
                <a:cubicBezTo>
                  <a:pt x="666360" y="54267"/>
                  <a:pt x="665006" y="53683"/>
                  <a:pt x="663953" y="52516"/>
                </a:cubicBezTo>
                <a:cubicBezTo>
                  <a:pt x="662901" y="51348"/>
                  <a:pt x="662375" y="49754"/>
                  <a:pt x="662375" y="47733"/>
                </a:cubicBezTo>
                <a:cubicBezTo>
                  <a:pt x="662375" y="43870"/>
                  <a:pt x="664345" y="40322"/>
                  <a:pt x="668285" y="37088"/>
                </a:cubicBezTo>
                <a:cubicBezTo>
                  <a:pt x="672226" y="33855"/>
                  <a:pt x="677755" y="32238"/>
                  <a:pt x="684874" y="32238"/>
                </a:cubicBezTo>
                <a:cubicBezTo>
                  <a:pt x="690337" y="32238"/>
                  <a:pt x="694814" y="33154"/>
                  <a:pt x="698307" y="34987"/>
                </a:cubicBezTo>
                <a:cubicBezTo>
                  <a:pt x="700948" y="36374"/>
                  <a:pt x="702896" y="38543"/>
                  <a:pt x="704150" y="41496"/>
                </a:cubicBezTo>
                <a:cubicBezTo>
                  <a:pt x="704956" y="43418"/>
                  <a:pt x="705359" y="47353"/>
                  <a:pt x="705359" y="53301"/>
                </a:cubicBezTo>
                <a:lnTo>
                  <a:pt x="705359" y="74164"/>
                </a:lnTo>
                <a:cubicBezTo>
                  <a:pt x="705359" y="80022"/>
                  <a:pt x="705471" y="83611"/>
                  <a:pt x="705695" y="84930"/>
                </a:cubicBezTo>
                <a:cubicBezTo>
                  <a:pt x="705918" y="86250"/>
                  <a:pt x="706288" y="87134"/>
                  <a:pt x="706803" y="87581"/>
                </a:cubicBezTo>
                <a:cubicBezTo>
                  <a:pt x="707318" y="88028"/>
                  <a:pt x="707911" y="88251"/>
                  <a:pt x="708583" y="88251"/>
                </a:cubicBezTo>
                <a:cubicBezTo>
                  <a:pt x="709299" y="88251"/>
                  <a:pt x="709926" y="88094"/>
                  <a:pt x="710463" y="87781"/>
                </a:cubicBezTo>
                <a:cubicBezTo>
                  <a:pt x="711403" y="87199"/>
                  <a:pt x="713217" y="85564"/>
                  <a:pt x="715903" y="82878"/>
                </a:cubicBezTo>
                <a:lnTo>
                  <a:pt x="715903" y="86639"/>
                </a:lnTo>
                <a:cubicBezTo>
                  <a:pt x="710888" y="93355"/>
                  <a:pt x="706098" y="96713"/>
                  <a:pt x="701531" y="96713"/>
                </a:cubicBezTo>
                <a:cubicBezTo>
                  <a:pt x="699337" y="96713"/>
                  <a:pt x="697590" y="95958"/>
                  <a:pt x="696292" y="94446"/>
                </a:cubicBezTo>
                <a:cubicBezTo>
                  <a:pt x="694993" y="92934"/>
                  <a:pt x="694322" y="90355"/>
                  <a:pt x="694277" y="86710"/>
                </a:cubicBezTo>
                <a:moveTo>
                  <a:pt x="694277" y="82355"/>
                </a:moveTo>
                <a:lnTo>
                  <a:pt x="694277" y="58968"/>
                </a:lnTo>
                <a:cubicBezTo>
                  <a:pt x="687516" y="61649"/>
                  <a:pt x="683151" y="63548"/>
                  <a:pt x="681180" y="64664"/>
                </a:cubicBezTo>
                <a:cubicBezTo>
                  <a:pt x="677643" y="66630"/>
                  <a:pt x="675114" y="68686"/>
                  <a:pt x="673591" y="70831"/>
                </a:cubicBezTo>
                <a:cubicBezTo>
                  <a:pt x="672069" y="72974"/>
                  <a:pt x="671308" y="75319"/>
                  <a:pt x="671308" y="77866"/>
                </a:cubicBezTo>
                <a:cubicBezTo>
                  <a:pt x="671308" y="81083"/>
                  <a:pt x="672270" y="83752"/>
                  <a:pt x="674196" y="85875"/>
                </a:cubicBezTo>
                <a:cubicBezTo>
                  <a:pt x="676121" y="87996"/>
                  <a:pt x="678337" y="89057"/>
                  <a:pt x="680845" y="89057"/>
                </a:cubicBezTo>
                <a:cubicBezTo>
                  <a:pt x="684248" y="89057"/>
                  <a:pt x="688725" y="86823"/>
                  <a:pt x="694277" y="82355"/>
                </a:cubicBezTo>
                <a:close/>
                <a:moveTo>
                  <a:pt x="715921" y="39894"/>
                </a:moveTo>
                <a:lnTo>
                  <a:pt x="734860" y="32372"/>
                </a:lnTo>
                <a:lnTo>
                  <a:pt x="737412" y="32372"/>
                </a:lnTo>
                <a:lnTo>
                  <a:pt x="737412" y="46812"/>
                </a:lnTo>
                <a:cubicBezTo>
                  <a:pt x="740591" y="41419"/>
                  <a:pt x="743782" y="37642"/>
                  <a:pt x="746983" y="35480"/>
                </a:cubicBezTo>
                <a:cubicBezTo>
                  <a:pt x="750184" y="33319"/>
                  <a:pt x="753554" y="32238"/>
                  <a:pt x="757091" y="32238"/>
                </a:cubicBezTo>
                <a:cubicBezTo>
                  <a:pt x="763270" y="32238"/>
                  <a:pt x="768419" y="34653"/>
                  <a:pt x="772538" y="39483"/>
                </a:cubicBezTo>
                <a:cubicBezTo>
                  <a:pt x="777598" y="45387"/>
                  <a:pt x="780127" y="53081"/>
                  <a:pt x="780127" y="62563"/>
                </a:cubicBezTo>
                <a:cubicBezTo>
                  <a:pt x="780127" y="73164"/>
                  <a:pt x="777083" y="81931"/>
                  <a:pt x="770993" y="88864"/>
                </a:cubicBezTo>
                <a:cubicBezTo>
                  <a:pt x="765979" y="94544"/>
                  <a:pt x="759665" y="97385"/>
                  <a:pt x="752054" y="97385"/>
                </a:cubicBezTo>
                <a:cubicBezTo>
                  <a:pt x="748740" y="97385"/>
                  <a:pt x="745875" y="96915"/>
                  <a:pt x="743457" y="95974"/>
                </a:cubicBezTo>
                <a:cubicBezTo>
                  <a:pt x="741666" y="95303"/>
                  <a:pt x="739651" y="93960"/>
                  <a:pt x="737412" y="91945"/>
                </a:cubicBezTo>
                <a:lnTo>
                  <a:pt x="737412" y="110683"/>
                </a:lnTo>
                <a:cubicBezTo>
                  <a:pt x="737412" y="114916"/>
                  <a:pt x="737670" y="117606"/>
                  <a:pt x="738185" y="118755"/>
                </a:cubicBezTo>
                <a:cubicBezTo>
                  <a:pt x="738700" y="119904"/>
                  <a:pt x="739595" y="120815"/>
                  <a:pt x="740871" y="121490"/>
                </a:cubicBezTo>
                <a:cubicBezTo>
                  <a:pt x="742147" y="122165"/>
                  <a:pt x="744464" y="122503"/>
                  <a:pt x="747823" y="122503"/>
                </a:cubicBezTo>
                <a:lnTo>
                  <a:pt x="747823" y="124921"/>
                </a:lnTo>
                <a:lnTo>
                  <a:pt x="715585" y="124921"/>
                </a:lnTo>
                <a:lnTo>
                  <a:pt x="715585" y="122503"/>
                </a:lnTo>
                <a:lnTo>
                  <a:pt x="717264" y="122503"/>
                </a:lnTo>
                <a:cubicBezTo>
                  <a:pt x="719727" y="122548"/>
                  <a:pt x="721831" y="122075"/>
                  <a:pt x="723577" y="121085"/>
                </a:cubicBezTo>
                <a:cubicBezTo>
                  <a:pt x="724428" y="120589"/>
                  <a:pt x="725088" y="119790"/>
                  <a:pt x="725558" y="118688"/>
                </a:cubicBezTo>
                <a:cubicBezTo>
                  <a:pt x="726029" y="117585"/>
                  <a:pt x="726264" y="114783"/>
                  <a:pt x="726264" y="110280"/>
                </a:cubicBezTo>
                <a:lnTo>
                  <a:pt x="726264" y="51983"/>
                </a:lnTo>
                <a:cubicBezTo>
                  <a:pt x="726264" y="47972"/>
                  <a:pt x="726085" y="45425"/>
                  <a:pt x="725726" y="44344"/>
                </a:cubicBezTo>
                <a:cubicBezTo>
                  <a:pt x="725368" y="43261"/>
                  <a:pt x="724797" y="42450"/>
                  <a:pt x="724014" y="41911"/>
                </a:cubicBezTo>
                <a:cubicBezTo>
                  <a:pt x="723230" y="41372"/>
                  <a:pt x="722167" y="41103"/>
                  <a:pt x="720823" y="41103"/>
                </a:cubicBezTo>
                <a:cubicBezTo>
                  <a:pt x="719749" y="41103"/>
                  <a:pt x="718383" y="41417"/>
                  <a:pt x="716727" y="42043"/>
                </a:cubicBezTo>
                <a:lnTo>
                  <a:pt x="715921" y="39894"/>
                </a:lnTo>
                <a:moveTo>
                  <a:pt x="737412" y="50774"/>
                </a:moveTo>
                <a:lnTo>
                  <a:pt x="737412" y="73744"/>
                </a:lnTo>
                <a:cubicBezTo>
                  <a:pt x="737412" y="78714"/>
                  <a:pt x="737614" y="81982"/>
                  <a:pt x="738017" y="83549"/>
                </a:cubicBezTo>
                <a:cubicBezTo>
                  <a:pt x="738644" y="86146"/>
                  <a:pt x="740177" y="88430"/>
                  <a:pt x="742618" y="90400"/>
                </a:cubicBezTo>
                <a:cubicBezTo>
                  <a:pt x="745058" y="92370"/>
                  <a:pt x="748136" y="93355"/>
                  <a:pt x="751852" y="93355"/>
                </a:cubicBezTo>
                <a:cubicBezTo>
                  <a:pt x="756330" y="93355"/>
                  <a:pt x="759957" y="91609"/>
                  <a:pt x="762733" y="88116"/>
                </a:cubicBezTo>
                <a:cubicBezTo>
                  <a:pt x="766359" y="83549"/>
                  <a:pt x="768173" y="77124"/>
                  <a:pt x="768173" y="68841"/>
                </a:cubicBezTo>
                <a:cubicBezTo>
                  <a:pt x="768173" y="59438"/>
                  <a:pt x="766113" y="52207"/>
                  <a:pt x="761994" y="47148"/>
                </a:cubicBezTo>
                <a:cubicBezTo>
                  <a:pt x="759128" y="43655"/>
                  <a:pt x="755725" y="41909"/>
                  <a:pt x="751785" y="41909"/>
                </a:cubicBezTo>
                <a:cubicBezTo>
                  <a:pt x="749636" y="41909"/>
                  <a:pt x="747509" y="42446"/>
                  <a:pt x="745405" y="43521"/>
                </a:cubicBezTo>
                <a:cubicBezTo>
                  <a:pt x="743793" y="44327"/>
                  <a:pt x="741129" y="46745"/>
                  <a:pt x="737412" y="50774"/>
                </a:cubicBezTo>
                <a:close/>
                <a:moveTo>
                  <a:pt x="799470" y="57222"/>
                </a:moveTo>
                <a:cubicBezTo>
                  <a:pt x="799425" y="66314"/>
                  <a:pt x="801642" y="73445"/>
                  <a:pt x="806119" y="78615"/>
                </a:cubicBezTo>
                <a:cubicBezTo>
                  <a:pt x="810597" y="83785"/>
                  <a:pt x="815858" y="86370"/>
                  <a:pt x="821902" y="86370"/>
                </a:cubicBezTo>
                <a:cubicBezTo>
                  <a:pt x="825932" y="86370"/>
                  <a:pt x="829435" y="85257"/>
                  <a:pt x="832413" y="83031"/>
                </a:cubicBezTo>
                <a:cubicBezTo>
                  <a:pt x="835390" y="80805"/>
                  <a:pt x="837887" y="76993"/>
                  <a:pt x="839902" y="71595"/>
                </a:cubicBezTo>
                <a:lnTo>
                  <a:pt x="841984" y="72944"/>
                </a:lnTo>
                <a:cubicBezTo>
                  <a:pt x="841043" y="79110"/>
                  <a:pt x="838312" y="84726"/>
                  <a:pt x="833790" y="89789"/>
                </a:cubicBezTo>
                <a:cubicBezTo>
                  <a:pt x="829268" y="94853"/>
                  <a:pt x="823604" y="97385"/>
                  <a:pt x="816798" y="97385"/>
                </a:cubicBezTo>
                <a:cubicBezTo>
                  <a:pt x="809410" y="97385"/>
                  <a:pt x="803086" y="94514"/>
                  <a:pt x="797825" y="88773"/>
                </a:cubicBezTo>
                <a:cubicBezTo>
                  <a:pt x="792564" y="83031"/>
                  <a:pt x="789933" y="75312"/>
                  <a:pt x="789933" y="65615"/>
                </a:cubicBezTo>
                <a:cubicBezTo>
                  <a:pt x="789933" y="55115"/>
                  <a:pt x="792631" y="46928"/>
                  <a:pt x="798026" y="41053"/>
                </a:cubicBezTo>
                <a:cubicBezTo>
                  <a:pt x="803421" y="35176"/>
                  <a:pt x="810194" y="32238"/>
                  <a:pt x="818343" y="32238"/>
                </a:cubicBezTo>
                <a:cubicBezTo>
                  <a:pt x="825238" y="32238"/>
                  <a:pt x="830902" y="34504"/>
                  <a:pt x="835335" y="39038"/>
                </a:cubicBezTo>
                <a:cubicBezTo>
                  <a:pt x="839767" y="43570"/>
                  <a:pt x="841984" y="49631"/>
                  <a:pt x="841984" y="57222"/>
                </a:cubicBezTo>
                <a:lnTo>
                  <a:pt x="799470" y="57222"/>
                </a:lnTo>
                <a:moveTo>
                  <a:pt x="799470" y="53327"/>
                </a:moveTo>
                <a:lnTo>
                  <a:pt x="827947" y="53327"/>
                </a:lnTo>
                <a:cubicBezTo>
                  <a:pt x="827723" y="49419"/>
                  <a:pt x="827253" y="46666"/>
                  <a:pt x="826536" y="45068"/>
                </a:cubicBezTo>
                <a:cubicBezTo>
                  <a:pt x="825417" y="42580"/>
                  <a:pt x="823749" y="40626"/>
                  <a:pt x="821533" y="39206"/>
                </a:cubicBezTo>
                <a:cubicBezTo>
                  <a:pt x="819316" y="37784"/>
                  <a:pt x="816999" y="37073"/>
                  <a:pt x="814581" y="37073"/>
                </a:cubicBezTo>
                <a:cubicBezTo>
                  <a:pt x="810865" y="37073"/>
                  <a:pt x="807541" y="38505"/>
                  <a:pt x="804608" y="41370"/>
                </a:cubicBezTo>
                <a:cubicBezTo>
                  <a:pt x="801675" y="44234"/>
                  <a:pt x="799963" y="48219"/>
                  <a:pt x="799470" y="53327"/>
                </a:cubicBezTo>
                <a:close/>
                <a:moveTo>
                  <a:pt x="868060" y="32238"/>
                </a:moveTo>
                <a:lnTo>
                  <a:pt x="868060" y="46073"/>
                </a:lnTo>
                <a:cubicBezTo>
                  <a:pt x="873209" y="36850"/>
                  <a:pt x="878493" y="32238"/>
                  <a:pt x="883911" y="32238"/>
                </a:cubicBezTo>
                <a:cubicBezTo>
                  <a:pt x="886373" y="32238"/>
                  <a:pt x="888410" y="32988"/>
                  <a:pt x="890022" y="34488"/>
                </a:cubicBezTo>
                <a:cubicBezTo>
                  <a:pt x="891634" y="35988"/>
                  <a:pt x="892440" y="37723"/>
                  <a:pt x="892440" y="39693"/>
                </a:cubicBezTo>
                <a:cubicBezTo>
                  <a:pt x="892440" y="41439"/>
                  <a:pt x="891858" y="42916"/>
                  <a:pt x="890694" y="44125"/>
                </a:cubicBezTo>
                <a:cubicBezTo>
                  <a:pt x="889530" y="45334"/>
                  <a:pt x="888142" y="45939"/>
                  <a:pt x="886530" y="45939"/>
                </a:cubicBezTo>
                <a:cubicBezTo>
                  <a:pt x="884963" y="45939"/>
                  <a:pt x="883205" y="45178"/>
                  <a:pt x="881258" y="43655"/>
                </a:cubicBezTo>
                <a:cubicBezTo>
                  <a:pt x="879310" y="42133"/>
                  <a:pt x="877866" y="41372"/>
                  <a:pt x="876926" y="41372"/>
                </a:cubicBezTo>
                <a:cubicBezTo>
                  <a:pt x="876120" y="41372"/>
                  <a:pt x="875247" y="41816"/>
                  <a:pt x="874306" y="42705"/>
                </a:cubicBezTo>
                <a:cubicBezTo>
                  <a:pt x="872292" y="44528"/>
                  <a:pt x="870210" y="47528"/>
                  <a:pt x="868060" y="51706"/>
                </a:cubicBezTo>
                <a:lnTo>
                  <a:pt x="868060" y="81132"/>
                </a:lnTo>
                <a:cubicBezTo>
                  <a:pt x="868060" y="84537"/>
                  <a:pt x="868486" y="87113"/>
                  <a:pt x="869336" y="88859"/>
                </a:cubicBezTo>
                <a:cubicBezTo>
                  <a:pt x="869919" y="90070"/>
                  <a:pt x="870948" y="91077"/>
                  <a:pt x="872426" y="91882"/>
                </a:cubicBezTo>
                <a:cubicBezTo>
                  <a:pt x="873903" y="92685"/>
                  <a:pt x="876030" y="93086"/>
                  <a:pt x="878806" y="93086"/>
                </a:cubicBezTo>
                <a:lnTo>
                  <a:pt x="878806" y="95504"/>
                </a:lnTo>
                <a:lnTo>
                  <a:pt x="847307" y="95504"/>
                </a:lnTo>
                <a:lnTo>
                  <a:pt x="847307" y="93086"/>
                </a:lnTo>
                <a:cubicBezTo>
                  <a:pt x="850442" y="93086"/>
                  <a:pt x="852770" y="92588"/>
                  <a:pt x="854292" y="91592"/>
                </a:cubicBezTo>
                <a:cubicBezTo>
                  <a:pt x="855412" y="90867"/>
                  <a:pt x="856195" y="89712"/>
                  <a:pt x="856643" y="88127"/>
                </a:cubicBezTo>
                <a:cubicBezTo>
                  <a:pt x="856867" y="87356"/>
                  <a:pt x="856979" y="85159"/>
                  <a:pt x="856979" y="81535"/>
                </a:cubicBezTo>
                <a:lnTo>
                  <a:pt x="856979" y="57894"/>
                </a:lnTo>
                <a:cubicBezTo>
                  <a:pt x="856979" y="50730"/>
                  <a:pt x="856833" y="46465"/>
                  <a:pt x="856542" y="45099"/>
                </a:cubicBezTo>
                <a:cubicBezTo>
                  <a:pt x="856251" y="43734"/>
                  <a:pt x="855714" y="42737"/>
                  <a:pt x="854930" y="42111"/>
                </a:cubicBezTo>
                <a:cubicBezTo>
                  <a:pt x="854147" y="41484"/>
                  <a:pt x="853173" y="41170"/>
                  <a:pt x="852009" y="41170"/>
                </a:cubicBezTo>
                <a:cubicBezTo>
                  <a:pt x="850621" y="41170"/>
                  <a:pt x="849054" y="41506"/>
                  <a:pt x="847307" y="42178"/>
                </a:cubicBezTo>
                <a:lnTo>
                  <a:pt x="846636" y="39760"/>
                </a:lnTo>
                <a:lnTo>
                  <a:pt x="865240" y="32238"/>
                </a:lnTo>
                <a:lnTo>
                  <a:pt x="868060" y="32238"/>
                </a:lnTo>
                <a:close/>
                <a:moveTo>
                  <a:pt x="935624" y="32238"/>
                </a:moveTo>
                <a:lnTo>
                  <a:pt x="935624" y="53192"/>
                </a:lnTo>
                <a:lnTo>
                  <a:pt x="933408" y="53192"/>
                </a:lnTo>
                <a:cubicBezTo>
                  <a:pt x="931706" y="46637"/>
                  <a:pt x="929523" y="42178"/>
                  <a:pt x="926859" y="39814"/>
                </a:cubicBezTo>
                <a:cubicBezTo>
                  <a:pt x="924195" y="37450"/>
                  <a:pt x="920804" y="36267"/>
                  <a:pt x="916684" y="36267"/>
                </a:cubicBezTo>
                <a:cubicBezTo>
                  <a:pt x="913550" y="36267"/>
                  <a:pt x="911020" y="37093"/>
                  <a:pt x="909095" y="38744"/>
                </a:cubicBezTo>
                <a:cubicBezTo>
                  <a:pt x="907170" y="40395"/>
                  <a:pt x="906207" y="42225"/>
                  <a:pt x="906207" y="44232"/>
                </a:cubicBezTo>
                <a:cubicBezTo>
                  <a:pt x="906207" y="46730"/>
                  <a:pt x="906923" y="48872"/>
                  <a:pt x="908356" y="50657"/>
                </a:cubicBezTo>
                <a:cubicBezTo>
                  <a:pt x="909744" y="52486"/>
                  <a:pt x="912565" y="54426"/>
                  <a:pt x="916819" y="56479"/>
                </a:cubicBezTo>
                <a:lnTo>
                  <a:pt x="926624" y="61231"/>
                </a:lnTo>
                <a:cubicBezTo>
                  <a:pt x="935714" y="65658"/>
                  <a:pt x="940258" y="71493"/>
                  <a:pt x="940258" y="78737"/>
                </a:cubicBezTo>
                <a:cubicBezTo>
                  <a:pt x="940258" y="84327"/>
                  <a:pt x="938143" y="88832"/>
                  <a:pt x="933911" y="92253"/>
                </a:cubicBezTo>
                <a:cubicBezTo>
                  <a:pt x="929680" y="95674"/>
                  <a:pt x="924945" y="97385"/>
                  <a:pt x="919707" y="97385"/>
                </a:cubicBezTo>
                <a:cubicBezTo>
                  <a:pt x="915946" y="97385"/>
                  <a:pt x="911647" y="96747"/>
                  <a:pt x="906812" y="95471"/>
                </a:cubicBezTo>
                <a:cubicBezTo>
                  <a:pt x="905334" y="95045"/>
                  <a:pt x="904125" y="94833"/>
                  <a:pt x="903185" y="94833"/>
                </a:cubicBezTo>
                <a:cubicBezTo>
                  <a:pt x="902155" y="94833"/>
                  <a:pt x="901349" y="95370"/>
                  <a:pt x="900767" y="96445"/>
                </a:cubicBezTo>
                <a:lnTo>
                  <a:pt x="898551" y="96445"/>
                </a:lnTo>
                <a:lnTo>
                  <a:pt x="898551" y="74415"/>
                </a:lnTo>
                <a:lnTo>
                  <a:pt x="900767" y="74415"/>
                </a:lnTo>
                <a:cubicBezTo>
                  <a:pt x="902021" y="80684"/>
                  <a:pt x="904416" y="85408"/>
                  <a:pt x="907953" y="88587"/>
                </a:cubicBezTo>
                <a:cubicBezTo>
                  <a:pt x="911490" y="91766"/>
                  <a:pt x="915453" y="93355"/>
                  <a:pt x="919841" y="93355"/>
                </a:cubicBezTo>
                <a:cubicBezTo>
                  <a:pt x="922930" y="93355"/>
                  <a:pt x="925449" y="92453"/>
                  <a:pt x="927397" y="90650"/>
                </a:cubicBezTo>
                <a:cubicBezTo>
                  <a:pt x="929344" y="88845"/>
                  <a:pt x="930318" y="86673"/>
                  <a:pt x="930318" y="84133"/>
                </a:cubicBezTo>
                <a:cubicBezTo>
                  <a:pt x="930318" y="81059"/>
                  <a:pt x="929232" y="78475"/>
                  <a:pt x="927061" y="76382"/>
                </a:cubicBezTo>
                <a:cubicBezTo>
                  <a:pt x="924889" y="74287"/>
                  <a:pt x="920557" y="71642"/>
                  <a:pt x="914065" y="68446"/>
                </a:cubicBezTo>
                <a:cubicBezTo>
                  <a:pt x="907573" y="65249"/>
                  <a:pt x="903319" y="62350"/>
                  <a:pt x="901304" y="59749"/>
                </a:cubicBezTo>
                <a:cubicBezTo>
                  <a:pt x="899289" y="57193"/>
                  <a:pt x="898282" y="53964"/>
                  <a:pt x="898282" y="50063"/>
                </a:cubicBezTo>
                <a:cubicBezTo>
                  <a:pt x="898282" y="44995"/>
                  <a:pt x="900017" y="40758"/>
                  <a:pt x="903487" y="37350"/>
                </a:cubicBezTo>
                <a:cubicBezTo>
                  <a:pt x="906957" y="33942"/>
                  <a:pt x="911446" y="32238"/>
                  <a:pt x="916953" y="32238"/>
                </a:cubicBezTo>
                <a:cubicBezTo>
                  <a:pt x="919371" y="32238"/>
                  <a:pt x="922304" y="32753"/>
                  <a:pt x="925751" y="33782"/>
                </a:cubicBezTo>
                <a:cubicBezTo>
                  <a:pt x="928035" y="34454"/>
                  <a:pt x="929557" y="34790"/>
                  <a:pt x="930318" y="34790"/>
                </a:cubicBezTo>
                <a:cubicBezTo>
                  <a:pt x="931035" y="34790"/>
                  <a:pt x="931594" y="34633"/>
                  <a:pt x="931997" y="34320"/>
                </a:cubicBezTo>
                <a:cubicBezTo>
                  <a:pt x="932400" y="34006"/>
                  <a:pt x="932870" y="33312"/>
                  <a:pt x="933408" y="32238"/>
                </a:cubicBezTo>
                <a:lnTo>
                  <a:pt x="935624" y="32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1037">
            <a:extLst xmlns:a="http://schemas.openxmlformats.org/drawingml/2006/main">
              <a:ext uri="{FF2B5EF4-FFF2-40B4-BE49-F238E27FC236}">
                <a16:creationId xmlns:a16="http://schemas.microsoft.com/office/drawing/2014/main" id="{F39441D6-AD14-4078-A1F6-A460E4BF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744" y="1124227"/>
            <a:ext cx="279260" cy="94967"/>
          </a:xfrm>
          <a:custGeom xmlns:a="http://schemas.openxmlformats.org/drawingml/2006/main">
            <a:pathLst>
              <a:path w="279260" h="94967">
                <a:moveTo>
                  <a:pt x="57961" y="0"/>
                </a:moveTo>
                <a:lnTo>
                  <a:pt x="35730" y="76430"/>
                </a:lnTo>
                <a:cubicBezTo>
                  <a:pt x="34566" y="80435"/>
                  <a:pt x="33984" y="82976"/>
                  <a:pt x="33984" y="84055"/>
                </a:cubicBezTo>
                <a:cubicBezTo>
                  <a:pt x="33984" y="85135"/>
                  <a:pt x="34398" y="86249"/>
                  <a:pt x="35226" y="87397"/>
                </a:cubicBezTo>
                <a:cubicBezTo>
                  <a:pt x="36055" y="88544"/>
                  <a:pt x="36950" y="89286"/>
                  <a:pt x="37913" y="89623"/>
                </a:cubicBezTo>
                <a:cubicBezTo>
                  <a:pt x="38876" y="89961"/>
                  <a:pt x="41775" y="90264"/>
                  <a:pt x="46610" y="90534"/>
                </a:cubicBezTo>
                <a:lnTo>
                  <a:pt x="45872" y="92952"/>
                </a:lnTo>
                <a:lnTo>
                  <a:pt x="0" y="92952"/>
                </a:lnTo>
                <a:lnTo>
                  <a:pt x="739" y="90534"/>
                </a:lnTo>
                <a:cubicBezTo>
                  <a:pt x="5306" y="90445"/>
                  <a:pt x="8485" y="90063"/>
                  <a:pt x="10276" y="89388"/>
                </a:cubicBezTo>
                <a:cubicBezTo>
                  <a:pt x="12067" y="88713"/>
                  <a:pt x="13533" y="87610"/>
                  <a:pt x="14675" y="86081"/>
                </a:cubicBezTo>
                <a:cubicBezTo>
                  <a:pt x="15817" y="84551"/>
                  <a:pt x="17104" y="81335"/>
                  <a:pt x="18537" y="76430"/>
                </a:cubicBezTo>
                <a:lnTo>
                  <a:pt x="31700" y="31025"/>
                </a:lnTo>
                <a:cubicBezTo>
                  <a:pt x="33715" y="24131"/>
                  <a:pt x="34768" y="20483"/>
                  <a:pt x="34857" y="20081"/>
                </a:cubicBezTo>
                <a:cubicBezTo>
                  <a:pt x="35126" y="18917"/>
                  <a:pt x="35260" y="17820"/>
                  <a:pt x="35260" y="16790"/>
                </a:cubicBezTo>
                <a:cubicBezTo>
                  <a:pt x="35260" y="14820"/>
                  <a:pt x="34644" y="13253"/>
                  <a:pt x="33413" y="12089"/>
                </a:cubicBezTo>
                <a:cubicBezTo>
                  <a:pt x="32182" y="10925"/>
                  <a:pt x="30424" y="10343"/>
                  <a:pt x="28141" y="10343"/>
                </a:cubicBezTo>
                <a:cubicBezTo>
                  <a:pt x="27021" y="10343"/>
                  <a:pt x="24805" y="10522"/>
                  <a:pt x="21492" y="10880"/>
                </a:cubicBezTo>
                <a:lnTo>
                  <a:pt x="20955" y="8328"/>
                </a:lnTo>
                <a:lnTo>
                  <a:pt x="55140" y="0"/>
                </a:lnTo>
                <a:lnTo>
                  <a:pt x="57961" y="0"/>
                </a:lnTo>
                <a:close/>
                <a:moveTo>
                  <a:pt x="114243" y="0"/>
                </a:moveTo>
                <a:cubicBezTo>
                  <a:pt x="118586" y="0"/>
                  <a:pt x="122302" y="1265"/>
                  <a:pt x="125392" y="3795"/>
                </a:cubicBezTo>
                <a:cubicBezTo>
                  <a:pt x="128481" y="6324"/>
                  <a:pt x="130709" y="9694"/>
                  <a:pt x="132074" y="13903"/>
                </a:cubicBezTo>
                <a:cubicBezTo>
                  <a:pt x="133440" y="18111"/>
                  <a:pt x="134123" y="22275"/>
                  <a:pt x="134123" y="26395"/>
                </a:cubicBezTo>
                <a:cubicBezTo>
                  <a:pt x="134123" y="33514"/>
                  <a:pt x="133194" y="40857"/>
                  <a:pt x="131335" y="48424"/>
                </a:cubicBezTo>
                <a:cubicBezTo>
                  <a:pt x="129477" y="55991"/>
                  <a:pt x="126891" y="62953"/>
                  <a:pt x="123578" y="69311"/>
                </a:cubicBezTo>
                <a:cubicBezTo>
                  <a:pt x="120265" y="75669"/>
                  <a:pt x="116593" y="80997"/>
                  <a:pt x="112564" y="85296"/>
                </a:cubicBezTo>
                <a:cubicBezTo>
                  <a:pt x="110011" y="87982"/>
                  <a:pt x="106911" y="90243"/>
                  <a:pt x="103262" y="92079"/>
                </a:cubicBezTo>
                <a:cubicBezTo>
                  <a:pt x="99613" y="93915"/>
                  <a:pt x="95885" y="94833"/>
                  <a:pt x="92079" y="94833"/>
                </a:cubicBezTo>
                <a:cubicBezTo>
                  <a:pt x="88542" y="94833"/>
                  <a:pt x="85329" y="93758"/>
                  <a:pt x="82441" y="91609"/>
                </a:cubicBezTo>
                <a:cubicBezTo>
                  <a:pt x="79554" y="89460"/>
                  <a:pt x="77281" y="86325"/>
                  <a:pt x="75625" y="82206"/>
                </a:cubicBezTo>
                <a:cubicBezTo>
                  <a:pt x="73968" y="78087"/>
                  <a:pt x="73140" y="73677"/>
                  <a:pt x="73140" y="68975"/>
                </a:cubicBezTo>
                <a:cubicBezTo>
                  <a:pt x="73140" y="58677"/>
                  <a:pt x="74998" y="48357"/>
                  <a:pt x="78714" y="38014"/>
                </a:cubicBezTo>
                <a:cubicBezTo>
                  <a:pt x="81803" y="29417"/>
                  <a:pt x="85643" y="21996"/>
                  <a:pt x="90232" y="15749"/>
                </a:cubicBezTo>
                <a:cubicBezTo>
                  <a:pt x="94822" y="9503"/>
                  <a:pt x="99008" y="5317"/>
                  <a:pt x="102792" y="3190"/>
                </a:cubicBezTo>
                <a:cubicBezTo>
                  <a:pt x="106575" y="1063"/>
                  <a:pt x="110392" y="0"/>
                  <a:pt x="114243" y="0"/>
                </a:cubicBezTo>
                <a:moveTo>
                  <a:pt x="114713" y="4567"/>
                </a:moveTo>
                <a:cubicBezTo>
                  <a:pt x="113370" y="4567"/>
                  <a:pt x="112205" y="4824"/>
                  <a:pt x="111220" y="5339"/>
                </a:cubicBezTo>
                <a:cubicBezTo>
                  <a:pt x="110235" y="5853"/>
                  <a:pt x="109172" y="6893"/>
                  <a:pt x="108030" y="8460"/>
                </a:cubicBezTo>
                <a:cubicBezTo>
                  <a:pt x="106888" y="10026"/>
                  <a:pt x="105467" y="13359"/>
                  <a:pt x="103765" y="18459"/>
                </a:cubicBezTo>
                <a:cubicBezTo>
                  <a:pt x="100586" y="27765"/>
                  <a:pt x="97072" y="39129"/>
                  <a:pt x="93221" y="52550"/>
                </a:cubicBezTo>
                <a:cubicBezTo>
                  <a:pt x="90266" y="62885"/>
                  <a:pt x="88497" y="69506"/>
                  <a:pt x="87915" y="72415"/>
                </a:cubicBezTo>
                <a:cubicBezTo>
                  <a:pt x="87064" y="76575"/>
                  <a:pt x="86639" y="80221"/>
                  <a:pt x="86639" y="83354"/>
                </a:cubicBezTo>
                <a:cubicBezTo>
                  <a:pt x="86639" y="85545"/>
                  <a:pt x="87232" y="87268"/>
                  <a:pt x="88419" y="88522"/>
                </a:cubicBezTo>
                <a:cubicBezTo>
                  <a:pt x="89605" y="89774"/>
                  <a:pt x="91072" y="90400"/>
                  <a:pt x="92818" y="90400"/>
                </a:cubicBezTo>
                <a:cubicBezTo>
                  <a:pt x="94654" y="90400"/>
                  <a:pt x="96154" y="89908"/>
                  <a:pt x="97318" y="88925"/>
                </a:cubicBezTo>
                <a:cubicBezTo>
                  <a:pt x="99691" y="86911"/>
                  <a:pt x="101661" y="83510"/>
                  <a:pt x="103228" y="78722"/>
                </a:cubicBezTo>
                <a:cubicBezTo>
                  <a:pt x="106900" y="67494"/>
                  <a:pt x="111534" y="52037"/>
                  <a:pt x="117131" y="32351"/>
                </a:cubicBezTo>
                <a:cubicBezTo>
                  <a:pt x="119593" y="23672"/>
                  <a:pt x="120825" y="16849"/>
                  <a:pt x="120825" y="11881"/>
                </a:cubicBezTo>
                <a:cubicBezTo>
                  <a:pt x="120825" y="9601"/>
                  <a:pt x="120231" y="7812"/>
                  <a:pt x="119045" y="6515"/>
                </a:cubicBezTo>
                <a:cubicBezTo>
                  <a:pt x="117858" y="5216"/>
                  <a:pt x="116414" y="4567"/>
                  <a:pt x="114713" y="4567"/>
                </a:cubicBezTo>
                <a:close/>
                <a:moveTo>
                  <a:pt x="151854" y="43521"/>
                </a:moveTo>
                <a:lnTo>
                  <a:pt x="152727" y="40566"/>
                </a:lnTo>
                <a:cubicBezTo>
                  <a:pt x="158950" y="39676"/>
                  <a:pt x="163965" y="38363"/>
                  <a:pt x="167771" y="36628"/>
                </a:cubicBezTo>
                <a:cubicBezTo>
                  <a:pt x="172875" y="34405"/>
                  <a:pt x="176592" y="31791"/>
                  <a:pt x="178920" y="28785"/>
                </a:cubicBezTo>
                <a:cubicBezTo>
                  <a:pt x="181248" y="25780"/>
                  <a:pt x="182412" y="22550"/>
                  <a:pt x="182412" y="19095"/>
                </a:cubicBezTo>
                <a:cubicBezTo>
                  <a:pt x="182412" y="16134"/>
                  <a:pt x="181360" y="13600"/>
                  <a:pt x="179256" y="11491"/>
                </a:cubicBezTo>
                <a:cubicBezTo>
                  <a:pt x="177151" y="9382"/>
                  <a:pt x="174532" y="8328"/>
                  <a:pt x="171398" y="8328"/>
                </a:cubicBezTo>
                <a:cubicBezTo>
                  <a:pt x="168935" y="8328"/>
                  <a:pt x="166652" y="8977"/>
                  <a:pt x="164547" y="10276"/>
                </a:cubicBezTo>
                <a:cubicBezTo>
                  <a:pt x="162443" y="11574"/>
                  <a:pt x="160159" y="13835"/>
                  <a:pt x="157697" y="17059"/>
                </a:cubicBezTo>
                <a:lnTo>
                  <a:pt x="155010" y="15716"/>
                </a:lnTo>
                <a:cubicBezTo>
                  <a:pt x="158771" y="10074"/>
                  <a:pt x="162543" y="6045"/>
                  <a:pt x="166327" y="3627"/>
                </a:cubicBezTo>
                <a:cubicBezTo>
                  <a:pt x="170110" y="1209"/>
                  <a:pt x="174353" y="0"/>
                  <a:pt x="179054" y="0"/>
                </a:cubicBezTo>
                <a:cubicBezTo>
                  <a:pt x="184964" y="0"/>
                  <a:pt x="189755" y="1671"/>
                  <a:pt x="193427" y="5012"/>
                </a:cubicBezTo>
                <a:cubicBezTo>
                  <a:pt x="197098" y="8352"/>
                  <a:pt x="198934" y="12354"/>
                  <a:pt x="198934" y="17017"/>
                </a:cubicBezTo>
                <a:cubicBezTo>
                  <a:pt x="198934" y="20694"/>
                  <a:pt x="198039" y="23901"/>
                  <a:pt x="196248" y="26636"/>
                </a:cubicBezTo>
                <a:cubicBezTo>
                  <a:pt x="194457" y="29371"/>
                  <a:pt x="191815" y="31748"/>
                  <a:pt x="188322" y="33766"/>
                </a:cubicBezTo>
                <a:cubicBezTo>
                  <a:pt x="185770" y="35245"/>
                  <a:pt x="181763" y="36747"/>
                  <a:pt x="176300" y="38272"/>
                </a:cubicBezTo>
                <a:cubicBezTo>
                  <a:pt x="181270" y="40424"/>
                  <a:pt x="184763" y="42845"/>
                  <a:pt x="186778" y="45536"/>
                </a:cubicBezTo>
                <a:cubicBezTo>
                  <a:pt x="189778" y="49526"/>
                  <a:pt x="191278" y="54346"/>
                  <a:pt x="191278" y="59995"/>
                </a:cubicBezTo>
                <a:cubicBezTo>
                  <a:pt x="191278" y="70577"/>
                  <a:pt x="186711" y="79320"/>
                  <a:pt x="177577" y="86223"/>
                </a:cubicBezTo>
                <a:cubicBezTo>
                  <a:pt x="169920" y="92052"/>
                  <a:pt x="161055" y="94967"/>
                  <a:pt x="150980" y="94967"/>
                </a:cubicBezTo>
                <a:cubicBezTo>
                  <a:pt x="145607" y="94967"/>
                  <a:pt x="141555" y="93955"/>
                  <a:pt x="138824" y="91932"/>
                </a:cubicBezTo>
                <a:cubicBezTo>
                  <a:pt x="136944" y="90539"/>
                  <a:pt x="136003" y="88695"/>
                  <a:pt x="136003" y="86402"/>
                </a:cubicBezTo>
                <a:cubicBezTo>
                  <a:pt x="136003" y="84332"/>
                  <a:pt x="136720" y="82623"/>
                  <a:pt x="138153" y="81274"/>
                </a:cubicBezTo>
                <a:cubicBezTo>
                  <a:pt x="139585" y="79926"/>
                  <a:pt x="141354" y="79251"/>
                  <a:pt x="143458" y="79251"/>
                </a:cubicBezTo>
                <a:cubicBezTo>
                  <a:pt x="144533" y="79251"/>
                  <a:pt x="145563" y="79476"/>
                  <a:pt x="146548" y="79927"/>
                </a:cubicBezTo>
                <a:cubicBezTo>
                  <a:pt x="148249" y="80649"/>
                  <a:pt x="150801" y="82172"/>
                  <a:pt x="154204" y="84496"/>
                </a:cubicBezTo>
                <a:cubicBezTo>
                  <a:pt x="157607" y="86820"/>
                  <a:pt x="160428" y="87982"/>
                  <a:pt x="162667" y="87982"/>
                </a:cubicBezTo>
                <a:cubicBezTo>
                  <a:pt x="165443" y="87982"/>
                  <a:pt x="167883" y="86570"/>
                  <a:pt x="169987" y="83745"/>
                </a:cubicBezTo>
                <a:cubicBezTo>
                  <a:pt x="173077" y="79574"/>
                  <a:pt x="174621" y="74350"/>
                  <a:pt x="174621" y="68073"/>
                </a:cubicBezTo>
                <a:cubicBezTo>
                  <a:pt x="174621" y="63184"/>
                  <a:pt x="173636" y="58901"/>
                  <a:pt x="171666" y="55224"/>
                </a:cubicBezTo>
                <a:cubicBezTo>
                  <a:pt x="169696" y="51547"/>
                  <a:pt x="167166" y="48823"/>
                  <a:pt x="164077" y="47053"/>
                </a:cubicBezTo>
                <a:cubicBezTo>
                  <a:pt x="160988" y="45282"/>
                  <a:pt x="156913" y="44104"/>
                  <a:pt x="151854" y="43521"/>
                </a:cubicBezTo>
                <a:close/>
                <a:moveTo>
                  <a:pt x="231575" y="1881"/>
                </a:moveTo>
                <a:lnTo>
                  <a:pt x="279260" y="1881"/>
                </a:lnTo>
                <a:lnTo>
                  <a:pt x="279260" y="4915"/>
                </a:lnTo>
                <a:lnTo>
                  <a:pt x="225799" y="94833"/>
                </a:lnTo>
                <a:lnTo>
                  <a:pt x="220426" y="91815"/>
                </a:lnTo>
                <a:lnTo>
                  <a:pt x="264283" y="18134"/>
                </a:lnTo>
                <a:lnTo>
                  <a:pt x="242321" y="18134"/>
                </a:lnTo>
                <a:cubicBezTo>
                  <a:pt x="236455" y="18134"/>
                  <a:pt x="232146" y="18732"/>
                  <a:pt x="229392" y="19928"/>
                </a:cubicBezTo>
                <a:cubicBezTo>
                  <a:pt x="226638" y="21125"/>
                  <a:pt x="224120" y="23213"/>
                  <a:pt x="221836" y="26193"/>
                </a:cubicBezTo>
                <a:lnTo>
                  <a:pt x="219284" y="26193"/>
                </a:lnTo>
                <a:lnTo>
                  <a:pt x="231575" y="18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5ED4D-C215-4347-9DB1-9B9DCDE2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490" y="662263"/>
            <a:ext cx="10" cy="184917"/>
          </a:xfrm>
          <a:custGeom xmlns:a="http://schemas.openxmlformats.org/drawingml/2006/main">
            <a:pathLst>
              <a:path w="1" h="184917">
                <a:moveTo>
                  <a:pt x="0" y="0"/>
                </a:moveTo>
                <a:lnTo>
                  <a:pt x="0" y="18491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563F1-6A38-40C1-8B47-A30D2F4C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490" y="662263"/>
            <a:ext cx="10" cy="157708"/>
          </a:xfrm>
          <a:custGeom xmlns:a="http://schemas.openxmlformats.org/drawingml/2006/main">
            <a:pathLst>
              <a:path w="1" h="157708" fill="none">
                <a:moveTo>
                  <a:pt x="0" y="0"/>
                </a:moveTo>
                <a:lnTo>
                  <a:pt x="0" y="157708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B8684A-9A9C-48DA-BDDD-E773277F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562" y="811042"/>
            <a:ext cx="17857" cy="24531"/>
          </a:xfrm>
          <a:custGeom xmlns:a="http://schemas.openxmlformats.org/drawingml/2006/main">
            <a:pathLst>
              <a:path w="17857" h="24531">
                <a:moveTo>
                  <a:pt x="8929" y="8929"/>
                </a:moveTo>
                <a:lnTo>
                  <a:pt x="17857" y="0"/>
                </a:lnTo>
                <a:lnTo>
                  <a:pt x="8929" y="24531"/>
                </a:lnTo>
                <a:lnTo>
                  <a:pt x="0" y="0"/>
                </a:lnTo>
                <a:lnTo>
                  <a:pt x="8929" y="8929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03195-EE91-4B1E-8774-9AF3E102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562" y="811042"/>
            <a:ext cx="17857" cy="24531"/>
          </a:xfrm>
          <a:custGeom xmlns:a="http://schemas.openxmlformats.org/drawingml/2006/main">
            <a:pathLst>
              <a:path w="17857" h="24531" fill="none">
                <a:moveTo>
                  <a:pt x="8929" y="8929"/>
                </a:moveTo>
                <a:lnTo>
                  <a:pt x="0" y="0"/>
                </a:lnTo>
                <a:lnTo>
                  <a:pt x="8929" y="24531"/>
                </a:lnTo>
                <a:lnTo>
                  <a:pt x="17857" y="0"/>
                </a:lnTo>
                <a:lnTo>
                  <a:pt x="8929" y="89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A36B0-424A-4721-BFD4-7B9BDD0E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500" y="1295571"/>
            <a:ext cx="3153" cy="234469"/>
          </a:xfrm>
          <a:custGeom xmlns:a="http://schemas.openxmlformats.org/drawingml/2006/main">
            <a:pathLst>
              <a:path w="3153" h="234469">
                <a:moveTo>
                  <a:pt x="0" y="0"/>
                </a:moveTo>
                <a:lnTo>
                  <a:pt x="3153" y="23446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A508B-A59A-494E-BED9-35FC439B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500" y="1295571"/>
            <a:ext cx="2787" cy="207262"/>
          </a:xfrm>
          <a:custGeom xmlns:a="http://schemas.openxmlformats.org/drawingml/2006/main">
            <a:pathLst>
              <a:path w="2787" h="207262" fill="none">
                <a:moveTo>
                  <a:pt x="0" y="0"/>
                </a:moveTo>
                <a:lnTo>
                  <a:pt x="2787" y="207262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BFDC5F-4599-49A6-B6BB-FD3362B2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239" y="1493785"/>
            <a:ext cx="17856" cy="24649"/>
          </a:xfrm>
          <a:custGeom xmlns:a="http://schemas.openxmlformats.org/drawingml/2006/main">
            <a:pathLst>
              <a:path w="17856" h="24649">
                <a:moveTo>
                  <a:pt x="9048" y="9048"/>
                </a:moveTo>
                <a:lnTo>
                  <a:pt x="17856" y="0"/>
                </a:lnTo>
                <a:lnTo>
                  <a:pt x="9258" y="24649"/>
                </a:lnTo>
                <a:lnTo>
                  <a:pt x="0" y="240"/>
                </a:lnTo>
                <a:lnTo>
                  <a:pt x="9048" y="9048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06C08-8505-4EE6-A06F-A50705FF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239" y="1493785"/>
            <a:ext cx="17856" cy="24649"/>
          </a:xfrm>
          <a:custGeom xmlns:a="http://schemas.openxmlformats.org/drawingml/2006/main">
            <a:pathLst>
              <a:path w="17856" h="24649" fill="none">
                <a:moveTo>
                  <a:pt x="9048" y="9048"/>
                </a:moveTo>
                <a:lnTo>
                  <a:pt x="0" y="240"/>
                </a:lnTo>
                <a:lnTo>
                  <a:pt x="9258" y="24649"/>
                </a:lnTo>
                <a:lnTo>
                  <a:pt x="17856" y="0"/>
                </a:lnTo>
                <a:lnTo>
                  <a:pt x="9048" y="90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3D051-015A-42E3-8D61-86F4E7CF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61" y="2664574"/>
            <a:ext cx="1328430" cy="292804"/>
          </a:xfrm>
          <a:custGeom xmlns:a="http://schemas.openxmlformats.org/drawingml/2006/main">
            <a:pathLst>
              <a:path w="1328430" h="292804">
                <a:moveTo>
                  <a:pt x="0" y="48801"/>
                </a:moveTo>
                <a:lnTo>
                  <a:pt x="0" y="48801"/>
                </a:lnTo>
                <a:cubicBezTo>
                  <a:pt x="0" y="21849"/>
                  <a:pt x="21849" y="0"/>
                  <a:pt x="48801" y="0"/>
                </a:cubicBezTo>
                <a:lnTo>
                  <a:pt x="1279629" y="0"/>
                </a:lnTo>
                <a:cubicBezTo>
                  <a:pt x="1292572" y="0"/>
                  <a:pt x="1304985" y="5141"/>
                  <a:pt x="1314137" y="14293"/>
                </a:cubicBezTo>
                <a:cubicBezTo>
                  <a:pt x="1323289" y="23445"/>
                  <a:pt x="1328430" y="35858"/>
                  <a:pt x="1328430" y="48801"/>
                </a:cubicBezTo>
                <a:lnTo>
                  <a:pt x="1328430" y="244004"/>
                </a:lnTo>
                <a:cubicBezTo>
                  <a:pt x="1328430" y="270955"/>
                  <a:pt x="1306581" y="292804"/>
                  <a:pt x="1279629" y="292804"/>
                </a:cubicBezTo>
                <a:lnTo>
                  <a:pt x="48801" y="292804"/>
                </a:lnTo>
                <a:cubicBezTo>
                  <a:pt x="21849" y="292804"/>
                  <a:pt x="0" y="270955"/>
                  <a:pt x="0" y="244004"/>
                </a:cubicBezTo>
                <a:lnTo>
                  <a:pt x="0" y="4880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C66A39-0991-4481-8A3F-CCA2879F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461" y="2664574"/>
            <a:ext cx="1328430" cy="292804"/>
          </a:xfrm>
          <a:custGeom xmlns:a="http://schemas.openxmlformats.org/drawingml/2006/main">
            <a:pathLst>
              <a:path w="1328430" h="292804" fill="none">
                <a:moveTo>
                  <a:pt x="0" y="48801"/>
                </a:moveTo>
                <a:lnTo>
                  <a:pt x="0" y="48801"/>
                </a:lnTo>
                <a:cubicBezTo>
                  <a:pt x="0" y="21849"/>
                  <a:pt x="21849" y="0"/>
                  <a:pt x="48801" y="0"/>
                </a:cubicBezTo>
                <a:lnTo>
                  <a:pt x="1279629" y="0"/>
                </a:lnTo>
                <a:cubicBezTo>
                  <a:pt x="1292572" y="0"/>
                  <a:pt x="1304985" y="5141"/>
                  <a:pt x="1314137" y="14293"/>
                </a:cubicBezTo>
                <a:cubicBezTo>
                  <a:pt x="1323289" y="23445"/>
                  <a:pt x="1328430" y="35858"/>
                  <a:pt x="1328430" y="48801"/>
                </a:cubicBezTo>
                <a:lnTo>
                  <a:pt x="1328430" y="244004"/>
                </a:lnTo>
                <a:cubicBezTo>
                  <a:pt x="1328430" y="270955"/>
                  <a:pt x="1306581" y="292804"/>
                  <a:pt x="1279629" y="292804"/>
                </a:cubicBezTo>
                <a:lnTo>
                  <a:pt x="48801" y="292804"/>
                </a:lnTo>
                <a:cubicBezTo>
                  <a:pt x="21849" y="292804"/>
                  <a:pt x="0" y="270955"/>
                  <a:pt x="0" y="244004"/>
                </a:cubicBezTo>
                <a:lnTo>
                  <a:pt x="0" y="488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42" name="Text Selectedpapers">
            <a:extLst xmlns:a="http://schemas.openxmlformats.org/drawingml/2006/main">
              <a:ext uri="{FF2B5EF4-FFF2-40B4-BE49-F238E27FC236}">
                <a16:creationId xmlns:a16="http://schemas.microsoft.com/office/drawing/2014/main" id="{F636BB1F-DC70-40A2-BF7A-8685B7AE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985" y="2683040"/>
            <a:ext cx="844887" cy="124921"/>
          </a:xfrm>
          <a:custGeom xmlns:a="http://schemas.openxmlformats.org/drawingml/2006/main">
            <a:pathLst>
              <a:path w="844887" h="124921">
                <a:moveTo>
                  <a:pt x="54468" y="2418"/>
                </a:moveTo>
                <a:lnTo>
                  <a:pt x="54468" y="33984"/>
                </a:lnTo>
                <a:lnTo>
                  <a:pt x="51983" y="33984"/>
                </a:lnTo>
                <a:cubicBezTo>
                  <a:pt x="51177" y="27924"/>
                  <a:pt x="49733" y="23099"/>
                  <a:pt x="47651" y="19508"/>
                </a:cubicBezTo>
                <a:cubicBezTo>
                  <a:pt x="45569" y="15917"/>
                  <a:pt x="42603" y="13066"/>
                  <a:pt x="38752" y="10956"/>
                </a:cubicBezTo>
                <a:cubicBezTo>
                  <a:pt x="34902" y="8846"/>
                  <a:pt x="30917" y="7791"/>
                  <a:pt x="26798" y="7791"/>
                </a:cubicBezTo>
                <a:cubicBezTo>
                  <a:pt x="22141" y="7791"/>
                  <a:pt x="18290" y="9210"/>
                  <a:pt x="15246" y="12049"/>
                </a:cubicBezTo>
                <a:cubicBezTo>
                  <a:pt x="12201" y="14888"/>
                  <a:pt x="10679" y="18118"/>
                  <a:pt x="10679" y="21737"/>
                </a:cubicBezTo>
                <a:cubicBezTo>
                  <a:pt x="10679" y="24509"/>
                  <a:pt x="11641" y="27035"/>
                  <a:pt x="13567" y="29316"/>
                </a:cubicBezTo>
                <a:cubicBezTo>
                  <a:pt x="16343" y="32669"/>
                  <a:pt x="22947" y="37138"/>
                  <a:pt x="33379" y="42725"/>
                </a:cubicBezTo>
                <a:cubicBezTo>
                  <a:pt x="41887" y="47286"/>
                  <a:pt x="47696" y="50784"/>
                  <a:pt x="50808" y="53222"/>
                </a:cubicBezTo>
                <a:cubicBezTo>
                  <a:pt x="53920" y="55658"/>
                  <a:pt x="56315" y="58530"/>
                  <a:pt x="57994" y="61839"/>
                </a:cubicBezTo>
                <a:cubicBezTo>
                  <a:pt x="59673" y="65147"/>
                  <a:pt x="60513" y="68612"/>
                  <a:pt x="60513" y="72235"/>
                </a:cubicBezTo>
                <a:cubicBezTo>
                  <a:pt x="60513" y="79120"/>
                  <a:pt x="57838" y="85056"/>
                  <a:pt x="52487" y="90041"/>
                </a:cubicBezTo>
                <a:cubicBezTo>
                  <a:pt x="47136" y="95026"/>
                  <a:pt x="40252" y="97519"/>
                  <a:pt x="31835" y="97519"/>
                </a:cubicBezTo>
                <a:cubicBezTo>
                  <a:pt x="29193" y="97519"/>
                  <a:pt x="26708" y="97315"/>
                  <a:pt x="24380" y="96906"/>
                </a:cubicBezTo>
                <a:cubicBezTo>
                  <a:pt x="22992" y="96680"/>
                  <a:pt x="20115" y="95852"/>
                  <a:pt x="15749" y="94423"/>
                </a:cubicBezTo>
                <a:cubicBezTo>
                  <a:pt x="11384" y="92995"/>
                  <a:pt x="8619" y="92281"/>
                  <a:pt x="7455" y="92281"/>
                </a:cubicBezTo>
                <a:cubicBezTo>
                  <a:pt x="6336" y="92281"/>
                  <a:pt x="5451" y="92621"/>
                  <a:pt x="4802" y="93301"/>
                </a:cubicBezTo>
                <a:cubicBezTo>
                  <a:pt x="4153" y="93981"/>
                  <a:pt x="3672" y="95387"/>
                  <a:pt x="3358" y="97519"/>
                </a:cubicBezTo>
                <a:lnTo>
                  <a:pt x="873" y="97519"/>
                </a:lnTo>
                <a:lnTo>
                  <a:pt x="873" y="66222"/>
                </a:lnTo>
                <a:lnTo>
                  <a:pt x="3358" y="66222"/>
                </a:lnTo>
                <a:cubicBezTo>
                  <a:pt x="4522" y="72776"/>
                  <a:pt x="6089" y="77680"/>
                  <a:pt x="8059" y="80934"/>
                </a:cubicBezTo>
                <a:cubicBezTo>
                  <a:pt x="10030" y="84189"/>
                  <a:pt x="13041" y="86894"/>
                  <a:pt x="17093" y="89048"/>
                </a:cubicBezTo>
                <a:cubicBezTo>
                  <a:pt x="21145" y="91203"/>
                  <a:pt x="25589" y="92281"/>
                  <a:pt x="30424" y="92281"/>
                </a:cubicBezTo>
                <a:cubicBezTo>
                  <a:pt x="36021" y="92281"/>
                  <a:pt x="40443" y="90802"/>
                  <a:pt x="43689" y="87846"/>
                </a:cubicBezTo>
                <a:cubicBezTo>
                  <a:pt x="46935" y="84889"/>
                  <a:pt x="48558" y="81395"/>
                  <a:pt x="48558" y="77364"/>
                </a:cubicBezTo>
                <a:cubicBezTo>
                  <a:pt x="48558" y="75124"/>
                  <a:pt x="47942" y="72862"/>
                  <a:pt x="46711" y="70579"/>
                </a:cubicBezTo>
                <a:cubicBezTo>
                  <a:pt x="45480" y="68294"/>
                  <a:pt x="43566" y="66166"/>
                  <a:pt x="40969" y="64194"/>
                </a:cubicBezTo>
                <a:cubicBezTo>
                  <a:pt x="39223" y="62851"/>
                  <a:pt x="34454" y="60013"/>
                  <a:pt x="26663" y="55681"/>
                </a:cubicBezTo>
                <a:cubicBezTo>
                  <a:pt x="18873" y="51348"/>
                  <a:pt x="13332" y="47884"/>
                  <a:pt x="10041" y="45290"/>
                </a:cubicBezTo>
                <a:cubicBezTo>
                  <a:pt x="6750" y="42696"/>
                  <a:pt x="4254" y="39833"/>
                  <a:pt x="2552" y="36702"/>
                </a:cubicBezTo>
                <a:cubicBezTo>
                  <a:pt x="851" y="33570"/>
                  <a:pt x="0" y="30126"/>
                  <a:pt x="0" y="26369"/>
                </a:cubicBezTo>
                <a:cubicBezTo>
                  <a:pt x="0" y="19839"/>
                  <a:pt x="2507" y="14215"/>
                  <a:pt x="7522" y="9497"/>
                </a:cubicBezTo>
                <a:cubicBezTo>
                  <a:pt x="12537" y="4778"/>
                  <a:pt x="18917" y="2418"/>
                  <a:pt x="26663" y="2418"/>
                </a:cubicBezTo>
                <a:cubicBezTo>
                  <a:pt x="31499" y="2418"/>
                  <a:pt x="36626" y="3604"/>
                  <a:pt x="42043" y="5977"/>
                </a:cubicBezTo>
                <a:cubicBezTo>
                  <a:pt x="44551" y="7097"/>
                  <a:pt x="46319" y="7656"/>
                  <a:pt x="47349" y="7656"/>
                </a:cubicBezTo>
                <a:cubicBezTo>
                  <a:pt x="48513" y="7656"/>
                  <a:pt x="49465" y="7309"/>
                  <a:pt x="50204" y="6615"/>
                </a:cubicBezTo>
                <a:cubicBezTo>
                  <a:pt x="50942" y="5921"/>
                  <a:pt x="51536" y="4522"/>
                  <a:pt x="51983" y="2418"/>
                </a:cubicBezTo>
                <a:lnTo>
                  <a:pt x="54468" y="2418"/>
                </a:lnTo>
                <a:close/>
                <a:moveTo>
                  <a:pt x="82521" y="57222"/>
                </a:moveTo>
                <a:cubicBezTo>
                  <a:pt x="82477" y="66314"/>
                  <a:pt x="84693" y="73445"/>
                  <a:pt x="89170" y="78615"/>
                </a:cubicBezTo>
                <a:cubicBezTo>
                  <a:pt x="93648" y="83785"/>
                  <a:pt x="98909" y="86370"/>
                  <a:pt x="104953" y="86370"/>
                </a:cubicBezTo>
                <a:cubicBezTo>
                  <a:pt x="108983" y="86370"/>
                  <a:pt x="112487" y="85257"/>
                  <a:pt x="115464" y="83031"/>
                </a:cubicBezTo>
                <a:cubicBezTo>
                  <a:pt x="118442" y="80805"/>
                  <a:pt x="120938" y="76993"/>
                  <a:pt x="122953" y="71595"/>
                </a:cubicBezTo>
                <a:lnTo>
                  <a:pt x="125035" y="72944"/>
                </a:lnTo>
                <a:cubicBezTo>
                  <a:pt x="124095" y="79110"/>
                  <a:pt x="121363" y="84726"/>
                  <a:pt x="116841" y="89789"/>
                </a:cubicBezTo>
                <a:cubicBezTo>
                  <a:pt x="112319" y="94853"/>
                  <a:pt x="106655" y="97385"/>
                  <a:pt x="99849" y="97385"/>
                </a:cubicBezTo>
                <a:cubicBezTo>
                  <a:pt x="92461" y="97385"/>
                  <a:pt x="86137" y="94514"/>
                  <a:pt x="80876" y="88773"/>
                </a:cubicBezTo>
                <a:cubicBezTo>
                  <a:pt x="75615" y="83031"/>
                  <a:pt x="72984" y="75312"/>
                  <a:pt x="72984" y="65615"/>
                </a:cubicBezTo>
                <a:cubicBezTo>
                  <a:pt x="72984" y="55115"/>
                  <a:pt x="75682" y="46928"/>
                  <a:pt x="81077" y="41053"/>
                </a:cubicBezTo>
                <a:cubicBezTo>
                  <a:pt x="86473" y="35176"/>
                  <a:pt x="93245" y="32238"/>
                  <a:pt x="101394" y="32238"/>
                </a:cubicBezTo>
                <a:cubicBezTo>
                  <a:pt x="108289" y="32238"/>
                  <a:pt x="113953" y="34504"/>
                  <a:pt x="118386" y="39038"/>
                </a:cubicBezTo>
                <a:cubicBezTo>
                  <a:pt x="122818" y="43570"/>
                  <a:pt x="125035" y="49631"/>
                  <a:pt x="125035" y="57222"/>
                </a:cubicBezTo>
                <a:lnTo>
                  <a:pt x="82521" y="57222"/>
                </a:lnTo>
                <a:moveTo>
                  <a:pt x="82521" y="53327"/>
                </a:moveTo>
                <a:lnTo>
                  <a:pt x="110998" y="53327"/>
                </a:lnTo>
                <a:cubicBezTo>
                  <a:pt x="110774" y="49419"/>
                  <a:pt x="110304" y="46666"/>
                  <a:pt x="109588" y="45068"/>
                </a:cubicBezTo>
                <a:cubicBezTo>
                  <a:pt x="108468" y="42580"/>
                  <a:pt x="106800" y="40626"/>
                  <a:pt x="104584" y="39206"/>
                </a:cubicBezTo>
                <a:cubicBezTo>
                  <a:pt x="102368" y="37784"/>
                  <a:pt x="100051" y="37073"/>
                  <a:pt x="97633" y="37073"/>
                </a:cubicBezTo>
                <a:cubicBezTo>
                  <a:pt x="93916" y="37073"/>
                  <a:pt x="90592" y="38505"/>
                  <a:pt x="87659" y="41370"/>
                </a:cubicBezTo>
                <a:cubicBezTo>
                  <a:pt x="84726" y="44234"/>
                  <a:pt x="83014" y="48219"/>
                  <a:pt x="82521" y="53327"/>
                </a:cubicBezTo>
                <a:close/>
                <a:moveTo>
                  <a:pt x="154268" y="0"/>
                </a:moveTo>
                <a:lnTo>
                  <a:pt x="154268" y="81535"/>
                </a:lnTo>
                <a:cubicBezTo>
                  <a:pt x="154268" y="85408"/>
                  <a:pt x="154548" y="87975"/>
                  <a:pt x="155107" y="89237"/>
                </a:cubicBezTo>
                <a:cubicBezTo>
                  <a:pt x="155667" y="90498"/>
                  <a:pt x="156529" y="91455"/>
                  <a:pt x="157693" y="92108"/>
                </a:cubicBezTo>
                <a:cubicBezTo>
                  <a:pt x="158857" y="92760"/>
                  <a:pt x="161029" y="93086"/>
                  <a:pt x="164208" y="93086"/>
                </a:cubicBezTo>
                <a:lnTo>
                  <a:pt x="164208" y="95504"/>
                </a:lnTo>
                <a:lnTo>
                  <a:pt x="134052" y="95504"/>
                </a:lnTo>
                <a:lnTo>
                  <a:pt x="134052" y="93086"/>
                </a:lnTo>
                <a:cubicBezTo>
                  <a:pt x="136873" y="93086"/>
                  <a:pt x="138798" y="92794"/>
                  <a:pt x="139828" y="92209"/>
                </a:cubicBezTo>
                <a:cubicBezTo>
                  <a:pt x="140858" y="91623"/>
                  <a:pt x="141664" y="90655"/>
                  <a:pt x="142246" y="89304"/>
                </a:cubicBezTo>
                <a:cubicBezTo>
                  <a:pt x="142828" y="87953"/>
                  <a:pt x="143119" y="85363"/>
                  <a:pt x="143119" y="81535"/>
                </a:cubicBezTo>
                <a:lnTo>
                  <a:pt x="143119" y="25790"/>
                </a:lnTo>
                <a:cubicBezTo>
                  <a:pt x="143119" y="18850"/>
                  <a:pt x="142962" y="14585"/>
                  <a:pt x="142649" y="12996"/>
                </a:cubicBezTo>
                <a:cubicBezTo>
                  <a:pt x="142335" y="11406"/>
                  <a:pt x="141832" y="10321"/>
                  <a:pt x="141138" y="9738"/>
                </a:cubicBezTo>
                <a:cubicBezTo>
                  <a:pt x="140444" y="9156"/>
                  <a:pt x="139559" y="8865"/>
                  <a:pt x="138485" y="8865"/>
                </a:cubicBezTo>
                <a:cubicBezTo>
                  <a:pt x="137320" y="8865"/>
                  <a:pt x="135843" y="9224"/>
                  <a:pt x="134052" y="9940"/>
                </a:cubicBezTo>
                <a:lnTo>
                  <a:pt x="132910" y="7522"/>
                </a:lnTo>
                <a:lnTo>
                  <a:pt x="151245" y="0"/>
                </a:lnTo>
                <a:lnTo>
                  <a:pt x="154268" y="0"/>
                </a:lnTo>
                <a:close/>
                <a:moveTo>
                  <a:pt x="181555" y="57222"/>
                </a:moveTo>
                <a:cubicBezTo>
                  <a:pt x="181511" y="66314"/>
                  <a:pt x="183727" y="73445"/>
                  <a:pt x="188204" y="78615"/>
                </a:cubicBezTo>
                <a:cubicBezTo>
                  <a:pt x="192682" y="83785"/>
                  <a:pt x="197943" y="86370"/>
                  <a:pt x="203987" y="86370"/>
                </a:cubicBezTo>
                <a:cubicBezTo>
                  <a:pt x="208017" y="86370"/>
                  <a:pt x="211521" y="85257"/>
                  <a:pt x="214498" y="83031"/>
                </a:cubicBezTo>
                <a:cubicBezTo>
                  <a:pt x="217476" y="80805"/>
                  <a:pt x="219972" y="76993"/>
                  <a:pt x="221987" y="71595"/>
                </a:cubicBezTo>
                <a:lnTo>
                  <a:pt x="224069" y="72944"/>
                </a:lnTo>
                <a:cubicBezTo>
                  <a:pt x="223129" y="79110"/>
                  <a:pt x="220397" y="84726"/>
                  <a:pt x="215875" y="89789"/>
                </a:cubicBezTo>
                <a:cubicBezTo>
                  <a:pt x="211353" y="94853"/>
                  <a:pt x="205689" y="97385"/>
                  <a:pt x="198883" y="97385"/>
                </a:cubicBezTo>
                <a:cubicBezTo>
                  <a:pt x="191495" y="97385"/>
                  <a:pt x="185171" y="94514"/>
                  <a:pt x="179910" y="88773"/>
                </a:cubicBezTo>
                <a:cubicBezTo>
                  <a:pt x="174649" y="83031"/>
                  <a:pt x="172018" y="75312"/>
                  <a:pt x="172018" y="65615"/>
                </a:cubicBezTo>
                <a:cubicBezTo>
                  <a:pt x="172018" y="55115"/>
                  <a:pt x="174716" y="46928"/>
                  <a:pt x="180111" y="41053"/>
                </a:cubicBezTo>
                <a:cubicBezTo>
                  <a:pt x="185507" y="35176"/>
                  <a:pt x="192279" y="32238"/>
                  <a:pt x="200428" y="32238"/>
                </a:cubicBezTo>
                <a:cubicBezTo>
                  <a:pt x="207323" y="32238"/>
                  <a:pt x="212987" y="34504"/>
                  <a:pt x="217420" y="39038"/>
                </a:cubicBezTo>
                <a:cubicBezTo>
                  <a:pt x="221853" y="43570"/>
                  <a:pt x="224069" y="49631"/>
                  <a:pt x="224069" y="57222"/>
                </a:cubicBezTo>
                <a:lnTo>
                  <a:pt x="181555" y="57222"/>
                </a:lnTo>
                <a:moveTo>
                  <a:pt x="181555" y="53327"/>
                </a:moveTo>
                <a:lnTo>
                  <a:pt x="210032" y="53327"/>
                </a:lnTo>
                <a:cubicBezTo>
                  <a:pt x="209808" y="49419"/>
                  <a:pt x="209338" y="46666"/>
                  <a:pt x="208622" y="45068"/>
                </a:cubicBezTo>
                <a:cubicBezTo>
                  <a:pt x="207502" y="42580"/>
                  <a:pt x="205834" y="40626"/>
                  <a:pt x="203618" y="39206"/>
                </a:cubicBezTo>
                <a:cubicBezTo>
                  <a:pt x="201402" y="37784"/>
                  <a:pt x="199085" y="37073"/>
                  <a:pt x="196667" y="37073"/>
                </a:cubicBezTo>
                <a:cubicBezTo>
                  <a:pt x="192951" y="37073"/>
                  <a:pt x="189626" y="38505"/>
                  <a:pt x="186693" y="41370"/>
                </a:cubicBezTo>
                <a:cubicBezTo>
                  <a:pt x="183761" y="44234"/>
                  <a:pt x="182048" y="48219"/>
                  <a:pt x="181555" y="53327"/>
                </a:cubicBezTo>
                <a:close/>
                <a:moveTo>
                  <a:pt x="284398" y="72132"/>
                </a:moveTo>
                <a:cubicBezTo>
                  <a:pt x="282741" y="80236"/>
                  <a:pt x="279495" y="86471"/>
                  <a:pt x="274660" y="90837"/>
                </a:cubicBezTo>
                <a:cubicBezTo>
                  <a:pt x="269824" y="95202"/>
                  <a:pt x="264473" y="97385"/>
                  <a:pt x="258608" y="97385"/>
                </a:cubicBezTo>
                <a:cubicBezTo>
                  <a:pt x="251623" y="97385"/>
                  <a:pt x="245534" y="94456"/>
                  <a:pt x="240340" y="88597"/>
                </a:cubicBezTo>
                <a:cubicBezTo>
                  <a:pt x="235146" y="82737"/>
                  <a:pt x="232549" y="74820"/>
                  <a:pt x="232549" y="64845"/>
                </a:cubicBezTo>
                <a:cubicBezTo>
                  <a:pt x="232549" y="55183"/>
                  <a:pt x="235426" y="47334"/>
                  <a:pt x="241179" y="41296"/>
                </a:cubicBezTo>
                <a:cubicBezTo>
                  <a:pt x="246933" y="35257"/>
                  <a:pt x="253839" y="32238"/>
                  <a:pt x="261899" y="32238"/>
                </a:cubicBezTo>
                <a:cubicBezTo>
                  <a:pt x="267943" y="32238"/>
                  <a:pt x="272913" y="33844"/>
                  <a:pt x="276809" y="37057"/>
                </a:cubicBezTo>
                <a:cubicBezTo>
                  <a:pt x="280704" y="40268"/>
                  <a:pt x="282652" y="43603"/>
                  <a:pt x="282652" y="47062"/>
                </a:cubicBezTo>
                <a:cubicBezTo>
                  <a:pt x="282652" y="48769"/>
                  <a:pt x="282103" y="50150"/>
                  <a:pt x="281006" y="51207"/>
                </a:cubicBezTo>
                <a:cubicBezTo>
                  <a:pt x="279909" y="52262"/>
                  <a:pt x="278376" y="52789"/>
                  <a:pt x="276406" y="52789"/>
                </a:cubicBezTo>
                <a:cubicBezTo>
                  <a:pt x="273764" y="52789"/>
                  <a:pt x="271772" y="51932"/>
                  <a:pt x="270428" y="50216"/>
                </a:cubicBezTo>
                <a:cubicBezTo>
                  <a:pt x="269667" y="49267"/>
                  <a:pt x="269163" y="47461"/>
                  <a:pt x="268917" y="44797"/>
                </a:cubicBezTo>
                <a:cubicBezTo>
                  <a:pt x="268671" y="42133"/>
                  <a:pt x="267764" y="40101"/>
                  <a:pt x="266197" y="38702"/>
                </a:cubicBezTo>
                <a:cubicBezTo>
                  <a:pt x="264630" y="37348"/>
                  <a:pt x="262458" y="36670"/>
                  <a:pt x="259682" y="36670"/>
                </a:cubicBezTo>
                <a:cubicBezTo>
                  <a:pt x="255205" y="36670"/>
                  <a:pt x="251601" y="38327"/>
                  <a:pt x="248869" y="41640"/>
                </a:cubicBezTo>
                <a:cubicBezTo>
                  <a:pt x="245243" y="46028"/>
                  <a:pt x="243429" y="51827"/>
                  <a:pt x="243429" y="59035"/>
                </a:cubicBezTo>
                <a:cubicBezTo>
                  <a:pt x="243429" y="66378"/>
                  <a:pt x="245231" y="72860"/>
                  <a:pt x="248836" y="78479"/>
                </a:cubicBezTo>
                <a:cubicBezTo>
                  <a:pt x="252440" y="84098"/>
                  <a:pt x="257309" y="86908"/>
                  <a:pt x="263444" y="86908"/>
                </a:cubicBezTo>
                <a:cubicBezTo>
                  <a:pt x="267831" y="86908"/>
                  <a:pt x="271772" y="85408"/>
                  <a:pt x="275264" y="82408"/>
                </a:cubicBezTo>
                <a:cubicBezTo>
                  <a:pt x="277727" y="80348"/>
                  <a:pt x="280122" y="76609"/>
                  <a:pt x="282450" y="71192"/>
                </a:cubicBezTo>
                <a:lnTo>
                  <a:pt x="284398" y="72132"/>
                </a:lnTo>
                <a:close/>
                <a:moveTo>
                  <a:pt x="310945" y="13701"/>
                </a:moveTo>
                <a:lnTo>
                  <a:pt x="310945" y="33984"/>
                </a:lnTo>
                <a:lnTo>
                  <a:pt x="325318" y="33984"/>
                </a:lnTo>
                <a:lnTo>
                  <a:pt x="325318" y="38551"/>
                </a:lnTo>
                <a:lnTo>
                  <a:pt x="310945" y="38685"/>
                </a:lnTo>
                <a:lnTo>
                  <a:pt x="310945" y="78634"/>
                </a:lnTo>
                <a:cubicBezTo>
                  <a:pt x="310945" y="82623"/>
                  <a:pt x="311516" y="85313"/>
                  <a:pt x="312658" y="86704"/>
                </a:cubicBezTo>
                <a:cubicBezTo>
                  <a:pt x="313799" y="88093"/>
                  <a:pt x="315266" y="88788"/>
                  <a:pt x="317057" y="88788"/>
                </a:cubicBezTo>
                <a:cubicBezTo>
                  <a:pt x="318534" y="88788"/>
                  <a:pt x="319967" y="88324"/>
                  <a:pt x="321355" y="87394"/>
                </a:cubicBezTo>
                <a:cubicBezTo>
                  <a:pt x="322743" y="86465"/>
                  <a:pt x="323818" y="85094"/>
                  <a:pt x="324579" y="83281"/>
                </a:cubicBezTo>
                <a:lnTo>
                  <a:pt x="327198" y="83281"/>
                </a:lnTo>
                <a:cubicBezTo>
                  <a:pt x="325631" y="87691"/>
                  <a:pt x="323415" y="91010"/>
                  <a:pt x="320549" y="93238"/>
                </a:cubicBezTo>
                <a:cubicBezTo>
                  <a:pt x="317684" y="95465"/>
                  <a:pt x="314728" y="96579"/>
                  <a:pt x="311684" y="96579"/>
                </a:cubicBezTo>
                <a:cubicBezTo>
                  <a:pt x="309624" y="96579"/>
                  <a:pt x="307609" y="96006"/>
                  <a:pt x="305639" y="94860"/>
                </a:cubicBezTo>
                <a:cubicBezTo>
                  <a:pt x="303669" y="93714"/>
                  <a:pt x="302214" y="92074"/>
                  <a:pt x="301274" y="89940"/>
                </a:cubicBezTo>
                <a:cubicBezTo>
                  <a:pt x="300333" y="87807"/>
                  <a:pt x="299863" y="84516"/>
                  <a:pt x="299863" y="80068"/>
                </a:cubicBezTo>
                <a:lnTo>
                  <a:pt x="299863" y="38551"/>
                </a:lnTo>
                <a:lnTo>
                  <a:pt x="290125" y="38551"/>
                </a:lnTo>
                <a:lnTo>
                  <a:pt x="290125" y="36398"/>
                </a:lnTo>
                <a:cubicBezTo>
                  <a:pt x="292587" y="35418"/>
                  <a:pt x="295106" y="33760"/>
                  <a:pt x="297681" y="31423"/>
                </a:cubicBezTo>
                <a:cubicBezTo>
                  <a:pt x="300255" y="29087"/>
                  <a:pt x="302550" y="26302"/>
                  <a:pt x="304565" y="23068"/>
                </a:cubicBezTo>
                <a:cubicBezTo>
                  <a:pt x="305594" y="21361"/>
                  <a:pt x="307027" y="18239"/>
                  <a:pt x="308863" y="13701"/>
                </a:cubicBezTo>
                <a:lnTo>
                  <a:pt x="310945" y="13701"/>
                </a:lnTo>
                <a:close/>
                <a:moveTo>
                  <a:pt x="341523" y="57222"/>
                </a:moveTo>
                <a:cubicBezTo>
                  <a:pt x="341478" y="66314"/>
                  <a:pt x="343695" y="73445"/>
                  <a:pt x="348172" y="78615"/>
                </a:cubicBezTo>
                <a:cubicBezTo>
                  <a:pt x="352650" y="83785"/>
                  <a:pt x="357911" y="86370"/>
                  <a:pt x="363955" y="86370"/>
                </a:cubicBezTo>
                <a:cubicBezTo>
                  <a:pt x="367985" y="86370"/>
                  <a:pt x="371489" y="85257"/>
                  <a:pt x="374466" y="83031"/>
                </a:cubicBezTo>
                <a:cubicBezTo>
                  <a:pt x="377444" y="80805"/>
                  <a:pt x="379940" y="76993"/>
                  <a:pt x="381955" y="71595"/>
                </a:cubicBezTo>
                <a:lnTo>
                  <a:pt x="384037" y="72944"/>
                </a:lnTo>
                <a:cubicBezTo>
                  <a:pt x="383096" y="79110"/>
                  <a:pt x="380365" y="84726"/>
                  <a:pt x="375843" y="89789"/>
                </a:cubicBezTo>
                <a:cubicBezTo>
                  <a:pt x="371321" y="94853"/>
                  <a:pt x="365657" y="97385"/>
                  <a:pt x="358851" y="97385"/>
                </a:cubicBezTo>
                <a:cubicBezTo>
                  <a:pt x="351463" y="97385"/>
                  <a:pt x="345139" y="94514"/>
                  <a:pt x="339878" y="88773"/>
                </a:cubicBezTo>
                <a:cubicBezTo>
                  <a:pt x="334617" y="83031"/>
                  <a:pt x="331986" y="75312"/>
                  <a:pt x="331986" y="65615"/>
                </a:cubicBezTo>
                <a:cubicBezTo>
                  <a:pt x="331986" y="55115"/>
                  <a:pt x="334684" y="46928"/>
                  <a:pt x="340079" y="41053"/>
                </a:cubicBezTo>
                <a:cubicBezTo>
                  <a:pt x="345474" y="35176"/>
                  <a:pt x="352247" y="32238"/>
                  <a:pt x="360396" y="32238"/>
                </a:cubicBezTo>
                <a:cubicBezTo>
                  <a:pt x="367291" y="32238"/>
                  <a:pt x="372955" y="34504"/>
                  <a:pt x="377388" y="39038"/>
                </a:cubicBezTo>
                <a:cubicBezTo>
                  <a:pt x="381820" y="43570"/>
                  <a:pt x="384037" y="49631"/>
                  <a:pt x="384037" y="57222"/>
                </a:cubicBezTo>
                <a:lnTo>
                  <a:pt x="341523" y="57222"/>
                </a:lnTo>
                <a:moveTo>
                  <a:pt x="341523" y="53327"/>
                </a:moveTo>
                <a:lnTo>
                  <a:pt x="370000" y="53327"/>
                </a:lnTo>
                <a:cubicBezTo>
                  <a:pt x="369776" y="49419"/>
                  <a:pt x="369306" y="46666"/>
                  <a:pt x="368589" y="45068"/>
                </a:cubicBezTo>
                <a:cubicBezTo>
                  <a:pt x="367470" y="42580"/>
                  <a:pt x="365802" y="40626"/>
                  <a:pt x="363586" y="39206"/>
                </a:cubicBezTo>
                <a:cubicBezTo>
                  <a:pt x="361369" y="37784"/>
                  <a:pt x="359052" y="37073"/>
                  <a:pt x="356635" y="37073"/>
                </a:cubicBezTo>
                <a:cubicBezTo>
                  <a:pt x="352918" y="37073"/>
                  <a:pt x="349594" y="38505"/>
                  <a:pt x="346661" y="41370"/>
                </a:cubicBezTo>
                <a:cubicBezTo>
                  <a:pt x="343728" y="44234"/>
                  <a:pt x="342016" y="48219"/>
                  <a:pt x="341523" y="53327"/>
                </a:cubicBezTo>
                <a:close/>
                <a:moveTo>
                  <a:pt x="435568" y="88591"/>
                </a:moveTo>
                <a:cubicBezTo>
                  <a:pt x="432568" y="91724"/>
                  <a:pt x="429635" y="93973"/>
                  <a:pt x="426769" y="95338"/>
                </a:cubicBezTo>
                <a:cubicBezTo>
                  <a:pt x="423904" y="96703"/>
                  <a:pt x="420814" y="97385"/>
                  <a:pt x="417501" y="97385"/>
                </a:cubicBezTo>
                <a:cubicBezTo>
                  <a:pt x="410785" y="97385"/>
                  <a:pt x="404919" y="94582"/>
                  <a:pt x="399905" y="88975"/>
                </a:cubicBezTo>
                <a:cubicBezTo>
                  <a:pt x="394890" y="83367"/>
                  <a:pt x="392382" y="76161"/>
                  <a:pt x="392382" y="67357"/>
                </a:cubicBezTo>
                <a:cubicBezTo>
                  <a:pt x="392382" y="58555"/>
                  <a:pt x="395158" y="50501"/>
                  <a:pt x="400710" y="43196"/>
                </a:cubicBezTo>
                <a:cubicBezTo>
                  <a:pt x="406263" y="35890"/>
                  <a:pt x="413404" y="32238"/>
                  <a:pt x="422135" y="32238"/>
                </a:cubicBezTo>
                <a:cubicBezTo>
                  <a:pt x="427553" y="32238"/>
                  <a:pt x="432030" y="33961"/>
                  <a:pt x="435568" y="37407"/>
                </a:cubicBezTo>
                <a:lnTo>
                  <a:pt x="435568" y="25925"/>
                </a:lnTo>
                <a:cubicBezTo>
                  <a:pt x="435568" y="18924"/>
                  <a:pt x="435400" y="14622"/>
                  <a:pt x="435064" y="13017"/>
                </a:cubicBezTo>
                <a:cubicBezTo>
                  <a:pt x="434728" y="11412"/>
                  <a:pt x="434202" y="10319"/>
                  <a:pt x="433486" y="9738"/>
                </a:cubicBezTo>
                <a:cubicBezTo>
                  <a:pt x="432769" y="9156"/>
                  <a:pt x="431874" y="8865"/>
                  <a:pt x="430799" y="8865"/>
                </a:cubicBezTo>
                <a:cubicBezTo>
                  <a:pt x="429635" y="8865"/>
                  <a:pt x="428090" y="9224"/>
                  <a:pt x="426165" y="9940"/>
                </a:cubicBezTo>
                <a:lnTo>
                  <a:pt x="425292" y="7522"/>
                </a:lnTo>
                <a:lnTo>
                  <a:pt x="443627" y="0"/>
                </a:lnTo>
                <a:lnTo>
                  <a:pt x="446649" y="0"/>
                </a:lnTo>
                <a:lnTo>
                  <a:pt x="446649" y="71192"/>
                </a:lnTo>
                <a:cubicBezTo>
                  <a:pt x="446649" y="78371"/>
                  <a:pt x="446817" y="82752"/>
                  <a:pt x="447153" y="84334"/>
                </a:cubicBezTo>
                <a:cubicBezTo>
                  <a:pt x="447489" y="85917"/>
                  <a:pt x="448026" y="87022"/>
                  <a:pt x="448765" y="87648"/>
                </a:cubicBezTo>
                <a:cubicBezTo>
                  <a:pt x="449504" y="88274"/>
                  <a:pt x="450366" y="88587"/>
                  <a:pt x="451351" y="88587"/>
                </a:cubicBezTo>
                <a:cubicBezTo>
                  <a:pt x="452560" y="88587"/>
                  <a:pt x="454171" y="88206"/>
                  <a:pt x="456186" y="87445"/>
                </a:cubicBezTo>
                <a:lnTo>
                  <a:pt x="456925" y="89863"/>
                </a:lnTo>
                <a:lnTo>
                  <a:pt x="438657" y="97385"/>
                </a:lnTo>
                <a:lnTo>
                  <a:pt x="435568" y="97385"/>
                </a:lnTo>
                <a:lnTo>
                  <a:pt x="435568" y="88591"/>
                </a:lnTo>
                <a:moveTo>
                  <a:pt x="435568" y="83900"/>
                </a:moveTo>
                <a:lnTo>
                  <a:pt x="435568" y="52279"/>
                </a:lnTo>
                <a:cubicBezTo>
                  <a:pt x="435299" y="49242"/>
                  <a:pt x="434493" y="46473"/>
                  <a:pt x="433150" y="43972"/>
                </a:cubicBezTo>
                <a:cubicBezTo>
                  <a:pt x="431806" y="41470"/>
                  <a:pt x="430027" y="39584"/>
                  <a:pt x="427810" y="38312"/>
                </a:cubicBezTo>
                <a:cubicBezTo>
                  <a:pt x="425594" y="37038"/>
                  <a:pt x="423434" y="36402"/>
                  <a:pt x="421329" y="36402"/>
                </a:cubicBezTo>
                <a:cubicBezTo>
                  <a:pt x="417389" y="36402"/>
                  <a:pt x="413874" y="38166"/>
                  <a:pt x="410785" y="41695"/>
                </a:cubicBezTo>
                <a:cubicBezTo>
                  <a:pt x="406710" y="46339"/>
                  <a:pt x="404673" y="53127"/>
                  <a:pt x="404673" y="62060"/>
                </a:cubicBezTo>
                <a:cubicBezTo>
                  <a:pt x="404673" y="71082"/>
                  <a:pt x="406643" y="77994"/>
                  <a:pt x="410583" y="82796"/>
                </a:cubicBezTo>
                <a:cubicBezTo>
                  <a:pt x="414523" y="87597"/>
                  <a:pt x="418911" y="89997"/>
                  <a:pt x="423747" y="89997"/>
                </a:cubicBezTo>
                <a:cubicBezTo>
                  <a:pt x="427822" y="89997"/>
                  <a:pt x="431762" y="87965"/>
                  <a:pt x="435568" y="83900"/>
                </a:cubicBezTo>
                <a:close/>
                <a:moveTo>
                  <a:pt x="490842" y="39894"/>
                </a:moveTo>
                <a:lnTo>
                  <a:pt x="509782" y="32372"/>
                </a:lnTo>
                <a:lnTo>
                  <a:pt x="512334" y="32372"/>
                </a:lnTo>
                <a:lnTo>
                  <a:pt x="512334" y="46812"/>
                </a:lnTo>
                <a:cubicBezTo>
                  <a:pt x="515513" y="41419"/>
                  <a:pt x="518703" y="37642"/>
                  <a:pt x="521904" y="35480"/>
                </a:cubicBezTo>
                <a:cubicBezTo>
                  <a:pt x="525106" y="33319"/>
                  <a:pt x="528475" y="32238"/>
                  <a:pt x="532012" y="32238"/>
                </a:cubicBezTo>
                <a:cubicBezTo>
                  <a:pt x="538191" y="32238"/>
                  <a:pt x="543340" y="34653"/>
                  <a:pt x="547459" y="39483"/>
                </a:cubicBezTo>
                <a:cubicBezTo>
                  <a:pt x="552519" y="45387"/>
                  <a:pt x="555049" y="53081"/>
                  <a:pt x="555049" y="62563"/>
                </a:cubicBezTo>
                <a:cubicBezTo>
                  <a:pt x="555049" y="73164"/>
                  <a:pt x="552004" y="81931"/>
                  <a:pt x="545915" y="88864"/>
                </a:cubicBezTo>
                <a:cubicBezTo>
                  <a:pt x="540900" y="94544"/>
                  <a:pt x="534587" y="97385"/>
                  <a:pt x="526975" y="97385"/>
                </a:cubicBezTo>
                <a:cubicBezTo>
                  <a:pt x="523662" y="97385"/>
                  <a:pt x="520796" y="96915"/>
                  <a:pt x="518378" y="95974"/>
                </a:cubicBezTo>
                <a:cubicBezTo>
                  <a:pt x="516587" y="95303"/>
                  <a:pt x="514573" y="93960"/>
                  <a:pt x="512334" y="91945"/>
                </a:cubicBezTo>
                <a:lnTo>
                  <a:pt x="512334" y="110683"/>
                </a:lnTo>
                <a:cubicBezTo>
                  <a:pt x="512334" y="114916"/>
                  <a:pt x="512591" y="117606"/>
                  <a:pt x="513106" y="118755"/>
                </a:cubicBezTo>
                <a:cubicBezTo>
                  <a:pt x="513621" y="119904"/>
                  <a:pt x="514517" y="120815"/>
                  <a:pt x="515793" y="121490"/>
                </a:cubicBezTo>
                <a:cubicBezTo>
                  <a:pt x="517069" y="122165"/>
                  <a:pt x="519386" y="122503"/>
                  <a:pt x="522744" y="122503"/>
                </a:cubicBezTo>
                <a:lnTo>
                  <a:pt x="522744" y="124921"/>
                </a:lnTo>
                <a:lnTo>
                  <a:pt x="490506" y="124921"/>
                </a:lnTo>
                <a:lnTo>
                  <a:pt x="490506" y="122503"/>
                </a:lnTo>
                <a:lnTo>
                  <a:pt x="492185" y="122503"/>
                </a:lnTo>
                <a:cubicBezTo>
                  <a:pt x="494648" y="122548"/>
                  <a:pt x="496752" y="122075"/>
                  <a:pt x="498498" y="121085"/>
                </a:cubicBezTo>
                <a:cubicBezTo>
                  <a:pt x="499349" y="120589"/>
                  <a:pt x="500010" y="119790"/>
                  <a:pt x="500480" y="118688"/>
                </a:cubicBezTo>
                <a:cubicBezTo>
                  <a:pt x="500950" y="117585"/>
                  <a:pt x="501185" y="114783"/>
                  <a:pt x="501185" y="110280"/>
                </a:cubicBezTo>
                <a:lnTo>
                  <a:pt x="501185" y="51983"/>
                </a:lnTo>
                <a:cubicBezTo>
                  <a:pt x="501185" y="47972"/>
                  <a:pt x="501006" y="45425"/>
                  <a:pt x="500648" y="44344"/>
                </a:cubicBezTo>
                <a:cubicBezTo>
                  <a:pt x="500289" y="43261"/>
                  <a:pt x="499719" y="42450"/>
                  <a:pt x="498935" y="41911"/>
                </a:cubicBezTo>
                <a:cubicBezTo>
                  <a:pt x="498151" y="41372"/>
                  <a:pt x="497088" y="41103"/>
                  <a:pt x="495745" y="41103"/>
                </a:cubicBezTo>
                <a:cubicBezTo>
                  <a:pt x="494670" y="41103"/>
                  <a:pt x="493305" y="41417"/>
                  <a:pt x="491648" y="42043"/>
                </a:cubicBezTo>
                <a:lnTo>
                  <a:pt x="490842" y="39894"/>
                </a:lnTo>
                <a:moveTo>
                  <a:pt x="512334" y="50774"/>
                </a:moveTo>
                <a:lnTo>
                  <a:pt x="512334" y="73744"/>
                </a:lnTo>
                <a:cubicBezTo>
                  <a:pt x="512334" y="78714"/>
                  <a:pt x="512535" y="81982"/>
                  <a:pt x="512938" y="83549"/>
                </a:cubicBezTo>
                <a:cubicBezTo>
                  <a:pt x="513565" y="86146"/>
                  <a:pt x="515099" y="88430"/>
                  <a:pt x="517539" y="90400"/>
                </a:cubicBezTo>
                <a:cubicBezTo>
                  <a:pt x="519979" y="92370"/>
                  <a:pt x="523057" y="93355"/>
                  <a:pt x="526774" y="93355"/>
                </a:cubicBezTo>
                <a:cubicBezTo>
                  <a:pt x="531251" y="93355"/>
                  <a:pt x="534878" y="91609"/>
                  <a:pt x="537654" y="88116"/>
                </a:cubicBezTo>
                <a:cubicBezTo>
                  <a:pt x="541281" y="83549"/>
                  <a:pt x="543094" y="77124"/>
                  <a:pt x="543094" y="68841"/>
                </a:cubicBezTo>
                <a:cubicBezTo>
                  <a:pt x="543094" y="59438"/>
                  <a:pt x="541034" y="52207"/>
                  <a:pt x="536915" y="47148"/>
                </a:cubicBezTo>
                <a:cubicBezTo>
                  <a:pt x="534049" y="43655"/>
                  <a:pt x="530647" y="41909"/>
                  <a:pt x="526706" y="41909"/>
                </a:cubicBezTo>
                <a:cubicBezTo>
                  <a:pt x="524557" y="41909"/>
                  <a:pt x="522430" y="42446"/>
                  <a:pt x="520326" y="43521"/>
                </a:cubicBezTo>
                <a:cubicBezTo>
                  <a:pt x="518714" y="44327"/>
                  <a:pt x="516050" y="46745"/>
                  <a:pt x="512334" y="50774"/>
                </a:cubicBezTo>
                <a:close/>
                <a:moveTo>
                  <a:pt x="598906" y="86710"/>
                </a:moveTo>
                <a:cubicBezTo>
                  <a:pt x="592592" y="91589"/>
                  <a:pt x="588630" y="94409"/>
                  <a:pt x="587018" y="95168"/>
                </a:cubicBezTo>
                <a:cubicBezTo>
                  <a:pt x="584600" y="96288"/>
                  <a:pt x="582026" y="96848"/>
                  <a:pt x="579294" y="96848"/>
                </a:cubicBezTo>
                <a:cubicBezTo>
                  <a:pt x="575041" y="96848"/>
                  <a:pt x="571537" y="95392"/>
                  <a:pt x="568784" y="92482"/>
                </a:cubicBezTo>
                <a:cubicBezTo>
                  <a:pt x="566030" y="89572"/>
                  <a:pt x="564653" y="85743"/>
                  <a:pt x="564653" y="80997"/>
                </a:cubicBezTo>
                <a:cubicBezTo>
                  <a:pt x="564653" y="77997"/>
                  <a:pt x="565325" y="75400"/>
                  <a:pt x="566668" y="73207"/>
                </a:cubicBezTo>
                <a:cubicBezTo>
                  <a:pt x="568504" y="70162"/>
                  <a:pt x="571694" y="67296"/>
                  <a:pt x="576239" y="64610"/>
                </a:cubicBezTo>
                <a:cubicBezTo>
                  <a:pt x="580783" y="61923"/>
                  <a:pt x="588339" y="58655"/>
                  <a:pt x="598906" y="54804"/>
                </a:cubicBezTo>
                <a:lnTo>
                  <a:pt x="598906" y="52395"/>
                </a:lnTo>
                <a:cubicBezTo>
                  <a:pt x="598906" y="46283"/>
                  <a:pt x="597932" y="42090"/>
                  <a:pt x="595984" y="39814"/>
                </a:cubicBezTo>
                <a:cubicBezTo>
                  <a:pt x="594036" y="37539"/>
                  <a:pt x="591204" y="36402"/>
                  <a:pt x="587488" y="36402"/>
                </a:cubicBezTo>
                <a:cubicBezTo>
                  <a:pt x="584667" y="36402"/>
                  <a:pt x="582429" y="37163"/>
                  <a:pt x="580772" y="38685"/>
                </a:cubicBezTo>
                <a:cubicBezTo>
                  <a:pt x="579071" y="40208"/>
                  <a:pt x="578220" y="41954"/>
                  <a:pt x="578220" y="43924"/>
                </a:cubicBezTo>
                <a:lnTo>
                  <a:pt x="578354" y="47819"/>
                </a:lnTo>
                <a:cubicBezTo>
                  <a:pt x="578354" y="49879"/>
                  <a:pt x="577828" y="51468"/>
                  <a:pt x="576776" y="52588"/>
                </a:cubicBezTo>
                <a:cubicBezTo>
                  <a:pt x="575724" y="53707"/>
                  <a:pt x="574347" y="54267"/>
                  <a:pt x="572645" y="54267"/>
                </a:cubicBezTo>
                <a:cubicBezTo>
                  <a:pt x="570989" y="54267"/>
                  <a:pt x="569634" y="53683"/>
                  <a:pt x="568582" y="52516"/>
                </a:cubicBezTo>
                <a:cubicBezTo>
                  <a:pt x="567530" y="51348"/>
                  <a:pt x="567004" y="49754"/>
                  <a:pt x="567004" y="47733"/>
                </a:cubicBezTo>
                <a:cubicBezTo>
                  <a:pt x="567004" y="43870"/>
                  <a:pt x="568974" y="40322"/>
                  <a:pt x="572914" y="37088"/>
                </a:cubicBezTo>
                <a:cubicBezTo>
                  <a:pt x="576854" y="33855"/>
                  <a:pt x="582384" y="32238"/>
                  <a:pt x="589503" y="32238"/>
                </a:cubicBezTo>
                <a:cubicBezTo>
                  <a:pt x="594966" y="32238"/>
                  <a:pt x="599443" y="33154"/>
                  <a:pt x="602935" y="34987"/>
                </a:cubicBezTo>
                <a:cubicBezTo>
                  <a:pt x="605577" y="36374"/>
                  <a:pt x="607525" y="38543"/>
                  <a:pt x="608779" y="41496"/>
                </a:cubicBezTo>
                <a:cubicBezTo>
                  <a:pt x="609584" y="43418"/>
                  <a:pt x="609987" y="47353"/>
                  <a:pt x="609987" y="53301"/>
                </a:cubicBezTo>
                <a:lnTo>
                  <a:pt x="609987" y="74164"/>
                </a:lnTo>
                <a:cubicBezTo>
                  <a:pt x="609987" y="80022"/>
                  <a:pt x="610099" y="83611"/>
                  <a:pt x="610323" y="84930"/>
                </a:cubicBezTo>
                <a:cubicBezTo>
                  <a:pt x="610547" y="86250"/>
                  <a:pt x="610917" y="87134"/>
                  <a:pt x="611431" y="87581"/>
                </a:cubicBezTo>
                <a:cubicBezTo>
                  <a:pt x="611946" y="88028"/>
                  <a:pt x="612540" y="88251"/>
                  <a:pt x="613211" y="88251"/>
                </a:cubicBezTo>
                <a:cubicBezTo>
                  <a:pt x="613928" y="88251"/>
                  <a:pt x="614554" y="88094"/>
                  <a:pt x="615092" y="87781"/>
                </a:cubicBezTo>
                <a:cubicBezTo>
                  <a:pt x="616032" y="87199"/>
                  <a:pt x="617845" y="85564"/>
                  <a:pt x="620532" y="82878"/>
                </a:cubicBezTo>
                <a:lnTo>
                  <a:pt x="620532" y="86639"/>
                </a:lnTo>
                <a:cubicBezTo>
                  <a:pt x="615517" y="93355"/>
                  <a:pt x="610726" y="96713"/>
                  <a:pt x="606159" y="96713"/>
                </a:cubicBezTo>
                <a:cubicBezTo>
                  <a:pt x="603965" y="96713"/>
                  <a:pt x="602219" y="95958"/>
                  <a:pt x="600921" y="94446"/>
                </a:cubicBezTo>
                <a:cubicBezTo>
                  <a:pt x="599622" y="92934"/>
                  <a:pt x="598950" y="90355"/>
                  <a:pt x="598906" y="86710"/>
                </a:cubicBezTo>
                <a:moveTo>
                  <a:pt x="598906" y="82355"/>
                </a:moveTo>
                <a:lnTo>
                  <a:pt x="598906" y="58968"/>
                </a:lnTo>
                <a:cubicBezTo>
                  <a:pt x="592145" y="61649"/>
                  <a:pt x="587779" y="63548"/>
                  <a:pt x="585809" y="64664"/>
                </a:cubicBezTo>
                <a:cubicBezTo>
                  <a:pt x="582272" y="66630"/>
                  <a:pt x="579742" y="68686"/>
                  <a:pt x="578220" y="70831"/>
                </a:cubicBezTo>
                <a:cubicBezTo>
                  <a:pt x="576698" y="72974"/>
                  <a:pt x="575936" y="75319"/>
                  <a:pt x="575936" y="77866"/>
                </a:cubicBezTo>
                <a:cubicBezTo>
                  <a:pt x="575936" y="81083"/>
                  <a:pt x="576899" y="83752"/>
                  <a:pt x="578824" y="85875"/>
                </a:cubicBezTo>
                <a:cubicBezTo>
                  <a:pt x="580750" y="87996"/>
                  <a:pt x="582966" y="89057"/>
                  <a:pt x="585473" y="89057"/>
                </a:cubicBezTo>
                <a:cubicBezTo>
                  <a:pt x="588876" y="89057"/>
                  <a:pt x="593354" y="86823"/>
                  <a:pt x="598906" y="82355"/>
                </a:cubicBezTo>
                <a:close/>
                <a:moveTo>
                  <a:pt x="620549" y="39894"/>
                </a:moveTo>
                <a:lnTo>
                  <a:pt x="639489" y="32372"/>
                </a:lnTo>
                <a:lnTo>
                  <a:pt x="642041" y="32372"/>
                </a:lnTo>
                <a:lnTo>
                  <a:pt x="642041" y="46812"/>
                </a:lnTo>
                <a:cubicBezTo>
                  <a:pt x="645220" y="41419"/>
                  <a:pt x="648410" y="37642"/>
                  <a:pt x="651612" y="35480"/>
                </a:cubicBezTo>
                <a:cubicBezTo>
                  <a:pt x="654813" y="33319"/>
                  <a:pt x="658182" y="32238"/>
                  <a:pt x="661720" y="32238"/>
                </a:cubicBezTo>
                <a:cubicBezTo>
                  <a:pt x="667898" y="32238"/>
                  <a:pt x="673048" y="34653"/>
                  <a:pt x="677167" y="39483"/>
                </a:cubicBezTo>
                <a:cubicBezTo>
                  <a:pt x="682226" y="45387"/>
                  <a:pt x="684756" y="53081"/>
                  <a:pt x="684756" y="62563"/>
                </a:cubicBezTo>
                <a:cubicBezTo>
                  <a:pt x="684756" y="73164"/>
                  <a:pt x="681711" y="81931"/>
                  <a:pt x="675622" y="88864"/>
                </a:cubicBezTo>
                <a:cubicBezTo>
                  <a:pt x="670607" y="94544"/>
                  <a:pt x="664294" y="97385"/>
                  <a:pt x="656682" y="97385"/>
                </a:cubicBezTo>
                <a:cubicBezTo>
                  <a:pt x="653369" y="97385"/>
                  <a:pt x="650504" y="96915"/>
                  <a:pt x="648086" y="95974"/>
                </a:cubicBezTo>
                <a:cubicBezTo>
                  <a:pt x="646295" y="95303"/>
                  <a:pt x="644280" y="93960"/>
                  <a:pt x="642041" y="91945"/>
                </a:cubicBezTo>
                <a:lnTo>
                  <a:pt x="642041" y="110683"/>
                </a:lnTo>
                <a:cubicBezTo>
                  <a:pt x="642041" y="114916"/>
                  <a:pt x="642299" y="117606"/>
                  <a:pt x="642813" y="118755"/>
                </a:cubicBezTo>
                <a:cubicBezTo>
                  <a:pt x="643328" y="119904"/>
                  <a:pt x="644224" y="120815"/>
                  <a:pt x="645500" y="121490"/>
                </a:cubicBezTo>
                <a:cubicBezTo>
                  <a:pt x="646776" y="122165"/>
                  <a:pt x="649093" y="122503"/>
                  <a:pt x="652451" y="122503"/>
                </a:cubicBezTo>
                <a:lnTo>
                  <a:pt x="652451" y="124921"/>
                </a:lnTo>
                <a:lnTo>
                  <a:pt x="620214" y="124921"/>
                </a:lnTo>
                <a:lnTo>
                  <a:pt x="620214" y="122503"/>
                </a:lnTo>
                <a:lnTo>
                  <a:pt x="621893" y="122503"/>
                </a:lnTo>
                <a:cubicBezTo>
                  <a:pt x="624355" y="122548"/>
                  <a:pt x="626460" y="122075"/>
                  <a:pt x="628206" y="121085"/>
                </a:cubicBezTo>
                <a:cubicBezTo>
                  <a:pt x="629056" y="120589"/>
                  <a:pt x="629717" y="119790"/>
                  <a:pt x="630187" y="118688"/>
                </a:cubicBezTo>
                <a:cubicBezTo>
                  <a:pt x="630657" y="117585"/>
                  <a:pt x="630892" y="114783"/>
                  <a:pt x="630892" y="110280"/>
                </a:cubicBezTo>
                <a:lnTo>
                  <a:pt x="630892" y="51983"/>
                </a:lnTo>
                <a:cubicBezTo>
                  <a:pt x="630892" y="47972"/>
                  <a:pt x="630713" y="45425"/>
                  <a:pt x="630355" y="44344"/>
                </a:cubicBezTo>
                <a:cubicBezTo>
                  <a:pt x="629997" y="43261"/>
                  <a:pt x="629426" y="42450"/>
                  <a:pt x="628642" y="41911"/>
                </a:cubicBezTo>
                <a:cubicBezTo>
                  <a:pt x="627859" y="41372"/>
                  <a:pt x="626795" y="41103"/>
                  <a:pt x="625452" y="41103"/>
                </a:cubicBezTo>
                <a:cubicBezTo>
                  <a:pt x="624378" y="41103"/>
                  <a:pt x="623012" y="41417"/>
                  <a:pt x="621355" y="42043"/>
                </a:cubicBezTo>
                <a:lnTo>
                  <a:pt x="620549" y="39894"/>
                </a:lnTo>
                <a:moveTo>
                  <a:pt x="642041" y="50774"/>
                </a:moveTo>
                <a:lnTo>
                  <a:pt x="642041" y="73744"/>
                </a:lnTo>
                <a:cubicBezTo>
                  <a:pt x="642041" y="78714"/>
                  <a:pt x="642243" y="81982"/>
                  <a:pt x="642646" y="83549"/>
                </a:cubicBezTo>
                <a:cubicBezTo>
                  <a:pt x="643272" y="86146"/>
                  <a:pt x="644806" y="88430"/>
                  <a:pt x="647246" y="90400"/>
                </a:cubicBezTo>
                <a:cubicBezTo>
                  <a:pt x="649686" y="92370"/>
                  <a:pt x="652765" y="93355"/>
                  <a:pt x="656481" y="93355"/>
                </a:cubicBezTo>
                <a:cubicBezTo>
                  <a:pt x="660958" y="93355"/>
                  <a:pt x="664585" y="91609"/>
                  <a:pt x="667361" y="88116"/>
                </a:cubicBezTo>
                <a:cubicBezTo>
                  <a:pt x="670988" y="83549"/>
                  <a:pt x="672801" y="77124"/>
                  <a:pt x="672801" y="68841"/>
                </a:cubicBezTo>
                <a:cubicBezTo>
                  <a:pt x="672801" y="59438"/>
                  <a:pt x="670742" y="52207"/>
                  <a:pt x="666622" y="47148"/>
                </a:cubicBezTo>
                <a:cubicBezTo>
                  <a:pt x="663757" y="43655"/>
                  <a:pt x="660354" y="41909"/>
                  <a:pt x="656414" y="41909"/>
                </a:cubicBezTo>
                <a:cubicBezTo>
                  <a:pt x="654265" y="41909"/>
                  <a:pt x="652138" y="42446"/>
                  <a:pt x="650033" y="43521"/>
                </a:cubicBezTo>
                <a:cubicBezTo>
                  <a:pt x="648422" y="44327"/>
                  <a:pt x="645757" y="46745"/>
                  <a:pt x="642041" y="50774"/>
                </a:cubicBezTo>
                <a:close/>
                <a:moveTo>
                  <a:pt x="704099" y="57222"/>
                </a:moveTo>
                <a:cubicBezTo>
                  <a:pt x="704054" y="66314"/>
                  <a:pt x="706271" y="73445"/>
                  <a:pt x="710748" y="78615"/>
                </a:cubicBezTo>
                <a:cubicBezTo>
                  <a:pt x="715225" y="83785"/>
                  <a:pt x="720486" y="86370"/>
                  <a:pt x="726531" y="86370"/>
                </a:cubicBezTo>
                <a:cubicBezTo>
                  <a:pt x="730561" y="86370"/>
                  <a:pt x="734064" y="85257"/>
                  <a:pt x="737042" y="83031"/>
                </a:cubicBezTo>
                <a:cubicBezTo>
                  <a:pt x="740019" y="80805"/>
                  <a:pt x="742516" y="76993"/>
                  <a:pt x="744530" y="71595"/>
                </a:cubicBezTo>
                <a:lnTo>
                  <a:pt x="746612" y="72944"/>
                </a:lnTo>
                <a:cubicBezTo>
                  <a:pt x="745672" y="79110"/>
                  <a:pt x="742941" y="84726"/>
                  <a:pt x="738419" y="89789"/>
                </a:cubicBezTo>
                <a:cubicBezTo>
                  <a:pt x="733896" y="94853"/>
                  <a:pt x="728232" y="97385"/>
                  <a:pt x="721427" y="97385"/>
                </a:cubicBezTo>
                <a:cubicBezTo>
                  <a:pt x="714039" y="97385"/>
                  <a:pt x="707715" y="94514"/>
                  <a:pt x="702453" y="88773"/>
                </a:cubicBezTo>
                <a:cubicBezTo>
                  <a:pt x="697192" y="83031"/>
                  <a:pt x="694562" y="75312"/>
                  <a:pt x="694562" y="65615"/>
                </a:cubicBezTo>
                <a:cubicBezTo>
                  <a:pt x="694562" y="55115"/>
                  <a:pt x="697260" y="46928"/>
                  <a:pt x="702655" y="41053"/>
                </a:cubicBezTo>
                <a:cubicBezTo>
                  <a:pt x="708050" y="35176"/>
                  <a:pt x="714822" y="32238"/>
                  <a:pt x="722971" y="32238"/>
                </a:cubicBezTo>
                <a:cubicBezTo>
                  <a:pt x="729867" y="32238"/>
                  <a:pt x="735531" y="34504"/>
                  <a:pt x="739963" y="39038"/>
                </a:cubicBezTo>
                <a:cubicBezTo>
                  <a:pt x="744396" y="43570"/>
                  <a:pt x="746612" y="49631"/>
                  <a:pt x="746612" y="57222"/>
                </a:cubicBezTo>
                <a:lnTo>
                  <a:pt x="704099" y="57222"/>
                </a:lnTo>
                <a:moveTo>
                  <a:pt x="704099" y="53327"/>
                </a:moveTo>
                <a:lnTo>
                  <a:pt x="732576" y="53327"/>
                </a:lnTo>
                <a:cubicBezTo>
                  <a:pt x="732352" y="49419"/>
                  <a:pt x="731882" y="46666"/>
                  <a:pt x="731165" y="45068"/>
                </a:cubicBezTo>
                <a:cubicBezTo>
                  <a:pt x="730046" y="42580"/>
                  <a:pt x="728378" y="40626"/>
                  <a:pt x="726162" y="39206"/>
                </a:cubicBezTo>
                <a:cubicBezTo>
                  <a:pt x="723945" y="37784"/>
                  <a:pt x="721628" y="37073"/>
                  <a:pt x="719210" y="37073"/>
                </a:cubicBezTo>
                <a:cubicBezTo>
                  <a:pt x="715494" y="37073"/>
                  <a:pt x="712170" y="38505"/>
                  <a:pt x="709237" y="41370"/>
                </a:cubicBezTo>
                <a:cubicBezTo>
                  <a:pt x="706304" y="44234"/>
                  <a:pt x="704591" y="48219"/>
                  <a:pt x="704099" y="53327"/>
                </a:cubicBezTo>
                <a:close/>
                <a:moveTo>
                  <a:pt x="772689" y="32238"/>
                </a:moveTo>
                <a:lnTo>
                  <a:pt x="772689" y="46073"/>
                </a:lnTo>
                <a:cubicBezTo>
                  <a:pt x="777838" y="36850"/>
                  <a:pt x="783122" y="32238"/>
                  <a:pt x="788539" y="32238"/>
                </a:cubicBezTo>
                <a:cubicBezTo>
                  <a:pt x="791002" y="32238"/>
                  <a:pt x="793039" y="32988"/>
                  <a:pt x="794651" y="34488"/>
                </a:cubicBezTo>
                <a:cubicBezTo>
                  <a:pt x="796263" y="35988"/>
                  <a:pt x="797069" y="37723"/>
                  <a:pt x="797069" y="39693"/>
                </a:cubicBezTo>
                <a:cubicBezTo>
                  <a:pt x="797069" y="41439"/>
                  <a:pt x="796487" y="42916"/>
                  <a:pt x="795323" y="44125"/>
                </a:cubicBezTo>
                <a:cubicBezTo>
                  <a:pt x="794158" y="45334"/>
                  <a:pt x="792770" y="45939"/>
                  <a:pt x="791159" y="45939"/>
                </a:cubicBezTo>
                <a:cubicBezTo>
                  <a:pt x="789591" y="45939"/>
                  <a:pt x="787834" y="45178"/>
                  <a:pt x="785886" y="43655"/>
                </a:cubicBezTo>
                <a:cubicBezTo>
                  <a:pt x="783939" y="42133"/>
                  <a:pt x="782495" y="41372"/>
                  <a:pt x="781554" y="41372"/>
                </a:cubicBezTo>
                <a:cubicBezTo>
                  <a:pt x="780748" y="41372"/>
                  <a:pt x="779875" y="41816"/>
                  <a:pt x="778935" y="42705"/>
                </a:cubicBezTo>
                <a:cubicBezTo>
                  <a:pt x="776920" y="44528"/>
                  <a:pt x="774838" y="47528"/>
                  <a:pt x="772689" y="51706"/>
                </a:cubicBezTo>
                <a:lnTo>
                  <a:pt x="772689" y="81132"/>
                </a:lnTo>
                <a:cubicBezTo>
                  <a:pt x="772689" y="84537"/>
                  <a:pt x="773114" y="87113"/>
                  <a:pt x="773965" y="88859"/>
                </a:cubicBezTo>
                <a:cubicBezTo>
                  <a:pt x="774547" y="90070"/>
                  <a:pt x="775577" y="91077"/>
                  <a:pt x="777055" y="91882"/>
                </a:cubicBezTo>
                <a:cubicBezTo>
                  <a:pt x="778532" y="92685"/>
                  <a:pt x="780659" y="93086"/>
                  <a:pt x="783435" y="93086"/>
                </a:cubicBezTo>
                <a:lnTo>
                  <a:pt x="783435" y="95504"/>
                </a:lnTo>
                <a:lnTo>
                  <a:pt x="751936" y="95504"/>
                </a:lnTo>
                <a:lnTo>
                  <a:pt x="751936" y="93086"/>
                </a:lnTo>
                <a:cubicBezTo>
                  <a:pt x="755070" y="93086"/>
                  <a:pt x="757399" y="92588"/>
                  <a:pt x="758921" y="91592"/>
                </a:cubicBezTo>
                <a:cubicBezTo>
                  <a:pt x="760040" y="90867"/>
                  <a:pt x="760824" y="89712"/>
                  <a:pt x="761272" y="88127"/>
                </a:cubicBezTo>
                <a:cubicBezTo>
                  <a:pt x="761495" y="87356"/>
                  <a:pt x="761607" y="85159"/>
                  <a:pt x="761607" y="81535"/>
                </a:cubicBezTo>
                <a:lnTo>
                  <a:pt x="761607" y="57894"/>
                </a:lnTo>
                <a:cubicBezTo>
                  <a:pt x="761607" y="50730"/>
                  <a:pt x="761462" y="46465"/>
                  <a:pt x="761171" y="45099"/>
                </a:cubicBezTo>
                <a:cubicBezTo>
                  <a:pt x="760880" y="43734"/>
                  <a:pt x="760342" y="42737"/>
                  <a:pt x="759559" y="42111"/>
                </a:cubicBezTo>
                <a:cubicBezTo>
                  <a:pt x="758775" y="41484"/>
                  <a:pt x="757801" y="41170"/>
                  <a:pt x="756637" y="41170"/>
                </a:cubicBezTo>
                <a:cubicBezTo>
                  <a:pt x="755249" y="41170"/>
                  <a:pt x="753682" y="41506"/>
                  <a:pt x="751936" y="42178"/>
                </a:cubicBezTo>
                <a:lnTo>
                  <a:pt x="751264" y="39760"/>
                </a:lnTo>
                <a:lnTo>
                  <a:pt x="769868" y="32238"/>
                </a:lnTo>
                <a:lnTo>
                  <a:pt x="772689" y="32238"/>
                </a:lnTo>
                <a:close/>
                <a:moveTo>
                  <a:pt x="840253" y="32238"/>
                </a:moveTo>
                <a:lnTo>
                  <a:pt x="840253" y="53192"/>
                </a:lnTo>
                <a:lnTo>
                  <a:pt x="838037" y="53192"/>
                </a:lnTo>
                <a:cubicBezTo>
                  <a:pt x="836335" y="46637"/>
                  <a:pt x="834153" y="42178"/>
                  <a:pt x="831489" y="39814"/>
                </a:cubicBezTo>
                <a:cubicBezTo>
                  <a:pt x="828825" y="37450"/>
                  <a:pt x="825433" y="36267"/>
                  <a:pt x="821314" y="36267"/>
                </a:cubicBezTo>
                <a:cubicBezTo>
                  <a:pt x="818179" y="36267"/>
                  <a:pt x="815650" y="37093"/>
                  <a:pt x="813724" y="38744"/>
                </a:cubicBezTo>
                <a:cubicBezTo>
                  <a:pt x="811799" y="40395"/>
                  <a:pt x="810836" y="42225"/>
                  <a:pt x="810836" y="44232"/>
                </a:cubicBezTo>
                <a:cubicBezTo>
                  <a:pt x="810836" y="46730"/>
                  <a:pt x="811553" y="48872"/>
                  <a:pt x="812985" y="50657"/>
                </a:cubicBezTo>
                <a:cubicBezTo>
                  <a:pt x="814374" y="52486"/>
                  <a:pt x="817194" y="54426"/>
                  <a:pt x="821448" y="56479"/>
                </a:cubicBezTo>
                <a:lnTo>
                  <a:pt x="831254" y="61231"/>
                </a:lnTo>
                <a:cubicBezTo>
                  <a:pt x="840343" y="65658"/>
                  <a:pt x="844887" y="71493"/>
                  <a:pt x="844887" y="78737"/>
                </a:cubicBezTo>
                <a:cubicBezTo>
                  <a:pt x="844887" y="84327"/>
                  <a:pt x="842772" y="88832"/>
                  <a:pt x="838541" y="92253"/>
                </a:cubicBezTo>
                <a:cubicBezTo>
                  <a:pt x="834309" y="95674"/>
                  <a:pt x="829574" y="97385"/>
                  <a:pt x="824336" y="97385"/>
                </a:cubicBezTo>
                <a:cubicBezTo>
                  <a:pt x="820575" y="97385"/>
                  <a:pt x="816276" y="96747"/>
                  <a:pt x="811441" y="95471"/>
                </a:cubicBezTo>
                <a:cubicBezTo>
                  <a:pt x="809963" y="95045"/>
                  <a:pt x="808754" y="94833"/>
                  <a:pt x="807814" y="94833"/>
                </a:cubicBezTo>
                <a:cubicBezTo>
                  <a:pt x="806784" y="94833"/>
                  <a:pt x="805978" y="95370"/>
                  <a:pt x="805396" y="96445"/>
                </a:cubicBezTo>
                <a:lnTo>
                  <a:pt x="803180" y="96445"/>
                </a:lnTo>
                <a:lnTo>
                  <a:pt x="803180" y="74415"/>
                </a:lnTo>
                <a:lnTo>
                  <a:pt x="805396" y="74415"/>
                </a:lnTo>
                <a:cubicBezTo>
                  <a:pt x="806650" y="80684"/>
                  <a:pt x="809045" y="85408"/>
                  <a:pt x="812583" y="88587"/>
                </a:cubicBezTo>
                <a:cubicBezTo>
                  <a:pt x="816120" y="91766"/>
                  <a:pt x="820082" y="93355"/>
                  <a:pt x="824470" y="93355"/>
                </a:cubicBezTo>
                <a:cubicBezTo>
                  <a:pt x="827560" y="93355"/>
                  <a:pt x="830078" y="92453"/>
                  <a:pt x="832026" y="90650"/>
                </a:cubicBezTo>
                <a:cubicBezTo>
                  <a:pt x="833974" y="88845"/>
                  <a:pt x="834947" y="86673"/>
                  <a:pt x="834947" y="84133"/>
                </a:cubicBezTo>
                <a:cubicBezTo>
                  <a:pt x="834947" y="81059"/>
                  <a:pt x="833862" y="78475"/>
                  <a:pt x="831690" y="76382"/>
                </a:cubicBezTo>
                <a:cubicBezTo>
                  <a:pt x="829519" y="74287"/>
                  <a:pt x="825187" y="71642"/>
                  <a:pt x="818694" y="68446"/>
                </a:cubicBezTo>
                <a:cubicBezTo>
                  <a:pt x="812202" y="65249"/>
                  <a:pt x="807948" y="62350"/>
                  <a:pt x="805933" y="59749"/>
                </a:cubicBezTo>
                <a:cubicBezTo>
                  <a:pt x="803919" y="57193"/>
                  <a:pt x="802911" y="53964"/>
                  <a:pt x="802911" y="50063"/>
                </a:cubicBezTo>
                <a:cubicBezTo>
                  <a:pt x="802911" y="44995"/>
                  <a:pt x="804646" y="40758"/>
                  <a:pt x="808116" y="37350"/>
                </a:cubicBezTo>
                <a:cubicBezTo>
                  <a:pt x="811586" y="33942"/>
                  <a:pt x="816075" y="32238"/>
                  <a:pt x="821582" y="32238"/>
                </a:cubicBezTo>
                <a:cubicBezTo>
                  <a:pt x="824000" y="32238"/>
                  <a:pt x="826933" y="32753"/>
                  <a:pt x="830380" y="33782"/>
                </a:cubicBezTo>
                <a:cubicBezTo>
                  <a:pt x="832664" y="34454"/>
                  <a:pt x="834186" y="34790"/>
                  <a:pt x="834947" y="34790"/>
                </a:cubicBezTo>
                <a:cubicBezTo>
                  <a:pt x="835664" y="34790"/>
                  <a:pt x="836224" y="34633"/>
                  <a:pt x="836626" y="34320"/>
                </a:cubicBezTo>
                <a:cubicBezTo>
                  <a:pt x="837029" y="34006"/>
                  <a:pt x="837500" y="33312"/>
                  <a:pt x="838037" y="32238"/>
                </a:cubicBezTo>
                <a:lnTo>
                  <a:pt x="840253" y="32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26">
            <a:extLst xmlns:a="http://schemas.openxmlformats.org/drawingml/2006/main">
              <a:ext uri="{FF2B5EF4-FFF2-40B4-BE49-F238E27FC236}">
                <a16:creationId xmlns:a16="http://schemas.microsoft.com/office/drawing/2014/main" id="{58A18B4B-4820-4D8C-A31C-EF8B918D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5496" y="2849263"/>
            <a:ext cx="138421" cy="95639"/>
          </a:xfrm>
          <a:custGeom xmlns:a="http://schemas.openxmlformats.org/drawingml/2006/main">
            <a:pathLst>
              <a:path w="138421" h="95639">
                <a:moveTo>
                  <a:pt x="48357" y="93758"/>
                </a:moveTo>
                <a:lnTo>
                  <a:pt x="0" y="93758"/>
                </a:lnTo>
                <a:lnTo>
                  <a:pt x="0" y="91273"/>
                </a:lnTo>
                <a:cubicBezTo>
                  <a:pt x="12582" y="79634"/>
                  <a:pt x="23193" y="68933"/>
                  <a:pt x="31835" y="59170"/>
                </a:cubicBezTo>
                <a:cubicBezTo>
                  <a:pt x="39088" y="51078"/>
                  <a:pt x="43644" y="44898"/>
                  <a:pt x="45502" y="40629"/>
                </a:cubicBezTo>
                <a:cubicBezTo>
                  <a:pt x="47360" y="36358"/>
                  <a:pt x="48289" y="32054"/>
                  <a:pt x="48289" y="27717"/>
                </a:cubicBezTo>
                <a:cubicBezTo>
                  <a:pt x="48289" y="23649"/>
                  <a:pt x="47002" y="20342"/>
                  <a:pt x="44428" y="17794"/>
                </a:cubicBezTo>
                <a:cubicBezTo>
                  <a:pt x="41853" y="15244"/>
                  <a:pt x="38641" y="13970"/>
                  <a:pt x="34790" y="13970"/>
                </a:cubicBezTo>
                <a:cubicBezTo>
                  <a:pt x="28566" y="13970"/>
                  <a:pt x="23238" y="17391"/>
                  <a:pt x="18805" y="24235"/>
                </a:cubicBezTo>
                <a:lnTo>
                  <a:pt x="16320" y="23093"/>
                </a:lnTo>
                <a:cubicBezTo>
                  <a:pt x="18649" y="16450"/>
                  <a:pt x="21671" y="11400"/>
                  <a:pt x="25387" y="7944"/>
                </a:cubicBezTo>
                <a:cubicBezTo>
                  <a:pt x="30536" y="3185"/>
                  <a:pt x="36581" y="806"/>
                  <a:pt x="43521" y="806"/>
                </a:cubicBezTo>
                <a:cubicBezTo>
                  <a:pt x="49968" y="806"/>
                  <a:pt x="55308" y="2799"/>
                  <a:pt x="59539" y="6785"/>
                </a:cubicBezTo>
                <a:cubicBezTo>
                  <a:pt x="63770" y="10772"/>
                  <a:pt x="65886" y="15385"/>
                  <a:pt x="65886" y="20625"/>
                </a:cubicBezTo>
                <a:cubicBezTo>
                  <a:pt x="65886" y="25238"/>
                  <a:pt x="64856" y="29795"/>
                  <a:pt x="62796" y="34297"/>
                </a:cubicBezTo>
                <a:cubicBezTo>
                  <a:pt x="60737" y="38798"/>
                  <a:pt x="56483" y="44452"/>
                  <a:pt x="50036" y="51259"/>
                </a:cubicBezTo>
                <a:cubicBezTo>
                  <a:pt x="45110" y="56450"/>
                  <a:pt x="35126" y="65468"/>
                  <a:pt x="20081" y="78311"/>
                </a:cubicBezTo>
                <a:lnTo>
                  <a:pt x="37611" y="78311"/>
                </a:lnTo>
                <a:cubicBezTo>
                  <a:pt x="43252" y="78311"/>
                  <a:pt x="47204" y="77669"/>
                  <a:pt x="49465" y="76384"/>
                </a:cubicBezTo>
                <a:cubicBezTo>
                  <a:pt x="51726" y="75098"/>
                  <a:pt x="53842" y="72517"/>
                  <a:pt x="55812" y="68640"/>
                </a:cubicBezTo>
                <a:lnTo>
                  <a:pt x="58968" y="68640"/>
                </a:lnTo>
                <a:lnTo>
                  <a:pt x="48357" y="93758"/>
                </a:lnTo>
                <a:close/>
                <a:moveTo>
                  <a:pt x="138421" y="0"/>
                </a:moveTo>
                <a:lnTo>
                  <a:pt x="138421" y="2686"/>
                </a:lnTo>
                <a:cubicBezTo>
                  <a:pt x="131615" y="4559"/>
                  <a:pt x="125570" y="7947"/>
                  <a:pt x="120287" y="12853"/>
                </a:cubicBezTo>
                <a:cubicBezTo>
                  <a:pt x="113750" y="18952"/>
                  <a:pt x="108131" y="27272"/>
                  <a:pt x="103429" y="37812"/>
                </a:cubicBezTo>
                <a:cubicBezTo>
                  <a:pt x="107593" y="36424"/>
                  <a:pt x="111198" y="35730"/>
                  <a:pt x="114242" y="35730"/>
                </a:cubicBezTo>
                <a:cubicBezTo>
                  <a:pt x="119302" y="35730"/>
                  <a:pt x="123522" y="37622"/>
                  <a:pt x="126902" y="41405"/>
                </a:cubicBezTo>
                <a:cubicBezTo>
                  <a:pt x="130283" y="45189"/>
                  <a:pt x="131973" y="50551"/>
                  <a:pt x="131973" y="57491"/>
                </a:cubicBezTo>
                <a:cubicBezTo>
                  <a:pt x="131973" y="66446"/>
                  <a:pt x="129466" y="74639"/>
                  <a:pt x="124451" y="82072"/>
                </a:cubicBezTo>
                <a:cubicBezTo>
                  <a:pt x="118272" y="91116"/>
                  <a:pt x="110078" y="95639"/>
                  <a:pt x="99870" y="95639"/>
                </a:cubicBezTo>
                <a:cubicBezTo>
                  <a:pt x="92885" y="95639"/>
                  <a:pt x="87243" y="93242"/>
                  <a:pt x="82945" y="88448"/>
                </a:cubicBezTo>
                <a:cubicBezTo>
                  <a:pt x="78647" y="83653"/>
                  <a:pt x="76497" y="76865"/>
                  <a:pt x="76497" y="68083"/>
                </a:cubicBezTo>
                <a:cubicBezTo>
                  <a:pt x="76497" y="58584"/>
                  <a:pt x="78591" y="49421"/>
                  <a:pt x="82777" y="40595"/>
                </a:cubicBezTo>
                <a:cubicBezTo>
                  <a:pt x="86963" y="31768"/>
                  <a:pt x="92280" y="24318"/>
                  <a:pt x="98728" y="18247"/>
                </a:cubicBezTo>
                <a:cubicBezTo>
                  <a:pt x="105176" y="12176"/>
                  <a:pt x="112093" y="7572"/>
                  <a:pt x="119481" y="4435"/>
                </a:cubicBezTo>
                <a:cubicBezTo>
                  <a:pt x="125257" y="1971"/>
                  <a:pt x="131570" y="493"/>
                  <a:pt x="138421" y="0"/>
                </a:cubicBezTo>
                <a:moveTo>
                  <a:pt x="101213" y="42916"/>
                </a:moveTo>
                <a:cubicBezTo>
                  <a:pt x="98168" y="50886"/>
                  <a:pt x="95661" y="59035"/>
                  <a:pt x="93691" y="67363"/>
                </a:cubicBezTo>
                <a:cubicBezTo>
                  <a:pt x="92348" y="73005"/>
                  <a:pt x="91676" y="77684"/>
                  <a:pt x="91676" y="81400"/>
                </a:cubicBezTo>
                <a:cubicBezTo>
                  <a:pt x="91676" y="84803"/>
                  <a:pt x="92404" y="87333"/>
                  <a:pt x="93859" y="88990"/>
                </a:cubicBezTo>
                <a:cubicBezTo>
                  <a:pt x="95314" y="90646"/>
                  <a:pt x="97138" y="91475"/>
                  <a:pt x="99332" y="91475"/>
                </a:cubicBezTo>
                <a:cubicBezTo>
                  <a:pt x="101079" y="91475"/>
                  <a:pt x="102646" y="90848"/>
                  <a:pt x="104034" y="89594"/>
                </a:cubicBezTo>
                <a:cubicBezTo>
                  <a:pt x="106317" y="87534"/>
                  <a:pt x="108444" y="83415"/>
                  <a:pt x="110414" y="77236"/>
                </a:cubicBezTo>
                <a:cubicBezTo>
                  <a:pt x="113504" y="67475"/>
                  <a:pt x="115048" y="59349"/>
                  <a:pt x="115048" y="52856"/>
                </a:cubicBezTo>
                <a:cubicBezTo>
                  <a:pt x="115048" y="49543"/>
                  <a:pt x="114130" y="46767"/>
                  <a:pt x="112295" y="44528"/>
                </a:cubicBezTo>
                <a:cubicBezTo>
                  <a:pt x="110862" y="42782"/>
                  <a:pt x="109160" y="41909"/>
                  <a:pt x="107190" y="41909"/>
                </a:cubicBezTo>
                <a:cubicBezTo>
                  <a:pt x="105623" y="41909"/>
                  <a:pt x="103631" y="42245"/>
                  <a:pt x="101213" y="42916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A6B83-D9A3-4318-83F5-4CA98EF3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929" y="2079990"/>
            <a:ext cx="585608" cy="333346"/>
          </a:xfrm>
          <a:custGeom xmlns:a="http://schemas.openxmlformats.org/drawingml/2006/main">
            <a:pathLst>
              <a:path w="585608" h="333346">
                <a:moveTo>
                  <a:pt x="0" y="0"/>
                </a:moveTo>
                <a:lnTo>
                  <a:pt x="585608" y="0"/>
                </a:lnTo>
                <a:lnTo>
                  <a:pt x="585608" y="333346"/>
                </a:lnTo>
                <a:lnTo>
                  <a:pt x="0" y="3333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Merge">
            <a:extLst xmlns:a="http://schemas.openxmlformats.org/drawingml/2006/main">
              <a:ext uri="{FF2B5EF4-FFF2-40B4-BE49-F238E27FC236}">
                <a16:creationId xmlns:a16="http://schemas.microsoft.com/office/drawing/2014/main" id="{2B439FAA-0D3C-4B6C-8C14-7B4C8601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900" y="2195627"/>
            <a:ext cx="377122" cy="130046"/>
          </a:xfrm>
          <a:custGeom xmlns:a="http://schemas.openxmlformats.org/drawingml/2006/main">
            <a:pathLst>
              <a:path w="377122" h="130046">
                <a:moveTo>
                  <a:pt x="58152" y="98077"/>
                </a:moveTo>
                <a:lnTo>
                  <a:pt x="20252" y="15551"/>
                </a:lnTo>
                <a:lnTo>
                  <a:pt x="20252" y="81007"/>
                </a:lnTo>
                <a:cubicBezTo>
                  <a:pt x="20252" y="87035"/>
                  <a:pt x="20903" y="90796"/>
                  <a:pt x="22205" y="92290"/>
                </a:cubicBezTo>
                <a:cubicBezTo>
                  <a:pt x="23989" y="94316"/>
                  <a:pt x="26810" y="95328"/>
                  <a:pt x="30667" y="95328"/>
                </a:cubicBezTo>
                <a:lnTo>
                  <a:pt x="34139" y="95328"/>
                </a:lnTo>
                <a:lnTo>
                  <a:pt x="34139" y="98077"/>
                </a:lnTo>
                <a:lnTo>
                  <a:pt x="0" y="98077"/>
                </a:lnTo>
                <a:lnTo>
                  <a:pt x="0" y="95328"/>
                </a:lnTo>
                <a:lnTo>
                  <a:pt x="3472" y="95328"/>
                </a:lnTo>
                <a:cubicBezTo>
                  <a:pt x="7619" y="95328"/>
                  <a:pt x="10560" y="94075"/>
                  <a:pt x="12296" y="91567"/>
                </a:cubicBezTo>
                <a:cubicBezTo>
                  <a:pt x="13357" y="90024"/>
                  <a:pt x="13887" y="86504"/>
                  <a:pt x="13887" y="81007"/>
                </a:cubicBezTo>
                <a:lnTo>
                  <a:pt x="13887" y="17069"/>
                </a:lnTo>
                <a:cubicBezTo>
                  <a:pt x="13887" y="12730"/>
                  <a:pt x="13405" y="9596"/>
                  <a:pt x="12440" y="7667"/>
                </a:cubicBezTo>
                <a:cubicBezTo>
                  <a:pt x="11765" y="6268"/>
                  <a:pt x="10524" y="5099"/>
                  <a:pt x="8716" y="4159"/>
                </a:cubicBezTo>
                <a:cubicBezTo>
                  <a:pt x="6907" y="3219"/>
                  <a:pt x="4002" y="2748"/>
                  <a:pt x="0" y="2748"/>
                </a:cubicBezTo>
                <a:lnTo>
                  <a:pt x="0" y="0"/>
                </a:lnTo>
                <a:lnTo>
                  <a:pt x="27774" y="0"/>
                </a:lnTo>
                <a:lnTo>
                  <a:pt x="63359" y="76724"/>
                </a:lnTo>
                <a:lnTo>
                  <a:pt x="98366" y="0"/>
                </a:lnTo>
                <a:lnTo>
                  <a:pt x="126140" y="0"/>
                </a:lnTo>
                <a:lnTo>
                  <a:pt x="126140" y="2748"/>
                </a:lnTo>
                <a:lnTo>
                  <a:pt x="122741" y="2748"/>
                </a:lnTo>
                <a:cubicBezTo>
                  <a:pt x="118546" y="2748"/>
                  <a:pt x="115580" y="4002"/>
                  <a:pt x="113844" y="6510"/>
                </a:cubicBezTo>
                <a:cubicBezTo>
                  <a:pt x="112783" y="8053"/>
                  <a:pt x="112253" y="11572"/>
                  <a:pt x="112253" y="17069"/>
                </a:cubicBezTo>
                <a:lnTo>
                  <a:pt x="112253" y="81007"/>
                </a:lnTo>
                <a:cubicBezTo>
                  <a:pt x="112253" y="87035"/>
                  <a:pt x="112928" y="90796"/>
                  <a:pt x="114278" y="92290"/>
                </a:cubicBezTo>
                <a:cubicBezTo>
                  <a:pt x="116062" y="94316"/>
                  <a:pt x="118883" y="95328"/>
                  <a:pt x="122741" y="95328"/>
                </a:cubicBezTo>
                <a:lnTo>
                  <a:pt x="126140" y="95328"/>
                </a:lnTo>
                <a:lnTo>
                  <a:pt x="126140" y="98077"/>
                </a:lnTo>
                <a:lnTo>
                  <a:pt x="84479" y="98077"/>
                </a:lnTo>
                <a:lnTo>
                  <a:pt x="84479" y="95328"/>
                </a:lnTo>
                <a:lnTo>
                  <a:pt x="87951" y="95328"/>
                </a:lnTo>
                <a:cubicBezTo>
                  <a:pt x="92146" y="95328"/>
                  <a:pt x="95087" y="94075"/>
                  <a:pt x="96775" y="91567"/>
                </a:cubicBezTo>
                <a:cubicBezTo>
                  <a:pt x="97836" y="90024"/>
                  <a:pt x="98366" y="86504"/>
                  <a:pt x="98366" y="81007"/>
                </a:cubicBezTo>
                <a:lnTo>
                  <a:pt x="98366" y="15551"/>
                </a:lnTo>
                <a:lnTo>
                  <a:pt x="60538" y="98077"/>
                </a:lnTo>
                <a:lnTo>
                  <a:pt x="58152" y="98077"/>
                </a:lnTo>
                <a:close/>
                <a:moveTo>
                  <a:pt x="144994" y="56850"/>
                </a:moveTo>
                <a:cubicBezTo>
                  <a:pt x="144945" y="66641"/>
                  <a:pt x="147332" y="74321"/>
                  <a:pt x="152154" y="79888"/>
                </a:cubicBezTo>
                <a:cubicBezTo>
                  <a:pt x="156976" y="85456"/>
                  <a:pt x="162642" y="88240"/>
                  <a:pt x="169151" y="88240"/>
                </a:cubicBezTo>
                <a:cubicBezTo>
                  <a:pt x="173491" y="88240"/>
                  <a:pt x="177264" y="87041"/>
                  <a:pt x="180471" y="84644"/>
                </a:cubicBezTo>
                <a:cubicBezTo>
                  <a:pt x="183677" y="82247"/>
                  <a:pt x="186365" y="78141"/>
                  <a:pt x="188535" y="72328"/>
                </a:cubicBezTo>
                <a:lnTo>
                  <a:pt x="190777" y="73781"/>
                </a:lnTo>
                <a:cubicBezTo>
                  <a:pt x="189765" y="80422"/>
                  <a:pt x="186823" y="86469"/>
                  <a:pt x="181953" y="91922"/>
                </a:cubicBezTo>
                <a:cubicBezTo>
                  <a:pt x="177083" y="97375"/>
                  <a:pt x="170984" y="100102"/>
                  <a:pt x="163654" y="100102"/>
                </a:cubicBezTo>
                <a:cubicBezTo>
                  <a:pt x="155698" y="100102"/>
                  <a:pt x="148887" y="97011"/>
                  <a:pt x="143222" y="90828"/>
                </a:cubicBezTo>
                <a:cubicBezTo>
                  <a:pt x="137556" y="84644"/>
                  <a:pt x="134723" y="76331"/>
                  <a:pt x="134723" y="65888"/>
                </a:cubicBezTo>
                <a:cubicBezTo>
                  <a:pt x="134723" y="54581"/>
                  <a:pt x="137628" y="45764"/>
                  <a:pt x="143439" y="39437"/>
                </a:cubicBezTo>
                <a:cubicBezTo>
                  <a:pt x="149249" y="33108"/>
                  <a:pt x="156542" y="29944"/>
                  <a:pt x="165318" y="29944"/>
                </a:cubicBezTo>
                <a:cubicBezTo>
                  <a:pt x="172744" y="29944"/>
                  <a:pt x="178843" y="32385"/>
                  <a:pt x="183617" y="37267"/>
                </a:cubicBezTo>
                <a:cubicBezTo>
                  <a:pt x="188390" y="42148"/>
                  <a:pt x="190777" y="48675"/>
                  <a:pt x="190777" y="56850"/>
                </a:cubicBezTo>
                <a:lnTo>
                  <a:pt x="144994" y="56850"/>
                </a:lnTo>
                <a:moveTo>
                  <a:pt x="144994" y="52655"/>
                </a:moveTo>
                <a:lnTo>
                  <a:pt x="175661" y="52655"/>
                </a:lnTo>
                <a:cubicBezTo>
                  <a:pt x="175420" y="48446"/>
                  <a:pt x="174913" y="45481"/>
                  <a:pt x="174142" y="43761"/>
                </a:cubicBezTo>
                <a:cubicBezTo>
                  <a:pt x="172936" y="41082"/>
                  <a:pt x="171140" y="38977"/>
                  <a:pt x="168753" y="37448"/>
                </a:cubicBezTo>
                <a:cubicBezTo>
                  <a:pt x="166367" y="35917"/>
                  <a:pt x="163871" y="35151"/>
                  <a:pt x="161267" y="35151"/>
                </a:cubicBezTo>
                <a:cubicBezTo>
                  <a:pt x="157265" y="35151"/>
                  <a:pt x="153685" y="36694"/>
                  <a:pt x="150527" y="39778"/>
                </a:cubicBezTo>
                <a:cubicBezTo>
                  <a:pt x="147368" y="42863"/>
                  <a:pt x="145524" y="47155"/>
                  <a:pt x="144994" y="52655"/>
                </a:cubicBezTo>
                <a:close/>
                <a:moveTo>
                  <a:pt x="218860" y="29944"/>
                </a:moveTo>
                <a:lnTo>
                  <a:pt x="218860" y="44843"/>
                </a:lnTo>
                <a:cubicBezTo>
                  <a:pt x="224405" y="34910"/>
                  <a:pt x="230095" y="29944"/>
                  <a:pt x="235929" y="29944"/>
                </a:cubicBezTo>
                <a:cubicBezTo>
                  <a:pt x="238581" y="29944"/>
                  <a:pt x="240775" y="30751"/>
                  <a:pt x="242511" y="32367"/>
                </a:cubicBezTo>
                <a:cubicBezTo>
                  <a:pt x="244247" y="33982"/>
                  <a:pt x="245115" y="35851"/>
                  <a:pt x="245115" y="37972"/>
                </a:cubicBezTo>
                <a:cubicBezTo>
                  <a:pt x="245115" y="39853"/>
                  <a:pt x="244488" y="41444"/>
                  <a:pt x="243234" y="42746"/>
                </a:cubicBezTo>
                <a:cubicBezTo>
                  <a:pt x="241980" y="44048"/>
                  <a:pt x="240486" y="44699"/>
                  <a:pt x="238750" y="44699"/>
                </a:cubicBezTo>
                <a:cubicBezTo>
                  <a:pt x="237062" y="44699"/>
                  <a:pt x="235170" y="43879"/>
                  <a:pt x="233072" y="42240"/>
                </a:cubicBezTo>
                <a:cubicBezTo>
                  <a:pt x="230974" y="40600"/>
                  <a:pt x="229419" y="39780"/>
                  <a:pt x="228407" y="39780"/>
                </a:cubicBezTo>
                <a:cubicBezTo>
                  <a:pt x="227539" y="39780"/>
                  <a:pt x="226599" y="40259"/>
                  <a:pt x="225586" y="41216"/>
                </a:cubicBezTo>
                <a:cubicBezTo>
                  <a:pt x="223416" y="43179"/>
                  <a:pt x="221174" y="46410"/>
                  <a:pt x="218860" y="50910"/>
                </a:cubicBezTo>
                <a:lnTo>
                  <a:pt x="218860" y="82599"/>
                </a:lnTo>
                <a:cubicBezTo>
                  <a:pt x="218860" y="86266"/>
                  <a:pt x="219318" y="89040"/>
                  <a:pt x="220234" y="90921"/>
                </a:cubicBezTo>
                <a:cubicBezTo>
                  <a:pt x="220861" y="92224"/>
                  <a:pt x="221970" y="93309"/>
                  <a:pt x="223561" y="94176"/>
                </a:cubicBezTo>
                <a:cubicBezTo>
                  <a:pt x="225152" y="95040"/>
                  <a:pt x="227442" y="95473"/>
                  <a:pt x="230432" y="95473"/>
                </a:cubicBezTo>
                <a:lnTo>
                  <a:pt x="230432" y="98077"/>
                </a:lnTo>
                <a:lnTo>
                  <a:pt x="196510" y="98077"/>
                </a:lnTo>
                <a:lnTo>
                  <a:pt x="196510" y="95473"/>
                </a:lnTo>
                <a:cubicBezTo>
                  <a:pt x="199886" y="95473"/>
                  <a:pt x="202393" y="94936"/>
                  <a:pt x="204032" y="93864"/>
                </a:cubicBezTo>
                <a:cubicBezTo>
                  <a:pt x="205238" y="93083"/>
                  <a:pt x="206082" y="91839"/>
                  <a:pt x="206564" y="90132"/>
                </a:cubicBezTo>
                <a:cubicBezTo>
                  <a:pt x="206805" y="89302"/>
                  <a:pt x="206925" y="86935"/>
                  <a:pt x="206925" y="83032"/>
                </a:cubicBezTo>
                <a:lnTo>
                  <a:pt x="206925" y="57573"/>
                </a:lnTo>
                <a:cubicBezTo>
                  <a:pt x="206925" y="49858"/>
                  <a:pt x="206769" y="45265"/>
                  <a:pt x="206455" y="43795"/>
                </a:cubicBezTo>
                <a:cubicBezTo>
                  <a:pt x="206142" y="42324"/>
                  <a:pt x="205563" y="41251"/>
                  <a:pt x="204719" y="40576"/>
                </a:cubicBezTo>
                <a:cubicBezTo>
                  <a:pt x="203876" y="39901"/>
                  <a:pt x="202827" y="39563"/>
                  <a:pt x="201573" y="39563"/>
                </a:cubicBezTo>
                <a:cubicBezTo>
                  <a:pt x="200078" y="39563"/>
                  <a:pt x="198391" y="39925"/>
                  <a:pt x="196510" y="40648"/>
                </a:cubicBezTo>
                <a:lnTo>
                  <a:pt x="195787" y="38045"/>
                </a:lnTo>
                <a:lnTo>
                  <a:pt x="215822" y="29944"/>
                </a:lnTo>
                <a:lnTo>
                  <a:pt x="218860" y="29944"/>
                </a:lnTo>
                <a:close/>
                <a:moveTo>
                  <a:pt x="263856" y="73935"/>
                </a:moveTo>
                <a:cubicBezTo>
                  <a:pt x="259806" y="71961"/>
                  <a:pt x="256696" y="69204"/>
                  <a:pt x="254526" y="65665"/>
                </a:cubicBezTo>
                <a:cubicBezTo>
                  <a:pt x="252356" y="62125"/>
                  <a:pt x="251271" y="58212"/>
                  <a:pt x="251271" y="53925"/>
                </a:cubicBezTo>
                <a:cubicBezTo>
                  <a:pt x="251271" y="47376"/>
                  <a:pt x="253743" y="41742"/>
                  <a:pt x="258685" y="37023"/>
                </a:cubicBezTo>
                <a:cubicBezTo>
                  <a:pt x="263627" y="32303"/>
                  <a:pt x="269956" y="29944"/>
                  <a:pt x="277671" y="29944"/>
                </a:cubicBezTo>
                <a:cubicBezTo>
                  <a:pt x="283988" y="29944"/>
                  <a:pt x="289460" y="31487"/>
                  <a:pt x="294089" y="34573"/>
                </a:cubicBezTo>
                <a:lnTo>
                  <a:pt x="308121" y="34573"/>
                </a:lnTo>
                <a:cubicBezTo>
                  <a:pt x="310194" y="34573"/>
                  <a:pt x="311400" y="34633"/>
                  <a:pt x="311737" y="34754"/>
                </a:cubicBezTo>
                <a:cubicBezTo>
                  <a:pt x="312075" y="34874"/>
                  <a:pt x="312316" y="35079"/>
                  <a:pt x="312461" y="35368"/>
                </a:cubicBezTo>
                <a:cubicBezTo>
                  <a:pt x="312750" y="35802"/>
                  <a:pt x="312895" y="36574"/>
                  <a:pt x="312895" y="37683"/>
                </a:cubicBezTo>
                <a:cubicBezTo>
                  <a:pt x="312895" y="38937"/>
                  <a:pt x="312774" y="39804"/>
                  <a:pt x="312533" y="40287"/>
                </a:cubicBezTo>
                <a:cubicBezTo>
                  <a:pt x="312388" y="40528"/>
                  <a:pt x="312135" y="40721"/>
                  <a:pt x="311774" y="40865"/>
                </a:cubicBezTo>
                <a:cubicBezTo>
                  <a:pt x="311412" y="41010"/>
                  <a:pt x="310194" y="41082"/>
                  <a:pt x="308121" y="41082"/>
                </a:cubicBezTo>
                <a:lnTo>
                  <a:pt x="299514" y="41082"/>
                </a:lnTo>
                <a:cubicBezTo>
                  <a:pt x="302214" y="44554"/>
                  <a:pt x="303564" y="48990"/>
                  <a:pt x="303564" y="54391"/>
                </a:cubicBezTo>
                <a:cubicBezTo>
                  <a:pt x="303564" y="60563"/>
                  <a:pt x="301202" y="65843"/>
                  <a:pt x="296476" y="70230"/>
                </a:cubicBezTo>
                <a:cubicBezTo>
                  <a:pt x="291751" y="74618"/>
                  <a:pt x="285410" y="76812"/>
                  <a:pt x="277454" y="76812"/>
                </a:cubicBezTo>
                <a:cubicBezTo>
                  <a:pt x="274175" y="76812"/>
                  <a:pt x="270824" y="76320"/>
                  <a:pt x="267400" y="75336"/>
                </a:cubicBezTo>
                <a:cubicBezTo>
                  <a:pt x="265279" y="77142"/>
                  <a:pt x="263844" y="78721"/>
                  <a:pt x="263097" y="80074"/>
                </a:cubicBezTo>
                <a:cubicBezTo>
                  <a:pt x="262350" y="81427"/>
                  <a:pt x="261976" y="82578"/>
                  <a:pt x="261976" y="83527"/>
                </a:cubicBezTo>
                <a:cubicBezTo>
                  <a:pt x="261976" y="84335"/>
                  <a:pt x="262374" y="85119"/>
                  <a:pt x="263169" y="85878"/>
                </a:cubicBezTo>
                <a:cubicBezTo>
                  <a:pt x="263965" y="86638"/>
                  <a:pt x="265520" y="87184"/>
                  <a:pt x="267834" y="87517"/>
                </a:cubicBezTo>
                <a:cubicBezTo>
                  <a:pt x="269185" y="87737"/>
                  <a:pt x="272560" y="87930"/>
                  <a:pt x="277960" y="88095"/>
                </a:cubicBezTo>
                <a:cubicBezTo>
                  <a:pt x="287893" y="88371"/>
                  <a:pt x="294331" y="88757"/>
                  <a:pt x="297272" y="89253"/>
                </a:cubicBezTo>
                <a:cubicBezTo>
                  <a:pt x="301756" y="89878"/>
                  <a:pt x="305336" y="91539"/>
                  <a:pt x="308013" y="94234"/>
                </a:cubicBezTo>
                <a:cubicBezTo>
                  <a:pt x="310689" y="96930"/>
                  <a:pt x="312027" y="100251"/>
                  <a:pt x="312027" y="104197"/>
                </a:cubicBezTo>
                <a:cubicBezTo>
                  <a:pt x="312027" y="109637"/>
                  <a:pt x="309471" y="114739"/>
                  <a:pt x="304360" y="119504"/>
                </a:cubicBezTo>
                <a:cubicBezTo>
                  <a:pt x="296838" y="126532"/>
                  <a:pt x="287025" y="130046"/>
                  <a:pt x="274923" y="130046"/>
                </a:cubicBezTo>
                <a:cubicBezTo>
                  <a:pt x="265616" y="130046"/>
                  <a:pt x="257757" y="127947"/>
                  <a:pt x="251344" y="123751"/>
                </a:cubicBezTo>
                <a:cubicBezTo>
                  <a:pt x="247727" y="121340"/>
                  <a:pt x="245919" y="118832"/>
                  <a:pt x="245919" y="116226"/>
                </a:cubicBezTo>
                <a:cubicBezTo>
                  <a:pt x="245919" y="115069"/>
                  <a:pt x="246184" y="113912"/>
                  <a:pt x="246715" y="112755"/>
                </a:cubicBezTo>
                <a:cubicBezTo>
                  <a:pt x="247534" y="110971"/>
                  <a:pt x="249222" y="108487"/>
                  <a:pt x="251778" y="105303"/>
                </a:cubicBezTo>
                <a:cubicBezTo>
                  <a:pt x="252115" y="104869"/>
                  <a:pt x="254574" y="102264"/>
                  <a:pt x="259155" y="97489"/>
                </a:cubicBezTo>
                <a:cubicBezTo>
                  <a:pt x="256648" y="95996"/>
                  <a:pt x="254876" y="94659"/>
                  <a:pt x="253839" y="93479"/>
                </a:cubicBezTo>
                <a:cubicBezTo>
                  <a:pt x="252802" y="92300"/>
                  <a:pt x="252284" y="90963"/>
                  <a:pt x="252284" y="89470"/>
                </a:cubicBezTo>
                <a:cubicBezTo>
                  <a:pt x="252284" y="87784"/>
                  <a:pt x="252971" y="85809"/>
                  <a:pt x="254345" y="83546"/>
                </a:cubicBezTo>
                <a:cubicBezTo>
                  <a:pt x="255719" y="81281"/>
                  <a:pt x="258890" y="78077"/>
                  <a:pt x="263856" y="73935"/>
                </a:cubicBezTo>
                <a:moveTo>
                  <a:pt x="276441" y="33560"/>
                </a:moveTo>
                <a:cubicBezTo>
                  <a:pt x="272873" y="33560"/>
                  <a:pt x="269884" y="34975"/>
                  <a:pt x="267473" y="37805"/>
                </a:cubicBezTo>
                <a:cubicBezTo>
                  <a:pt x="265062" y="40633"/>
                  <a:pt x="263856" y="44973"/>
                  <a:pt x="263856" y="50824"/>
                </a:cubicBezTo>
                <a:cubicBezTo>
                  <a:pt x="263856" y="58402"/>
                  <a:pt x="265496" y="64276"/>
                  <a:pt x="268775" y="68447"/>
                </a:cubicBezTo>
                <a:cubicBezTo>
                  <a:pt x="271282" y="71613"/>
                  <a:pt x="274464" y="73196"/>
                  <a:pt x="278322" y="73196"/>
                </a:cubicBezTo>
                <a:cubicBezTo>
                  <a:pt x="281987" y="73196"/>
                  <a:pt x="285000" y="71829"/>
                  <a:pt x="287363" y="69096"/>
                </a:cubicBezTo>
                <a:cubicBezTo>
                  <a:pt x="289726" y="66362"/>
                  <a:pt x="290907" y="62070"/>
                  <a:pt x="290907" y="56219"/>
                </a:cubicBezTo>
                <a:cubicBezTo>
                  <a:pt x="290907" y="48595"/>
                  <a:pt x="289243" y="42624"/>
                  <a:pt x="285916" y="38307"/>
                </a:cubicBezTo>
                <a:cubicBezTo>
                  <a:pt x="283457" y="35142"/>
                  <a:pt x="280299" y="33560"/>
                  <a:pt x="276441" y="33560"/>
                </a:cubicBezTo>
                <a:moveTo>
                  <a:pt x="263133" y="98077"/>
                </a:moveTo>
                <a:cubicBezTo>
                  <a:pt x="260867" y="100521"/>
                  <a:pt x="259155" y="102797"/>
                  <a:pt x="257998" y="104905"/>
                </a:cubicBezTo>
                <a:cubicBezTo>
                  <a:pt x="256841" y="107013"/>
                  <a:pt x="256262" y="108954"/>
                  <a:pt x="256262" y="110727"/>
                </a:cubicBezTo>
                <a:cubicBezTo>
                  <a:pt x="256262" y="113027"/>
                  <a:pt x="257660" y="115039"/>
                  <a:pt x="260457" y="116764"/>
                </a:cubicBezTo>
                <a:cubicBezTo>
                  <a:pt x="265279" y="119736"/>
                  <a:pt x="272246" y="121222"/>
                  <a:pt x="281360" y="121222"/>
                </a:cubicBezTo>
                <a:cubicBezTo>
                  <a:pt x="290039" y="121222"/>
                  <a:pt x="296440" y="119706"/>
                  <a:pt x="300563" y="116674"/>
                </a:cubicBezTo>
                <a:cubicBezTo>
                  <a:pt x="304686" y="113644"/>
                  <a:pt x="306747" y="110410"/>
                  <a:pt x="306747" y="106973"/>
                </a:cubicBezTo>
                <a:cubicBezTo>
                  <a:pt x="306747" y="104491"/>
                  <a:pt x="305517" y="102725"/>
                  <a:pt x="303058" y="101675"/>
                </a:cubicBezTo>
                <a:cubicBezTo>
                  <a:pt x="300551" y="100625"/>
                  <a:pt x="295584" y="100004"/>
                  <a:pt x="288159" y="99813"/>
                </a:cubicBezTo>
                <a:cubicBezTo>
                  <a:pt x="277309" y="99511"/>
                  <a:pt x="268968" y="98933"/>
                  <a:pt x="263133" y="98077"/>
                </a:cubicBezTo>
                <a:close/>
                <a:moveTo>
                  <a:pt x="331338" y="56850"/>
                </a:moveTo>
                <a:cubicBezTo>
                  <a:pt x="331290" y="66641"/>
                  <a:pt x="333677" y="74321"/>
                  <a:pt x="338499" y="79888"/>
                </a:cubicBezTo>
                <a:cubicBezTo>
                  <a:pt x="343321" y="85456"/>
                  <a:pt x="348986" y="88240"/>
                  <a:pt x="355496" y="88240"/>
                </a:cubicBezTo>
                <a:cubicBezTo>
                  <a:pt x="359836" y="88240"/>
                  <a:pt x="363609" y="87041"/>
                  <a:pt x="366815" y="84644"/>
                </a:cubicBezTo>
                <a:cubicBezTo>
                  <a:pt x="370022" y="82247"/>
                  <a:pt x="372710" y="78141"/>
                  <a:pt x="374880" y="72328"/>
                </a:cubicBezTo>
                <a:lnTo>
                  <a:pt x="377122" y="73781"/>
                </a:lnTo>
                <a:cubicBezTo>
                  <a:pt x="376109" y="80422"/>
                  <a:pt x="373168" y="86469"/>
                  <a:pt x="368298" y="91922"/>
                </a:cubicBezTo>
                <a:cubicBezTo>
                  <a:pt x="363428" y="97375"/>
                  <a:pt x="357328" y="100102"/>
                  <a:pt x="349999" y="100102"/>
                </a:cubicBezTo>
                <a:cubicBezTo>
                  <a:pt x="342043" y="100102"/>
                  <a:pt x="335232" y="97011"/>
                  <a:pt x="329566" y="90828"/>
                </a:cubicBezTo>
                <a:cubicBezTo>
                  <a:pt x="323901" y="84644"/>
                  <a:pt x="321068" y="76331"/>
                  <a:pt x="321068" y="65888"/>
                </a:cubicBezTo>
                <a:cubicBezTo>
                  <a:pt x="321068" y="54581"/>
                  <a:pt x="323973" y="45764"/>
                  <a:pt x="329783" y="39437"/>
                </a:cubicBezTo>
                <a:cubicBezTo>
                  <a:pt x="335594" y="33108"/>
                  <a:pt x="342887" y="29944"/>
                  <a:pt x="351663" y="29944"/>
                </a:cubicBezTo>
                <a:cubicBezTo>
                  <a:pt x="359088" y="29944"/>
                  <a:pt x="365188" y="32385"/>
                  <a:pt x="369962" y="37267"/>
                </a:cubicBezTo>
                <a:cubicBezTo>
                  <a:pt x="374735" y="42148"/>
                  <a:pt x="377122" y="48675"/>
                  <a:pt x="377122" y="56850"/>
                </a:cubicBezTo>
                <a:lnTo>
                  <a:pt x="331338" y="56850"/>
                </a:lnTo>
                <a:moveTo>
                  <a:pt x="331338" y="52655"/>
                </a:moveTo>
                <a:lnTo>
                  <a:pt x="362005" y="52655"/>
                </a:lnTo>
                <a:cubicBezTo>
                  <a:pt x="361764" y="48446"/>
                  <a:pt x="361258" y="45481"/>
                  <a:pt x="360487" y="43761"/>
                </a:cubicBezTo>
                <a:cubicBezTo>
                  <a:pt x="359281" y="41082"/>
                  <a:pt x="357485" y="38977"/>
                  <a:pt x="355098" y="37448"/>
                </a:cubicBezTo>
                <a:cubicBezTo>
                  <a:pt x="352711" y="35917"/>
                  <a:pt x="350216" y="35151"/>
                  <a:pt x="347612" y="35151"/>
                </a:cubicBezTo>
                <a:cubicBezTo>
                  <a:pt x="343610" y="35151"/>
                  <a:pt x="340030" y="36694"/>
                  <a:pt x="336871" y="39778"/>
                </a:cubicBezTo>
                <a:cubicBezTo>
                  <a:pt x="333713" y="42863"/>
                  <a:pt x="331869" y="47155"/>
                  <a:pt x="331338" y="52655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961B4C-0B44-462F-BA8C-0A9B07FB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5008" y="868273"/>
            <a:ext cx="987426" cy="307670"/>
          </a:xfrm>
          <a:custGeom xmlns:a="http://schemas.openxmlformats.org/drawingml/2006/main">
            <a:pathLst>
              <a:path w="987426" h="307670">
                <a:moveTo>
                  <a:pt x="0" y="0"/>
                </a:moveTo>
                <a:lnTo>
                  <a:pt x="987426" y="0"/>
                </a:lnTo>
                <a:lnTo>
                  <a:pt x="987426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Snowballing">
            <a:extLst xmlns:a="http://schemas.openxmlformats.org/drawingml/2006/main">
              <a:ext uri="{FF2B5EF4-FFF2-40B4-BE49-F238E27FC236}">
                <a16:creationId xmlns:a16="http://schemas.microsoft.com/office/drawing/2014/main" id="{B1E8E5FF-FC32-4ACC-AEC2-16F4D982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455" y="973515"/>
            <a:ext cx="631208" cy="115560"/>
          </a:xfrm>
          <a:custGeom xmlns:a="http://schemas.openxmlformats.org/drawingml/2006/main">
            <a:pathLst>
              <a:path w="631208" h="115560">
                <a:moveTo>
                  <a:pt x="50278" y="2232"/>
                </a:moveTo>
                <a:lnTo>
                  <a:pt x="50278" y="31370"/>
                </a:lnTo>
                <a:lnTo>
                  <a:pt x="47985" y="31370"/>
                </a:lnTo>
                <a:cubicBezTo>
                  <a:pt x="47241" y="25776"/>
                  <a:pt x="45908" y="21322"/>
                  <a:pt x="43986" y="18008"/>
                </a:cubicBezTo>
                <a:cubicBezTo>
                  <a:pt x="42064" y="14692"/>
                  <a:pt x="39326" y="12061"/>
                  <a:pt x="35771" y="10113"/>
                </a:cubicBezTo>
                <a:cubicBezTo>
                  <a:pt x="32217" y="8165"/>
                  <a:pt x="28539" y="7191"/>
                  <a:pt x="24736" y="7191"/>
                </a:cubicBezTo>
                <a:cubicBezTo>
                  <a:pt x="20438" y="7191"/>
                  <a:pt x="16883" y="8502"/>
                  <a:pt x="14073" y="11122"/>
                </a:cubicBezTo>
                <a:cubicBezTo>
                  <a:pt x="11263" y="13743"/>
                  <a:pt x="9857" y="16724"/>
                  <a:pt x="9857" y="20065"/>
                </a:cubicBezTo>
                <a:cubicBezTo>
                  <a:pt x="9857" y="22624"/>
                  <a:pt x="10746" y="24956"/>
                  <a:pt x="12523" y="27061"/>
                </a:cubicBezTo>
                <a:cubicBezTo>
                  <a:pt x="15086" y="30156"/>
                  <a:pt x="21182" y="34282"/>
                  <a:pt x="30812" y="39439"/>
                </a:cubicBezTo>
                <a:cubicBezTo>
                  <a:pt x="38665" y="43648"/>
                  <a:pt x="44027" y="46878"/>
                  <a:pt x="46900" y="49128"/>
                </a:cubicBezTo>
                <a:cubicBezTo>
                  <a:pt x="49772" y="51376"/>
                  <a:pt x="51983" y="54028"/>
                  <a:pt x="53533" y="57082"/>
                </a:cubicBezTo>
                <a:cubicBezTo>
                  <a:pt x="55083" y="60136"/>
                  <a:pt x="55858" y="63334"/>
                  <a:pt x="55858" y="66678"/>
                </a:cubicBezTo>
                <a:cubicBezTo>
                  <a:pt x="55858" y="73034"/>
                  <a:pt x="53388" y="78513"/>
                  <a:pt x="48449" y="83115"/>
                </a:cubicBezTo>
                <a:cubicBezTo>
                  <a:pt x="43511" y="87717"/>
                  <a:pt x="37156" y="90017"/>
                  <a:pt x="29386" y="90017"/>
                </a:cubicBezTo>
                <a:cubicBezTo>
                  <a:pt x="26947" y="90017"/>
                  <a:pt x="24654" y="89829"/>
                  <a:pt x="22504" y="89452"/>
                </a:cubicBezTo>
                <a:cubicBezTo>
                  <a:pt x="21223" y="89243"/>
                  <a:pt x="18568" y="88479"/>
                  <a:pt x="14538" y="87160"/>
                </a:cubicBezTo>
                <a:cubicBezTo>
                  <a:pt x="10508" y="85841"/>
                  <a:pt x="7956" y="85182"/>
                  <a:pt x="6882" y="85182"/>
                </a:cubicBezTo>
                <a:cubicBezTo>
                  <a:pt x="5848" y="85182"/>
                  <a:pt x="5032" y="85496"/>
                  <a:pt x="4433" y="86123"/>
                </a:cubicBezTo>
                <a:cubicBezTo>
                  <a:pt x="3833" y="86751"/>
                  <a:pt x="3389" y="88049"/>
                  <a:pt x="3100" y="90017"/>
                </a:cubicBezTo>
                <a:lnTo>
                  <a:pt x="806" y="90017"/>
                </a:lnTo>
                <a:lnTo>
                  <a:pt x="806" y="61128"/>
                </a:lnTo>
                <a:lnTo>
                  <a:pt x="3100" y="61128"/>
                </a:lnTo>
                <a:cubicBezTo>
                  <a:pt x="4174" y="67177"/>
                  <a:pt x="5621" y="71704"/>
                  <a:pt x="7439" y="74708"/>
                </a:cubicBezTo>
                <a:cubicBezTo>
                  <a:pt x="9258" y="77713"/>
                  <a:pt x="12037" y="80209"/>
                  <a:pt x="15778" y="82198"/>
                </a:cubicBezTo>
                <a:cubicBezTo>
                  <a:pt x="19518" y="84187"/>
                  <a:pt x="23620" y="85182"/>
                  <a:pt x="28084" y="85182"/>
                </a:cubicBezTo>
                <a:cubicBezTo>
                  <a:pt x="33250" y="85182"/>
                  <a:pt x="37332" y="83817"/>
                  <a:pt x="40328" y="81088"/>
                </a:cubicBezTo>
                <a:cubicBezTo>
                  <a:pt x="43325" y="78359"/>
                  <a:pt x="44823" y="75134"/>
                  <a:pt x="44823" y="71413"/>
                </a:cubicBezTo>
                <a:cubicBezTo>
                  <a:pt x="44823" y="69345"/>
                  <a:pt x="44254" y="67257"/>
                  <a:pt x="43118" y="65150"/>
                </a:cubicBezTo>
                <a:cubicBezTo>
                  <a:pt x="41981" y="63040"/>
                  <a:pt x="40214" y="61076"/>
                  <a:pt x="37817" y="59256"/>
                </a:cubicBezTo>
                <a:cubicBezTo>
                  <a:pt x="36205" y="58016"/>
                  <a:pt x="31804" y="55397"/>
                  <a:pt x="24612" y="51398"/>
                </a:cubicBezTo>
                <a:cubicBezTo>
                  <a:pt x="17421" y="47398"/>
                  <a:pt x="12306" y="44201"/>
                  <a:pt x="9268" y="41806"/>
                </a:cubicBezTo>
                <a:cubicBezTo>
                  <a:pt x="6231" y="39412"/>
                  <a:pt x="3926" y="36769"/>
                  <a:pt x="2356" y="33879"/>
                </a:cubicBezTo>
                <a:cubicBezTo>
                  <a:pt x="785" y="30988"/>
                  <a:pt x="0" y="27809"/>
                  <a:pt x="0" y="24341"/>
                </a:cubicBezTo>
                <a:cubicBezTo>
                  <a:pt x="0" y="18313"/>
                  <a:pt x="2314" y="13122"/>
                  <a:pt x="6943" y="8767"/>
                </a:cubicBezTo>
                <a:cubicBezTo>
                  <a:pt x="11572" y="4410"/>
                  <a:pt x="17462" y="2232"/>
                  <a:pt x="24612" y="2232"/>
                </a:cubicBezTo>
                <a:cubicBezTo>
                  <a:pt x="29076" y="2232"/>
                  <a:pt x="33808" y="3327"/>
                  <a:pt x="38809" y="5518"/>
                </a:cubicBezTo>
                <a:cubicBezTo>
                  <a:pt x="41124" y="6551"/>
                  <a:pt x="42756" y="7067"/>
                  <a:pt x="43707" y="7067"/>
                </a:cubicBezTo>
                <a:cubicBezTo>
                  <a:pt x="44781" y="7067"/>
                  <a:pt x="45660" y="6747"/>
                  <a:pt x="46342" y="6107"/>
                </a:cubicBezTo>
                <a:cubicBezTo>
                  <a:pt x="47024" y="5466"/>
                  <a:pt x="47571" y="4174"/>
                  <a:pt x="47985" y="2232"/>
                </a:cubicBezTo>
                <a:lnTo>
                  <a:pt x="50278" y="2232"/>
                </a:lnTo>
                <a:close/>
                <a:moveTo>
                  <a:pt x="83179" y="41723"/>
                </a:moveTo>
                <a:cubicBezTo>
                  <a:pt x="89833" y="33746"/>
                  <a:pt x="96177" y="29758"/>
                  <a:pt x="102212" y="29758"/>
                </a:cubicBezTo>
                <a:cubicBezTo>
                  <a:pt x="105311" y="29758"/>
                  <a:pt x="107977" y="30531"/>
                  <a:pt x="110209" y="32077"/>
                </a:cubicBezTo>
                <a:cubicBezTo>
                  <a:pt x="112441" y="33622"/>
                  <a:pt x="114218" y="36167"/>
                  <a:pt x="115541" y="39712"/>
                </a:cubicBezTo>
                <a:cubicBezTo>
                  <a:pt x="116450" y="42185"/>
                  <a:pt x="116905" y="45977"/>
                  <a:pt x="116905" y="51088"/>
                </a:cubicBezTo>
                <a:lnTo>
                  <a:pt x="116905" y="75263"/>
                </a:lnTo>
                <a:cubicBezTo>
                  <a:pt x="116905" y="78879"/>
                  <a:pt x="117194" y="81332"/>
                  <a:pt x="117773" y="82621"/>
                </a:cubicBezTo>
                <a:cubicBezTo>
                  <a:pt x="118227" y="83660"/>
                  <a:pt x="118961" y="84471"/>
                  <a:pt x="119973" y="85054"/>
                </a:cubicBezTo>
                <a:cubicBezTo>
                  <a:pt x="120986" y="85635"/>
                  <a:pt x="122856" y="85926"/>
                  <a:pt x="125584" y="85926"/>
                </a:cubicBezTo>
                <a:lnTo>
                  <a:pt x="125584" y="88158"/>
                </a:lnTo>
                <a:lnTo>
                  <a:pt x="97500" y="88158"/>
                </a:lnTo>
                <a:lnTo>
                  <a:pt x="97500" y="85926"/>
                </a:lnTo>
                <a:lnTo>
                  <a:pt x="98678" y="85926"/>
                </a:lnTo>
                <a:cubicBezTo>
                  <a:pt x="101323" y="85926"/>
                  <a:pt x="103173" y="85521"/>
                  <a:pt x="104227" y="84711"/>
                </a:cubicBezTo>
                <a:cubicBezTo>
                  <a:pt x="105280" y="83900"/>
                  <a:pt x="106014" y="82705"/>
                  <a:pt x="106427" y="81125"/>
                </a:cubicBezTo>
                <a:cubicBezTo>
                  <a:pt x="106593" y="80501"/>
                  <a:pt x="106675" y="78547"/>
                  <a:pt x="106675" y="75263"/>
                </a:cubicBezTo>
                <a:lnTo>
                  <a:pt x="106675" y="52053"/>
                </a:lnTo>
                <a:cubicBezTo>
                  <a:pt x="106675" y="46894"/>
                  <a:pt x="106004" y="43150"/>
                  <a:pt x="104661" y="40818"/>
                </a:cubicBezTo>
                <a:cubicBezTo>
                  <a:pt x="103317" y="38487"/>
                  <a:pt x="101054" y="37321"/>
                  <a:pt x="97872" y="37321"/>
                </a:cubicBezTo>
                <a:cubicBezTo>
                  <a:pt x="92954" y="37321"/>
                  <a:pt x="88056" y="40008"/>
                  <a:pt x="83179" y="45381"/>
                </a:cubicBezTo>
                <a:lnTo>
                  <a:pt x="83179" y="75263"/>
                </a:lnTo>
                <a:cubicBezTo>
                  <a:pt x="83179" y="79128"/>
                  <a:pt x="83406" y="81519"/>
                  <a:pt x="83861" y="82435"/>
                </a:cubicBezTo>
                <a:cubicBezTo>
                  <a:pt x="84440" y="83640"/>
                  <a:pt x="85235" y="84523"/>
                  <a:pt x="86248" y="85085"/>
                </a:cubicBezTo>
                <a:cubicBezTo>
                  <a:pt x="87260" y="85646"/>
                  <a:pt x="89317" y="85926"/>
                  <a:pt x="92416" y="85926"/>
                </a:cubicBezTo>
                <a:lnTo>
                  <a:pt x="92416" y="88158"/>
                </a:lnTo>
                <a:lnTo>
                  <a:pt x="64332" y="88158"/>
                </a:lnTo>
                <a:lnTo>
                  <a:pt x="64332" y="85926"/>
                </a:lnTo>
                <a:lnTo>
                  <a:pt x="65572" y="85926"/>
                </a:lnTo>
                <a:cubicBezTo>
                  <a:pt x="68465" y="85926"/>
                  <a:pt x="70418" y="85188"/>
                  <a:pt x="71431" y="83713"/>
                </a:cubicBezTo>
                <a:cubicBezTo>
                  <a:pt x="72443" y="82237"/>
                  <a:pt x="72950" y="79420"/>
                  <a:pt x="72950" y="75263"/>
                </a:cubicBezTo>
                <a:lnTo>
                  <a:pt x="72950" y="54308"/>
                </a:lnTo>
                <a:cubicBezTo>
                  <a:pt x="72950" y="47489"/>
                  <a:pt x="72795" y="43335"/>
                  <a:pt x="72485" y="41847"/>
                </a:cubicBezTo>
                <a:cubicBezTo>
                  <a:pt x="72175" y="40359"/>
                  <a:pt x="71700" y="39346"/>
                  <a:pt x="71059" y="38809"/>
                </a:cubicBezTo>
                <a:cubicBezTo>
                  <a:pt x="70418" y="38272"/>
                  <a:pt x="69561" y="38003"/>
                  <a:pt x="68486" y="38003"/>
                </a:cubicBezTo>
                <a:cubicBezTo>
                  <a:pt x="67329" y="38003"/>
                  <a:pt x="65944" y="38313"/>
                  <a:pt x="64332" y="38933"/>
                </a:cubicBezTo>
                <a:lnTo>
                  <a:pt x="63402" y="36701"/>
                </a:lnTo>
                <a:lnTo>
                  <a:pt x="80513" y="29758"/>
                </a:lnTo>
                <a:lnTo>
                  <a:pt x="83179" y="29758"/>
                </a:lnTo>
                <a:lnTo>
                  <a:pt x="83179" y="41723"/>
                </a:lnTo>
                <a:close/>
                <a:moveTo>
                  <a:pt x="157883" y="29758"/>
                </a:moveTo>
                <a:cubicBezTo>
                  <a:pt x="166480" y="29758"/>
                  <a:pt x="173382" y="33020"/>
                  <a:pt x="178590" y="39543"/>
                </a:cubicBezTo>
                <a:cubicBezTo>
                  <a:pt x="183012" y="45117"/>
                  <a:pt x="185223" y="51516"/>
                  <a:pt x="185223" y="58743"/>
                </a:cubicBezTo>
                <a:cubicBezTo>
                  <a:pt x="185223" y="63821"/>
                  <a:pt x="184004" y="68962"/>
                  <a:pt x="181566" y="74164"/>
                </a:cubicBezTo>
                <a:cubicBezTo>
                  <a:pt x="179127" y="79365"/>
                  <a:pt x="175769" y="83287"/>
                  <a:pt x="171491" y="85930"/>
                </a:cubicBezTo>
                <a:cubicBezTo>
                  <a:pt x="167214" y="88572"/>
                  <a:pt x="162450" y="89893"/>
                  <a:pt x="157201" y="89893"/>
                </a:cubicBezTo>
                <a:cubicBezTo>
                  <a:pt x="148646" y="89893"/>
                  <a:pt x="141847" y="86487"/>
                  <a:pt x="136805" y="79674"/>
                </a:cubicBezTo>
                <a:cubicBezTo>
                  <a:pt x="132548" y="73935"/>
                  <a:pt x="130419" y="67495"/>
                  <a:pt x="130419" y="60353"/>
                </a:cubicBezTo>
                <a:cubicBezTo>
                  <a:pt x="130419" y="55150"/>
                  <a:pt x="131711" y="49979"/>
                  <a:pt x="134294" y="44838"/>
                </a:cubicBezTo>
                <a:cubicBezTo>
                  <a:pt x="136877" y="39698"/>
                  <a:pt x="140277" y="35899"/>
                  <a:pt x="144492" y="33443"/>
                </a:cubicBezTo>
                <a:cubicBezTo>
                  <a:pt x="148708" y="30986"/>
                  <a:pt x="153172" y="29758"/>
                  <a:pt x="157883" y="29758"/>
                </a:cubicBezTo>
                <a:moveTo>
                  <a:pt x="155961" y="33850"/>
                </a:moveTo>
                <a:cubicBezTo>
                  <a:pt x="153771" y="33850"/>
                  <a:pt x="151570" y="34499"/>
                  <a:pt x="149359" y="35797"/>
                </a:cubicBezTo>
                <a:cubicBezTo>
                  <a:pt x="147148" y="37093"/>
                  <a:pt x="145360" y="39368"/>
                  <a:pt x="143996" y="42622"/>
                </a:cubicBezTo>
                <a:cubicBezTo>
                  <a:pt x="142632" y="45875"/>
                  <a:pt x="141950" y="50055"/>
                  <a:pt x="141950" y="55161"/>
                </a:cubicBezTo>
                <a:cubicBezTo>
                  <a:pt x="141950" y="63397"/>
                  <a:pt x="143593" y="70501"/>
                  <a:pt x="146879" y="76473"/>
                </a:cubicBezTo>
                <a:cubicBezTo>
                  <a:pt x="150165" y="82444"/>
                  <a:pt x="154494" y="85430"/>
                  <a:pt x="159867" y="85430"/>
                </a:cubicBezTo>
                <a:cubicBezTo>
                  <a:pt x="163876" y="85430"/>
                  <a:pt x="167183" y="83782"/>
                  <a:pt x="169786" y="80488"/>
                </a:cubicBezTo>
                <a:cubicBezTo>
                  <a:pt x="172390" y="77193"/>
                  <a:pt x="173692" y="71531"/>
                  <a:pt x="173692" y="63501"/>
                </a:cubicBezTo>
                <a:cubicBezTo>
                  <a:pt x="173692" y="53452"/>
                  <a:pt x="171522" y="45545"/>
                  <a:pt x="167183" y="39780"/>
                </a:cubicBezTo>
                <a:cubicBezTo>
                  <a:pt x="164248" y="35826"/>
                  <a:pt x="160508" y="33850"/>
                  <a:pt x="155961" y="33850"/>
                </a:cubicBezTo>
                <a:close/>
                <a:moveTo>
                  <a:pt x="190431" y="31370"/>
                </a:moveTo>
                <a:lnTo>
                  <a:pt x="214237" y="31370"/>
                </a:lnTo>
                <a:lnTo>
                  <a:pt x="214237" y="33602"/>
                </a:lnTo>
                <a:cubicBezTo>
                  <a:pt x="212047" y="33768"/>
                  <a:pt x="210611" y="34164"/>
                  <a:pt x="209929" y="34789"/>
                </a:cubicBezTo>
                <a:cubicBezTo>
                  <a:pt x="209247" y="35413"/>
                  <a:pt x="208906" y="36307"/>
                  <a:pt x="208906" y="37472"/>
                </a:cubicBezTo>
                <a:cubicBezTo>
                  <a:pt x="208906" y="38764"/>
                  <a:pt x="209257" y="40325"/>
                  <a:pt x="209960" y="42157"/>
                </a:cubicBezTo>
                <a:lnTo>
                  <a:pt x="222111" y="74759"/>
                </a:lnTo>
                <a:lnTo>
                  <a:pt x="234324" y="48167"/>
                </a:lnTo>
                <a:lnTo>
                  <a:pt x="231100" y="39863"/>
                </a:lnTo>
                <a:cubicBezTo>
                  <a:pt x="230108" y="37359"/>
                  <a:pt x="228806" y="35626"/>
                  <a:pt x="227195" y="34665"/>
                </a:cubicBezTo>
                <a:cubicBezTo>
                  <a:pt x="226285" y="34081"/>
                  <a:pt x="224591" y="33727"/>
                  <a:pt x="222111" y="33602"/>
                </a:cubicBezTo>
                <a:lnTo>
                  <a:pt x="222111" y="31370"/>
                </a:lnTo>
                <a:lnTo>
                  <a:pt x="249141" y="31370"/>
                </a:lnTo>
                <a:lnTo>
                  <a:pt x="249141" y="33602"/>
                </a:lnTo>
                <a:cubicBezTo>
                  <a:pt x="246165" y="33727"/>
                  <a:pt x="244057" y="34271"/>
                  <a:pt x="242817" y="35233"/>
                </a:cubicBezTo>
                <a:cubicBezTo>
                  <a:pt x="241991" y="35903"/>
                  <a:pt x="241578" y="36971"/>
                  <a:pt x="241578" y="38435"/>
                </a:cubicBezTo>
                <a:cubicBezTo>
                  <a:pt x="241578" y="39262"/>
                  <a:pt x="241743" y="40110"/>
                  <a:pt x="242073" y="40979"/>
                </a:cubicBezTo>
                <a:lnTo>
                  <a:pt x="254969" y="73624"/>
                </a:lnTo>
                <a:lnTo>
                  <a:pt x="266934" y="42157"/>
                </a:lnTo>
                <a:cubicBezTo>
                  <a:pt x="267760" y="39908"/>
                  <a:pt x="268174" y="38118"/>
                  <a:pt x="268174" y="36787"/>
                </a:cubicBezTo>
                <a:cubicBezTo>
                  <a:pt x="268174" y="35995"/>
                  <a:pt x="267771" y="35287"/>
                  <a:pt x="266965" y="34663"/>
                </a:cubicBezTo>
                <a:cubicBezTo>
                  <a:pt x="266159" y="34038"/>
                  <a:pt x="264578" y="33684"/>
                  <a:pt x="262222" y="33602"/>
                </a:cubicBezTo>
                <a:lnTo>
                  <a:pt x="262222" y="31370"/>
                </a:lnTo>
                <a:lnTo>
                  <a:pt x="280139" y="31370"/>
                </a:lnTo>
                <a:lnTo>
                  <a:pt x="280139" y="33602"/>
                </a:lnTo>
                <a:cubicBezTo>
                  <a:pt x="276543" y="34141"/>
                  <a:pt x="273898" y="36591"/>
                  <a:pt x="272203" y="40950"/>
                </a:cubicBezTo>
                <a:lnTo>
                  <a:pt x="253233" y="89893"/>
                </a:lnTo>
                <a:lnTo>
                  <a:pt x="250691" y="89893"/>
                </a:lnTo>
                <a:lnTo>
                  <a:pt x="236494" y="53692"/>
                </a:lnTo>
                <a:lnTo>
                  <a:pt x="219941" y="89893"/>
                </a:lnTo>
                <a:lnTo>
                  <a:pt x="217647" y="89893"/>
                </a:lnTo>
                <a:lnTo>
                  <a:pt x="199421" y="42157"/>
                </a:lnTo>
                <a:cubicBezTo>
                  <a:pt x="198222" y="39118"/>
                  <a:pt x="197044" y="37068"/>
                  <a:pt x="195887" y="36006"/>
                </a:cubicBezTo>
                <a:cubicBezTo>
                  <a:pt x="194730" y="34944"/>
                  <a:pt x="192911" y="34143"/>
                  <a:pt x="190431" y="33602"/>
                </a:cubicBezTo>
                <a:lnTo>
                  <a:pt x="190431" y="31370"/>
                </a:lnTo>
                <a:close/>
                <a:moveTo>
                  <a:pt x="300824" y="41337"/>
                </a:moveTo>
                <a:cubicBezTo>
                  <a:pt x="306321" y="33618"/>
                  <a:pt x="312252" y="29758"/>
                  <a:pt x="318617" y="29758"/>
                </a:cubicBezTo>
                <a:cubicBezTo>
                  <a:pt x="324444" y="29758"/>
                  <a:pt x="329528" y="32245"/>
                  <a:pt x="333868" y="37221"/>
                </a:cubicBezTo>
                <a:cubicBezTo>
                  <a:pt x="338207" y="42196"/>
                  <a:pt x="340377" y="48998"/>
                  <a:pt x="340377" y="57627"/>
                </a:cubicBezTo>
                <a:cubicBezTo>
                  <a:pt x="340377" y="67701"/>
                  <a:pt x="337030" y="75814"/>
                  <a:pt x="330334" y="81966"/>
                </a:cubicBezTo>
                <a:cubicBezTo>
                  <a:pt x="324589" y="87251"/>
                  <a:pt x="318183" y="89893"/>
                  <a:pt x="311115" y="89893"/>
                </a:cubicBezTo>
                <a:cubicBezTo>
                  <a:pt x="307809" y="89893"/>
                  <a:pt x="304451" y="89290"/>
                  <a:pt x="301041" y="88084"/>
                </a:cubicBezTo>
                <a:cubicBezTo>
                  <a:pt x="297631" y="86878"/>
                  <a:pt x="294149" y="85068"/>
                  <a:pt x="290595" y="82654"/>
                </a:cubicBezTo>
                <a:lnTo>
                  <a:pt x="290595" y="23930"/>
                </a:lnTo>
                <a:cubicBezTo>
                  <a:pt x="290595" y="17483"/>
                  <a:pt x="290440" y="13515"/>
                  <a:pt x="290130" y="12027"/>
                </a:cubicBezTo>
                <a:cubicBezTo>
                  <a:pt x="289820" y="10539"/>
                  <a:pt x="289334" y="9527"/>
                  <a:pt x="288673" y="8989"/>
                </a:cubicBezTo>
                <a:cubicBezTo>
                  <a:pt x="288012" y="8452"/>
                  <a:pt x="287185" y="8183"/>
                  <a:pt x="286193" y="8183"/>
                </a:cubicBezTo>
                <a:cubicBezTo>
                  <a:pt x="285036" y="8183"/>
                  <a:pt x="283589" y="8514"/>
                  <a:pt x="281854" y="9175"/>
                </a:cubicBezTo>
                <a:lnTo>
                  <a:pt x="280986" y="6943"/>
                </a:lnTo>
                <a:lnTo>
                  <a:pt x="298034" y="0"/>
                </a:lnTo>
                <a:lnTo>
                  <a:pt x="300824" y="0"/>
                </a:lnTo>
                <a:lnTo>
                  <a:pt x="300824" y="41337"/>
                </a:lnTo>
                <a:moveTo>
                  <a:pt x="300824" y="45284"/>
                </a:moveTo>
                <a:lnTo>
                  <a:pt x="300824" y="79077"/>
                </a:lnTo>
                <a:cubicBezTo>
                  <a:pt x="302932" y="81133"/>
                  <a:pt x="305112" y="82686"/>
                  <a:pt x="307365" y="83735"/>
                </a:cubicBezTo>
                <a:cubicBezTo>
                  <a:pt x="309617" y="84782"/>
                  <a:pt x="311921" y="85306"/>
                  <a:pt x="314277" y="85306"/>
                </a:cubicBezTo>
                <a:cubicBezTo>
                  <a:pt x="318038" y="85306"/>
                  <a:pt x="321541" y="83250"/>
                  <a:pt x="324785" y="79139"/>
                </a:cubicBezTo>
                <a:cubicBezTo>
                  <a:pt x="328030" y="75028"/>
                  <a:pt x="329652" y="69046"/>
                  <a:pt x="329652" y="61193"/>
                </a:cubicBezTo>
                <a:cubicBezTo>
                  <a:pt x="329652" y="53958"/>
                  <a:pt x="328030" y="48398"/>
                  <a:pt x="324785" y="44513"/>
                </a:cubicBezTo>
                <a:cubicBezTo>
                  <a:pt x="321541" y="40628"/>
                  <a:pt x="317852" y="38685"/>
                  <a:pt x="313719" y="38685"/>
                </a:cubicBezTo>
                <a:cubicBezTo>
                  <a:pt x="311529" y="38685"/>
                  <a:pt x="309338" y="39240"/>
                  <a:pt x="307148" y="40349"/>
                </a:cubicBezTo>
                <a:cubicBezTo>
                  <a:pt x="305494" y="41172"/>
                  <a:pt x="303387" y="42817"/>
                  <a:pt x="300824" y="45284"/>
                </a:cubicBezTo>
                <a:close/>
                <a:moveTo>
                  <a:pt x="380922" y="80040"/>
                </a:moveTo>
                <a:cubicBezTo>
                  <a:pt x="375094" y="84544"/>
                  <a:pt x="371437" y="87146"/>
                  <a:pt x="369949" y="87848"/>
                </a:cubicBezTo>
                <a:cubicBezTo>
                  <a:pt x="367717" y="88881"/>
                  <a:pt x="365341" y="89398"/>
                  <a:pt x="362819" y="89398"/>
                </a:cubicBezTo>
                <a:cubicBezTo>
                  <a:pt x="358893" y="89398"/>
                  <a:pt x="355659" y="88054"/>
                  <a:pt x="353117" y="85368"/>
                </a:cubicBezTo>
                <a:cubicBezTo>
                  <a:pt x="350575" y="82681"/>
                  <a:pt x="349304" y="79148"/>
                  <a:pt x="349304" y="74767"/>
                </a:cubicBezTo>
                <a:cubicBezTo>
                  <a:pt x="349304" y="71997"/>
                  <a:pt x="349924" y="69600"/>
                  <a:pt x="351164" y="67575"/>
                </a:cubicBezTo>
                <a:cubicBezTo>
                  <a:pt x="352859" y="64765"/>
                  <a:pt x="355804" y="62120"/>
                  <a:pt x="359999" y="59640"/>
                </a:cubicBezTo>
                <a:cubicBezTo>
                  <a:pt x="364194" y="57160"/>
                  <a:pt x="371168" y="54143"/>
                  <a:pt x="380922" y="50588"/>
                </a:cubicBezTo>
                <a:lnTo>
                  <a:pt x="380922" y="48364"/>
                </a:lnTo>
                <a:cubicBezTo>
                  <a:pt x="380922" y="42723"/>
                  <a:pt x="380023" y="38852"/>
                  <a:pt x="378225" y="36752"/>
                </a:cubicBezTo>
                <a:cubicBezTo>
                  <a:pt x="376427" y="34652"/>
                  <a:pt x="373813" y="33602"/>
                  <a:pt x="370383" y="33602"/>
                </a:cubicBezTo>
                <a:cubicBezTo>
                  <a:pt x="367779" y="33602"/>
                  <a:pt x="365712" y="34304"/>
                  <a:pt x="364183" y="35709"/>
                </a:cubicBezTo>
                <a:cubicBezTo>
                  <a:pt x="362613" y="37115"/>
                  <a:pt x="361827" y="38727"/>
                  <a:pt x="361827" y="40545"/>
                </a:cubicBezTo>
                <a:lnTo>
                  <a:pt x="361951" y="44141"/>
                </a:lnTo>
                <a:cubicBezTo>
                  <a:pt x="361951" y="46042"/>
                  <a:pt x="361466" y="47509"/>
                  <a:pt x="360495" y="48542"/>
                </a:cubicBezTo>
                <a:cubicBezTo>
                  <a:pt x="359523" y="49576"/>
                  <a:pt x="358252" y="50092"/>
                  <a:pt x="356682" y="50092"/>
                </a:cubicBezTo>
                <a:cubicBezTo>
                  <a:pt x="355153" y="50092"/>
                  <a:pt x="353902" y="49554"/>
                  <a:pt x="352931" y="48477"/>
                </a:cubicBezTo>
                <a:cubicBezTo>
                  <a:pt x="351960" y="47398"/>
                  <a:pt x="351474" y="45926"/>
                  <a:pt x="351474" y="44061"/>
                </a:cubicBezTo>
                <a:cubicBezTo>
                  <a:pt x="351474" y="40495"/>
                  <a:pt x="353293" y="37220"/>
                  <a:pt x="356930" y="34235"/>
                </a:cubicBezTo>
                <a:cubicBezTo>
                  <a:pt x="360567" y="31250"/>
                  <a:pt x="365671" y="29758"/>
                  <a:pt x="372243" y="29758"/>
                </a:cubicBezTo>
                <a:cubicBezTo>
                  <a:pt x="377285" y="29758"/>
                  <a:pt x="381418" y="30604"/>
                  <a:pt x="384642" y="32296"/>
                </a:cubicBezTo>
                <a:cubicBezTo>
                  <a:pt x="387080" y="33576"/>
                  <a:pt x="388878" y="35578"/>
                  <a:pt x="390035" y="38304"/>
                </a:cubicBezTo>
                <a:cubicBezTo>
                  <a:pt x="390779" y="40078"/>
                  <a:pt x="391151" y="43711"/>
                  <a:pt x="391151" y="49201"/>
                </a:cubicBezTo>
                <a:lnTo>
                  <a:pt x="391151" y="68459"/>
                </a:lnTo>
                <a:cubicBezTo>
                  <a:pt x="391151" y="73866"/>
                  <a:pt x="391255" y="77179"/>
                  <a:pt x="391461" y="78397"/>
                </a:cubicBezTo>
                <a:cubicBezTo>
                  <a:pt x="391668" y="79615"/>
                  <a:pt x="392009" y="80431"/>
                  <a:pt x="392484" y="80844"/>
                </a:cubicBezTo>
                <a:cubicBezTo>
                  <a:pt x="392960" y="81256"/>
                  <a:pt x="393507" y="81462"/>
                  <a:pt x="394127" y="81462"/>
                </a:cubicBezTo>
                <a:cubicBezTo>
                  <a:pt x="394788" y="81462"/>
                  <a:pt x="395367" y="81317"/>
                  <a:pt x="395863" y="81028"/>
                </a:cubicBezTo>
                <a:cubicBezTo>
                  <a:pt x="396731" y="80491"/>
                  <a:pt x="398405" y="78982"/>
                  <a:pt x="400885" y="76502"/>
                </a:cubicBezTo>
                <a:lnTo>
                  <a:pt x="400885" y="79974"/>
                </a:lnTo>
                <a:cubicBezTo>
                  <a:pt x="396256" y="86174"/>
                  <a:pt x="391833" y="89274"/>
                  <a:pt x="387618" y="89274"/>
                </a:cubicBezTo>
                <a:cubicBezTo>
                  <a:pt x="385592" y="89274"/>
                  <a:pt x="383980" y="88576"/>
                  <a:pt x="382782" y="87181"/>
                </a:cubicBezTo>
                <a:cubicBezTo>
                  <a:pt x="381583" y="85785"/>
                  <a:pt x="380963" y="83405"/>
                  <a:pt x="380922" y="80040"/>
                </a:cubicBezTo>
                <a:moveTo>
                  <a:pt x="380922" y="76020"/>
                </a:moveTo>
                <a:lnTo>
                  <a:pt x="380922" y="54432"/>
                </a:lnTo>
                <a:cubicBezTo>
                  <a:pt x="374681" y="56907"/>
                  <a:pt x="370651" y="58659"/>
                  <a:pt x="368833" y="59690"/>
                </a:cubicBezTo>
                <a:cubicBezTo>
                  <a:pt x="365568" y="61505"/>
                  <a:pt x="363233" y="63402"/>
                  <a:pt x="361827" y="65382"/>
                </a:cubicBezTo>
                <a:cubicBezTo>
                  <a:pt x="360422" y="67361"/>
                  <a:pt x="359720" y="69525"/>
                  <a:pt x="359720" y="71876"/>
                </a:cubicBezTo>
                <a:cubicBezTo>
                  <a:pt x="359720" y="74845"/>
                  <a:pt x="360608" y="77310"/>
                  <a:pt x="362385" y="79269"/>
                </a:cubicBezTo>
                <a:cubicBezTo>
                  <a:pt x="364163" y="81227"/>
                  <a:pt x="366208" y="82206"/>
                  <a:pt x="368523" y="82206"/>
                </a:cubicBezTo>
                <a:cubicBezTo>
                  <a:pt x="371664" y="82206"/>
                  <a:pt x="375797" y="80144"/>
                  <a:pt x="380922" y="76020"/>
                </a:cubicBezTo>
                <a:close/>
                <a:moveTo>
                  <a:pt x="424521" y="0"/>
                </a:moveTo>
                <a:lnTo>
                  <a:pt x="424521" y="75263"/>
                </a:lnTo>
                <a:cubicBezTo>
                  <a:pt x="424521" y="78838"/>
                  <a:pt x="424780" y="81208"/>
                  <a:pt x="425296" y="82373"/>
                </a:cubicBezTo>
                <a:cubicBezTo>
                  <a:pt x="425813" y="83536"/>
                  <a:pt x="426609" y="84420"/>
                  <a:pt x="427683" y="85023"/>
                </a:cubicBezTo>
                <a:cubicBezTo>
                  <a:pt x="428758" y="85625"/>
                  <a:pt x="430762" y="85926"/>
                  <a:pt x="433697" y="85926"/>
                </a:cubicBezTo>
                <a:lnTo>
                  <a:pt x="433697" y="88158"/>
                </a:lnTo>
                <a:lnTo>
                  <a:pt x="405861" y="88158"/>
                </a:lnTo>
                <a:lnTo>
                  <a:pt x="405861" y="85926"/>
                </a:lnTo>
                <a:cubicBezTo>
                  <a:pt x="408465" y="85926"/>
                  <a:pt x="410242" y="85656"/>
                  <a:pt x="411192" y="85116"/>
                </a:cubicBezTo>
                <a:cubicBezTo>
                  <a:pt x="412143" y="84575"/>
                  <a:pt x="412887" y="83681"/>
                  <a:pt x="413424" y="82435"/>
                </a:cubicBezTo>
                <a:cubicBezTo>
                  <a:pt x="413962" y="81187"/>
                  <a:pt x="414230" y="78796"/>
                  <a:pt x="414230" y="75263"/>
                </a:cubicBezTo>
                <a:lnTo>
                  <a:pt x="414230" y="23806"/>
                </a:lnTo>
                <a:cubicBezTo>
                  <a:pt x="414230" y="17400"/>
                  <a:pt x="414086" y="13463"/>
                  <a:pt x="413796" y="11996"/>
                </a:cubicBezTo>
                <a:cubicBezTo>
                  <a:pt x="413507" y="10529"/>
                  <a:pt x="413042" y="9527"/>
                  <a:pt x="412401" y="8989"/>
                </a:cubicBezTo>
                <a:cubicBezTo>
                  <a:pt x="411761" y="8452"/>
                  <a:pt x="410944" y="8183"/>
                  <a:pt x="409952" y="8183"/>
                </a:cubicBezTo>
                <a:cubicBezTo>
                  <a:pt x="408878" y="8183"/>
                  <a:pt x="407514" y="8514"/>
                  <a:pt x="405861" y="9175"/>
                </a:cubicBezTo>
                <a:lnTo>
                  <a:pt x="404807" y="6943"/>
                </a:lnTo>
                <a:lnTo>
                  <a:pt x="421732" y="0"/>
                </a:lnTo>
                <a:lnTo>
                  <a:pt x="424521" y="0"/>
                </a:lnTo>
                <a:close/>
                <a:moveTo>
                  <a:pt x="459691" y="0"/>
                </a:moveTo>
                <a:lnTo>
                  <a:pt x="459691" y="75263"/>
                </a:lnTo>
                <a:cubicBezTo>
                  <a:pt x="459691" y="78838"/>
                  <a:pt x="459949" y="81208"/>
                  <a:pt x="460466" y="82373"/>
                </a:cubicBezTo>
                <a:cubicBezTo>
                  <a:pt x="460983" y="83536"/>
                  <a:pt x="461778" y="84420"/>
                  <a:pt x="462853" y="85023"/>
                </a:cubicBezTo>
                <a:cubicBezTo>
                  <a:pt x="463927" y="85625"/>
                  <a:pt x="465932" y="85926"/>
                  <a:pt x="468866" y="85926"/>
                </a:cubicBezTo>
                <a:lnTo>
                  <a:pt x="468866" y="88158"/>
                </a:lnTo>
                <a:lnTo>
                  <a:pt x="441030" y="88158"/>
                </a:lnTo>
                <a:lnTo>
                  <a:pt x="441030" y="85926"/>
                </a:lnTo>
                <a:cubicBezTo>
                  <a:pt x="443634" y="85926"/>
                  <a:pt x="445411" y="85656"/>
                  <a:pt x="446362" y="85116"/>
                </a:cubicBezTo>
                <a:cubicBezTo>
                  <a:pt x="447313" y="84575"/>
                  <a:pt x="448056" y="83681"/>
                  <a:pt x="448594" y="82435"/>
                </a:cubicBezTo>
                <a:cubicBezTo>
                  <a:pt x="449131" y="81187"/>
                  <a:pt x="449400" y="78796"/>
                  <a:pt x="449400" y="75263"/>
                </a:cubicBezTo>
                <a:lnTo>
                  <a:pt x="449400" y="23806"/>
                </a:lnTo>
                <a:cubicBezTo>
                  <a:pt x="449400" y="17400"/>
                  <a:pt x="449255" y="13463"/>
                  <a:pt x="448966" y="11996"/>
                </a:cubicBezTo>
                <a:cubicBezTo>
                  <a:pt x="448676" y="10529"/>
                  <a:pt x="448211" y="9527"/>
                  <a:pt x="447571" y="8989"/>
                </a:cubicBezTo>
                <a:cubicBezTo>
                  <a:pt x="446930" y="8452"/>
                  <a:pt x="446114" y="8183"/>
                  <a:pt x="445122" y="8183"/>
                </a:cubicBezTo>
                <a:cubicBezTo>
                  <a:pt x="444047" y="8183"/>
                  <a:pt x="442684" y="8514"/>
                  <a:pt x="441030" y="9175"/>
                </a:cubicBezTo>
                <a:lnTo>
                  <a:pt x="439976" y="6943"/>
                </a:lnTo>
                <a:lnTo>
                  <a:pt x="456901" y="0"/>
                </a:lnTo>
                <a:lnTo>
                  <a:pt x="459691" y="0"/>
                </a:lnTo>
                <a:close/>
                <a:moveTo>
                  <a:pt x="489777" y="0"/>
                </a:moveTo>
                <a:cubicBezTo>
                  <a:pt x="491513" y="0"/>
                  <a:pt x="492991" y="613"/>
                  <a:pt x="494210" y="1839"/>
                </a:cubicBezTo>
                <a:cubicBezTo>
                  <a:pt x="495429" y="3063"/>
                  <a:pt x="496039" y="4548"/>
                  <a:pt x="496039" y="6293"/>
                </a:cubicBezTo>
                <a:cubicBezTo>
                  <a:pt x="496039" y="8037"/>
                  <a:pt x="495429" y="9533"/>
                  <a:pt x="494210" y="10779"/>
                </a:cubicBezTo>
                <a:cubicBezTo>
                  <a:pt x="492991" y="12025"/>
                  <a:pt x="491513" y="12647"/>
                  <a:pt x="489777" y="12647"/>
                </a:cubicBezTo>
                <a:cubicBezTo>
                  <a:pt x="488042" y="12647"/>
                  <a:pt x="486554" y="12025"/>
                  <a:pt x="485314" y="10779"/>
                </a:cubicBezTo>
                <a:cubicBezTo>
                  <a:pt x="484074" y="9533"/>
                  <a:pt x="483454" y="8037"/>
                  <a:pt x="483454" y="6293"/>
                </a:cubicBezTo>
                <a:cubicBezTo>
                  <a:pt x="483454" y="4548"/>
                  <a:pt x="484064" y="3063"/>
                  <a:pt x="485283" y="1839"/>
                </a:cubicBezTo>
                <a:cubicBezTo>
                  <a:pt x="486502" y="613"/>
                  <a:pt x="488000" y="0"/>
                  <a:pt x="489777" y="0"/>
                </a:cubicBezTo>
                <a:moveTo>
                  <a:pt x="494923" y="29758"/>
                </a:moveTo>
                <a:lnTo>
                  <a:pt x="494923" y="75263"/>
                </a:lnTo>
                <a:cubicBezTo>
                  <a:pt x="494923" y="78838"/>
                  <a:pt x="495181" y="81218"/>
                  <a:pt x="495698" y="82404"/>
                </a:cubicBezTo>
                <a:cubicBezTo>
                  <a:pt x="496215" y="83588"/>
                  <a:pt x="496979" y="84471"/>
                  <a:pt x="497992" y="85054"/>
                </a:cubicBezTo>
                <a:cubicBezTo>
                  <a:pt x="499004" y="85635"/>
                  <a:pt x="500854" y="85926"/>
                  <a:pt x="503540" y="85926"/>
                </a:cubicBezTo>
                <a:lnTo>
                  <a:pt x="503540" y="88158"/>
                </a:lnTo>
                <a:lnTo>
                  <a:pt x="475952" y="88158"/>
                </a:lnTo>
                <a:lnTo>
                  <a:pt x="475952" y="85926"/>
                </a:lnTo>
                <a:cubicBezTo>
                  <a:pt x="478722" y="85926"/>
                  <a:pt x="480581" y="85656"/>
                  <a:pt x="481532" y="85116"/>
                </a:cubicBezTo>
                <a:cubicBezTo>
                  <a:pt x="482483" y="84575"/>
                  <a:pt x="483237" y="83681"/>
                  <a:pt x="483795" y="82435"/>
                </a:cubicBezTo>
                <a:cubicBezTo>
                  <a:pt x="484353" y="81187"/>
                  <a:pt x="484632" y="78796"/>
                  <a:pt x="484632" y="75263"/>
                </a:cubicBezTo>
                <a:lnTo>
                  <a:pt x="484632" y="53564"/>
                </a:lnTo>
                <a:cubicBezTo>
                  <a:pt x="484632" y="47380"/>
                  <a:pt x="484446" y="43375"/>
                  <a:pt x="484074" y="41549"/>
                </a:cubicBezTo>
                <a:cubicBezTo>
                  <a:pt x="483785" y="40220"/>
                  <a:pt x="483330" y="39297"/>
                  <a:pt x="482710" y="38780"/>
                </a:cubicBezTo>
                <a:cubicBezTo>
                  <a:pt x="482090" y="38262"/>
                  <a:pt x="481243" y="38003"/>
                  <a:pt x="480168" y="38003"/>
                </a:cubicBezTo>
                <a:cubicBezTo>
                  <a:pt x="479011" y="38003"/>
                  <a:pt x="477606" y="38313"/>
                  <a:pt x="475952" y="38933"/>
                </a:cubicBezTo>
                <a:lnTo>
                  <a:pt x="475084" y="36701"/>
                </a:lnTo>
                <a:lnTo>
                  <a:pt x="492195" y="29758"/>
                </a:lnTo>
                <a:lnTo>
                  <a:pt x="494923" y="29758"/>
                </a:lnTo>
                <a:close/>
                <a:moveTo>
                  <a:pt x="527055" y="41723"/>
                </a:moveTo>
                <a:cubicBezTo>
                  <a:pt x="533709" y="33746"/>
                  <a:pt x="540053" y="29758"/>
                  <a:pt x="546088" y="29758"/>
                </a:cubicBezTo>
                <a:cubicBezTo>
                  <a:pt x="549188" y="29758"/>
                  <a:pt x="551853" y="30531"/>
                  <a:pt x="554085" y="32077"/>
                </a:cubicBezTo>
                <a:cubicBezTo>
                  <a:pt x="556317" y="33622"/>
                  <a:pt x="558094" y="36167"/>
                  <a:pt x="559417" y="39712"/>
                </a:cubicBezTo>
                <a:cubicBezTo>
                  <a:pt x="560326" y="42185"/>
                  <a:pt x="560781" y="45977"/>
                  <a:pt x="560781" y="51088"/>
                </a:cubicBezTo>
                <a:lnTo>
                  <a:pt x="560781" y="75263"/>
                </a:lnTo>
                <a:cubicBezTo>
                  <a:pt x="560781" y="78879"/>
                  <a:pt x="561070" y="81332"/>
                  <a:pt x="561649" y="82621"/>
                </a:cubicBezTo>
                <a:cubicBezTo>
                  <a:pt x="562103" y="83660"/>
                  <a:pt x="562837" y="84471"/>
                  <a:pt x="563849" y="85054"/>
                </a:cubicBezTo>
                <a:cubicBezTo>
                  <a:pt x="564862" y="85635"/>
                  <a:pt x="566732" y="85926"/>
                  <a:pt x="569460" y="85926"/>
                </a:cubicBezTo>
                <a:lnTo>
                  <a:pt x="569460" y="88158"/>
                </a:lnTo>
                <a:lnTo>
                  <a:pt x="541376" y="88158"/>
                </a:lnTo>
                <a:lnTo>
                  <a:pt x="541376" y="85926"/>
                </a:lnTo>
                <a:lnTo>
                  <a:pt x="542554" y="85926"/>
                </a:lnTo>
                <a:cubicBezTo>
                  <a:pt x="545199" y="85926"/>
                  <a:pt x="547049" y="85521"/>
                  <a:pt x="548103" y="84711"/>
                </a:cubicBezTo>
                <a:cubicBezTo>
                  <a:pt x="549157" y="83900"/>
                  <a:pt x="549890" y="82705"/>
                  <a:pt x="550303" y="81125"/>
                </a:cubicBezTo>
                <a:cubicBezTo>
                  <a:pt x="550469" y="80501"/>
                  <a:pt x="550551" y="78547"/>
                  <a:pt x="550551" y="75263"/>
                </a:cubicBezTo>
                <a:lnTo>
                  <a:pt x="550551" y="52053"/>
                </a:lnTo>
                <a:cubicBezTo>
                  <a:pt x="550551" y="46894"/>
                  <a:pt x="549880" y="43150"/>
                  <a:pt x="548537" y="40818"/>
                </a:cubicBezTo>
                <a:cubicBezTo>
                  <a:pt x="547193" y="38487"/>
                  <a:pt x="544930" y="37321"/>
                  <a:pt x="541748" y="37321"/>
                </a:cubicBezTo>
                <a:cubicBezTo>
                  <a:pt x="536830" y="37321"/>
                  <a:pt x="531932" y="40008"/>
                  <a:pt x="527055" y="45381"/>
                </a:cubicBezTo>
                <a:lnTo>
                  <a:pt x="527055" y="75263"/>
                </a:lnTo>
                <a:cubicBezTo>
                  <a:pt x="527055" y="79128"/>
                  <a:pt x="527282" y="81519"/>
                  <a:pt x="527737" y="82435"/>
                </a:cubicBezTo>
                <a:cubicBezTo>
                  <a:pt x="528316" y="83640"/>
                  <a:pt x="529111" y="84523"/>
                  <a:pt x="530124" y="85085"/>
                </a:cubicBezTo>
                <a:cubicBezTo>
                  <a:pt x="531136" y="85646"/>
                  <a:pt x="533193" y="85926"/>
                  <a:pt x="536292" y="85926"/>
                </a:cubicBezTo>
                <a:lnTo>
                  <a:pt x="536292" y="88158"/>
                </a:lnTo>
                <a:lnTo>
                  <a:pt x="508208" y="88158"/>
                </a:lnTo>
                <a:lnTo>
                  <a:pt x="508208" y="85926"/>
                </a:lnTo>
                <a:lnTo>
                  <a:pt x="509448" y="85926"/>
                </a:lnTo>
                <a:cubicBezTo>
                  <a:pt x="512342" y="85926"/>
                  <a:pt x="514294" y="85188"/>
                  <a:pt x="515307" y="83713"/>
                </a:cubicBezTo>
                <a:cubicBezTo>
                  <a:pt x="516320" y="82237"/>
                  <a:pt x="516826" y="79420"/>
                  <a:pt x="516826" y="75263"/>
                </a:cubicBezTo>
                <a:lnTo>
                  <a:pt x="516826" y="54308"/>
                </a:lnTo>
                <a:cubicBezTo>
                  <a:pt x="516826" y="47489"/>
                  <a:pt x="516671" y="43335"/>
                  <a:pt x="516361" y="41847"/>
                </a:cubicBezTo>
                <a:cubicBezTo>
                  <a:pt x="516051" y="40359"/>
                  <a:pt x="515576" y="39346"/>
                  <a:pt x="514935" y="38809"/>
                </a:cubicBezTo>
                <a:cubicBezTo>
                  <a:pt x="514294" y="38272"/>
                  <a:pt x="513437" y="38003"/>
                  <a:pt x="512362" y="38003"/>
                </a:cubicBezTo>
                <a:cubicBezTo>
                  <a:pt x="511205" y="38003"/>
                  <a:pt x="509820" y="38313"/>
                  <a:pt x="508208" y="38933"/>
                </a:cubicBezTo>
                <a:lnTo>
                  <a:pt x="507279" y="36701"/>
                </a:lnTo>
                <a:lnTo>
                  <a:pt x="524389" y="29758"/>
                </a:lnTo>
                <a:lnTo>
                  <a:pt x="527055" y="29758"/>
                </a:lnTo>
                <a:lnTo>
                  <a:pt x="527055" y="41723"/>
                </a:lnTo>
                <a:close/>
                <a:moveTo>
                  <a:pt x="589175" y="67465"/>
                </a:moveTo>
                <a:cubicBezTo>
                  <a:pt x="585703" y="65773"/>
                  <a:pt x="583037" y="63410"/>
                  <a:pt x="581177" y="60376"/>
                </a:cubicBezTo>
                <a:cubicBezTo>
                  <a:pt x="579317" y="57342"/>
                  <a:pt x="578387" y="53988"/>
                  <a:pt x="578387" y="50313"/>
                </a:cubicBezTo>
                <a:cubicBezTo>
                  <a:pt x="578387" y="44700"/>
                  <a:pt x="580506" y="39871"/>
                  <a:pt x="584742" y="35826"/>
                </a:cubicBezTo>
                <a:cubicBezTo>
                  <a:pt x="588978" y="31780"/>
                  <a:pt x="594403" y="29758"/>
                  <a:pt x="601016" y="29758"/>
                </a:cubicBezTo>
                <a:cubicBezTo>
                  <a:pt x="606430" y="29758"/>
                  <a:pt x="611121" y="31080"/>
                  <a:pt x="615089" y="33726"/>
                </a:cubicBezTo>
                <a:lnTo>
                  <a:pt x="627116" y="33726"/>
                </a:lnTo>
                <a:cubicBezTo>
                  <a:pt x="628893" y="33726"/>
                  <a:pt x="629926" y="33777"/>
                  <a:pt x="630216" y="33881"/>
                </a:cubicBezTo>
                <a:cubicBezTo>
                  <a:pt x="630505" y="33984"/>
                  <a:pt x="630712" y="34160"/>
                  <a:pt x="630836" y="34408"/>
                </a:cubicBezTo>
                <a:cubicBezTo>
                  <a:pt x="631084" y="34779"/>
                  <a:pt x="631208" y="35441"/>
                  <a:pt x="631208" y="36391"/>
                </a:cubicBezTo>
                <a:cubicBezTo>
                  <a:pt x="631208" y="37466"/>
                  <a:pt x="631104" y="38210"/>
                  <a:pt x="630898" y="38623"/>
                </a:cubicBezTo>
                <a:cubicBezTo>
                  <a:pt x="630774" y="38830"/>
                  <a:pt x="630557" y="38995"/>
                  <a:pt x="630247" y="39119"/>
                </a:cubicBezTo>
                <a:cubicBezTo>
                  <a:pt x="629937" y="39243"/>
                  <a:pt x="628893" y="39305"/>
                  <a:pt x="627116" y="39305"/>
                </a:cubicBezTo>
                <a:lnTo>
                  <a:pt x="619738" y="39305"/>
                </a:lnTo>
                <a:cubicBezTo>
                  <a:pt x="622053" y="42281"/>
                  <a:pt x="623210" y="46083"/>
                  <a:pt x="623210" y="50712"/>
                </a:cubicBezTo>
                <a:cubicBezTo>
                  <a:pt x="623210" y="56003"/>
                  <a:pt x="621185" y="60528"/>
                  <a:pt x="617135" y="64289"/>
                </a:cubicBezTo>
                <a:cubicBezTo>
                  <a:pt x="613084" y="68050"/>
                  <a:pt x="607649" y="69931"/>
                  <a:pt x="600830" y="69931"/>
                </a:cubicBezTo>
                <a:cubicBezTo>
                  <a:pt x="598019" y="69931"/>
                  <a:pt x="595147" y="69509"/>
                  <a:pt x="592212" y="68666"/>
                </a:cubicBezTo>
                <a:cubicBezTo>
                  <a:pt x="590394" y="70213"/>
                  <a:pt x="589164" y="71567"/>
                  <a:pt x="588524" y="72727"/>
                </a:cubicBezTo>
                <a:cubicBezTo>
                  <a:pt x="587883" y="73886"/>
                  <a:pt x="587563" y="74873"/>
                  <a:pt x="587563" y="75687"/>
                </a:cubicBezTo>
                <a:cubicBezTo>
                  <a:pt x="587563" y="76379"/>
                  <a:pt x="587904" y="77051"/>
                  <a:pt x="588586" y="77702"/>
                </a:cubicBezTo>
                <a:cubicBezTo>
                  <a:pt x="589268" y="78353"/>
                  <a:pt x="590600" y="78821"/>
                  <a:pt x="592584" y="79106"/>
                </a:cubicBezTo>
                <a:cubicBezTo>
                  <a:pt x="593742" y="79295"/>
                  <a:pt x="596635" y="79460"/>
                  <a:pt x="601264" y="79602"/>
                </a:cubicBezTo>
                <a:cubicBezTo>
                  <a:pt x="609778" y="79839"/>
                  <a:pt x="615295" y="80169"/>
                  <a:pt x="617816" y="80594"/>
                </a:cubicBezTo>
                <a:cubicBezTo>
                  <a:pt x="621660" y="81130"/>
                  <a:pt x="624729" y="82553"/>
                  <a:pt x="627023" y="84864"/>
                </a:cubicBezTo>
                <a:cubicBezTo>
                  <a:pt x="629317" y="87175"/>
                  <a:pt x="630464" y="90021"/>
                  <a:pt x="630464" y="93404"/>
                </a:cubicBezTo>
                <a:cubicBezTo>
                  <a:pt x="630464" y="98067"/>
                  <a:pt x="628273" y="102440"/>
                  <a:pt x="623892" y="106524"/>
                </a:cubicBezTo>
                <a:cubicBezTo>
                  <a:pt x="617445" y="112548"/>
                  <a:pt x="609034" y="115560"/>
                  <a:pt x="598660" y="115560"/>
                </a:cubicBezTo>
                <a:cubicBezTo>
                  <a:pt x="590683" y="115560"/>
                  <a:pt x="583946" y="113761"/>
                  <a:pt x="578449" y="110164"/>
                </a:cubicBezTo>
                <a:cubicBezTo>
                  <a:pt x="575350" y="108098"/>
                  <a:pt x="573800" y="105948"/>
                  <a:pt x="573800" y="103715"/>
                </a:cubicBezTo>
                <a:cubicBezTo>
                  <a:pt x="573800" y="102723"/>
                  <a:pt x="574027" y="101731"/>
                  <a:pt x="574482" y="100739"/>
                </a:cubicBezTo>
                <a:cubicBezTo>
                  <a:pt x="575184" y="99210"/>
                  <a:pt x="576631" y="97080"/>
                  <a:pt x="578821" y="94351"/>
                </a:cubicBezTo>
                <a:cubicBezTo>
                  <a:pt x="579111" y="93979"/>
                  <a:pt x="581218" y="91747"/>
                  <a:pt x="585145" y="87654"/>
                </a:cubicBezTo>
                <a:cubicBezTo>
                  <a:pt x="582996" y="86374"/>
                  <a:pt x="581477" y="85228"/>
                  <a:pt x="580588" y="84217"/>
                </a:cubicBezTo>
                <a:cubicBezTo>
                  <a:pt x="579700" y="83206"/>
                  <a:pt x="579255" y="82060"/>
                  <a:pt x="579255" y="80780"/>
                </a:cubicBezTo>
                <a:cubicBezTo>
                  <a:pt x="579255" y="79335"/>
                  <a:pt x="579844" y="77642"/>
                  <a:pt x="581022" y="75702"/>
                </a:cubicBezTo>
                <a:cubicBezTo>
                  <a:pt x="582200" y="73761"/>
                  <a:pt x="584918" y="71015"/>
                  <a:pt x="589175" y="67465"/>
                </a:cubicBezTo>
                <a:moveTo>
                  <a:pt x="599962" y="32858"/>
                </a:moveTo>
                <a:cubicBezTo>
                  <a:pt x="596903" y="32858"/>
                  <a:pt x="594341" y="34070"/>
                  <a:pt x="592274" y="36496"/>
                </a:cubicBezTo>
                <a:cubicBezTo>
                  <a:pt x="590208" y="38920"/>
                  <a:pt x="589175" y="42640"/>
                  <a:pt x="589175" y="47655"/>
                </a:cubicBezTo>
                <a:cubicBezTo>
                  <a:pt x="589175" y="54150"/>
                  <a:pt x="590580" y="59186"/>
                  <a:pt x="593390" y="62761"/>
                </a:cubicBezTo>
                <a:cubicBezTo>
                  <a:pt x="595539" y="65474"/>
                  <a:pt x="598267" y="66831"/>
                  <a:pt x="601574" y="66831"/>
                </a:cubicBezTo>
                <a:cubicBezTo>
                  <a:pt x="604715" y="66831"/>
                  <a:pt x="607298" y="65660"/>
                  <a:pt x="609323" y="63317"/>
                </a:cubicBezTo>
                <a:cubicBezTo>
                  <a:pt x="611348" y="60974"/>
                  <a:pt x="612361" y="57295"/>
                  <a:pt x="612361" y="52280"/>
                </a:cubicBezTo>
                <a:cubicBezTo>
                  <a:pt x="612361" y="45744"/>
                  <a:pt x="610935" y="40626"/>
                  <a:pt x="608083" y="36926"/>
                </a:cubicBezTo>
                <a:cubicBezTo>
                  <a:pt x="605975" y="34214"/>
                  <a:pt x="603268" y="32858"/>
                  <a:pt x="599962" y="32858"/>
                </a:cubicBezTo>
                <a:moveTo>
                  <a:pt x="588555" y="88158"/>
                </a:moveTo>
                <a:cubicBezTo>
                  <a:pt x="586612" y="90253"/>
                  <a:pt x="585145" y="92203"/>
                  <a:pt x="584153" y="94010"/>
                </a:cubicBezTo>
                <a:cubicBezTo>
                  <a:pt x="583161" y="95817"/>
                  <a:pt x="582665" y="97481"/>
                  <a:pt x="582665" y="99001"/>
                </a:cubicBezTo>
                <a:cubicBezTo>
                  <a:pt x="582665" y="100972"/>
                  <a:pt x="583864" y="102697"/>
                  <a:pt x="586261" y="104176"/>
                </a:cubicBezTo>
                <a:cubicBezTo>
                  <a:pt x="590394" y="106723"/>
                  <a:pt x="596366" y="107996"/>
                  <a:pt x="604177" y="107996"/>
                </a:cubicBezTo>
                <a:cubicBezTo>
                  <a:pt x="611617" y="107996"/>
                  <a:pt x="617104" y="106697"/>
                  <a:pt x="620637" y="104098"/>
                </a:cubicBezTo>
                <a:cubicBezTo>
                  <a:pt x="624171" y="101501"/>
                  <a:pt x="625938" y="98729"/>
                  <a:pt x="625938" y="95783"/>
                </a:cubicBezTo>
                <a:cubicBezTo>
                  <a:pt x="625938" y="93656"/>
                  <a:pt x="624884" y="92142"/>
                  <a:pt x="622776" y="91242"/>
                </a:cubicBezTo>
                <a:cubicBezTo>
                  <a:pt x="620627" y="90342"/>
                  <a:pt x="616370" y="89810"/>
                  <a:pt x="610005" y="89646"/>
                </a:cubicBezTo>
                <a:cubicBezTo>
                  <a:pt x="600706" y="89387"/>
                  <a:pt x="593556" y="88891"/>
                  <a:pt x="588555" y="881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80935-0FE5-445A-B024-2EBF4D47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246" y="346171"/>
            <a:ext cx="585608" cy="307670"/>
          </a:xfrm>
          <a:custGeom xmlns:a="http://schemas.openxmlformats.org/drawingml/2006/main">
            <a:pathLst>
              <a:path w="585608" h="307670">
                <a:moveTo>
                  <a:pt x="0" y="0"/>
                </a:moveTo>
                <a:lnTo>
                  <a:pt x="585608" y="0"/>
                </a:lnTo>
                <a:lnTo>
                  <a:pt x="585608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Select">
            <a:extLst xmlns:a="http://schemas.openxmlformats.org/drawingml/2006/main">
              <a:ext uri="{FF2B5EF4-FFF2-40B4-BE49-F238E27FC236}">
                <a16:creationId xmlns:a16="http://schemas.microsoft.com/office/drawing/2014/main" id="{803A0728-A93F-43E8-8A06-B14AB54F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9693" y="451414"/>
            <a:ext cx="302029" cy="90017"/>
          </a:xfrm>
          <a:custGeom xmlns:a="http://schemas.openxmlformats.org/drawingml/2006/main">
            <a:pathLst>
              <a:path w="302029" h="90017">
                <a:moveTo>
                  <a:pt x="50278" y="2232"/>
                </a:moveTo>
                <a:lnTo>
                  <a:pt x="50278" y="31370"/>
                </a:lnTo>
                <a:lnTo>
                  <a:pt x="47985" y="31370"/>
                </a:lnTo>
                <a:cubicBezTo>
                  <a:pt x="47241" y="25776"/>
                  <a:pt x="45908" y="21322"/>
                  <a:pt x="43986" y="18008"/>
                </a:cubicBezTo>
                <a:cubicBezTo>
                  <a:pt x="42064" y="14692"/>
                  <a:pt x="39326" y="12061"/>
                  <a:pt x="35771" y="10113"/>
                </a:cubicBezTo>
                <a:cubicBezTo>
                  <a:pt x="32217" y="8165"/>
                  <a:pt x="28539" y="7191"/>
                  <a:pt x="24736" y="7191"/>
                </a:cubicBezTo>
                <a:cubicBezTo>
                  <a:pt x="20438" y="7191"/>
                  <a:pt x="16883" y="8502"/>
                  <a:pt x="14073" y="11122"/>
                </a:cubicBezTo>
                <a:cubicBezTo>
                  <a:pt x="11263" y="13743"/>
                  <a:pt x="9857" y="16724"/>
                  <a:pt x="9857" y="20065"/>
                </a:cubicBezTo>
                <a:cubicBezTo>
                  <a:pt x="9857" y="22624"/>
                  <a:pt x="10746" y="24956"/>
                  <a:pt x="12523" y="27061"/>
                </a:cubicBezTo>
                <a:cubicBezTo>
                  <a:pt x="15086" y="30156"/>
                  <a:pt x="21182" y="34282"/>
                  <a:pt x="30812" y="39439"/>
                </a:cubicBezTo>
                <a:cubicBezTo>
                  <a:pt x="38665" y="43648"/>
                  <a:pt x="44027" y="46878"/>
                  <a:pt x="46900" y="49128"/>
                </a:cubicBezTo>
                <a:cubicBezTo>
                  <a:pt x="49772" y="51376"/>
                  <a:pt x="51983" y="54028"/>
                  <a:pt x="53533" y="57082"/>
                </a:cubicBezTo>
                <a:cubicBezTo>
                  <a:pt x="55083" y="60136"/>
                  <a:pt x="55858" y="63334"/>
                  <a:pt x="55858" y="66678"/>
                </a:cubicBezTo>
                <a:cubicBezTo>
                  <a:pt x="55858" y="73034"/>
                  <a:pt x="53388" y="78513"/>
                  <a:pt x="48449" y="83115"/>
                </a:cubicBezTo>
                <a:cubicBezTo>
                  <a:pt x="43511" y="87717"/>
                  <a:pt x="37156" y="90017"/>
                  <a:pt x="29386" y="90017"/>
                </a:cubicBezTo>
                <a:cubicBezTo>
                  <a:pt x="26947" y="90017"/>
                  <a:pt x="24654" y="89829"/>
                  <a:pt x="22504" y="89452"/>
                </a:cubicBezTo>
                <a:cubicBezTo>
                  <a:pt x="21223" y="89243"/>
                  <a:pt x="18568" y="88479"/>
                  <a:pt x="14538" y="87160"/>
                </a:cubicBezTo>
                <a:cubicBezTo>
                  <a:pt x="10508" y="85841"/>
                  <a:pt x="7956" y="85182"/>
                  <a:pt x="6882" y="85182"/>
                </a:cubicBezTo>
                <a:cubicBezTo>
                  <a:pt x="5848" y="85182"/>
                  <a:pt x="5032" y="85496"/>
                  <a:pt x="4433" y="86123"/>
                </a:cubicBezTo>
                <a:cubicBezTo>
                  <a:pt x="3833" y="86751"/>
                  <a:pt x="3389" y="88049"/>
                  <a:pt x="3100" y="90017"/>
                </a:cubicBezTo>
                <a:lnTo>
                  <a:pt x="806" y="90017"/>
                </a:lnTo>
                <a:lnTo>
                  <a:pt x="806" y="61128"/>
                </a:lnTo>
                <a:lnTo>
                  <a:pt x="3100" y="61128"/>
                </a:lnTo>
                <a:cubicBezTo>
                  <a:pt x="4174" y="67177"/>
                  <a:pt x="5621" y="71704"/>
                  <a:pt x="7439" y="74708"/>
                </a:cubicBezTo>
                <a:cubicBezTo>
                  <a:pt x="9258" y="77713"/>
                  <a:pt x="12037" y="80209"/>
                  <a:pt x="15778" y="82198"/>
                </a:cubicBezTo>
                <a:cubicBezTo>
                  <a:pt x="19518" y="84187"/>
                  <a:pt x="23620" y="85182"/>
                  <a:pt x="28084" y="85182"/>
                </a:cubicBezTo>
                <a:cubicBezTo>
                  <a:pt x="33250" y="85182"/>
                  <a:pt x="37332" y="83817"/>
                  <a:pt x="40328" y="81088"/>
                </a:cubicBezTo>
                <a:cubicBezTo>
                  <a:pt x="43325" y="78359"/>
                  <a:pt x="44823" y="75134"/>
                  <a:pt x="44823" y="71413"/>
                </a:cubicBezTo>
                <a:cubicBezTo>
                  <a:pt x="44823" y="69345"/>
                  <a:pt x="44254" y="67257"/>
                  <a:pt x="43118" y="65150"/>
                </a:cubicBezTo>
                <a:cubicBezTo>
                  <a:pt x="41981" y="63040"/>
                  <a:pt x="40214" y="61076"/>
                  <a:pt x="37817" y="59256"/>
                </a:cubicBezTo>
                <a:cubicBezTo>
                  <a:pt x="36205" y="58016"/>
                  <a:pt x="31804" y="55397"/>
                  <a:pt x="24612" y="51398"/>
                </a:cubicBezTo>
                <a:cubicBezTo>
                  <a:pt x="17421" y="47398"/>
                  <a:pt x="12306" y="44201"/>
                  <a:pt x="9268" y="41806"/>
                </a:cubicBezTo>
                <a:cubicBezTo>
                  <a:pt x="6231" y="39412"/>
                  <a:pt x="3926" y="36769"/>
                  <a:pt x="2356" y="33879"/>
                </a:cubicBezTo>
                <a:cubicBezTo>
                  <a:pt x="785" y="30988"/>
                  <a:pt x="0" y="27809"/>
                  <a:pt x="0" y="24341"/>
                </a:cubicBezTo>
                <a:cubicBezTo>
                  <a:pt x="0" y="18313"/>
                  <a:pt x="2314" y="13122"/>
                  <a:pt x="6943" y="8767"/>
                </a:cubicBezTo>
                <a:cubicBezTo>
                  <a:pt x="11572" y="4410"/>
                  <a:pt x="17462" y="2232"/>
                  <a:pt x="24612" y="2232"/>
                </a:cubicBezTo>
                <a:cubicBezTo>
                  <a:pt x="29076" y="2232"/>
                  <a:pt x="33808" y="3327"/>
                  <a:pt x="38809" y="5518"/>
                </a:cubicBezTo>
                <a:cubicBezTo>
                  <a:pt x="41124" y="6551"/>
                  <a:pt x="42756" y="7067"/>
                  <a:pt x="43707" y="7067"/>
                </a:cubicBezTo>
                <a:cubicBezTo>
                  <a:pt x="44781" y="7067"/>
                  <a:pt x="45660" y="6747"/>
                  <a:pt x="46342" y="6107"/>
                </a:cubicBezTo>
                <a:cubicBezTo>
                  <a:pt x="47024" y="5466"/>
                  <a:pt x="47571" y="4174"/>
                  <a:pt x="47985" y="2232"/>
                </a:cubicBezTo>
                <a:lnTo>
                  <a:pt x="50278" y="2232"/>
                </a:lnTo>
                <a:close/>
                <a:moveTo>
                  <a:pt x="76174" y="52820"/>
                </a:moveTo>
                <a:cubicBezTo>
                  <a:pt x="76132" y="61213"/>
                  <a:pt x="78178" y="67795"/>
                  <a:pt x="82311" y="72568"/>
                </a:cubicBezTo>
                <a:cubicBezTo>
                  <a:pt x="86444" y="77340"/>
                  <a:pt x="91300" y="79726"/>
                  <a:pt x="96880" y="79726"/>
                </a:cubicBezTo>
                <a:cubicBezTo>
                  <a:pt x="100600" y="79726"/>
                  <a:pt x="103834" y="78699"/>
                  <a:pt x="106582" y="76644"/>
                </a:cubicBezTo>
                <a:cubicBezTo>
                  <a:pt x="109331" y="74589"/>
                  <a:pt x="111635" y="71070"/>
                  <a:pt x="113495" y="66087"/>
                </a:cubicBezTo>
                <a:lnTo>
                  <a:pt x="115417" y="67333"/>
                </a:lnTo>
                <a:cubicBezTo>
                  <a:pt x="114549" y="73025"/>
                  <a:pt x="112028" y="78208"/>
                  <a:pt x="107853" y="82882"/>
                </a:cubicBezTo>
                <a:cubicBezTo>
                  <a:pt x="103679" y="87556"/>
                  <a:pt x="98451" y="89893"/>
                  <a:pt x="92168" y="89893"/>
                </a:cubicBezTo>
                <a:cubicBezTo>
                  <a:pt x="85349" y="89893"/>
                  <a:pt x="79511" y="87244"/>
                  <a:pt x="74655" y="81945"/>
                </a:cubicBezTo>
                <a:cubicBezTo>
                  <a:pt x="69798" y="76644"/>
                  <a:pt x="67370" y="69518"/>
                  <a:pt x="67370" y="60568"/>
                </a:cubicBezTo>
                <a:cubicBezTo>
                  <a:pt x="67370" y="50876"/>
                  <a:pt x="69860" y="43318"/>
                  <a:pt x="74841" y="37895"/>
                </a:cubicBezTo>
                <a:cubicBezTo>
                  <a:pt x="79821" y="32470"/>
                  <a:pt x="86072" y="29758"/>
                  <a:pt x="93594" y="29758"/>
                </a:cubicBezTo>
                <a:cubicBezTo>
                  <a:pt x="99959" y="29758"/>
                  <a:pt x="105187" y="31850"/>
                  <a:pt x="109279" y="36035"/>
                </a:cubicBezTo>
                <a:cubicBezTo>
                  <a:pt x="113371" y="40218"/>
                  <a:pt x="115417" y="45813"/>
                  <a:pt x="115417" y="52820"/>
                </a:cubicBezTo>
                <a:lnTo>
                  <a:pt x="76174" y="52820"/>
                </a:lnTo>
                <a:moveTo>
                  <a:pt x="76174" y="49224"/>
                </a:moveTo>
                <a:lnTo>
                  <a:pt x="102460" y="49224"/>
                </a:lnTo>
                <a:cubicBezTo>
                  <a:pt x="102253" y="45617"/>
                  <a:pt x="101819" y="43076"/>
                  <a:pt x="101158" y="41601"/>
                </a:cubicBezTo>
                <a:cubicBezTo>
                  <a:pt x="100124" y="39305"/>
                  <a:pt x="98585" y="37501"/>
                  <a:pt x="96539" y="36190"/>
                </a:cubicBezTo>
                <a:cubicBezTo>
                  <a:pt x="94493" y="34878"/>
                  <a:pt x="92354" y="34222"/>
                  <a:pt x="90123" y="34222"/>
                </a:cubicBezTo>
                <a:cubicBezTo>
                  <a:pt x="86692" y="34222"/>
                  <a:pt x="83623" y="35543"/>
                  <a:pt x="80916" y="38187"/>
                </a:cubicBezTo>
                <a:cubicBezTo>
                  <a:pt x="78209" y="40831"/>
                  <a:pt x="76628" y="44510"/>
                  <a:pt x="76174" y="49224"/>
                </a:cubicBezTo>
                <a:close/>
                <a:moveTo>
                  <a:pt x="142401" y="0"/>
                </a:moveTo>
                <a:lnTo>
                  <a:pt x="142401" y="75263"/>
                </a:lnTo>
                <a:cubicBezTo>
                  <a:pt x="142401" y="78838"/>
                  <a:pt x="142659" y="81208"/>
                  <a:pt x="143176" y="82373"/>
                </a:cubicBezTo>
                <a:cubicBezTo>
                  <a:pt x="143692" y="83536"/>
                  <a:pt x="144488" y="84420"/>
                  <a:pt x="145562" y="85023"/>
                </a:cubicBezTo>
                <a:cubicBezTo>
                  <a:pt x="146637" y="85625"/>
                  <a:pt x="148642" y="85926"/>
                  <a:pt x="151576" y="85926"/>
                </a:cubicBezTo>
                <a:lnTo>
                  <a:pt x="151576" y="88158"/>
                </a:lnTo>
                <a:lnTo>
                  <a:pt x="123740" y="88158"/>
                </a:lnTo>
                <a:lnTo>
                  <a:pt x="123740" y="85926"/>
                </a:lnTo>
                <a:cubicBezTo>
                  <a:pt x="126344" y="85926"/>
                  <a:pt x="128121" y="85656"/>
                  <a:pt x="129072" y="85116"/>
                </a:cubicBezTo>
                <a:cubicBezTo>
                  <a:pt x="130022" y="84575"/>
                  <a:pt x="130766" y="83681"/>
                  <a:pt x="131304" y="82435"/>
                </a:cubicBezTo>
                <a:cubicBezTo>
                  <a:pt x="131841" y="81187"/>
                  <a:pt x="132109" y="78796"/>
                  <a:pt x="132109" y="75263"/>
                </a:cubicBezTo>
                <a:lnTo>
                  <a:pt x="132109" y="23806"/>
                </a:lnTo>
                <a:cubicBezTo>
                  <a:pt x="132109" y="17400"/>
                  <a:pt x="131965" y="13463"/>
                  <a:pt x="131676" y="11996"/>
                </a:cubicBezTo>
                <a:cubicBezTo>
                  <a:pt x="131386" y="10529"/>
                  <a:pt x="130921" y="9527"/>
                  <a:pt x="130281" y="8989"/>
                </a:cubicBezTo>
                <a:cubicBezTo>
                  <a:pt x="129640" y="8452"/>
                  <a:pt x="128824" y="8183"/>
                  <a:pt x="127832" y="8183"/>
                </a:cubicBezTo>
                <a:cubicBezTo>
                  <a:pt x="126757" y="8183"/>
                  <a:pt x="125393" y="8514"/>
                  <a:pt x="123740" y="9175"/>
                </a:cubicBezTo>
                <a:lnTo>
                  <a:pt x="122686" y="6943"/>
                </a:lnTo>
                <a:lnTo>
                  <a:pt x="139611" y="0"/>
                </a:lnTo>
                <a:lnTo>
                  <a:pt x="142401" y="0"/>
                </a:lnTo>
                <a:close/>
                <a:moveTo>
                  <a:pt x="167589" y="52820"/>
                </a:moveTo>
                <a:cubicBezTo>
                  <a:pt x="167548" y="61213"/>
                  <a:pt x="169594" y="67795"/>
                  <a:pt x="173727" y="72568"/>
                </a:cubicBezTo>
                <a:cubicBezTo>
                  <a:pt x="177860" y="77340"/>
                  <a:pt x="182716" y="79726"/>
                  <a:pt x="188296" y="79726"/>
                </a:cubicBezTo>
                <a:cubicBezTo>
                  <a:pt x="192016" y="79726"/>
                  <a:pt x="195250" y="78699"/>
                  <a:pt x="197998" y="76644"/>
                </a:cubicBezTo>
                <a:cubicBezTo>
                  <a:pt x="200747" y="74589"/>
                  <a:pt x="203051" y="71070"/>
                  <a:pt x="204911" y="66087"/>
                </a:cubicBezTo>
                <a:lnTo>
                  <a:pt x="206832" y="67333"/>
                </a:lnTo>
                <a:cubicBezTo>
                  <a:pt x="205964" y="73025"/>
                  <a:pt x="203443" y="78208"/>
                  <a:pt x="199269" y="82882"/>
                </a:cubicBezTo>
                <a:cubicBezTo>
                  <a:pt x="195095" y="87556"/>
                  <a:pt x="189866" y="89893"/>
                  <a:pt x="183584" y="89893"/>
                </a:cubicBezTo>
                <a:cubicBezTo>
                  <a:pt x="176765" y="89893"/>
                  <a:pt x="170927" y="87244"/>
                  <a:pt x="166070" y="81945"/>
                </a:cubicBezTo>
                <a:cubicBezTo>
                  <a:pt x="161214" y="76644"/>
                  <a:pt x="158786" y="69518"/>
                  <a:pt x="158786" y="60568"/>
                </a:cubicBezTo>
                <a:cubicBezTo>
                  <a:pt x="158786" y="50876"/>
                  <a:pt x="161276" y="43318"/>
                  <a:pt x="166256" y="37895"/>
                </a:cubicBezTo>
                <a:cubicBezTo>
                  <a:pt x="171237" y="32470"/>
                  <a:pt x="177488" y="29758"/>
                  <a:pt x="185010" y="29758"/>
                </a:cubicBezTo>
                <a:cubicBezTo>
                  <a:pt x="191375" y="29758"/>
                  <a:pt x="196603" y="31850"/>
                  <a:pt x="200695" y="36035"/>
                </a:cubicBezTo>
                <a:cubicBezTo>
                  <a:pt x="204787" y="40218"/>
                  <a:pt x="206832" y="45813"/>
                  <a:pt x="206832" y="52820"/>
                </a:cubicBezTo>
                <a:lnTo>
                  <a:pt x="167589" y="52820"/>
                </a:lnTo>
                <a:moveTo>
                  <a:pt x="167589" y="49224"/>
                </a:moveTo>
                <a:lnTo>
                  <a:pt x="193875" y="49224"/>
                </a:lnTo>
                <a:cubicBezTo>
                  <a:pt x="193669" y="45617"/>
                  <a:pt x="193235" y="43076"/>
                  <a:pt x="192573" y="41601"/>
                </a:cubicBezTo>
                <a:cubicBezTo>
                  <a:pt x="191540" y="39305"/>
                  <a:pt x="190001" y="37501"/>
                  <a:pt x="187955" y="36190"/>
                </a:cubicBezTo>
                <a:cubicBezTo>
                  <a:pt x="185909" y="34878"/>
                  <a:pt x="183770" y="34222"/>
                  <a:pt x="181538" y="34222"/>
                </a:cubicBezTo>
                <a:cubicBezTo>
                  <a:pt x="178108" y="34222"/>
                  <a:pt x="175039" y="35543"/>
                  <a:pt x="172332" y="38187"/>
                </a:cubicBezTo>
                <a:cubicBezTo>
                  <a:pt x="169625" y="40831"/>
                  <a:pt x="168044" y="44510"/>
                  <a:pt x="167589" y="49224"/>
                </a:cubicBezTo>
                <a:close/>
                <a:moveTo>
                  <a:pt x="262521" y="66583"/>
                </a:moveTo>
                <a:cubicBezTo>
                  <a:pt x="260992" y="74064"/>
                  <a:pt x="257995" y="79819"/>
                  <a:pt x="253532" y="83849"/>
                </a:cubicBezTo>
                <a:cubicBezTo>
                  <a:pt x="249068" y="87879"/>
                  <a:pt x="244129" y="89893"/>
                  <a:pt x="238715" y="89893"/>
                </a:cubicBezTo>
                <a:cubicBezTo>
                  <a:pt x="232267" y="89893"/>
                  <a:pt x="226646" y="87190"/>
                  <a:pt x="221852" y="81782"/>
                </a:cubicBezTo>
                <a:cubicBezTo>
                  <a:pt x="217058" y="76373"/>
                  <a:pt x="214660" y="69064"/>
                  <a:pt x="214660" y="59857"/>
                </a:cubicBezTo>
                <a:cubicBezTo>
                  <a:pt x="214660" y="50938"/>
                  <a:pt x="217316" y="43693"/>
                  <a:pt x="222627" y="38119"/>
                </a:cubicBezTo>
                <a:cubicBezTo>
                  <a:pt x="227938" y="32545"/>
                  <a:pt x="234313" y="29758"/>
                  <a:pt x="241752" y="29758"/>
                </a:cubicBezTo>
                <a:cubicBezTo>
                  <a:pt x="247332" y="29758"/>
                  <a:pt x="251920" y="31241"/>
                  <a:pt x="255515" y="34206"/>
                </a:cubicBezTo>
                <a:cubicBezTo>
                  <a:pt x="259111" y="37170"/>
                  <a:pt x="260909" y="40249"/>
                  <a:pt x="260909" y="43441"/>
                </a:cubicBezTo>
                <a:cubicBezTo>
                  <a:pt x="260909" y="45017"/>
                  <a:pt x="260403" y="46293"/>
                  <a:pt x="259390" y="47268"/>
                </a:cubicBezTo>
                <a:cubicBezTo>
                  <a:pt x="258378" y="48242"/>
                  <a:pt x="256962" y="48728"/>
                  <a:pt x="255143" y="48728"/>
                </a:cubicBezTo>
                <a:cubicBezTo>
                  <a:pt x="252705" y="48728"/>
                  <a:pt x="250866" y="47937"/>
                  <a:pt x="249626" y="46353"/>
                </a:cubicBezTo>
                <a:cubicBezTo>
                  <a:pt x="248923" y="45478"/>
                  <a:pt x="248458" y="43810"/>
                  <a:pt x="248231" y="41351"/>
                </a:cubicBezTo>
                <a:cubicBezTo>
                  <a:pt x="248004" y="38892"/>
                  <a:pt x="247167" y="37016"/>
                  <a:pt x="245720" y="35725"/>
                </a:cubicBezTo>
                <a:cubicBezTo>
                  <a:pt x="244274" y="34475"/>
                  <a:pt x="242269" y="33850"/>
                  <a:pt x="239707" y="33850"/>
                </a:cubicBezTo>
                <a:cubicBezTo>
                  <a:pt x="235574" y="33850"/>
                  <a:pt x="232246" y="35379"/>
                  <a:pt x="229725" y="38437"/>
                </a:cubicBezTo>
                <a:cubicBezTo>
                  <a:pt x="226378" y="42488"/>
                  <a:pt x="224704" y="47840"/>
                  <a:pt x="224704" y="54494"/>
                </a:cubicBezTo>
                <a:cubicBezTo>
                  <a:pt x="224704" y="61272"/>
                  <a:pt x="226367" y="67255"/>
                  <a:pt x="229694" y="72442"/>
                </a:cubicBezTo>
                <a:cubicBezTo>
                  <a:pt x="233021" y="77629"/>
                  <a:pt x="237516" y="80222"/>
                  <a:pt x="243178" y="80222"/>
                </a:cubicBezTo>
                <a:cubicBezTo>
                  <a:pt x="247229" y="80222"/>
                  <a:pt x="250866" y="78838"/>
                  <a:pt x="254090" y="76068"/>
                </a:cubicBezTo>
                <a:cubicBezTo>
                  <a:pt x="256363" y="74167"/>
                  <a:pt x="258574" y="70716"/>
                  <a:pt x="260723" y="65715"/>
                </a:cubicBezTo>
                <a:lnTo>
                  <a:pt x="262521" y="66583"/>
                </a:lnTo>
                <a:close/>
                <a:moveTo>
                  <a:pt x="287026" y="12647"/>
                </a:moveTo>
                <a:lnTo>
                  <a:pt x="287026" y="31370"/>
                </a:lnTo>
                <a:lnTo>
                  <a:pt x="300293" y="31370"/>
                </a:lnTo>
                <a:lnTo>
                  <a:pt x="300293" y="35585"/>
                </a:lnTo>
                <a:lnTo>
                  <a:pt x="287026" y="35709"/>
                </a:lnTo>
                <a:lnTo>
                  <a:pt x="287026" y="72585"/>
                </a:lnTo>
                <a:cubicBezTo>
                  <a:pt x="287026" y="76267"/>
                  <a:pt x="287553" y="78750"/>
                  <a:pt x="288607" y="80034"/>
                </a:cubicBezTo>
                <a:cubicBezTo>
                  <a:pt x="289660" y="81317"/>
                  <a:pt x="291014" y="81958"/>
                  <a:pt x="292667" y="81958"/>
                </a:cubicBezTo>
                <a:cubicBezTo>
                  <a:pt x="294031" y="81958"/>
                  <a:pt x="295354" y="81529"/>
                  <a:pt x="296635" y="80672"/>
                </a:cubicBezTo>
                <a:cubicBezTo>
                  <a:pt x="297916" y="79814"/>
                  <a:pt x="298908" y="78548"/>
                  <a:pt x="299611" y="76874"/>
                </a:cubicBezTo>
                <a:lnTo>
                  <a:pt x="302029" y="76874"/>
                </a:lnTo>
                <a:cubicBezTo>
                  <a:pt x="300582" y="80945"/>
                  <a:pt x="298536" y="84009"/>
                  <a:pt x="295891" y="86065"/>
                </a:cubicBezTo>
                <a:cubicBezTo>
                  <a:pt x="293246" y="88121"/>
                  <a:pt x="290518" y="89150"/>
                  <a:pt x="287708" y="89150"/>
                </a:cubicBezTo>
                <a:cubicBezTo>
                  <a:pt x="285806" y="89150"/>
                  <a:pt x="283947" y="88621"/>
                  <a:pt x="282128" y="87563"/>
                </a:cubicBezTo>
                <a:cubicBezTo>
                  <a:pt x="280310" y="86505"/>
                  <a:pt x="278966" y="84991"/>
                  <a:pt x="278098" y="83022"/>
                </a:cubicBezTo>
                <a:cubicBezTo>
                  <a:pt x="277230" y="81052"/>
                  <a:pt x="276796" y="78014"/>
                  <a:pt x="276796" y="73908"/>
                </a:cubicBezTo>
                <a:lnTo>
                  <a:pt x="276796" y="35585"/>
                </a:lnTo>
                <a:lnTo>
                  <a:pt x="267807" y="35585"/>
                </a:lnTo>
                <a:lnTo>
                  <a:pt x="267807" y="33598"/>
                </a:lnTo>
                <a:cubicBezTo>
                  <a:pt x="270080" y="32694"/>
                  <a:pt x="272405" y="31163"/>
                  <a:pt x="274782" y="29006"/>
                </a:cubicBezTo>
                <a:cubicBezTo>
                  <a:pt x="277158" y="26849"/>
                  <a:pt x="279276" y="24278"/>
                  <a:pt x="281136" y="21294"/>
                </a:cubicBezTo>
                <a:cubicBezTo>
                  <a:pt x="282087" y="19718"/>
                  <a:pt x="283409" y="16836"/>
                  <a:pt x="285104" y="12647"/>
                </a:cubicBezTo>
                <a:lnTo>
                  <a:pt x="287026" y="126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5A621-B65E-4742-9BE2-0F588D2B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8" y="467125"/>
            <a:ext cx="1023238" cy="201810"/>
          </a:xfrm>
          <a:custGeom xmlns:a="http://schemas.openxmlformats.org/drawingml/2006/main">
            <a:pathLst>
              <a:path w="1023238" h="201810">
                <a:moveTo>
                  <a:pt x="0" y="0"/>
                </a:moveTo>
                <a:lnTo>
                  <a:pt x="1023238" y="0"/>
                </a:lnTo>
                <a:lnTo>
                  <a:pt x="1023238" y="201810"/>
                </a:lnTo>
                <a:lnTo>
                  <a:pt x="0" y="2018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A555C-48D2-4A20-A3D4-5487C5FA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8" y="467125"/>
            <a:ext cx="1023238" cy="201810"/>
          </a:xfrm>
          <a:custGeom xmlns:a="http://schemas.openxmlformats.org/drawingml/2006/main">
            <a:pathLst>
              <a:path w="1023238" h="201810" fill="none">
                <a:moveTo>
                  <a:pt x="0" y="0"/>
                </a:moveTo>
                <a:lnTo>
                  <a:pt x="1023238" y="0"/>
                </a:lnTo>
                <a:lnTo>
                  <a:pt x="1023238" y="201810"/>
                </a:lnTo>
                <a:lnTo>
                  <a:pt x="0" y="2018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52" name="Text InitialQuery">
            <a:extLst xmlns:a="http://schemas.openxmlformats.org/drawingml/2006/main">
              <a:ext uri="{FF2B5EF4-FFF2-40B4-BE49-F238E27FC236}">
                <a16:creationId xmlns:a16="http://schemas.microsoft.com/office/drawing/2014/main" id="{2D8DB65D-C013-4748-929E-6F48A477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52" y="522332"/>
            <a:ext cx="701664" cy="125190"/>
          </a:xfrm>
          <a:custGeom xmlns:a="http://schemas.openxmlformats.org/drawingml/2006/main">
            <a:pathLst>
              <a:path w="701664" h="125190">
                <a:moveTo>
                  <a:pt x="39021" y="92952"/>
                </a:moveTo>
                <a:lnTo>
                  <a:pt x="39021" y="95504"/>
                </a:lnTo>
                <a:lnTo>
                  <a:pt x="0" y="95504"/>
                </a:lnTo>
                <a:lnTo>
                  <a:pt x="0" y="92952"/>
                </a:lnTo>
                <a:lnTo>
                  <a:pt x="3224" y="92952"/>
                </a:lnTo>
                <a:cubicBezTo>
                  <a:pt x="6985" y="92952"/>
                  <a:pt x="9716" y="91861"/>
                  <a:pt x="11418" y="89678"/>
                </a:cubicBezTo>
                <a:cubicBezTo>
                  <a:pt x="12492" y="88252"/>
                  <a:pt x="13029" y="84821"/>
                  <a:pt x="13029" y="79385"/>
                </a:cubicBezTo>
                <a:lnTo>
                  <a:pt x="13029" y="20552"/>
                </a:lnTo>
                <a:cubicBezTo>
                  <a:pt x="13029" y="15962"/>
                  <a:pt x="12738" y="12932"/>
                  <a:pt x="12156" y="11462"/>
                </a:cubicBezTo>
                <a:cubicBezTo>
                  <a:pt x="11709" y="10348"/>
                  <a:pt x="10791" y="9390"/>
                  <a:pt x="9403" y="8588"/>
                </a:cubicBezTo>
                <a:cubicBezTo>
                  <a:pt x="7433" y="7519"/>
                  <a:pt x="5373" y="6985"/>
                  <a:pt x="3224" y="6985"/>
                </a:cubicBezTo>
                <a:lnTo>
                  <a:pt x="0" y="6985"/>
                </a:lnTo>
                <a:lnTo>
                  <a:pt x="0" y="4433"/>
                </a:lnTo>
                <a:lnTo>
                  <a:pt x="39021" y="4433"/>
                </a:lnTo>
                <a:lnTo>
                  <a:pt x="39021" y="6985"/>
                </a:lnTo>
                <a:lnTo>
                  <a:pt x="35730" y="6985"/>
                </a:lnTo>
                <a:cubicBezTo>
                  <a:pt x="32014" y="6985"/>
                  <a:pt x="29305" y="8076"/>
                  <a:pt x="27604" y="10259"/>
                </a:cubicBezTo>
                <a:cubicBezTo>
                  <a:pt x="26484" y="11685"/>
                  <a:pt x="25925" y="15116"/>
                  <a:pt x="25925" y="20552"/>
                </a:cubicBezTo>
                <a:lnTo>
                  <a:pt x="25925" y="79385"/>
                </a:lnTo>
                <a:cubicBezTo>
                  <a:pt x="25925" y="83975"/>
                  <a:pt x="26216" y="87005"/>
                  <a:pt x="26798" y="88475"/>
                </a:cubicBezTo>
                <a:cubicBezTo>
                  <a:pt x="27245" y="89589"/>
                  <a:pt x="28186" y="90547"/>
                  <a:pt x="29618" y="91349"/>
                </a:cubicBezTo>
                <a:cubicBezTo>
                  <a:pt x="31544" y="92418"/>
                  <a:pt x="33581" y="92952"/>
                  <a:pt x="35730" y="92952"/>
                </a:cubicBezTo>
                <a:lnTo>
                  <a:pt x="39021" y="92952"/>
                </a:lnTo>
                <a:close/>
                <a:moveTo>
                  <a:pt x="64609" y="45200"/>
                </a:moveTo>
                <a:cubicBezTo>
                  <a:pt x="71817" y="36558"/>
                  <a:pt x="78690" y="32238"/>
                  <a:pt x="85227" y="32238"/>
                </a:cubicBezTo>
                <a:cubicBezTo>
                  <a:pt x="88586" y="32238"/>
                  <a:pt x="91474" y="33075"/>
                  <a:pt x="93891" y="34750"/>
                </a:cubicBezTo>
                <a:cubicBezTo>
                  <a:pt x="96309" y="36423"/>
                  <a:pt x="98234" y="39181"/>
                  <a:pt x="99667" y="43021"/>
                </a:cubicBezTo>
                <a:cubicBezTo>
                  <a:pt x="100652" y="45701"/>
                  <a:pt x="101145" y="49809"/>
                  <a:pt x="101145" y="55346"/>
                </a:cubicBezTo>
                <a:lnTo>
                  <a:pt x="101145" y="81535"/>
                </a:lnTo>
                <a:cubicBezTo>
                  <a:pt x="101145" y="85452"/>
                  <a:pt x="101458" y="88109"/>
                  <a:pt x="102085" y="89506"/>
                </a:cubicBezTo>
                <a:cubicBezTo>
                  <a:pt x="102578" y="90632"/>
                  <a:pt x="103372" y="91511"/>
                  <a:pt x="104469" y="92142"/>
                </a:cubicBezTo>
                <a:cubicBezTo>
                  <a:pt x="105566" y="92772"/>
                  <a:pt x="107592" y="93086"/>
                  <a:pt x="110548" y="93086"/>
                </a:cubicBezTo>
                <a:lnTo>
                  <a:pt x="110548" y="95504"/>
                </a:lnTo>
                <a:lnTo>
                  <a:pt x="80123" y="95504"/>
                </a:lnTo>
                <a:lnTo>
                  <a:pt x="80123" y="93086"/>
                </a:lnTo>
                <a:lnTo>
                  <a:pt x="81399" y="93086"/>
                </a:lnTo>
                <a:cubicBezTo>
                  <a:pt x="84265" y="93086"/>
                  <a:pt x="86268" y="92648"/>
                  <a:pt x="87410" y="91771"/>
                </a:cubicBezTo>
                <a:cubicBezTo>
                  <a:pt x="88552" y="90892"/>
                  <a:pt x="89347" y="89597"/>
                  <a:pt x="89794" y="87886"/>
                </a:cubicBezTo>
                <a:cubicBezTo>
                  <a:pt x="89974" y="87210"/>
                  <a:pt x="90063" y="85093"/>
                  <a:pt x="90063" y="81535"/>
                </a:cubicBezTo>
                <a:lnTo>
                  <a:pt x="90063" y="56391"/>
                </a:lnTo>
                <a:cubicBezTo>
                  <a:pt x="90063" y="50802"/>
                  <a:pt x="89336" y="46745"/>
                  <a:pt x="87880" y="44220"/>
                </a:cubicBezTo>
                <a:cubicBezTo>
                  <a:pt x="86425" y="41694"/>
                  <a:pt x="83974" y="40431"/>
                  <a:pt x="80526" y="40431"/>
                </a:cubicBezTo>
                <a:cubicBezTo>
                  <a:pt x="75198" y="40431"/>
                  <a:pt x="69892" y="43342"/>
                  <a:pt x="64609" y="49163"/>
                </a:cubicBezTo>
                <a:lnTo>
                  <a:pt x="64609" y="81535"/>
                </a:lnTo>
                <a:cubicBezTo>
                  <a:pt x="64609" y="85722"/>
                  <a:pt x="64855" y="88312"/>
                  <a:pt x="65348" y="89304"/>
                </a:cubicBezTo>
                <a:cubicBezTo>
                  <a:pt x="65974" y="90610"/>
                  <a:pt x="66836" y="91567"/>
                  <a:pt x="67933" y="92176"/>
                </a:cubicBezTo>
                <a:cubicBezTo>
                  <a:pt x="69030" y="92783"/>
                  <a:pt x="71258" y="93086"/>
                  <a:pt x="74616" y="93086"/>
                </a:cubicBezTo>
                <a:lnTo>
                  <a:pt x="74616" y="95504"/>
                </a:lnTo>
                <a:lnTo>
                  <a:pt x="44191" y="95504"/>
                </a:lnTo>
                <a:lnTo>
                  <a:pt x="44191" y="93086"/>
                </a:lnTo>
                <a:lnTo>
                  <a:pt x="45535" y="93086"/>
                </a:lnTo>
                <a:cubicBezTo>
                  <a:pt x="48669" y="93086"/>
                  <a:pt x="50785" y="92288"/>
                  <a:pt x="51882" y="90690"/>
                </a:cubicBezTo>
                <a:cubicBezTo>
                  <a:pt x="52979" y="89090"/>
                  <a:pt x="53527" y="86039"/>
                  <a:pt x="53527" y="81535"/>
                </a:cubicBezTo>
                <a:lnTo>
                  <a:pt x="53527" y="58834"/>
                </a:lnTo>
                <a:cubicBezTo>
                  <a:pt x="53527" y="51446"/>
                  <a:pt x="53359" y="46946"/>
                  <a:pt x="53023" y="45334"/>
                </a:cubicBezTo>
                <a:cubicBezTo>
                  <a:pt x="52687" y="43722"/>
                  <a:pt x="52173" y="42625"/>
                  <a:pt x="51479" y="42043"/>
                </a:cubicBezTo>
                <a:cubicBezTo>
                  <a:pt x="50785" y="41461"/>
                  <a:pt x="49855" y="41170"/>
                  <a:pt x="48691" y="41170"/>
                </a:cubicBezTo>
                <a:cubicBezTo>
                  <a:pt x="47438" y="41170"/>
                  <a:pt x="45938" y="41506"/>
                  <a:pt x="44191" y="42178"/>
                </a:cubicBezTo>
                <a:lnTo>
                  <a:pt x="43184" y="39760"/>
                </a:lnTo>
                <a:lnTo>
                  <a:pt x="61721" y="32238"/>
                </a:lnTo>
                <a:lnTo>
                  <a:pt x="64609" y="32238"/>
                </a:lnTo>
                <a:lnTo>
                  <a:pt x="64609" y="45200"/>
                </a:lnTo>
                <a:close/>
                <a:moveTo>
                  <a:pt x="131099" y="0"/>
                </a:moveTo>
                <a:cubicBezTo>
                  <a:pt x="132980" y="0"/>
                  <a:pt x="134580" y="664"/>
                  <a:pt x="135901" y="1992"/>
                </a:cubicBezTo>
                <a:cubicBezTo>
                  <a:pt x="137222" y="3318"/>
                  <a:pt x="137882" y="4927"/>
                  <a:pt x="137882" y="6817"/>
                </a:cubicBezTo>
                <a:cubicBezTo>
                  <a:pt x="137882" y="8707"/>
                  <a:pt x="137222" y="10328"/>
                  <a:pt x="135901" y="11678"/>
                </a:cubicBezTo>
                <a:cubicBezTo>
                  <a:pt x="134580" y="13027"/>
                  <a:pt x="132980" y="13701"/>
                  <a:pt x="131099" y="13701"/>
                </a:cubicBezTo>
                <a:cubicBezTo>
                  <a:pt x="129219" y="13701"/>
                  <a:pt x="127607" y="13027"/>
                  <a:pt x="126263" y="11678"/>
                </a:cubicBezTo>
                <a:cubicBezTo>
                  <a:pt x="124920" y="10328"/>
                  <a:pt x="124249" y="8707"/>
                  <a:pt x="124249" y="6817"/>
                </a:cubicBezTo>
                <a:cubicBezTo>
                  <a:pt x="124249" y="4927"/>
                  <a:pt x="124909" y="3318"/>
                  <a:pt x="126230" y="1992"/>
                </a:cubicBezTo>
                <a:cubicBezTo>
                  <a:pt x="127551" y="664"/>
                  <a:pt x="129174" y="0"/>
                  <a:pt x="131099" y="0"/>
                </a:cubicBezTo>
                <a:moveTo>
                  <a:pt x="136673" y="32238"/>
                </a:moveTo>
                <a:lnTo>
                  <a:pt x="136673" y="81535"/>
                </a:lnTo>
                <a:cubicBezTo>
                  <a:pt x="136673" y="85408"/>
                  <a:pt x="136953" y="87986"/>
                  <a:pt x="137513" y="89271"/>
                </a:cubicBezTo>
                <a:cubicBezTo>
                  <a:pt x="138073" y="90554"/>
                  <a:pt x="138901" y="91511"/>
                  <a:pt x="139998" y="92142"/>
                </a:cubicBezTo>
                <a:cubicBezTo>
                  <a:pt x="141095" y="92772"/>
                  <a:pt x="143099" y="93086"/>
                  <a:pt x="146009" y="93086"/>
                </a:cubicBezTo>
                <a:lnTo>
                  <a:pt x="146009" y="95504"/>
                </a:lnTo>
                <a:lnTo>
                  <a:pt x="116122" y="95504"/>
                </a:lnTo>
                <a:lnTo>
                  <a:pt x="116122" y="93086"/>
                </a:lnTo>
                <a:cubicBezTo>
                  <a:pt x="119122" y="93086"/>
                  <a:pt x="121137" y="92794"/>
                  <a:pt x="122167" y="92209"/>
                </a:cubicBezTo>
                <a:cubicBezTo>
                  <a:pt x="123196" y="91623"/>
                  <a:pt x="124013" y="90655"/>
                  <a:pt x="124618" y="89304"/>
                </a:cubicBezTo>
                <a:cubicBezTo>
                  <a:pt x="125222" y="87953"/>
                  <a:pt x="125525" y="85363"/>
                  <a:pt x="125525" y="81535"/>
                </a:cubicBezTo>
                <a:lnTo>
                  <a:pt x="125525" y="58028"/>
                </a:lnTo>
                <a:cubicBezTo>
                  <a:pt x="125525" y="51329"/>
                  <a:pt x="125323" y="46990"/>
                  <a:pt x="124920" y="45011"/>
                </a:cubicBezTo>
                <a:cubicBezTo>
                  <a:pt x="124607" y="43571"/>
                  <a:pt x="124114" y="42572"/>
                  <a:pt x="123443" y="42012"/>
                </a:cubicBezTo>
                <a:cubicBezTo>
                  <a:pt x="122771" y="41451"/>
                  <a:pt x="121853" y="41170"/>
                  <a:pt x="120689" y="41170"/>
                </a:cubicBezTo>
                <a:cubicBezTo>
                  <a:pt x="119435" y="41170"/>
                  <a:pt x="117913" y="41506"/>
                  <a:pt x="116122" y="42178"/>
                </a:cubicBezTo>
                <a:lnTo>
                  <a:pt x="115182" y="39760"/>
                </a:lnTo>
                <a:lnTo>
                  <a:pt x="133718" y="32238"/>
                </a:lnTo>
                <a:lnTo>
                  <a:pt x="136673" y="32238"/>
                </a:lnTo>
                <a:close/>
                <a:moveTo>
                  <a:pt x="171416" y="13701"/>
                </a:moveTo>
                <a:lnTo>
                  <a:pt x="171416" y="33984"/>
                </a:lnTo>
                <a:lnTo>
                  <a:pt x="185789" y="33984"/>
                </a:lnTo>
                <a:lnTo>
                  <a:pt x="185789" y="38551"/>
                </a:lnTo>
                <a:lnTo>
                  <a:pt x="171416" y="38685"/>
                </a:lnTo>
                <a:lnTo>
                  <a:pt x="171416" y="78634"/>
                </a:lnTo>
                <a:cubicBezTo>
                  <a:pt x="171416" y="82623"/>
                  <a:pt x="171987" y="85313"/>
                  <a:pt x="173129" y="86704"/>
                </a:cubicBezTo>
                <a:cubicBezTo>
                  <a:pt x="174271" y="88093"/>
                  <a:pt x="175737" y="88788"/>
                  <a:pt x="177528" y="88788"/>
                </a:cubicBezTo>
                <a:cubicBezTo>
                  <a:pt x="179005" y="88788"/>
                  <a:pt x="180438" y="88324"/>
                  <a:pt x="181826" y="87394"/>
                </a:cubicBezTo>
                <a:cubicBezTo>
                  <a:pt x="183214" y="86465"/>
                  <a:pt x="184289" y="85094"/>
                  <a:pt x="185050" y="83281"/>
                </a:cubicBezTo>
                <a:lnTo>
                  <a:pt x="187669" y="83281"/>
                </a:lnTo>
                <a:cubicBezTo>
                  <a:pt x="186102" y="87691"/>
                  <a:pt x="183886" y="91010"/>
                  <a:pt x="181020" y="93238"/>
                </a:cubicBezTo>
                <a:cubicBezTo>
                  <a:pt x="178155" y="95465"/>
                  <a:pt x="175200" y="96579"/>
                  <a:pt x="172155" y="96579"/>
                </a:cubicBezTo>
                <a:cubicBezTo>
                  <a:pt x="170095" y="96579"/>
                  <a:pt x="168080" y="96006"/>
                  <a:pt x="166110" y="94860"/>
                </a:cubicBezTo>
                <a:cubicBezTo>
                  <a:pt x="164140" y="93714"/>
                  <a:pt x="162685" y="92074"/>
                  <a:pt x="161745" y="89940"/>
                </a:cubicBezTo>
                <a:cubicBezTo>
                  <a:pt x="160805" y="87807"/>
                  <a:pt x="160334" y="84516"/>
                  <a:pt x="160334" y="80068"/>
                </a:cubicBezTo>
                <a:lnTo>
                  <a:pt x="160334" y="38551"/>
                </a:lnTo>
                <a:lnTo>
                  <a:pt x="150596" y="38551"/>
                </a:lnTo>
                <a:lnTo>
                  <a:pt x="150596" y="36398"/>
                </a:lnTo>
                <a:cubicBezTo>
                  <a:pt x="153059" y="35418"/>
                  <a:pt x="155577" y="33760"/>
                  <a:pt x="158152" y="31423"/>
                </a:cubicBezTo>
                <a:cubicBezTo>
                  <a:pt x="160726" y="29087"/>
                  <a:pt x="163021" y="26302"/>
                  <a:pt x="165036" y="23068"/>
                </a:cubicBezTo>
                <a:cubicBezTo>
                  <a:pt x="166066" y="21361"/>
                  <a:pt x="167498" y="18239"/>
                  <a:pt x="169334" y="13701"/>
                </a:cubicBezTo>
                <a:lnTo>
                  <a:pt x="171416" y="13701"/>
                </a:lnTo>
                <a:close/>
                <a:moveTo>
                  <a:pt x="207300" y="0"/>
                </a:moveTo>
                <a:cubicBezTo>
                  <a:pt x="209181" y="0"/>
                  <a:pt x="210782" y="664"/>
                  <a:pt x="212103" y="1992"/>
                </a:cubicBezTo>
                <a:cubicBezTo>
                  <a:pt x="213423" y="3318"/>
                  <a:pt x="214084" y="4927"/>
                  <a:pt x="214084" y="6817"/>
                </a:cubicBezTo>
                <a:cubicBezTo>
                  <a:pt x="214084" y="8707"/>
                  <a:pt x="213423" y="10328"/>
                  <a:pt x="212103" y="11678"/>
                </a:cubicBezTo>
                <a:cubicBezTo>
                  <a:pt x="210782" y="13027"/>
                  <a:pt x="209181" y="13701"/>
                  <a:pt x="207300" y="13701"/>
                </a:cubicBezTo>
                <a:cubicBezTo>
                  <a:pt x="205420" y="13701"/>
                  <a:pt x="203808" y="13027"/>
                  <a:pt x="202465" y="11678"/>
                </a:cubicBezTo>
                <a:cubicBezTo>
                  <a:pt x="201122" y="10328"/>
                  <a:pt x="200450" y="8707"/>
                  <a:pt x="200450" y="6817"/>
                </a:cubicBezTo>
                <a:cubicBezTo>
                  <a:pt x="200450" y="4927"/>
                  <a:pt x="201110" y="3318"/>
                  <a:pt x="202431" y="1992"/>
                </a:cubicBezTo>
                <a:cubicBezTo>
                  <a:pt x="203752" y="664"/>
                  <a:pt x="205375" y="0"/>
                  <a:pt x="207300" y="0"/>
                </a:cubicBezTo>
                <a:moveTo>
                  <a:pt x="212875" y="32238"/>
                </a:moveTo>
                <a:lnTo>
                  <a:pt x="212875" y="81535"/>
                </a:lnTo>
                <a:cubicBezTo>
                  <a:pt x="212875" y="85408"/>
                  <a:pt x="213155" y="87986"/>
                  <a:pt x="213714" y="89271"/>
                </a:cubicBezTo>
                <a:cubicBezTo>
                  <a:pt x="214274" y="90554"/>
                  <a:pt x="215102" y="91511"/>
                  <a:pt x="216199" y="92142"/>
                </a:cubicBezTo>
                <a:cubicBezTo>
                  <a:pt x="217296" y="92772"/>
                  <a:pt x="219300" y="93086"/>
                  <a:pt x="222210" y="93086"/>
                </a:cubicBezTo>
                <a:lnTo>
                  <a:pt x="222210" y="95504"/>
                </a:lnTo>
                <a:lnTo>
                  <a:pt x="192323" y="95504"/>
                </a:lnTo>
                <a:lnTo>
                  <a:pt x="192323" y="93086"/>
                </a:lnTo>
                <a:cubicBezTo>
                  <a:pt x="195323" y="93086"/>
                  <a:pt x="197338" y="92794"/>
                  <a:pt x="198368" y="92209"/>
                </a:cubicBezTo>
                <a:cubicBezTo>
                  <a:pt x="199398" y="91623"/>
                  <a:pt x="200215" y="90655"/>
                  <a:pt x="200819" y="89304"/>
                </a:cubicBezTo>
                <a:cubicBezTo>
                  <a:pt x="201424" y="87953"/>
                  <a:pt x="201726" y="85363"/>
                  <a:pt x="201726" y="81535"/>
                </a:cubicBezTo>
                <a:lnTo>
                  <a:pt x="201726" y="58028"/>
                </a:lnTo>
                <a:cubicBezTo>
                  <a:pt x="201726" y="51329"/>
                  <a:pt x="201525" y="46990"/>
                  <a:pt x="201122" y="45011"/>
                </a:cubicBezTo>
                <a:cubicBezTo>
                  <a:pt x="200808" y="43571"/>
                  <a:pt x="200316" y="42572"/>
                  <a:pt x="199644" y="42012"/>
                </a:cubicBezTo>
                <a:cubicBezTo>
                  <a:pt x="198972" y="41451"/>
                  <a:pt x="198055" y="41170"/>
                  <a:pt x="196890" y="41170"/>
                </a:cubicBezTo>
                <a:cubicBezTo>
                  <a:pt x="195637" y="41170"/>
                  <a:pt x="194114" y="41506"/>
                  <a:pt x="192323" y="42178"/>
                </a:cubicBezTo>
                <a:lnTo>
                  <a:pt x="191383" y="39760"/>
                </a:lnTo>
                <a:lnTo>
                  <a:pt x="209920" y="32238"/>
                </a:lnTo>
                <a:lnTo>
                  <a:pt x="212875" y="32238"/>
                </a:lnTo>
                <a:close/>
                <a:moveTo>
                  <a:pt x="264610" y="86710"/>
                </a:moveTo>
                <a:cubicBezTo>
                  <a:pt x="258296" y="91589"/>
                  <a:pt x="254334" y="94409"/>
                  <a:pt x="252722" y="95168"/>
                </a:cubicBezTo>
                <a:cubicBezTo>
                  <a:pt x="250304" y="96288"/>
                  <a:pt x="247729" y="96848"/>
                  <a:pt x="244998" y="96848"/>
                </a:cubicBezTo>
                <a:cubicBezTo>
                  <a:pt x="240745" y="96848"/>
                  <a:pt x="237241" y="95392"/>
                  <a:pt x="234487" y="92482"/>
                </a:cubicBezTo>
                <a:cubicBezTo>
                  <a:pt x="231734" y="89572"/>
                  <a:pt x="230357" y="85743"/>
                  <a:pt x="230357" y="80997"/>
                </a:cubicBezTo>
                <a:cubicBezTo>
                  <a:pt x="230357" y="77997"/>
                  <a:pt x="231029" y="75400"/>
                  <a:pt x="232372" y="73207"/>
                </a:cubicBezTo>
                <a:cubicBezTo>
                  <a:pt x="234208" y="70162"/>
                  <a:pt x="237398" y="67296"/>
                  <a:pt x="241942" y="64610"/>
                </a:cubicBezTo>
                <a:cubicBezTo>
                  <a:pt x="246487" y="61923"/>
                  <a:pt x="254043" y="58655"/>
                  <a:pt x="264610" y="54804"/>
                </a:cubicBezTo>
                <a:lnTo>
                  <a:pt x="264610" y="52395"/>
                </a:lnTo>
                <a:cubicBezTo>
                  <a:pt x="264610" y="46283"/>
                  <a:pt x="263636" y="42090"/>
                  <a:pt x="261688" y="39814"/>
                </a:cubicBezTo>
                <a:cubicBezTo>
                  <a:pt x="259740" y="37539"/>
                  <a:pt x="256908" y="36402"/>
                  <a:pt x="253192" y="36402"/>
                </a:cubicBezTo>
                <a:cubicBezTo>
                  <a:pt x="250371" y="36402"/>
                  <a:pt x="248132" y="37163"/>
                  <a:pt x="246476" y="38685"/>
                </a:cubicBezTo>
                <a:cubicBezTo>
                  <a:pt x="244774" y="40208"/>
                  <a:pt x="243924" y="41954"/>
                  <a:pt x="243924" y="43924"/>
                </a:cubicBezTo>
                <a:lnTo>
                  <a:pt x="244058" y="47819"/>
                </a:lnTo>
                <a:cubicBezTo>
                  <a:pt x="244058" y="49879"/>
                  <a:pt x="243532" y="51468"/>
                  <a:pt x="242480" y="52588"/>
                </a:cubicBezTo>
                <a:cubicBezTo>
                  <a:pt x="241427" y="53707"/>
                  <a:pt x="240051" y="54267"/>
                  <a:pt x="238349" y="54267"/>
                </a:cubicBezTo>
                <a:cubicBezTo>
                  <a:pt x="236693" y="54267"/>
                  <a:pt x="235338" y="53683"/>
                  <a:pt x="234286" y="52516"/>
                </a:cubicBezTo>
                <a:cubicBezTo>
                  <a:pt x="233234" y="51348"/>
                  <a:pt x="232708" y="49754"/>
                  <a:pt x="232708" y="47733"/>
                </a:cubicBezTo>
                <a:cubicBezTo>
                  <a:pt x="232708" y="43870"/>
                  <a:pt x="234678" y="40322"/>
                  <a:pt x="238618" y="37088"/>
                </a:cubicBezTo>
                <a:cubicBezTo>
                  <a:pt x="242558" y="33855"/>
                  <a:pt x="248088" y="32238"/>
                  <a:pt x="255207" y="32238"/>
                </a:cubicBezTo>
                <a:cubicBezTo>
                  <a:pt x="260669" y="32238"/>
                  <a:pt x="265147" y="33154"/>
                  <a:pt x="268639" y="34987"/>
                </a:cubicBezTo>
                <a:cubicBezTo>
                  <a:pt x="271281" y="36374"/>
                  <a:pt x="273229" y="38543"/>
                  <a:pt x="274482" y="41496"/>
                </a:cubicBezTo>
                <a:cubicBezTo>
                  <a:pt x="275288" y="43418"/>
                  <a:pt x="275691" y="47353"/>
                  <a:pt x="275691" y="53301"/>
                </a:cubicBezTo>
                <a:lnTo>
                  <a:pt x="275691" y="74164"/>
                </a:lnTo>
                <a:cubicBezTo>
                  <a:pt x="275691" y="80022"/>
                  <a:pt x="275803" y="83611"/>
                  <a:pt x="276027" y="84930"/>
                </a:cubicBezTo>
                <a:cubicBezTo>
                  <a:pt x="276251" y="86250"/>
                  <a:pt x="276620" y="87134"/>
                  <a:pt x="277135" y="87581"/>
                </a:cubicBezTo>
                <a:cubicBezTo>
                  <a:pt x="277650" y="88028"/>
                  <a:pt x="278243" y="88251"/>
                  <a:pt x="278915" y="88251"/>
                </a:cubicBezTo>
                <a:cubicBezTo>
                  <a:pt x="279631" y="88251"/>
                  <a:pt x="280258" y="88094"/>
                  <a:pt x="280796" y="87781"/>
                </a:cubicBezTo>
                <a:cubicBezTo>
                  <a:pt x="281736" y="87199"/>
                  <a:pt x="283549" y="85564"/>
                  <a:pt x="286236" y="82878"/>
                </a:cubicBezTo>
                <a:lnTo>
                  <a:pt x="286236" y="86639"/>
                </a:lnTo>
                <a:cubicBezTo>
                  <a:pt x="281221" y="93355"/>
                  <a:pt x="276430" y="96713"/>
                  <a:pt x="271863" y="96713"/>
                </a:cubicBezTo>
                <a:cubicBezTo>
                  <a:pt x="269669" y="96713"/>
                  <a:pt x="267923" y="95958"/>
                  <a:pt x="266624" y="94446"/>
                </a:cubicBezTo>
                <a:cubicBezTo>
                  <a:pt x="265326" y="92934"/>
                  <a:pt x="264654" y="90355"/>
                  <a:pt x="264610" y="86710"/>
                </a:cubicBezTo>
                <a:moveTo>
                  <a:pt x="264610" y="82355"/>
                </a:moveTo>
                <a:lnTo>
                  <a:pt x="264610" y="58968"/>
                </a:lnTo>
                <a:cubicBezTo>
                  <a:pt x="257849" y="61649"/>
                  <a:pt x="253483" y="63548"/>
                  <a:pt x="251513" y="64664"/>
                </a:cubicBezTo>
                <a:cubicBezTo>
                  <a:pt x="247976" y="66630"/>
                  <a:pt x="245446" y="68686"/>
                  <a:pt x="243924" y="70831"/>
                </a:cubicBezTo>
                <a:cubicBezTo>
                  <a:pt x="242401" y="72974"/>
                  <a:pt x="241640" y="75319"/>
                  <a:pt x="241640" y="77866"/>
                </a:cubicBezTo>
                <a:cubicBezTo>
                  <a:pt x="241640" y="81083"/>
                  <a:pt x="242603" y="83752"/>
                  <a:pt x="244528" y="85875"/>
                </a:cubicBezTo>
                <a:cubicBezTo>
                  <a:pt x="246453" y="87996"/>
                  <a:pt x="248670" y="89057"/>
                  <a:pt x="251177" y="89057"/>
                </a:cubicBezTo>
                <a:cubicBezTo>
                  <a:pt x="254580" y="89057"/>
                  <a:pt x="259057" y="86823"/>
                  <a:pt x="264610" y="82355"/>
                </a:cubicBezTo>
                <a:close/>
                <a:moveTo>
                  <a:pt x="311842" y="0"/>
                </a:moveTo>
                <a:lnTo>
                  <a:pt x="311842" y="81535"/>
                </a:lnTo>
                <a:cubicBezTo>
                  <a:pt x="311842" y="85408"/>
                  <a:pt x="312122" y="87975"/>
                  <a:pt x="312682" y="89237"/>
                </a:cubicBezTo>
                <a:cubicBezTo>
                  <a:pt x="313241" y="90498"/>
                  <a:pt x="314103" y="91455"/>
                  <a:pt x="315267" y="92108"/>
                </a:cubicBezTo>
                <a:cubicBezTo>
                  <a:pt x="316432" y="92760"/>
                  <a:pt x="318603" y="93086"/>
                  <a:pt x="321782" y="93086"/>
                </a:cubicBezTo>
                <a:lnTo>
                  <a:pt x="321782" y="95504"/>
                </a:lnTo>
                <a:lnTo>
                  <a:pt x="291626" y="95504"/>
                </a:lnTo>
                <a:lnTo>
                  <a:pt x="291626" y="93086"/>
                </a:lnTo>
                <a:cubicBezTo>
                  <a:pt x="294447" y="93086"/>
                  <a:pt x="296372" y="92794"/>
                  <a:pt x="297402" y="92209"/>
                </a:cubicBezTo>
                <a:cubicBezTo>
                  <a:pt x="298432" y="91623"/>
                  <a:pt x="299238" y="90655"/>
                  <a:pt x="299820" y="89304"/>
                </a:cubicBezTo>
                <a:cubicBezTo>
                  <a:pt x="300402" y="87953"/>
                  <a:pt x="300693" y="85363"/>
                  <a:pt x="300693" y="81535"/>
                </a:cubicBezTo>
                <a:lnTo>
                  <a:pt x="300693" y="25790"/>
                </a:lnTo>
                <a:cubicBezTo>
                  <a:pt x="300693" y="18850"/>
                  <a:pt x="300537" y="14585"/>
                  <a:pt x="300223" y="12996"/>
                </a:cubicBezTo>
                <a:cubicBezTo>
                  <a:pt x="299910" y="11406"/>
                  <a:pt x="299406" y="10321"/>
                  <a:pt x="298712" y="9738"/>
                </a:cubicBezTo>
                <a:cubicBezTo>
                  <a:pt x="298018" y="9156"/>
                  <a:pt x="297134" y="8865"/>
                  <a:pt x="296059" y="8865"/>
                </a:cubicBezTo>
                <a:cubicBezTo>
                  <a:pt x="294895" y="8865"/>
                  <a:pt x="293417" y="9224"/>
                  <a:pt x="291626" y="9940"/>
                </a:cubicBezTo>
                <a:lnTo>
                  <a:pt x="290485" y="7522"/>
                </a:lnTo>
                <a:lnTo>
                  <a:pt x="308820" y="0"/>
                </a:lnTo>
                <a:lnTo>
                  <a:pt x="311842" y="0"/>
                </a:lnTo>
                <a:close/>
                <a:moveTo>
                  <a:pt x="419455" y="96579"/>
                </a:moveTo>
                <a:cubicBezTo>
                  <a:pt x="424022" y="104459"/>
                  <a:pt x="428959" y="110258"/>
                  <a:pt x="434265" y="113974"/>
                </a:cubicBezTo>
                <a:cubicBezTo>
                  <a:pt x="439570" y="117690"/>
                  <a:pt x="445604" y="119817"/>
                  <a:pt x="452365" y="120354"/>
                </a:cubicBezTo>
                <a:lnTo>
                  <a:pt x="452365" y="122503"/>
                </a:lnTo>
                <a:cubicBezTo>
                  <a:pt x="446186" y="122280"/>
                  <a:pt x="439582" y="121037"/>
                  <a:pt x="432552" y="118776"/>
                </a:cubicBezTo>
                <a:cubicBezTo>
                  <a:pt x="425522" y="116515"/>
                  <a:pt x="418862" y="113381"/>
                  <a:pt x="412571" y="109373"/>
                </a:cubicBezTo>
                <a:cubicBezTo>
                  <a:pt x="406280" y="105366"/>
                  <a:pt x="400851" y="101101"/>
                  <a:pt x="396284" y="96579"/>
                </a:cubicBezTo>
                <a:cubicBezTo>
                  <a:pt x="389837" y="93982"/>
                  <a:pt x="384733" y="91228"/>
                  <a:pt x="380972" y="88318"/>
                </a:cubicBezTo>
                <a:cubicBezTo>
                  <a:pt x="375509" y="83975"/>
                  <a:pt x="371267" y="78635"/>
                  <a:pt x="368244" y="72300"/>
                </a:cubicBezTo>
                <a:cubicBezTo>
                  <a:pt x="365222" y="65964"/>
                  <a:pt x="363711" y="58476"/>
                  <a:pt x="363711" y="49834"/>
                </a:cubicBezTo>
                <a:cubicBezTo>
                  <a:pt x="363711" y="36223"/>
                  <a:pt x="368121" y="24917"/>
                  <a:pt x="376942" y="15917"/>
                </a:cubicBezTo>
                <a:cubicBezTo>
                  <a:pt x="385762" y="6918"/>
                  <a:pt x="396441" y="2418"/>
                  <a:pt x="408978" y="2418"/>
                </a:cubicBezTo>
                <a:cubicBezTo>
                  <a:pt x="420888" y="2418"/>
                  <a:pt x="431197" y="6929"/>
                  <a:pt x="439906" y="15951"/>
                </a:cubicBezTo>
                <a:cubicBezTo>
                  <a:pt x="448615" y="24973"/>
                  <a:pt x="452969" y="36357"/>
                  <a:pt x="452969" y="50103"/>
                </a:cubicBezTo>
                <a:cubicBezTo>
                  <a:pt x="452969" y="61252"/>
                  <a:pt x="449869" y="71035"/>
                  <a:pt x="443667" y="79453"/>
                </a:cubicBezTo>
                <a:cubicBezTo>
                  <a:pt x="437466" y="87870"/>
                  <a:pt x="429395" y="93579"/>
                  <a:pt x="419455" y="96579"/>
                </a:cubicBezTo>
                <a:moveTo>
                  <a:pt x="408172" y="7656"/>
                </a:moveTo>
                <a:cubicBezTo>
                  <a:pt x="400023" y="7656"/>
                  <a:pt x="393464" y="10565"/>
                  <a:pt x="388494" y="16381"/>
                </a:cubicBezTo>
                <a:cubicBezTo>
                  <a:pt x="382225" y="23674"/>
                  <a:pt x="379091" y="34836"/>
                  <a:pt x="379091" y="49868"/>
                </a:cubicBezTo>
                <a:cubicBezTo>
                  <a:pt x="379091" y="64587"/>
                  <a:pt x="382270" y="75929"/>
                  <a:pt x="388628" y="83892"/>
                </a:cubicBezTo>
                <a:cubicBezTo>
                  <a:pt x="393553" y="90022"/>
                  <a:pt x="400068" y="93086"/>
                  <a:pt x="408172" y="93086"/>
                </a:cubicBezTo>
                <a:cubicBezTo>
                  <a:pt x="416590" y="93086"/>
                  <a:pt x="423373" y="90022"/>
                  <a:pt x="428522" y="83892"/>
                </a:cubicBezTo>
                <a:cubicBezTo>
                  <a:pt x="434567" y="76645"/>
                  <a:pt x="437589" y="65952"/>
                  <a:pt x="437589" y="51813"/>
                </a:cubicBezTo>
                <a:cubicBezTo>
                  <a:pt x="437589" y="40943"/>
                  <a:pt x="435932" y="31794"/>
                  <a:pt x="432619" y="24367"/>
                </a:cubicBezTo>
                <a:cubicBezTo>
                  <a:pt x="430067" y="18640"/>
                  <a:pt x="426675" y="14424"/>
                  <a:pt x="422444" y="11718"/>
                </a:cubicBezTo>
                <a:cubicBezTo>
                  <a:pt x="418213" y="9010"/>
                  <a:pt x="413456" y="7656"/>
                  <a:pt x="408172" y="7656"/>
                </a:cubicBezTo>
                <a:close/>
                <a:moveTo>
                  <a:pt x="516414" y="33984"/>
                </a:moveTo>
                <a:lnTo>
                  <a:pt x="516414" y="71460"/>
                </a:lnTo>
                <a:cubicBezTo>
                  <a:pt x="516414" y="78491"/>
                  <a:pt x="516582" y="82792"/>
                  <a:pt x="516918" y="84362"/>
                </a:cubicBezTo>
                <a:cubicBezTo>
                  <a:pt x="517254" y="85930"/>
                  <a:pt x="517791" y="87027"/>
                  <a:pt x="518530" y="87651"/>
                </a:cubicBezTo>
                <a:cubicBezTo>
                  <a:pt x="519268" y="88275"/>
                  <a:pt x="520130" y="88587"/>
                  <a:pt x="521115" y="88587"/>
                </a:cubicBezTo>
                <a:cubicBezTo>
                  <a:pt x="522503" y="88587"/>
                  <a:pt x="524071" y="88206"/>
                  <a:pt x="525817" y="87445"/>
                </a:cubicBezTo>
                <a:lnTo>
                  <a:pt x="526757" y="89863"/>
                </a:lnTo>
                <a:lnTo>
                  <a:pt x="508355" y="97385"/>
                </a:lnTo>
                <a:lnTo>
                  <a:pt x="505332" y="97385"/>
                </a:lnTo>
                <a:lnTo>
                  <a:pt x="505332" y="84416"/>
                </a:lnTo>
                <a:cubicBezTo>
                  <a:pt x="500049" y="90121"/>
                  <a:pt x="496019" y="93708"/>
                  <a:pt x="493243" y="95179"/>
                </a:cubicBezTo>
                <a:cubicBezTo>
                  <a:pt x="490467" y="96650"/>
                  <a:pt x="487534" y="97385"/>
                  <a:pt x="484445" y="97385"/>
                </a:cubicBezTo>
                <a:cubicBezTo>
                  <a:pt x="480997" y="97385"/>
                  <a:pt x="478009" y="96389"/>
                  <a:pt x="475479" y="94396"/>
                </a:cubicBezTo>
                <a:cubicBezTo>
                  <a:pt x="472949" y="92404"/>
                  <a:pt x="471192" y="89840"/>
                  <a:pt x="470207" y="86706"/>
                </a:cubicBezTo>
                <a:cubicBezTo>
                  <a:pt x="469222" y="83572"/>
                  <a:pt x="468729" y="79139"/>
                  <a:pt x="468729" y="73408"/>
                </a:cubicBezTo>
                <a:lnTo>
                  <a:pt x="468729" y="45939"/>
                </a:lnTo>
                <a:cubicBezTo>
                  <a:pt x="468729" y="43007"/>
                  <a:pt x="468416" y="40979"/>
                  <a:pt x="467789" y="39852"/>
                </a:cubicBezTo>
                <a:cubicBezTo>
                  <a:pt x="467162" y="38724"/>
                  <a:pt x="466233" y="37856"/>
                  <a:pt x="465002" y="37248"/>
                </a:cubicBezTo>
                <a:cubicBezTo>
                  <a:pt x="463770" y="36639"/>
                  <a:pt x="461543" y="36357"/>
                  <a:pt x="458319" y="36402"/>
                </a:cubicBezTo>
                <a:lnTo>
                  <a:pt x="458319" y="33984"/>
                </a:lnTo>
                <a:lnTo>
                  <a:pt x="479878" y="33984"/>
                </a:lnTo>
                <a:lnTo>
                  <a:pt x="479878" y="75205"/>
                </a:lnTo>
                <a:cubicBezTo>
                  <a:pt x="479878" y="80943"/>
                  <a:pt x="480874" y="84709"/>
                  <a:pt x="482867" y="86502"/>
                </a:cubicBezTo>
                <a:cubicBezTo>
                  <a:pt x="484859" y="88295"/>
                  <a:pt x="487266" y="89191"/>
                  <a:pt x="490087" y="89191"/>
                </a:cubicBezTo>
                <a:cubicBezTo>
                  <a:pt x="492012" y="89191"/>
                  <a:pt x="494195" y="88586"/>
                  <a:pt x="496635" y="87376"/>
                </a:cubicBezTo>
                <a:cubicBezTo>
                  <a:pt x="499075" y="86165"/>
                  <a:pt x="501974" y="83857"/>
                  <a:pt x="505332" y="80450"/>
                </a:cubicBezTo>
                <a:lnTo>
                  <a:pt x="505332" y="45670"/>
                </a:lnTo>
                <a:cubicBezTo>
                  <a:pt x="505332" y="42101"/>
                  <a:pt x="504694" y="39686"/>
                  <a:pt x="503418" y="38427"/>
                </a:cubicBezTo>
                <a:cubicBezTo>
                  <a:pt x="502142" y="37168"/>
                  <a:pt x="499489" y="36493"/>
                  <a:pt x="495460" y="36402"/>
                </a:cubicBezTo>
                <a:lnTo>
                  <a:pt x="495460" y="33984"/>
                </a:lnTo>
                <a:lnTo>
                  <a:pt x="516414" y="33984"/>
                </a:lnTo>
                <a:close/>
                <a:moveTo>
                  <a:pt x="541600" y="57222"/>
                </a:moveTo>
                <a:cubicBezTo>
                  <a:pt x="541555" y="66314"/>
                  <a:pt x="543771" y="73445"/>
                  <a:pt x="548249" y="78615"/>
                </a:cubicBezTo>
                <a:cubicBezTo>
                  <a:pt x="552726" y="83785"/>
                  <a:pt x="557987" y="86370"/>
                  <a:pt x="564032" y="86370"/>
                </a:cubicBezTo>
                <a:cubicBezTo>
                  <a:pt x="568062" y="86370"/>
                  <a:pt x="571565" y="85257"/>
                  <a:pt x="574543" y="83031"/>
                </a:cubicBezTo>
                <a:cubicBezTo>
                  <a:pt x="577520" y="80805"/>
                  <a:pt x="580016" y="76993"/>
                  <a:pt x="582031" y="71595"/>
                </a:cubicBezTo>
                <a:lnTo>
                  <a:pt x="584113" y="72944"/>
                </a:lnTo>
                <a:cubicBezTo>
                  <a:pt x="583173" y="79110"/>
                  <a:pt x="580442" y="84726"/>
                  <a:pt x="575920" y="89789"/>
                </a:cubicBezTo>
                <a:cubicBezTo>
                  <a:pt x="571397" y="94853"/>
                  <a:pt x="565733" y="97385"/>
                  <a:pt x="558928" y="97385"/>
                </a:cubicBezTo>
                <a:cubicBezTo>
                  <a:pt x="551540" y="97385"/>
                  <a:pt x="545215" y="94514"/>
                  <a:pt x="539954" y="88773"/>
                </a:cubicBezTo>
                <a:cubicBezTo>
                  <a:pt x="534693" y="83031"/>
                  <a:pt x="532063" y="75312"/>
                  <a:pt x="532063" y="65615"/>
                </a:cubicBezTo>
                <a:cubicBezTo>
                  <a:pt x="532063" y="55115"/>
                  <a:pt x="534761" y="46928"/>
                  <a:pt x="540156" y="41053"/>
                </a:cubicBezTo>
                <a:cubicBezTo>
                  <a:pt x="545551" y="35176"/>
                  <a:pt x="552323" y="32238"/>
                  <a:pt x="560472" y="32238"/>
                </a:cubicBezTo>
                <a:cubicBezTo>
                  <a:pt x="567368" y="32238"/>
                  <a:pt x="573032" y="34504"/>
                  <a:pt x="577464" y="39038"/>
                </a:cubicBezTo>
                <a:cubicBezTo>
                  <a:pt x="581897" y="43570"/>
                  <a:pt x="584113" y="49631"/>
                  <a:pt x="584113" y="57222"/>
                </a:cubicBezTo>
                <a:lnTo>
                  <a:pt x="541600" y="57222"/>
                </a:lnTo>
                <a:moveTo>
                  <a:pt x="541600" y="53327"/>
                </a:moveTo>
                <a:lnTo>
                  <a:pt x="570077" y="53327"/>
                </a:lnTo>
                <a:cubicBezTo>
                  <a:pt x="569853" y="49419"/>
                  <a:pt x="569383" y="46666"/>
                  <a:pt x="568666" y="45068"/>
                </a:cubicBezTo>
                <a:cubicBezTo>
                  <a:pt x="567547" y="42580"/>
                  <a:pt x="565879" y="40626"/>
                  <a:pt x="563663" y="39206"/>
                </a:cubicBezTo>
                <a:cubicBezTo>
                  <a:pt x="561446" y="37784"/>
                  <a:pt x="559129" y="37073"/>
                  <a:pt x="556711" y="37073"/>
                </a:cubicBezTo>
                <a:cubicBezTo>
                  <a:pt x="552995" y="37073"/>
                  <a:pt x="549670" y="38505"/>
                  <a:pt x="546738" y="41370"/>
                </a:cubicBezTo>
                <a:cubicBezTo>
                  <a:pt x="543805" y="44234"/>
                  <a:pt x="542092" y="48219"/>
                  <a:pt x="541600" y="53327"/>
                </a:cubicBezTo>
                <a:close/>
                <a:moveTo>
                  <a:pt x="610190" y="32238"/>
                </a:moveTo>
                <a:lnTo>
                  <a:pt x="610190" y="46073"/>
                </a:lnTo>
                <a:cubicBezTo>
                  <a:pt x="615339" y="36850"/>
                  <a:pt x="620622" y="32238"/>
                  <a:pt x="626040" y="32238"/>
                </a:cubicBezTo>
                <a:cubicBezTo>
                  <a:pt x="628503" y="32238"/>
                  <a:pt x="630540" y="32988"/>
                  <a:pt x="632152" y="34488"/>
                </a:cubicBezTo>
                <a:cubicBezTo>
                  <a:pt x="633764" y="35988"/>
                  <a:pt x="634570" y="37723"/>
                  <a:pt x="634570" y="39693"/>
                </a:cubicBezTo>
                <a:cubicBezTo>
                  <a:pt x="634570" y="41439"/>
                  <a:pt x="633988" y="42916"/>
                  <a:pt x="632824" y="44125"/>
                </a:cubicBezTo>
                <a:cubicBezTo>
                  <a:pt x="631659" y="45334"/>
                  <a:pt x="630271" y="45939"/>
                  <a:pt x="628660" y="45939"/>
                </a:cubicBezTo>
                <a:cubicBezTo>
                  <a:pt x="627092" y="45939"/>
                  <a:pt x="625335" y="45178"/>
                  <a:pt x="623387" y="43655"/>
                </a:cubicBezTo>
                <a:cubicBezTo>
                  <a:pt x="621440" y="42133"/>
                  <a:pt x="619996" y="41372"/>
                  <a:pt x="619055" y="41372"/>
                </a:cubicBezTo>
                <a:cubicBezTo>
                  <a:pt x="618249" y="41372"/>
                  <a:pt x="617376" y="41816"/>
                  <a:pt x="616436" y="42705"/>
                </a:cubicBezTo>
                <a:cubicBezTo>
                  <a:pt x="614421" y="44528"/>
                  <a:pt x="612339" y="47528"/>
                  <a:pt x="610190" y="51706"/>
                </a:cubicBezTo>
                <a:lnTo>
                  <a:pt x="610190" y="81132"/>
                </a:lnTo>
                <a:cubicBezTo>
                  <a:pt x="610190" y="84537"/>
                  <a:pt x="610615" y="87113"/>
                  <a:pt x="611466" y="88859"/>
                </a:cubicBezTo>
                <a:cubicBezTo>
                  <a:pt x="612048" y="90070"/>
                  <a:pt x="613078" y="91077"/>
                  <a:pt x="614556" y="91882"/>
                </a:cubicBezTo>
                <a:cubicBezTo>
                  <a:pt x="616033" y="92685"/>
                  <a:pt x="618160" y="93086"/>
                  <a:pt x="620936" y="93086"/>
                </a:cubicBezTo>
                <a:lnTo>
                  <a:pt x="620936" y="95504"/>
                </a:lnTo>
                <a:lnTo>
                  <a:pt x="589437" y="95504"/>
                </a:lnTo>
                <a:lnTo>
                  <a:pt x="589437" y="93086"/>
                </a:lnTo>
                <a:cubicBezTo>
                  <a:pt x="592571" y="93086"/>
                  <a:pt x="594899" y="92588"/>
                  <a:pt x="596422" y="91592"/>
                </a:cubicBezTo>
                <a:cubicBezTo>
                  <a:pt x="597541" y="90867"/>
                  <a:pt x="598325" y="89712"/>
                  <a:pt x="598772" y="88127"/>
                </a:cubicBezTo>
                <a:cubicBezTo>
                  <a:pt x="598996" y="87356"/>
                  <a:pt x="599108" y="85159"/>
                  <a:pt x="599108" y="81535"/>
                </a:cubicBezTo>
                <a:lnTo>
                  <a:pt x="599108" y="57894"/>
                </a:lnTo>
                <a:cubicBezTo>
                  <a:pt x="599108" y="50730"/>
                  <a:pt x="598963" y="46465"/>
                  <a:pt x="598672" y="45099"/>
                </a:cubicBezTo>
                <a:cubicBezTo>
                  <a:pt x="598381" y="43734"/>
                  <a:pt x="597843" y="42737"/>
                  <a:pt x="597060" y="42111"/>
                </a:cubicBezTo>
                <a:cubicBezTo>
                  <a:pt x="596276" y="41484"/>
                  <a:pt x="595302" y="41170"/>
                  <a:pt x="594138" y="41170"/>
                </a:cubicBezTo>
                <a:cubicBezTo>
                  <a:pt x="592750" y="41170"/>
                  <a:pt x="591183" y="41506"/>
                  <a:pt x="589437" y="42178"/>
                </a:cubicBezTo>
                <a:lnTo>
                  <a:pt x="588765" y="39760"/>
                </a:lnTo>
                <a:lnTo>
                  <a:pt x="607369" y="32238"/>
                </a:lnTo>
                <a:lnTo>
                  <a:pt x="610190" y="32238"/>
                </a:lnTo>
                <a:close/>
                <a:moveTo>
                  <a:pt x="634502" y="33984"/>
                </a:moveTo>
                <a:lnTo>
                  <a:pt x="663180" y="33984"/>
                </a:lnTo>
                <a:lnTo>
                  <a:pt x="663180" y="36402"/>
                </a:lnTo>
                <a:lnTo>
                  <a:pt x="661769" y="36402"/>
                </a:lnTo>
                <a:cubicBezTo>
                  <a:pt x="659755" y="36402"/>
                  <a:pt x="658243" y="36840"/>
                  <a:pt x="657236" y="37718"/>
                </a:cubicBezTo>
                <a:cubicBezTo>
                  <a:pt x="656229" y="38595"/>
                  <a:pt x="655725" y="39686"/>
                  <a:pt x="655725" y="40990"/>
                </a:cubicBezTo>
                <a:cubicBezTo>
                  <a:pt x="655725" y="42744"/>
                  <a:pt x="656464" y="45173"/>
                  <a:pt x="657941" y="48277"/>
                </a:cubicBezTo>
                <a:lnTo>
                  <a:pt x="672918" y="79385"/>
                </a:lnTo>
                <a:lnTo>
                  <a:pt x="686686" y="45324"/>
                </a:lnTo>
                <a:cubicBezTo>
                  <a:pt x="687448" y="43477"/>
                  <a:pt x="687828" y="41652"/>
                  <a:pt x="687828" y="39848"/>
                </a:cubicBezTo>
                <a:cubicBezTo>
                  <a:pt x="687828" y="39038"/>
                  <a:pt x="687672" y="38430"/>
                  <a:pt x="687358" y="38024"/>
                </a:cubicBezTo>
                <a:cubicBezTo>
                  <a:pt x="687000" y="37529"/>
                  <a:pt x="686440" y="37135"/>
                  <a:pt x="685679" y="36843"/>
                </a:cubicBezTo>
                <a:cubicBezTo>
                  <a:pt x="684918" y="36549"/>
                  <a:pt x="683575" y="36402"/>
                  <a:pt x="681649" y="36402"/>
                </a:cubicBezTo>
                <a:lnTo>
                  <a:pt x="681649" y="33984"/>
                </a:lnTo>
                <a:lnTo>
                  <a:pt x="701664" y="33984"/>
                </a:lnTo>
                <a:lnTo>
                  <a:pt x="701664" y="36402"/>
                </a:lnTo>
                <a:cubicBezTo>
                  <a:pt x="700007" y="36581"/>
                  <a:pt x="698731" y="36940"/>
                  <a:pt x="697835" y="37481"/>
                </a:cubicBezTo>
                <a:cubicBezTo>
                  <a:pt x="696940" y="38019"/>
                  <a:pt x="695955" y="39030"/>
                  <a:pt x="694880" y="40513"/>
                </a:cubicBezTo>
                <a:cubicBezTo>
                  <a:pt x="694477" y="41143"/>
                  <a:pt x="693716" y="42873"/>
                  <a:pt x="692597" y="45704"/>
                </a:cubicBezTo>
                <a:lnTo>
                  <a:pt x="667545" y="107060"/>
                </a:lnTo>
                <a:cubicBezTo>
                  <a:pt x="665128" y="113036"/>
                  <a:pt x="661960" y="117552"/>
                  <a:pt x="658042" y="120606"/>
                </a:cubicBezTo>
                <a:cubicBezTo>
                  <a:pt x="654124" y="123662"/>
                  <a:pt x="650352" y="125190"/>
                  <a:pt x="646725" y="125190"/>
                </a:cubicBezTo>
                <a:cubicBezTo>
                  <a:pt x="644083" y="125190"/>
                  <a:pt x="641912" y="124425"/>
                  <a:pt x="640210" y="122894"/>
                </a:cubicBezTo>
                <a:cubicBezTo>
                  <a:pt x="638509" y="121364"/>
                  <a:pt x="637658" y="119611"/>
                  <a:pt x="637658" y="117632"/>
                </a:cubicBezTo>
                <a:cubicBezTo>
                  <a:pt x="637658" y="115742"/>
                  <a:pt x="638274" y="114223"/>
                  <a:pt x="639505" y="113076"/>
                </a:cubicBezTo>
                <a:cubicBezTo>
                  <a:pt x="640737" y="111928"/>
                  <a:pt x="642427" y="111355"/>
                  <a:pt x="644576" y="111355"/>
                </a:cubicBezTo>
                <a:cubicBezTo>
                  <a:pt x="646054" y="111355"/>
                  <a:pt x="648068" y="111834"/>
                  <a:pt x="650621" y="112792"/>
                </a:cubicBezTo>
                <a:cubicBezTo>
                  <a:pt x="652412" y="113446"/>
                  <a:pt x="653531" y="113772"/>
                  <a:pt x="653979" y="113772"/>
                </a:cubicBezTo>
                <a:cubicBezTo>
                  <a:pt x="655322" y="113772"/>
                  <a:pt x="656788" y="113083"/>
                  <a:pt x="658378" y="111705"/>
                </a:cubicBezTo>
                <a:cubicBezTo>
                  <a:pt x="659967" y="110327"/>
                  <a:pt x="661568" y="107660"/>
                  <a:pt x="663180" y="103704"/>
                </a:cubicBezTo>
                <a:lnTo>
                  <a:pt x="667545" y="92958"/>
                </a:lnTo>
                <a:lnTo>
                  <a:pt x="645449" y="46671"/>
                </a:lnTo>
                <a:cubicBezTo>
                  <a:pt x="644777" y="45275"/>
                  <a:pt x="643703" y="43541"/>
                  <a:pt x="642225" y="41468"/>
                </a:cubicBezTo>
                <a:cubicBezTo>
                  <a:pt x="641106" y="39893"/>
                  <a:pt x="640188" y="38834"/>
                  <a:pt x="639472" y="38293"/>
                </a:cubicBezTo>
                <a:cubicBezTo>
                  <a:pt x="638442" y="37572"/>
                  <a:pt x="636785" y="36942"/>
                  <a:pt x="634502" y="36402"/>
                </a:cubicBezTo>
                <a:lnTo>
                  <a:pt x="634502" y="33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9DF372-073F-41EA-90CF-DF5AEBAA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4" y="798528"/>
            <a:ext cx="1071098" cy="453960"/>
          </a:xfrm>
          <a:custGeom xmlns:a="http://schemas.openxmlformats.org/drawingml/2006/main">
            <a:pathLst>
              <a:path w="1071098" h="453960">
                <a:moveTo>
                  <a:pt x="0" y="75660"/>
                </a:moveTo>
                <a:lnTo>
                  <a:pt x="0" y="75660"/>
                </a:lnTo>
                <a:cubicBezTo>
                  <a:pt x="0" y="33874"/>
                  <a:pt x="239773" y="0"/>
                  <a:pt x="535549" y="0"/>
                </a:cubicBezTo>
                <a:cubicBezTo>
                  <a:pt x="831325" y="0"/>
                  <a:pt x="1071098" y="33874"/>
                  <a:pt x="1071098" y="75660"/>
                </a:cubicBezTo>
                <a:lnTo>
                  <a:pt x="1071098" y="378300"/>
                </a:lnTo>
                <a:cubicBezTo>
                  <a:pt x="1071098" y="420086"/>
                  <a:pt x="831325" y="453960"/>
                  <a:pt x="535549" y="453960"/>
                </a:cubicBezTo>
                <a:cubicBezTo>
                  <a:pt x="239773" y="453960"/>
                  <a:pt x="0" y="420086"/>
                  <a:pt x="0" y="378300"/>
                </a:cubicBezTo>
                <a:lnTo>
                  <a:pt x="0" y="7566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5C93E-27AE-4AFB-94E0-BFC2E839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4" y="874188"/>
            <a:ext cx="1071098" cy="75660"/>
          </a:xfrm>
          <a:custGeom xmlns:a="http://schemas.openxmlformats.org/drawingml/2006/main">
            <a:pathLst>
              <a:path w="1071098" h="75660">
                <a:moveTo>
                  <a:pt x="1071098" y="0"/>
                </a:moveTo>
                <a:lnTo>
                  <a:pt x="1071098" y="0"/>
                </a:lnTo>
                <a:cubicBezTo>
                  <a:pt x="1071098" y="41786"/>
                  <a:pt x="831325" y="75660"/>
                  <a:pt x="535549" y="75660"/>
                </a:cubicBezTo>
                <a:cubicBezTo>
                  <a:pt x="239773" y="75660"/>
                  <a:pt x="0" y="41786"/>
                  <a:pt x="0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CEEF4-8E7A-41B3-BB4D-E6B3E712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4" y="798528"/>
            <a:ext cx="1071098" cy="453960"/>
          </a:xfrm>
          <a:custGeom xmlns:a="http://schemas.openxmlformats.org/drawingml/2006/main">
            <a:pathLst>
              <a:path w="1071098" h="453960">
                <a:moveTo>
                  <a:pt x="0" y="75660"/>
                </a:moveTo>
                <a:lnTo>
                  <a:pt x="0" y="75660"/>
                </a:lnTo>
                <a:cubicBezTo>
                  <a:pt x="0" y="33874"/>
                  <a:pt x="239773" y="0"/>
                  <a:pt x="535549" y="0"/>
                </a:cubicBezTo>
                <a:cubicBezTo>
                  <a:pt x="831325" y="0"/>
                  <a:pt x="1071098" y="33874"/>
                  <a:pt x="1071098" y="75660"/>
                </a:cubicBezTo>
                <a:lnTo>
                  <a:pt x="1071098" y="378300"/>
                </a:lnTo>
                <a:cubicBezTo>
                  <a:pt x="1071098" y="420086"/>
                  <a:pt x="831325" y="453960"/>
                  <a:pt x="535549" y="453960"/>
                </a:cubicBezTo>
                <a:cubicBezTo>
                  <a:pt x="239773" y="453960"/>
                  <a:pt x="0" y="420086"/>
                  <a:pt x="0" y="378300"/>
                </a:cubicBezTo>
                <a:lnTo>
                  <a:pt x="0" y="7566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91E3B5-5DBC-467D-A996-0E305FFB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4" y="874188"/>
            <a:ext cx="1071098" cy="75660"/>
          </a:xfrm>
          <a:custGeom xmlns:a="http://schemas.openxmlformats.org/drawingml/2006/main">
            <a:pathLst>
              <a:path w="1071098" h="75660" fill="none">
                <a:moveTo>
                  <a:pt x="1071098" y="0"/>
                </a:moveTo>
                <a:lnTo>
                  <a:pt x="1071098" y="0"/>
                </a:lnTo>
                <a:cubicBezTo>
                  <a:pt x="1071098" y="41786"/>
                  <a:pt x="831325" y="75660"/>
                  <a:pt x="535549" y="75660"/>
                </a:cubicBezTo>
                <a:cubicBezTo>
                  <a:pt x="239773" y="75660"/>
                  <a:pt x="0" y="4178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719438-3BF9-42DB-BD69-5C082B06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4" y="798528"/>
            <a:ext cx="1071098" cy="453960"/>
          </a:xfrm>
          <a:custGeom xmlns:a="http://schemas.openxmlformats.org/drawingml/2006/main">
            <a:pathLst>
              <a:path w="1071098" h="453960" fill="none">
                <a:moveTo>
                  <a:pt x="0" y="75660"/>
                </a:moveTo>
                <a:lnTo>
                  <a:pt x="0" y="75660"/>
                </a:lnTo>
                <a:cubicBezTo>
                  <a:pt x="0" y="33874"/>
                  <a:pt x="239773" y="0"/>
                  <a:pt x="535549" y="0"/>
                </a:cubicBezTo>
                <a:cubicBezTo>
                  <a:pt x="831325" y="0"/>
                  <a:pt x="1071098" y="33874"/>
                  <a:pt x="1071098" y="75660"/>
                </a:cubicBezTo>
                <a:lnTo>
                  <a:pt x="1071098" y="378300"/>
                </a:lnTo>
                <a:cubicBezTo>
                  <a:pt x="1071098" y="420086"/>
                  <a:pt x="831325" y="453960"/>
                  <a:pt x="535549" y="453960"/>
                </a:cubicBezTo>
                <a:cubicBezTo>
                  <a:pt x="239773" y="453960"/>
                  <a:pt x="0" y="420086"/>
                  <a:pt x="0" y="378300"/>
                </a:cubicBezTo>
                <a:lnTo>
                  <a:pt x="0" y="7566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58" name="Text GoogleScholar">
            <a:extLst xmlns:a="http://schemas.openxmlformats.org/drawingml/2006/main">
              <a:ext uri="{FF2B5EF4-FFF2-40B4-BE49-F238E27FC236}">
                <a16:creationId xmlns:a16="http://schemas.microsoft.com/office/drawing/2014/main" id="{8861843C-0BF3-428E-AD8E-A008D6BC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90" y="935403"/>
            <a:ext cx="854886" cy="125190"/>
          </a:xfrm>
          <a:custGeom xmlns:a="http://schemas.openxmlformats.org/drawingml/2006/main">
            <a:pathLst>
              <a:path w="854886" h="125190">
                <a:moveTo>
                  <a:pt x="79587" y="2418"/>
                </a:moveTo>
                <a:lnTo>
                  <a:pt x="81938" y="31163"/>
                </a:lnTo>
                <a:lnTo>
                  <a:pt x="79587" y="31163"/>
                </a:lnTo>
                <a:cubicBezTo>
                  <a:pt x="77214" y="24040"/>
                  <a:pt x="74147" y="18675"/>
                  <a:pt x="70386" y="15067"/>
                </a:cubicBezTo>
                <a:cubicBezTo>
                  <a:pt x="64968" y="9858"/>
                  <a:pt x="58006" y="7253"/>
                  <a:pt x="49498" y="7253"/>
                </a:cubicBezTo>
                <a:cubicBezTo>
                  <a:pt x="37902" y="7253"/>
                  <a:pt x="29081" y="11829"/>
                  <a:pt x="23037" y="20980"/>
                </a:cubicBezTo>
                <a:cubicBezTo>
                  <a:pt x="17977" y="28701"/>
                  <a:pt x="15447" y="37895"/>
                  <a:pt x="15447" y="48562"/>
                </a:cubicBezTo>
                <a:cubicBezTo>
                  <a:pt x="15447" y="57222"/>
                  <a:pt x="17126" y="65123"/>
                  <a:pt x="20484" y="72264"/>
                </a:cubicBezTo>
                <a:cubicBezTo>
                  <a:pt x="23842" y="79406"/>
                  <a:pt x="28242" y="84639"/>
                  <a:pt x="33682" y="87965"/>
                </a:cubicBezTo>
                <a:cubicBezTo>
                  <a:pt x="39122" y="91290"/>
                  <a:pt x="44707" y="92952"/>
                  <a:pt x="50439" y="92952"/>
                </a:cubicBezTo>
                <a:cubicBezTo>
                  <a:pt x="53797" y="92952"/>
                  <a:pt x="57043" y="92528"/>
                  <a:pt x="60177" y="91680"/>
                </a:cubicBezTo>
                <a:cubicBezTo>
                  <a:pt x="63311" y="90831"/>
                  <a:pt x="66334" y="89579"/>
                  <a:pt x="69244" y="87925"/>
                </a:cubicBezTo>
                <a:lnTo>
                  <a:pt x="69244" y="61655"/>
                </a:lnTo>
                <a:cubicBezTo>
                  <a:pt x="69244" y="57088"/>
                  <a:pt x="68897" y="54099"/>
                  <a:pt x="68203" y="52689"/>
                </a:cubicBezTo>
                <a:cubicBezTo>
                  <a:pt x="67509" y="51278"/>
                  <a:pt x="66434" y="50204"/>
                  <a:pt x="64979" y="49465"/>
                </a:cubicBezTo>
                <a:cubicBezTo>
                  <a:pt x="63524" y="48726"/>
                  <a:pt x="60961" y="48357"/>
                  <a:pt x="57289" y="48357"/>
                </a:cubicBezTo>
                <a:lnTo>
                  <a:pt x="57289" y="45804"/>
                </a:lnTo>
                <a:lnTo>
                  <a:pt x="92549" y="45804"/>
                </a:lnTo>
                <a:lnTo>
                  <a:pt x="92549" y="48357"/>
                </a:lnTo>
                <a:lnTo>
                  <a:pt x="90870" y="48357"/>
                </a:lnTo>
                <a:cubicBezTo>
                  <a:pt x="87378" y="48357"/>
                  <a:pt x="84982" y="49521"/>
                  <a:pt x="83684" y="51849"/>
                </a:cubicBezTo>
                <a:cubicBezTo>
                  <a:pt x="82788" y="53506"/>
                  <a:pt x="82341" y="56774"/>
                  <a:pt x="82341" y="61655"/>
                </a:cubicBezTo>
                <a:lnTo>
                  <a:pt x="82341" y="89474"/>
                </a:lnTo>
                <a:cubicBezTo>
                  <a:pt x="77191" y="92245"/>
                  <a:pt x="72110" y="94278"/>
                  <a:pt x="67095" y="95574"/>
                </a:cubicBezTo>
                <a:cubicBezTo>
                  <a:pt x="62080" y="96871"/>
                  <a:pt x="56506" y="97519"/>
                  <a:pt x="50371" y="97519"/>
                </a:cubicBezTo>
                <a:cubicBezTo>
                  <a:pt x="32775" y="97519"/>
                  <a:pt x="19410" y="91885"/>
                  <a:pt x="10276" y="80617"/>
                </a:cubicBezTo>
                <a:cubicBezTo>
                  <a:pt x="3425" y="72168"/>
                  <a:pt x="0" y="62421"/>
                  <a:pt x="0" y="51377"/>
                </a:cubicBezTo>
                <a:cubicBezTo>
                  <a:pt x="0" y="43373"/>
                  <a:pt x="1925" y="35706"/>
                  <a:pt x="5776" y="28374"/>
                </a:cubicBezTo>
                <a:cubicBezTo>
                  <a:pt x="10343" y="19654"/>
                  <a:pt x="16611" y="12947"/>
                  <a:pt x="24581" y="8253"/>
                </a:cubicBezTo>
                <a:cubicBezTo>
                  <a:pt x="31253" y="4363"/>
                  <a:pt x="39133" y="2418"/>
                  <a:pt x="48222" y="2418"/>
                </a:cubicBezTo>
                <a:cubicBezTo>
                  <a:pt x="51536" y="2418"/>
                  <a:pt x="54547" y="2686"/>
                  <a:pt x="57256" y="3224"/>
                </a:cubicBezTo>
                <a:cubicBezTo>
                  <a:pt x="59964" y="3761"/>
                  <a:pt x="63804" y="4948"/>
                  <a:pt x="68774" y="6783"/>
                </a:cubicBezTo>
                <a:cubicBezTo>
                  <a:pt x="71281" y="7724"/>
                  <a:pt x="72960" y="8194"/>
                  <a:pt x="73811" y="8194"/>
                </a:cubicBezTo>
                <a:cubicBezTo>
                  <a:pt x="74662" y="8194"/>
                  <a:pt x="75389" y="7802"/>
                  <a:pt x="75994" y="7018"/>
                </a:cubicBezTo>
                <a:cubicBezTo>
                  <a:pt x="76598" y="6235"/>
                  <a:pt x="76968" y="4701"/>
                  <a:pt x="77102" y="2418"/>
                </a:cubicBezTo>
                <a:lnTo>
                  <a:pt x="79587" y="2418"/>
                </a:lnTo>
                <a:close/>
                <a:moveTo>
                  <a:pt x="128861" y="32238"/>
                </a:moveTo>
                <a:cubicBezTo>
                  <a:pt x="138174" y="32238"/>
                  <a:pt x="145651" y="35771"/>
                  <a:pt x="151293" y="42839"/>
                </a:cubicBezTo>
                <a:cubicBezTo>
                  <a:pt x="156084" y="48876"/>
                  <a:pt x="158479" y="55809"/>
                  <a:pt x="158479" y="63638"/>
                </a:cubicBezTo>
                <a:cubicBezTo>
                  <a:pt x="158479" y="69140"/>
                  <a:pt x="157158" y="74709"/>
                  <a:pt x="154517" y="80345"/>
                </a:cubicBezTo>
                <a:cubicBezTo>
                  <a:pt x="151875" y="85979"/>
                  <a:pt x="148237" y="90228"/>
                  <a:pt x="143603" y="93091"/>
                </a:cubicBezTo>
                <a:cubicBezTo>
                  <a:pt x="138969" y="95953"/>
                  <a:pt x="133808" y="97385"/>
                  <a:pt x="128122" y="97385"/>
                </a:cubicBezTo>
                <a:cubicBezTo>
                  <a:pt x="118854" y="97385"/>
                  <a:pt x="111488" y="93694"/>
                  <a:pt x="106026" y="86314"/>
                </a:cubicBezTo>
                <a:cubicBezTo>
                  <a:pt x="101414" y="80097"/>
                  <a:pt x="99108" y="73120"/>
                  <a:pt x="99108" y="65382"/>
                </a:cubicBezTo>
                <a:cubicBezTo>
                  <a:pt x="99108" y="59746"/>
                  <a:pt x="100507" y="54144"/>
                  <a:pt x="103306" y="48575"/>
                </a:cubicBezTo>
                <a:cubicBezTo>
                  <a:pt x="106104" y="43006"/>
                  <a:pt x="109787" y="38891"/>
                  <a:pt x="114354" y="36230"/>
                </a:cubicBezTo>
                <a:cubicBezTo>
                  <a:pt x="118921" y="33568"/>
                  <a:pt x="123756" y="32238"/>
                  <a:pt x="128861" y="32238"/>
                </a:cubicBezTo>
                <a:moveTo>
                  <a:pt x="126779" y="36670"/>
                </a:moveTo>
                <a:cubicBezTo>
                  <a:pt x="124406" y="36670"/>
                  <a:pt x="122021" y="37374"/>
                  <a:pt x="119626" y="38780"/>
                </a:cubicBezTo>
                <a:cubicBezTo>
                  <a:pt x="117230" y="40185"/>
                  <a:pt x="115294" y="42649"/>
                  <a:pt x="113816" y="46174"/>
                </a:cubicBezTo>
                <a:cubicBezTo>
                  <a:pt x="112339" y="49698"/>
                  <a:pt x="111600" y="54226"/>
                  <a:pt x="111600" y="59757"/>
                </a:cubicBezTo>
                <a:cubicBezTo>
                  <a:pt x="111600" y="68680"/>
                  <a:pt x="113380" y="76376"/>
                  <a:pt x="116939" y="82846"/>
                </a:cubicBezTo>
                <a:cubicBezTo>
                  <a:pt x="120499" y="89315"/>
                  <a:pt x="125189" y="92549"/>
                  <a:pt x="131010" y="92549"/>
                </a:cubicBezTo>
                <a:cubicBezTo>
                  <a:pt x="135353" y="92549"/>
                  <a:pt x="138935" y="90764"/>
                  <a:pt x="141756" y="87195"/>
                </a:cubicBezTo>
                <a:cubicBezTo>
                  <a:pt x="144577" y="83626"/>
                  <a:pt x="145987" y="77492"/>
                  <a:pt x="145987" y="68793"/>
                </a:cubicBezTo>
                <a:cubicBezTo>
                  <a:pt x="145987" y="57907"/>
                  <a:pt x="143636" y="49341"/>
                  <a:pt x="138935" y="43095"/>
                </a:cubicBezTo>
                <a:cubicBezTo>
                  <a:pt x="135756" y="38812"/>
                  <a:pt x="131704" y="36670"/>
                  <a:pt x="126779" y="36670"/>
                </a:cubicBezTo>
                <a:close/>
                <a:moveTo>
                  <a:pt x="197635" y="32238"/>
                </a:moveTo>
                <a:cubicBezTo>
                  <a:pt x="206948" y="32238"/>
                  <a:pt x="214425" y="35771"/>
                  <a:pt x="220067" y="42839"/>
                </a:cubicBezTo>
                <a:cubicBezTo>
                  <a:pt x="224858" y="48876"/>
                  <a:pt x="227253" y="55809"/>
                  <a:pt x="227253" y="63638"/>
                </a:cubicBezTo>
                <a:cubicBezTo>
                  <a:pt x="227253" y="69140"/>
                  <a:pt x="225932" y="74709"/>
                  <a:pt x="223290" y="80345"/>
                </a:cubicBezTo>
                <a:cubicBezTo>
                  <a:pt x="220649" y="85979"/>
                  <a:pt x="217011" y="90228"/>
                  <a:pt x="212377" y="93091"/>
                </a:cubicBezTo>
                <a:cubicBezTo>
                  <a:pt x="207742" y="95953"/>
                  <a:pt x="202582" y="97385"/>
                  <a:pt x="196896" y="97385"/>
                </a:cubicBezTo>
                <a:cubicBezTo>
                  <a:pt x="187627" y="97385"/>
                  <a:pt x="180262" y="93694"/>
                  <a:pt x="174800" y="86314"/>
                </a:cubicBezTo>
                <a:cubicBezTo>
                  <a:pt x="170188" y="80097"/>
                  <a:pt x="167882" y="73120"/>
                  <a:pt x="167882" y="65382"/>
                </a:cubicBezTo>
                <a:cubicBezTo>
                  <a:pt x="167882" y="59746"/>
                  <a:pt x="169281" y="54144"/>
                  <a:pt x="172079" y="48575"/>
                </a:cubicBezTo>
                <a:cubicBezTo>
                  <a:pt x="174878" y="43006"/>
                  <a:pt x="178561" y="38891"/>
                  <a:pt x="183128" y="36230"/>
                </a:cubicBezTo>
                <a:cubicBezTo>
                  <a:pt x="187695" y="33568"/>
                  <a:pt x="192530" y="32238"/>
                  <a:pt x="197635" y="32238"/>
                </a:cubicBezTo>
                <a:moveTo>
                  <a:pt x="195553" y="36670"/>
                </a:moveTo>
                <a:cubicBezTo>
                  <a:pt x="193180" y="36670"/>
                  <a:pt x="190795" y="37374"/>
                  <a:pt x="188400" y="38780"/>
                </a:cubicBezTo>
                <a:cubicBezTo>
                  <a:pt x="186004" y="40185"/>
                  <a:pt x="184068" y="42649"/>
                  <a:pt x="182590" y="46174"/>
                </a:cubicBezTo>
                <a:cubicBezTo>
                  <a:pt x="181113" y="49698"/>
                  <a:pt x="180374" y="54226"/>
                  <a:pt x="180374" y="59757"/>
                </a:cubicBezTo>
                <a:cubicBezTo>
                  <a:pt x="180374" y="68680"/>
                  <a:pt x="182154" y="76376"/>
                  <a:pt x="185713" y="82846"/>
                </a:cubicBezTo>
                <a:cubicBezTo>
                  <a:pt x="189273" y="89315"/>
                  <a:pt x="193963" y="92549"/>
                  <a:pt x="199784" y="92549"/>
                </a:cubicBezTo>
                <a:cubicBezTo>
                  <a:pt x="204127" y="92549"/>
                  <a:pt x="207709" y="90764"/>
                  <a:pt x="210530" y="87195"/>
                </a:cubicBezTo>
                <a:cubicBezTo>
                  <a:pt x="213350" y="83626"/>
                  <a:pt x="214761" y="77492"/>
                  <a:pt x="214761" y="68793"/>
                </a:cubicBezTo>
                <a:cubicBezTo>
                  <a:pt x="214761" y="57907"/>
                  <a:pt x="212410" y="49341"/>
                  <a:pt x="207709" y="43095"/>
                </a:cubicBezTo>
                <a:cubicBezTo>
                  <a:pt x="204530" y="38812"/>
                  <a:pt x="200478" y="36670"/>
                  <a:pt x="195553" y="36670"/>
                </a:cubicBezTo>
                <a:close/>
                <a:moveTo>
                  <a:pt x="252775" y="73087"/>
                </a:moveTo>
                <a:cubicBezTo>
                  <a:pt x="249013" y="71254"/>
                  <a:pt x="246126" y="68694"/>
                  <a:pt x="244111" y="65407"/>
                </a:cubicBezTo>
                <a:cubicBezTo>
                  <a:pt x="242096" y="62121"/>
                  <a:pt x="241088" y="58487"/>
                  <a:pt x="241088" y="54506"/>
                </a:cubicBezTo>
                <a:cubicBezTo>
                  <a:pt x="241088" y="48425"/>
                  <a:pt x="243383" y="43194"/>
                  <a:pt x="247972" y="38811"/>
                </a:cubicBezTo>
                <a:cubicBezTo>
                  <a:pt x="252562" y="34429"/>
                  <a:pt x="258439" y="32238"/>
                  <a:pt x="265602" y="32238"/>
                </a:cubicBezTo>
                <a:cubicBezTo>
                  <a:pt x="271468" y="32238"/>
                  <a:pt x="276550" y="33671"/>
                  <a:pt x="280848" y="36536"/>
                </a:cubicBezTo>
                <a:lnTo>
                  <a:pt x="293878" y="36536"/>
                </a:lnTo>
                <a:cubicBezTo>
                  <a:pt x="295803" y="36536"/>
                  <a:pt x="296922" y="36592"/>
                  <a:pt x="297236" y="36704"/>
                </a:cubicBezTo>
                <a:cubicBezTo>
                  <a:pt x="297549" y="36816"/>
                  <a:pt x="297773" y="37006"/>
                  <a:pt x="297907" y="37275"/>
                </a:cubicBezTo>
                <a:cubicBezTo>
                  <a:pt x="298176" y="37678"/>
                  <a:pt x="298310" y="38394"/>
                  <a:pt x="298310" y="39424"/>
                </a:cubicBezTo>
                <a:cubicBezTo>
                  <a:pt x="298310" y="40588"/>
                  <a:pt x="298198" y="41394"/>
                  <a:pt x="297975" y="41842"/>
                </a:cubicBezTo>
                <a:cubicBezTo>
                  <a:pt x="297840" y="42066"/>
                  <a:pt x="297605" y="42245"/>
                  <a:pt x="297269" y="42379"/>
                </a:cubicBezTo>
                <a:cubicBezTo>
                  <a:pt x="296934" y="42514"/>
                  <a:pt x="295803" y="42581"/>
                  <a:pt x="293878" y="42581"/>
                </a:cubicBezTo>
                <a:lnTo>
                  <a:pt x="285885" y="42581"/>
                </a:lnTo>
                <a:cubicBezTo>
                  <a:pt x="288393" y="45804"/>
                  <a:pt x="289646" y="49924"/>
                  <a:pt x="289646" y="54938"/>
                </a:cubicBezTo>
                <a:cubicBezTo>
                  <a:pt x="289646" y="60670"/>
                  <a:pt x="287453" y="65572"/>
                  <a:pt x="283065" y="69647"/>
                </a:cubicBezTo>
                <a:cubicBezTo>
                  <a:pt x="278677" y="73721"/>
                  <a:pt x="272789" y="75759"/>
                  <a:pt x="265401" y="75759"/>
                </a:cubicBezTo>
                <a:cubicBezTo>
                  <a:pt x="262356" y="75759"/>
                  <a:pt x="259244" y="75302"/>
                  <a:pt x="256065" y="74388"/>
                </a:cubicBezTo>
                <a:cubicBezTo>
                  <a:pt x="254095" y="76064"/>
                  <a:pt x="252763" y="77531"/>
                  <a:pt x="252069" y="78787"/>
                </a:cubicBezTo>
                <a:cubicBezTo>
                  <a:pt x="251375" y="80044"/>
                  <a:pt x="251028" y="81113"/>
                  <a:pt x="251028" y="81994"/>
                </a:cubicBezTo>
                <a:cubicBezTo>
                  <a:pt x="251028" y="82744"/>
                  <a:pt x="251398" y="83472"/>
                  <a:pt x="252137" y="84177"/>
                </a:cubicBezTo>
                <a:cubicBezTo>
                  <a:pt x="252875" y="84882"/>
                  <a:pt x="254319" y="85389"/>
                  <a:pt x="256468" y="85699"/>
                </a:cubicBezTo>
                <a:cubicBezTo>
                  <a:pt x="257722" y="85903"/>
                  <a:pt x="260856" y="86082"/>
                  <a:pt x="265871" y="86236"/>
                </a:cubicBezTo>
                <a:cubicBezTo>
                  <a:pt x="275095" y="86492"/>
                  <a:pt x="281072" y="86850"/>
                  <a:pt x="283803" y="87311"/>
                </a:cubicBezTo>
                <a:cubicBezTo>
                  <a:pt x="287967" y="87891"/>
                  <a:pt x="291292" y="89433"/>
                  <a:pt x="293777" y="91936"/>
                </a:cubicBezTo>
                <a:cubicBezTo>
                  <a:pt x="296262" y="94440"/>
                  <a:pt x="297504" y="97523"/>
                  <a:pt x="297504" y="101188"/>
                </a:cubicBezTo>
                <a:cubicBezTo>
                  <a:pt x="297504" y="106239"/>
                  <a:pt x="295131" y="110977"/>
                  <a:pt x="290385" y="115401"/>
                </a:cubicBezTo>
                <a:cubicBezTo>
                  <a:pt x="283400" y="121927"/>
                  <a:pt x="274289" y="125190"/>
                  <a:pt x="263050" y="125190"/>
                </a:cubicBezTo>
                <a:cubicBezTo>
                  <a:pt x="254409" y="125190"/>
                  <a:pt x="247111" y="123241"/>
                  <a:pt x="241156" y="119345"/>
                </a:cubicBezTo>
                <a:cubicBezTo>
                  <a:pt x="237797" y="117106"/>
                  <a:pt x="236118" y="114777"/>
                  <a:pt x="236118" y="112358"/>
                </a:cubicBezTo>
                <a:cubicBezTo>
                  <a:pt x="236118" y="111283"/>
                  <a:pt x="236365" y="110209"/>
                  <a:pt x="236857" y="109134"/>
                </a:cubicBezTo>
                <a:cubicBezTo>
                  <a:pt x="237618" y="107477"/>
                  <a:pt x="239185" y="105171"/>
                  <a:pt x="241559" y="102214"/>
                </a:cubicBezTo>
                <a:cubicBezTo>
                  <a:pt x="241872" y="101811"/>
                  <a:pt x="244155" y="99393"/>
                  <a:pt x="248409" y="94959"/>
                </a:cubicBezTo>
                <a:cubicBezTo>
                  <a:pt x="246081" y="93572"/>
                  <a:pt x="244435" y="92331"/>
                  <a:pt x="243473" y="91235"/>
                </a:cubicBezTo>
                <a:cubicBezTo>
                  <a:pt x="242510" y="90140"/>
                  <a:pt x="242029" y="88899"/>
                  <a:pt x="242029" y="87512"/>
                </a:cubicBezTo>
                <a:cubicBezTo>
                  <a:pt x="242029" y="85946"/>
                  <a:pt x="242667" y="84113"/>
                  <a:pt x="243943" y="82011"/>
                </a:cubicBezTo>
                <a:cubicBezTo>
                  <a:pt x="245219" y="79908"/>
                  <a:pt x="248163" y="76933"/>
                  <a:pt x="252775" y="73087"/>
                </a:cubicBezTo>
                <a:moveTo>
                  <a:pt x="264461" y="35596"/>
                </a:moveTo>
                <a:cubicBezTo>
                  <a:pt x="261147" y="35596"/>
                  <a:pt x="258371" y="36910"/>
                  <a:pt x="256133" y="39537"/>
                </a:cubicBezTo>
                <a:cubicBezTo>
                  <a:pt x="253894" y="42164"/>
                  <a:pt x="252775" y="46193"/>
                  <a:pt x="252775" y="51627"/>
                </a:cubicBezTo>
                <a:cubicBezTo>
                  <a:pt x="252775" y="58663"/>
                  <a:pt x="254297" y="64118"/>
                  <a:pt x="257342" y="67991"/>
                </a:cubicBezTo>
                <a:cubicBezTo>
                  <a:pt x="259670" y="70931"/>
                  <a:pt x="262625" y="72401"/>
                  <a:pt x="266207" y="72401"/>
                </a:cubicBezTo>
                <a:cubicBezTo>
                  <a:pt x="269610" y="72401"/>
                  <a:pt x="272408" y="71132"/>
                  <a:pt x="274602" y="68593"/>
                </a:cubicBezTo>
                <a:cubicBezTo>
                  <a:pt x="276796" y="66055"/>
                  <a:pt x="277893" y="62070"/>
                  <a:pt x="277893" y="56636"/>
                </a:cubicBezTo>
                <a:cubicBezTo>
                  <a:pt x="277893" y="49556"/>
                  <a:pt x="276348" y="44012"/>
                  <a:pt x="273259" y="40003"/>
                </a:cubicBezTo>
                <a:cubicBezTo>
                  <a:pt x="270975" y="37065"/>
                  <a:pt x="268043" y="35596"/>
                  <a:pt x="264461" y="35596"/>
                </a:cubicBezTo>
                <a:moveTo>
                  <a:pt x="252103" y="95504"/>
                </a:moveTo>
                <a:cubicBezTo>
                  <a:pt x="249999" y="97774"/>
                  <a:pt x="248409" y="99887"/>
                  <a:pt x="247334" y="101845"/>
                </a:cubicBezTo>
                <a:cubicBezTo>
                  <a:pt x="246260" y="103802"/>
                  <a:pt x="245723" y="105604"/>
                  <a:pt x="245723" y="107251"/>
                </a:cubicBezTo>
                <a:cubicBezTo>
                  <a:pt x="245723" y="109387"/>
                  <a:pt x="247021" y="111255"/>
                  <a:pt x="249618" y="112857"/>
                </a:cubicBezTo>
                <a:cubicBezTo>
                  <a:pt x="254095" y="115617"/>
                  <a:pt x="260565" y="116996"/>
                  <a:pt x="269028" y="116996"/>
                </a:cubicBezTo>
                <a:cubicBezTo>
                  <a:pt x="277087" y="116996"/>
                  <a:pt x="283031" y="115589"/>
                  <a:pt x="286859" y="112773"/>
                </a:cubicBezTo>
                <a:cubicBezTo>
                  <a:pt x="290687" y="109960"/>
                  <a:pt x="292602" y="106957"/>
                  <a:pt x="292602" y="103765"/>
                </a:cubicBezTo>
                <a:cubicBezTo>
                  <a:pt x="292602" y="101461"/>
                  <a:pt x="291460" y="99821"/>
                  <a:pt x="289176" y="98846"/>
                </a:cubicBezTo>
                <a:cubicBezTo>
                  <a:pt x="286848" y="97870"/>
                  <a:pt x="282236" y="97294"/>
                  <a:pt x="275341" y="97116"/>
                </a:cubicBezTo>
                <a:cubicBezTo>
                  <a:pt x="265267" y="96836"/>
                  <a:pt x="257521" y="96299"/>
                  <a:pt x="252103" y="95504"/>
                </a:cubicBezTo>
                <a:close/>
                <a:moveTo>
                  <a:pt x="326250" y="0"/>
                </a:moveTo>
                <a:lnTo>
                  <a:pt x="326250" y="81535"/>
                </a:lnTo>
                <a:cubicBezTo>
                  <a:pt x="326250" y="85408"/>
                  <a:pt x="326530" y="87975"/>
                  <a:pt x="327089" y="89237"/>
                </a:cubicBezTo>
                <a:cubicBezTo>
                  <a:pt x="327649" y="90498"/>
                  <a:pt x="328511" y="91455"/>
                  <a:pt x="329675" y="92108"/>
                </a:cubicBezTo>
                <a:cubicBezTo>
                  <a:pt x="330839" y="92760"/>
                  <a:pt x="333011" y="93086"/>
                  <a:pt x="336190" y="93086"/>
                </a:cubicBezTo>
                <a:lnTo>
                  <a:pt x="336190" y="95504"/>
                </a:lnTo>
                <a:lnTo>
                  <a:pt x="306034" y="95504"/>
                </a:lnTo>
                <a:lnTo>
                  <a:pt x="306034" y="93086"/>
                </a:lnTo>
                <a:cubicBezTo>
                  <a:pt x="308855" y="93086"/>
                  <a:pt x="310780" y="92794"/>
                  <a:pt x="311810" y="92209"/>
                </a:cubicBezTo>
                <a:cubicBezTo>
                  <a:pt x="312840" y="91623"/>
                  <a:pt x="313646" y="90655"/>
                  <a:pt x="314228" y="89304"/>
                </a:cubicBezTo>
                <a:cubicBezTo>
                  <a:pt x="314810" y="87953"/>
                  <a:pt x="315101" y="85363"/>
                  <a:pt x="315101" y="81535"/>
                </a:cubicBezTo>
                <a:lnTo>
                  <a:pt x="315101" y="25790"/>
                </a:lnTo>
                <a:cubicBezTo>
                  <a:pt x="315101" y="18850"/>
                  <a:pt x="314944" y="14585"/>
                  <a:pt x="314631" y="12996"/>
                </a:cubicBezTo>
                <a:cubicBezTo>
                  <a:pt x="314317" y="11406"/>
                  <a:pt x="313814" y="10321"/>
                  <a:pt x="313120" y="9738"/>
                </a:cubicBezTo>
                <a:cubicBezTo>
                  <a:pt x="312426" y="9156"/>
                  <a:pt x="311541" y="8865"/>
                  <a:pt x="310467" y="8865"/>
                </a:cubicBezTo>
                <a:cubicBezTo>
                  <a:pt x="309303" y="8865"/>
                  <a:pt x="307825" y="9224"/>
                  <a:pt x="306034" y="9940"/>
                </a:cubicBezTo>
                <a:lnTo>
                  <a:pt x="304892" y="7522"/>
                </a:lnTo>
                <a:lnTo>
                  <a:pt x="323227" y="0"/>
                </a:lnTo>
                <a:lnTo>
                  <a:pt x="326250" y="0"/>
                </a:lnTo>
                <a:close/>
                <a:moveTo>
                  <a:pt x="353537" y="57222"/>
                </a:moveTo>
                <a:cubicBezTo>
                  <a:pt x="353493" y="66314"/>
                  <a:pt x="355709" y="73445"/>
                  <a:pt x="360186" y="78615"/>
                </a:cubicBezTo>
                <a:cubicBezTo>
                  <a:pt x="364664" y="83785"/>
                  <a:pt x="369925" y="86370"/>
                  <a:pt x="375969" y="86370"/>
                </a:cubicBezTo>
                <a:cubicBezTo>
                  <a:pt x="379999" y="86370"/>
                  <a:pt x="383503" y="85257"/>
                  <a:pt x="386480" y="83031"/>
                </a:cubicBezTo>
                <a:cubicBezTo>
                  <a:pt x="389458" y="80805"/>
                  <a:pt x="391954" y="76993"/>
                  <a:pt x="393969" y="71595"/>
                </a:cubicBezTo>
                <a:lnTo>
                  <a:pt x="396051" y="72944"/>
                </a:lnTo>
                <a:cubicBezTo>
                  <a:pt x="395111" y="79110"/>
                  <a:pt x="392379" y="84726"/>
                  <a:pt x="387857" y="89789"/>
                </a:cubicBezTo>
                <a:cubicBezTo>
                  <a:pt x="383335" y="94853"/>
                  <a:pt x="377671" y="97385"/>
                  <a:pt x="370865" y="97385"/>
                </a:cubicBezTo>
                <a:cubicBezTo>
                  <a:pt x="363477" y="97385"/>
                  <a:pt x="357153" y="94514"/>
                  <a:pt x="351892" y="88773"/>
                </a:cubicBezTo>
                <a:cubicBezTo>
                  <a:pt x="346631" y="83031"/>
                  <a:pt x="344000" y="75312"/>
                  <a:pt x="344000" y="65615"/>
                </a:cubicBezTo>
                <a:cubicBezTo>
                  <a:pt x="344000" y="55115"/>
                  <a:pt x="346698" y="46928"/>
                  <a:pt x="352093" y="41053"/>
                </a:cubicBezTo>
                <a:cubicBezTo>
                  <a:pt x="357489" y="35176"/>
                  <a:pt x="364261" y="32238"/>
                  <a:pt x="372410" y="32238"/>
                </a:cubicBezTo>
                <a:cubicBezTo>
                  <a:pt x="379305" y="32238"/>
                  <a:pt x="384969" y="34504"/>
                  <a:pt x="389402" y="39038"/>
                </a:cubicBezTo>
                <a:cubicBezTo>
                  <a:pt x="393835" y="43570"/>
                  <a:pt x="396051" y="49631"/>
                  <a:pt x="396051" y="57222"/>
                </a:cubicBezTo>
                <a:lnTo>
                  <a:pt x="353537" y="57222"/>
                </a:lnTo>
                <a:moveTo>
                  <a:pt x="353537" y="53327"/>
                </a:moveTo>
                <a:lnTo>
                  <a:pt x="382014" y="53327"/>
                </a:lnTo>
                <a:cubicBezTo>
                  <a:pt x="381790" y="49419"/>
                  <a:pt x="381320" y="46666"/>
                  <a:pt x="380604" y="45068"/>
                </a:cubicBezTo>
                <a:cubicBezTo>
                  <a:pt x="379484" y="42580"/>
                  <a:pt x="377816" y="40626"/>
                  <a:pt x="375600" y="39206"/>
                </a:cubicBezTo>
                <a:cubicBezTo>
                  <a:pt x="373384" y="37784"/>
                  <a:pt x="371067" y="37073"/>
                  <a:pt x="368649" y="37073"/>
                </a:cubicBezTo>
                <a:cubicBezTo>
                  <a:pt x="364933" y="37073"/>
                  <a:pt x="361608" y="38505"/>
                  <a:pt x="358675" y="41370"/>
                </a:cubicBezTo>
                <a:cubicBezTo>
                  <a:pt x="355743" y="44234"/>
                  <a:pt x="354030" y="48219"/>
                  <a:pt x="353537" y="53327"/>
                </a:cubicBezTo>
                <a:close/>
                <a:moveTo>
                  <a:pt x="497282" y="2418"/>
                </a:moveTo>
                <a:lnTo>
                  <a:pt x="497282" y="33984"/>
                </a:lnTo>
                <a:lnTo>
                  <a:pt x="494797" y="33984"/>
                </a:lnTo>
                <a:cubicBezTo>
                  <a:pt x="493991" y="27924"/>
                  <a:pt x="492547" y="23099"/>
                  <a:pt x="490465" y="19508"/>
                </a:cubicBezTo>
                <a:cubicBezTo>
                  <a:pt x="488383" y="15917"/>
                  <a:pt x="485416" y="13066"/>
                  <a:pt x="481566" y="10956"/>
                </a:cubicBezTo>
                <a:cubicBezTo>
                  <a:pt x="477715" y="8846"/>
                  <a:pt x="473730" y="7791"/>
                  <a:pt x="469611" y="7791"/>
                </a:cubicBezTo>
                <a:cubicBezTo>
                  <a:pt x="464954" y="7791"/>
                  <a:pt x="461104" y="9210"/>
                  <a:pt x="458059" y="12049"/>
                </a:cubicBezTo>
                <a:cubicBezTo>
                  <a:pt x="455014" y="14888"/>
                  <a:pt x="453492" y="18118"/>
                  <a:pt x="453492" y="21737"/>
                </a:cubicBezTo>
                <a:cubicBezTo>
                  <a:pt x="453492" y="24509"/>
                  <a:pt x="454455" y="27035"/>
                  <a:pt x="456380" y="29316"/>
                </a:cubicBezTo>
                <a:cubicBezTo>
                  <a:pt x="459156" y="32669"/>
                  <a:pt x="465760" y="37138"/>
                  <a:pt x="476193" y="42725"/>
                </a:cubicBezTo>
                <a:cubicBezTo>
                  <a:pt x="484700" y="47286"/>
                  <a:pt x="490510" y="50784"/>
                  <a:pt x="493621" y="53222"/>
                </a:cubicBezTo>
                <a:cubicBezTo>
                  <a:pt x="496733" y="55658"/>
                  <a:pt x="499129" y="58530"/>
                  <a:pt x="500808" y="61839"/>
                </a:cubicBezTo>
                <a:cubicBezTo>
                  <a:pt x="502487" y="65147"/>
                  <a:pt x="503326" y="68612"/>
                  <a:pt x="503326" y="72235"/>
                </a:cubicBezTo>
                <a:cubicBezTo>
                  <a:pt x="503326" y="79120"/>
                  <a:pt x="500651" y="85056"/>
                  <a:pt x="495300" y="90041"/>
                </a:cubicBezTo>
                <a:cubicBezTo>
                  <a:pt x="489950" y="95026"/>
                  <a:pt x="483066" y="97519"/>
                  <a:pt x="474648" y="97519"/>
                </a:cubicBezTo>
                <a:cubicBezTo>
                  <a:pt x="472006" y="97519"/>
                  <a:pt x="469521" y="97315"/>
                  <a:pt x="467193" y="96906"/>
                </a:cubicBezTo>
                <a:cubicBezTo>
                  <a:pt x="465805" y="96680"/>
                  <a:pt x="462928" y="95852"/>
                  <a:pt x="458563" y="94423"/>
                </a:cubicBezTo>
                <a:cubicBezTo>
                  <a:pt x="454197" y="92995"/>
                  <a:pt x="451432" y="92281"/>
                  <a:pt x="450268" y="92281"/>
                </a:cubicBezTo>
                <a:cubicBezTo>
                  <a:pt x="449149" y="92281"/>
                  <a:pt x="448265" y="92621"/>
                  <a:pt x="447615" y="93301"/>
                </a:cubicBezTo>
                <a:cubicBezTo>
                  <a:pt x="446966" y="93981"/>
                  <a:pt x="446485" y="95387"/>
                  <a:pt x="446171" y="97519"/>
                </a:cubicBezTo>
                <a:lnTo>
                  <a:pt x="443686" y="97519"/>
                </a:lnTo>
                <a:lnTo>
                  <a:pt x="443686" y="66222"/>
                </a:lnTo>
                <a:lnTo>
                  <a:pt x="446171" y="66222"/>
                </a:lnTo>
                <a:cubicBezTo>
                  <a:pt x="447336" y="72776"/>
                  <a:pt x="448903" y="77680"/>
                  <a:pt x="450873" y="80934"/>
                </a:cubicBezTo>
                <a:cubicBezTo>
                  <a:pt x="452843" y="84189"/>
                  <a:pt x="455854" y="86894"/>
                  <a:pt x="459906" y="89048"/>
                </a:cubicBezTo>
                <a:cubicBezTo>
                  <a:pt x="463958" y="91203"/>
                  <a:pt x="468402" y="92281"/>
                  <a:pt x="473238" y="92281"/>
                </a:cubicBezTo>
                <a:cubicBezTo>
                  <a:pt x="478835" y="92281"/>
                  <a:pt x="483256" y="90802"/>
                  <a:pt x="486502" y="87846"/>
                </a:cubicBezTo>
                <a:cubicBezTo>
                  <a:pt x="489748" y="84889"/>
                  <a:pt x="491371" y="81395"/>
                  <a:pt x="491371" y="77364"/>
                </a:cubicBezTo>
                <a:cubicBezTo>
                  <a:pt x="491371" y="75124"/>
                  <a:pt x="490756" y="72862"/>
                  <a:pt x="489525" y="70579"/>
                </a:cubicBezTo>
                <a:cubicBezTo>
                  <a:pt x="488293" y="68294"/>
                  <a:pt x="486379" y="66166"/>
                  <a:pt x="483782" y="64194"/>
                </a:cubicBezTo>
                <a:cubicBezTo>
                  <a:pt x="482036" y="62851"/>
                  <a:pt x="477267" y="60013"/>
                  <a:pt x="469477" y="55681"/>
                </a:cubicBezTo>
                <a:cubicBezTo>
                  <a:pt x="461686" y="51348"/>
                  <a:pt x="456145" y="47884"/>
                  <a:pt x="452854" y="45290"/>
                </a:cubicBezTo>
                <a:cubicBezTo>
                  <a:pt x="449563" y="42696"/>
                  <a:pt x="447067" y="39833"/>
                  <a:pt x="445366" y="36702"/>
                </a:cubicBezTo>
                <a:cubicBezTo>
                  <a:pt x="443664" y="33570"/>
                  <a:pt x="442813" y="30126"/>
                  <a:pt x="442813" y="26369"/>
                </a:cubicBezTo>
                <a:cubicBezTo>
                  <a:pt x="442813" y="19839"/>
                  <a:pt x="445321" y="14215"/>
                  <a:pt x="450336" y="9497"/>
                </a:cubicBezTo>
                <a:cubicBezTo>
                  <a:pt x="455350" y="4778"/>
                  <a:pt x="461731" y="2418"/>
                  <a:pt x="469477" y="2418"/>
                </a:cubicBezTo>
                <a:cubicBezTo>
                  <a:pt x="474312" y="2418"/>
                  <a:pt x="479439" y="3604"/>
                  <a:pt x="484857" y="5977"/>
                </a:cubicBezTo>
                <a:cubicBezTo>
                  <a:pt x="487364" y="7097"/>
                  <a:pt x="489133" y="7656"/>
                  <a:pt x="490163" y="7656"/>
                </a:cubicBezTo>
                <a:cubicBezTo>
                  <a:pt x="491327" y="7656"/>
                  <a:pt x="492278" y="7309"/>
                  <a:pt x="493017" y="6615"/>
                </a:cubicBezTo>
                <a:cubicBezTo>
                  <a:pt x="493756" y="5921"/>
                  <a:pt x="494349" y="4522"/>
                  <a:pt x="494797" y="2418"/>
                </a:cubicBezTo>
                <a:lnTo>
                  <a:pt x="497282" y="2418"/>
                </a:lnTo>
                <a:close/>
                <a:moveTo>
                  <a:pt x="567243" y="72132"/>
                </a:moveTo>
                <a:cubicBezTo>
                  <a:pt x="565587" y="80236"/>
                  <a:pt x="562341" y="86471"/>
                  <a:pt x="557505" y="90837"/>
                </a:cubicBezTo>
                <a:cubicBezTo>
                  <a:pt x="552669" y="95202"/>
                  <a:pt x="547319" y="97385"/>
                  <a:pt x="541453" y="97385"/>
                </a:cubicBezTo>
                <a:cubicBezTo>
                  <a:pt x="534468" y="97385"/>
                  <a:pt x="528379" y="94456"/>
                  <a:pt x="523185" y="88597"/>
                </a:cubicBezTo>
                <a:cubicBezTo>
                  <a:pt x="517991" y="82737"/>
                  <a:pt x="515394" y="74820"/>
                  <a:pt x="515394" y="64845"/>
                </a:cubicBezTo>
                <a:cubicBezTo>
                  <a:pt x="515394" y="55183"/>
                  <a:pt x="518271" y="47334"/>
                  <a:pt x="524025" y="41296"/>
                </a:cubicBezTo>
                <a:cubicBezTo>
                  <a:pt x="529778" y="35257"/>
                  <a:pt x="536685" y="32238"/>
                  <a:pt x="544744" y="32238"/>
                </a:cubicBezTo>
                <a:cubicBezTo>
                  <a:pt x="550789" y="32238"/>
                  <a:pt x="555759" y="33844"/>
                  <a:pt x="559654" y="37057"/>
                </a:cubicBezTo>
                <a:cubicBezTo>
                  <a:pt x="563550" y="40268"/>
                  <a:pt x="565497" y="43603"/>
                  <a:pt x="565497" y="47062"/>
                </a:cubicBezTo>
                <a:cubicBezTo>
                  <a:pt x="565497" y="48769"/>
                  <a:pt x="564949" y="50150"/>
                  <a:pt x="563852" y="51207"/>
                </a:cubicBezTo>
                <a:cubicBezTo>
                  <a:pt x="562755" y="52262"/>
                  <a:pt x="561221" y="52789"/>
                  <a:pt x="559251" y="52789"/>
                </a:cubicBezTo>
                <a:cubicBezTo>
                  <a:pt x="556610" y="52789"/>
                  <a:pt x="554617" y="51932"/>
                  <a:pt x="553274" y="50216"/>
                </a:cubicBezTo>
                <a:cubicBezTo>
                  <a:pt x="552513" y="49267"/>
                  <a:pt x="552009" y="47461"/>
                  <a:pt x="551763" y="44797"/>
                </a:cubicBezTo>
                <a:cubicBezTo>
                  <a:pt x="551516" y="42133"/>
                  <a:pt x="550610" y="40101"/>
                  <a:pt x="549043" y="38702"/>
                </a:cubicBezTo>
                <a:cubicBezTo>
                  <a:pt x="547475" y="37348"/>
                  <a:pt x="545304" y="36670"/>
                  <a:pt x="542528" y="36670"/>
                </a:cubicBezTo>
                <a:cubicBezTo>
                  <a:pt x="538050" y="36670"/>
                  <a:pt x="534446" y="38327"/>
                  <a:pt x="531715" y="41640"/>
                </a:cubicBezTo>
                <a:cubicBezTo>
                  <a:pt x="528088" y="46028"/>
                  <a:pt x="526275" y="51827"/>
                  <a:pt x="526275" y="59035"/>
                </a:cubicBezTo>
                <a:cubicBezTo>
                  <a:pt x="526275" y="66378"/>
                  <a:pt x="528077" y="72860"/>
                  <a:pt x="531681" y="78479"/>
                </a:cubicBezTo>
                <a:cubicBezTo>
                  <a:pt x="535286" y="84098"/>
                  <a:pt x="540155" y="86908"/>
                  <a:pt x="546289" y="86908"/>
                </a:cubicBezTo>
                <a:cubicBezTo>
                  <a:pt x="550677" y="86908"/>
                  <a:pt x="554617" y="85408"/>
                  <a:pt x="558109" y="82408"/>
                </a:cubicBezTo>
                <a:cubicBezTo>
                  <a:pt x="560572" y="80348"/>
                  <a:pt x="562968" y="76609"/>
                  <a:pt x="565296" y="71192"/>
                </a:cubicBezTo>
                <a:lnTo>
                  <a:pt x="567243" y="72132"/>
                </a:lnTo>
                <a:close/>
                <a:moveTo>
                  <a:pt x="593992" y="0"/>
                </a:moveTo>
                <a:lnTo>
                  <a:pt x="593992" y="45122"/>
                </a:lnTo>
                <a:cubicBezTo>
                  <a:pt x="598962" y="39636"/>
                  <a:pt x="602902" y="36117"/>
                  <a:pt x="605812" y="34565"/>
                </a:cubicBezTo>
                <a:cubicBezTo>
                  <a:pt x="608723" y="33014"/>
                  <a:pt x="611633" y="32238"/>
                  <a:pt x="614543" y="32238"/>
                </a:cubicBezTo>
                <a:cubicBezTo>
                  <a:pt x="618036" y="32238"/>
                  <a:pt x="621036" y="33198"/>
                  <a:pt x="623543" y="35119"/>
                </a:cubicBezTo>
                <a:cubicBezTo>
                  <a:pt x="626050" y="37039"/>
                  <a:pt x="627909" y="40053"/>
                  <a:pt x="629117" y="44161"/>
                </a:cubicBezTo>
                <a:cubicBezTo>
                  <a:pt x="629968" y="47018"/>
                  <a:pt x="630393" y="52242"/>
                  <a:pt x="630393" y="59833"/>
                </a:cubicBezTo>
                <a:lnTo>
                  <a:pt x="630393" y="81535"/>
                </a:lnTo>
                <a:cubicBezTo>
                  <a:pt x="630393" y="85452"/>
                  <a:pt x="630707" y="88132"/>
                  <a:pt x="631334" y="89573"/>
                </a:cubicBezTo>
                <a:cubicBezTo>
                  <a:pt x="631782" y="90655"/>
                  <a:pt x="632543" y="91511"/>
                  <a:pt x="633617" y="92142"/>
                </a:cubicBezTo>
                <a:cubicBezTo>
                  <a:pt x="634692" y="92772"/>
                  <a:pt x="636662" y="93086"/>
                  <a:pt x="639528" y="93086"/>
                </a:cubicBezTo>
                <a:lnTo>
                  <a:pt x="639528" y="95504"/>
                </a:lnTo>
                <a:lnTo>
                  <a:pt x="609305" y="95504"/>
                </a:lnTo>
                <a:lnTo>
                  <a:pt x="609305" y="93086"/>
                </a:lnTo>
                <a:lnTo>
                  <a:pt x="610715" y="93086"/>
                </a:lnTo>
                <a:cubicBezTo>
                  <a:pt x="613581" y="93086"/>
                  <a:pt x="615573" y="92648"/>
                  <a:pt x="616692" y="91771"/>
                </a:cubicBezTo>
                <a:cubicBezTo>
                  <a:pt x="617812" y="90892"/>
                  <a:pt x="618595" y="89597"/>
                  <a:pt x="619043" y="87886"/>
                </a:cubicBezTo>
                <a:cubicBezTo>
                  <a:pt x="619177" y="87165"/>
                  <a:pt x="619245" y="85048"/>
                  <a:pt x="619245" y="81535"/>
                </a:cubicBezTo>
                <a:lnTo>
                  <a:pt x="619245" y="59881"/>
                </a:lnTo>
                <a:cubicBezTo>
                  <a:pt x="619245" y="53197"/>
                  <a:pt x="618898" y="48809"/>
                  <a:pt x="618204" y="46715"/>
                </a:cubicBezTo>
                <a:cubicBezTo>
                  <a:pt x="617510" y="44621"/>
                  <a:pt x="616401" y="43050"/>
                  <a:pt x="614879" y="42004"/>
                </a:cubicBezTo>
                <a:cubicBezTo>
                  <a:pt x="613357" y="40955"/>
                  <a:pt x="611521" y="40431"/>
                  <a:pt x="609372" y="40431"/>
                </a:cubicBezTo>
                <a:cubicBezTo>
                  <a:pt x="607178" y="40431"/>
                  <a:pt x="604894" y="41012"/>
                  <a:pt x="602521" y="42174"/>
                </a:cubicBezTo>
                <a:cubicBezTo>
                  <a:pt x="600148" y="43335"/>
                  <a:pt x="597305" y="45680"/>
                  <a:pt x="593992" y="49209"/>
                </a:cubicBezTo>
                <a:lnTo>
                  <a:pt x="593992" y="81535"/>
                </a:lnTo>
                <a:cubicBezTo>
                  <a:pt x="593992" y="85769"/>
                  <a:pt x="594227" y="88403"/>
                  <a:pt x="594697" y="89439"/>
                </a:cubicBezTo>
                <a:cubicBezTo>
                  <a:pt x="595167" y="90474"/>
                  <a:pt x="596040" y="91341"/>
                  <a:pt x="597316" y="92039"/>
                </a:cubicBezTo>
                <a:cubicBezTo>
                  <a:pt x="598592" y="92737"/>
                  <a:pt x="600797" y="93086"/>
                  <a:pt x="603932" y="93086"/>
                </a:cubicBezTo>
                <a:lnTo>
                  <a:pt x="603932" y="95504"/>
                </a:lnTo>
                <a:lnTo>
                  <a:pt x="573440" y="95504"/>
                </a:lnTo>
                <a:lnTo>
                  <a:pt x="573440" y="93086"/>
                </a:lnTo>
                <a:cubicBezTo>
                  <a:pt x="576171" y="93086"/>
                  <a:pt x="578321" y="92658"/>
                  <a:pt x="579888" y="91802"/>
                </a:cubicBezTo>
                <a:cubicBezTo>
                  <a:pt x="580783" y="91353"/>
                  <a:pt x="581500" y="90498"/>
                  <a:pt x="582037" y="89237"/>
                </a:cubicBezTo>
                <a:cubicBezTo>
                  <a:pt x="582574" y="87975"/>
                  <a:pt x="582843" y="85408"/>
                  <a:pt x="582843" y="81535"/>
                </a:cubicBezTo>
                <a:lnTo>
                  <a:pt x="582843" y="25925"/>
                </a:lnTo>
                <a:cubicBezTo>
                  <a:pt x="582843" y="18924"/>
                  <a:pt x="582675" y="14622"/>
                  <a:pt x="582339" y="13017"/>
                </a:cubicBezTo>
                <a:cubicBezTo>
                  <a:pt x="582003" y="11412"/>
                  <a:pt x="581488" y="10319"/>
                  <a:pt x="580794" y="9738"/>
                </a:cubicBezTo>
                <a:cubicBezTo>
                  <a:pt x="580100" y="9156"/>
                  <a:pt x="579171" y="8865"/>
                  <a:pt x="578007" y="8865"/>
                </a:cubicBezTo>
                <a:cubicBezTo>
                  <a:pt x="577067" y="8865"/>
                  <a:pt x="575545" y="9224"/>
                  <a:pt x="573440" y="9940"/>
                </a:cubicBezTo>
                <a:lnTo>
                  <a:pt x="572500" y="7522"/>
                </a:lnTo>
                <a:lnTo>
                  <a:pt x="590902" y="0"/>
                </a:lnTo>
                <a:lnTo>
                  <a:pt x="593992" y="0"/>
                </a:lnTo>
                <a:close/>
                <a:moveTo>
                  <a:pt x="674788" y="32238"/>
                </a:moveTo>
                <a:cubicBezTo>
                  <a:pt x="684101" y="32238"/>
                  <a:pt x="691578" y="35771"/>
                  <a:pt x="697220" y="42839"/>
                </a:cubicBezTo>
                <a:cubicBezTo>
                  <a:pt x="702011" y="48876"/>
                  <a:pt x="704406" y="55809"/>
                  <a:pt x="704406" y="63638"/>
                </a:cubicBezTo>
                <a:cubicBezTo>
                  <a:pt x="704406" y="69140"/>
                  <a:pt x="703085" y="74709"/>
                  <a:pt x="700443" y="80345"/>
                </a:cubicBezTo>
                <a:cubicBezTo>
                  <a:pt x="697802" y="85979"/>
                  <a:pt x="694164" y="90228"/>
                  <a:pt x="689530" y="93091"/>
                </a:cubicBezTo>
                <a:cubicBezTo>
                  <a:pt x="684895" y="95953"/>
                  <a:pt x="679735" y="97385"/>
                  <a:pt x="674049" y="97385"/>
                </a:cubicBezTo>
                <a:cubicBezTo>
                  <a:pt x="664780" y="97385"/>
                  <a:pt x="657415" y="93694"/>
                  <a:pt x="651952" y="86314"/>
                </a:cubicBezTo>
                <a:cubicBezTo>
                  <a:pt x="647341" y="80097"/>
                  <a:pt x="645035" y="73120"/>
                  <a:pt x="645035" y="65382"/>
                </a:cubicBezTo>
                <a:cubicBezTo>
                  <a:pt x="645035" y="59746"/>
                  <a:pt x="646434" y="54144"/>
                  <a:pt x="649232" y="48575"/>
                </a:cubicBezTo>
                <a:cubicBezTo>
                  <a:pt x="652031" y="43006"/>
                  <a:pt x="655714" y="38891"/>
                  <a:pt x="660281" y="36230"/>
                </a:cubicBezTo>
                <a:cubicBezTo>
                  <a:pt x="664848" y="33568"/>
                  <a:pt x="669683" y="32238"/>
                  <a:pt x="674788" y="32238"/>
                </a:cubicBezTo>
                <a:moveTo>
                  <a:pt x="672706" y="36670"/>
                </a:moveTo>
                <a:cubicBezTo>
                  <a:pt x="670332" y="36670"/>
                  <a:pt x="667948" y="37374"/>
                  <a:pt x="665553" y="38780"/>
                </a:cubicBezTo>
                <a:cubicBezTo>
                  <a:pt x="663157" y="40185"/>
                  <a:pt x="661221" y="42649"/>
                  <a:pt x="659743" y="46174"/>
                </a:cubicBezTo>
                <a:cubicBezTo>
                  <a:pt x="658266" y="49698"/>
                  <a:pt x="657527" y="54226"/>
                  <a:pt x="657527" y="59757"/>
                </a:cubicBezTo>
                <a:cubicBezTo>
                  <a:pt x="657527" y="68680"/>
                  <a:pt x="659307" y="76376"/>
                  <a:pt x="662866" y="82846"/>
                </a:cubicBezTo>
                <a:cubicBezTo>
                  <a:pt x="666426" y="89315"/>
                  <a:pt x="671116" y="92549"/>
                  <a:pt x="676937" y="92549"/>
                </a:cubicBezTo>
                <a:cubicBezTo>
                  <a:pt x="681280" y="92549"/>
                  <a:pt x="684862" y="90764"/>
                  <a:pt x="687683" y="87195"/>
                </a:cubicBezTo>
                <a:cubicBezTo>
                  <a:pt x="690503" y="83626"/>
                  <a:pt x="691914" y="77492"/>
                  <a:pt x="691914" y="68793"/>
                </a:cubicBezTo>
                <a:cubicBezTo>
                  <a:pt x="691914" y="57907"/>
                  <a:pt x="689563" y="49341"/>
                  <a:pt x="684862" y="43095"/>
                </a:cubicBezTo>
                <a:cubicBezTo>
                  <a:pt x="681683" y="38812"/>
                  <a:pt x="677631" y="36670"/>
                  <a:pt x="672706" y="36670"/>
                </a:cubicBezTo>
                <a:close/>
                <a:moveTo>
                  <a:pt x="734629" y="0"/>
                </a:moveTo>
                <a:lnTo>
                  <a:pt x="734629" y="81535"/>
                </a:lnTo>
                <a:cubicBezTo>
                  <a:pt x="734629" y="85408"/>
                  <a:pt x="734909" y="87975"/>
                  <a:pt x="735468" y="89237"/>
                </a:cubicBezTo>
                <a:cubicBezTo>
                  <a:pt x="736028" y="90498"/>
                  <a:pt x="736890" y="91455"/>
                  <a:pt x="738054" y="92108"/>
                </a:cubicBezTo>
                <a:cubicBezTo>
                  <a:pt x="739218" y="92760"/>
                  <a:pt x="741390" y="93086"/>
                  <a:pt x="744569" y="93086"/>
                </a:cubicBezTo>
                <a:lnTo>
                  <a:pt x="744569" y="95504"/>
                </a:lnTo>
                <a:lnTo>
                  <a:pt x="714413" y="95504"/>
                </a:lnTo>
                <a:lnTo>
                  <a:pt x="714413" y="93086"/>
                </a:lnTo>
                <a:cubicBezTo>
                  <a:pt x="717234" y="93086"/>
                  <a:pt x="719159" y="92794"/>
                  <a:pt x="720189" y="92209"/>
                </a:cubicBezTo>
                <a:cubicBezTo>
                  <a:pt x="721219" y="91623"/>
                  <a:pt x="722025" y="90655"/>
                  <a:pt x="722607" y="89304"/>
                </a:cubicBezTo>
                <a:cubicBezTo>
                  <a:pt x="723189" y="87953"/>
                  <a:pt x="723480" y="85363"/>
                  <a:pt x="723480" y="81535"/>
                </a:cubicBezTo>
                <a:lnTo>
                  <a:pt x="723480" y="25790"/>
                </a:lnTo>
                <a:cubicBezTo>
                  <a:pt x="723480" y="18850"/>
                  <a:pt x="723323" y="14585"/>
                  <a:pt x="723010" y="12996"/>
                </a:cubicBezTo>
                <a:cubicBezTo>
                  <a:pt x="722696" y="11406"/>
                  <a:pt x="722193" y="10321"/>
                  <a:pt x="721499" y="9738"/>
                </a:cubicBezTo>
                <a:cubicBezTo>
                  <a:pt x="720805" y="9156"/>
                  <a:pt x="719920" y="8865"/>
                  <a:pt x="718846" y="8865"/>
                </a:cubicBezTo>
                <a:cubicBezTo>
                  <a:pt x="717682" y="8865"/>
                  <a:pt x="716204" y="9224"/>
                  <a:pt x="714413" y="9940"/>
                </a:cubicBezTo>
                <a:lnTo>
                  <a:pt x="713271" y="7522"/>
                </a:lnTo>
                <a:lnTo>
                  <a:pt x="731607" y="0"/>
                </a:lnTo>
                <a:lnTo>
                  <a:pt x="734629" y="0"/>
                </a:lnTo>
                <a:close/>
                <a:moveTo>
                  <a:pt x="786431" y="86710"/>
                </a:moveTo>
                <a:cubicBezTo>
                  <a:pt x="780117" y="91589"/>
                  <a:pt x="776155" y="94409"/>
                  <a:pt x="774543" y="95168"/>
                </a:cubicBezTo>
                <a:cubicBezTo>
                  <a:pt x="772125" y="96288"/>
                  <a:pt x="769551" y="96848"/>
                  <a:pt x="766819" y="96848"/>
                </a:cubicBezTo>
                <a:cubicBezTo>
                  <a:pt x="762566" y="96848"/>
                  <a:pt x="759062" y="95392"/>
                  <a:pt x="756308" y="92482"/>
                </a:cubicBezTo>
                <a:cubicBezTo>
                  <a:pt x="753555" y="89572"/>
                  <a:pt x="752178" y="85743"/>
                  <a:pt x="752178" y="80997"/>
                </a:cubicBezTo>
                <a:cubicBezTo>
                  <a:pt x="752178" y="77997"/>
                  <a:pt x="752850" y="75400"/>
                  <a:pt x="754193" y="73207"/>
                </a:cubicBezTo>
                <a:cubicBezTo>
                  <a:pt x="756029" y="70162"/>
                  <a:pt x="759219" y="67296"/>
                  <a:pt x="763763" y="64610"/>
                </a:cubicBezTo>
                <a:cubicBezTo>
                  <a:pt x="768308" y="61923"/>
                  <a:pt x="775864" y="58655"/>
                  <a:pt x="786431" y="54804"/>
                </a:cubicBezTo>
                <a:lnTo>
                  <a:pt x="786431" y="52395"/>
                </a:lnTo>
                <a:cubicBezTo>
                  <a:pt x="786431" y="46283"/>
                  <a:pt x="785457" y="42090"/>
                  <a:pt x="783509" y="39814"/>
                </a:cubicBezTo>
                <a:cubicBezTo>
                  <a:pt x="781561" y="37539"/>
                  <a:pt x="778729" y="36402"/>
                  <a:pt x="775013" y="36402"/>
                </a:cubicBezTo>
                <a:cubicBezTo>
                  <a:pt x="772192" y="36402"/>
                  <a:pt x="769954" y="37163"/>
                  <a:pt x="768297" y="38685"/>
                </a:cubicBezTo>
                <a:cubicBezTo>
                  <a:pt x="766595" y="40208"/>
                  <a:pt x="765745" y="41954"/>
                  <a:pt x="765745" y="43924"/>
                </a:cubicBezTo>
                <a:lnTo>
                  <a:pt x="765879" y="47819"/>
                </a:lnTo>
                <a:cubicBezTo>
                  <a:pt x="765879" y="49879"/>
                  <a:pt x="765353" y="51468"/>
                  <a:pt x="764301" y="52588"/>
                </a:cubicBezTo>
                <a:cubicBezTo>
                  <a:pt x="763249" y="53707"/>
                  <a:pt x="761872" y="54267"/>
                  <a:pt x="760170" y="54267"/>
                </a:cubicBezTo>
                <a:cubicBezTo>
                  <a:pt x="758514" y="54267"/>
                  <a:pt x="757159" y="53683"/>
                  <a:pt x="756107" y="52516"/>
                </a:cubicBezTo>
                <a:cubicBezTo>
                  <a:pt x="755055" y="51348"/>
                  <a:pt x="754529" y="49754"/>
                  <a:pt x="754529" y="47733"/>
                </a:cubicBezTo>
                <a:cubicBezTo>
                  <a:pt x="754529" y="43870"/>
                  <a:pt x="756499" y="40322"/>
                  <a:pt x="760439" y="37088"/>
                </a:cubicBezTo>
                <a:cubicBezTo>
                  <a:pt x="764379" y="33855"/>
                  <a:pt x="769909" y="32238"/>
                  <a:pt x="777028" y="32238"/>
                </a:cubicBezTo>
                <a:cubicBezTo>
                  <a:pt x="782490" y="32238"/>
                  <a:pt x="786968" y="33154"/>
                  <a:pt x="790460" y="34987"/>
                </a:cubicBezTo>
                <a:cubicBezTo>
                  <a:pt x="793102" y="36374"/>
                  <a:pt x="795050" y="38543"/>
                  <a:pt x="796303" y="41496"/>
                </a:cubicBezTo>
                <a:cubicBezTo>
                  <a:pt x="797109" y="43418"/>
                  <a:pt x="797512" y="47353"/>
                  <a:pt x="797512" y="53301"/>
                </a:cubicBezTo>
                <a:lnTo>
                  <a:pt x="797512" y="74164"/>
                </a:lnTo>
                <a:cubicBezTo>
                  <a:pt x="797512" y="80022"/>
                  <a:pt x="797624" y="83611"/>
                  <a:pt x="797848" y="84930"/>
                </a:cubicBezTo>
                <a:cubicBezTo>
                  <a:pt x="798072" y="86250"/>
                  <a:pt x="798441" y="87134"/>
                  <a:pt x="798956" y="87581"/>
                </a:cubicBezTo>
                <a:cubicBezTo>
                  <a:pt x="799471" y="88028"/>
                  <a:pt x="800064" y="88251"/>
                  <a:pt x="800736" y="88251"/>
                </a:cubicBezTo>
                <a:cubicBezTo>
                  <a:pt x="801453" y="88251"/>
                  <a:pt x="802079" y="88094"/>
                  <a:pt x="802617" y="87781"/>
                </a:cubicBezTo>
                <a:cubicBezTo>
                  <a:pt x="803557" y="87199"/>
                  <a:pt x="805370" y="85564"/>
                  <a:pt x="808057" y="82878"/>
                </a:cubicBezTo>
                <a:lnTo>
                  <a:pt x="808057" y="86639"/>
                </a:lnTo>
                <a:cubicBezTo>
                  <a:pt x="803042" y="93355"/>
                  <a:pt x="798251" y="96713"/>
                  <a:pt x="793684" y="96713"/>
                </a:cubicBezTo>
                <a:cubicBezTo>
                  <a:pt x="791490" y="96713"/>
                  <a:pt x="789744" y="95958"/>
                  <a:pt x="788445" y="94446"/>
                </a:cubicBezTo>
                <a:cubicBezTo>
                  <a:pt x="787147" y="92934"/>
                  <a:pt x="786475" y="90355"/>
                  <a:pt x="786431" y="86710"/>
                </a:cubicBezTo>
                <a:moveTo>
                  <a:pt x="786431" y="82355"/>
                </a:moveTo>
                <a:lnTo>
                  <a:pt x="786431" y="58968"/>
                </a:lnTo>
                <a:cubicBezTo>
                  <a:pt x="779670" y="61649"/>
                  <a:pt x="775304" y="63548"/>
                  <a:pt x="773334" y="64664"/>
                </a:cubicBezTo>
                <a:cubicBezTo>
                  <a:pt x="769797" y="66630"/>
                  <a:pt x="767267" y="68686"/>
                  <a:pt x="765745" y="70831"/>
                </a:cubicBezTo>
                <a:cubicBezTo>
                  <a:pt x="764222" y="72974"/>
                  <a:pt x="763461" y="75319"/>
                  <a:pt x="763461" y="77866"/>
                </a:cubicBezTo>
                <a:cubicBezTo>
                  <a:pt x="763461" y="81083"/>
                  <a:pt x="764424" y="83752"/>
                  <a:pt x="766349" y="85875"/>
                </a:cubicBezTo>
                <a:cubicBezTo>
                  <a:pt x="768275" y="87996"/>
                  <a:pt x="770491" y="89057"/>
                  <a:pt x="772998" y="89057"/>
                </a:cubicBezTo>
                <a:cubicBezTo>
                  <a:pt x="776401" y="89057"/>
                  <a:pt x="780879" y="86823"/>
                  <a:pt x="786431" y="82355"/>
                </a:cubicBezTo>
                <a:close/>
                <a:moveTo>
                  <a:pt x="830507" y="32238"/>
                </a:moveTo>
                <a:lnTo>
                  <a:pt x="830507" y="46073"/>
                </a:lnTo>
                <a:cubicBezTo>
                  <a:pt x="835656" y="36850"/>
                  <a:pt x="840939" y="32238"/>
                  <a:pt x="846357" y="32238"/>
                </a:cubicBezTo>
                <a:cubicBezTo>
                  <a:pt x="848819" y="32238"/>
                  <a:pt x="850857" y="32988"/>
                  <a:pt x="852468" y="34488"/>
                </a:cubicBezTo>
                <a:cubicBezTo>
                  <a:pt x="854080" y="35988"/>
                  <a:pt x="854886" y="37723"/>
                  <a:pt x="854886" y="39693"/>
                </a:cubicBezTo>
                <a:cubicBezTo>
                  <a:pt x="854886" y="41439"/>
                  <a:pt x="854304" y="42916"/>
                  <a:pt x="853140" y="44125"/>
                </a:cubicBezTo>
                <a:cubicBezTo>
                  <a:pt x="851976" y="45334"/>
                  <a:pt x="850588" y="45939"/>
                  <a:pt x="848976" y="45939"/>
                </a:cubicBezTo>
                <a:cubicBezTo>
                  <a:pt x="847409" y="45939"/>
                  <a:pt x="845652" y="45178"/>
                  <a:pt x="843704" y="43655"/>
                </a:cubicBezTo>
                <a:cubicBezTo>
                  <a:pt x="841756" y="42133"/>
                  <a:pt x="840312" y="41372"/>
                  <a:pt x="839372" y="41372"/>
                </a:cubicBezTo>
                <a:cubicBezTo>
                  <a:pt x="838566" y="41372"/>
                  <a:pt x="837693" y="41816"/>
                  <a:pt x="836753" y="42705"/>
                </a:cubicBezTo>
                <a:cubicBezTo>
                  <a:pt x="834738" y="44528"/>
                  <a:pt x="832656" y="47528"/>
                  <a:pt x="830507" y="51706"/>
                </a:cubicBezTo>
                <a:lnTo>
                  <a:pt x="830507" y="81132"/>
                </a:lnTo>
                <a:cubicBezTo>
                  <a:pt x="830507" y="84537"/>
                  <a:pt x="830932" y="87113"/>
                  <a:pt x="831783" y="88859"/>
                </a:cubicBezTo>
                <a:cubicBezTo>
                  <a:pt x="832365" y="90070"/>
                  <a:pt x="833394" y="91077"/>
                  <a:pt x="834872" y="91882"/>
                </a:cubicBezTo>
                <a:cubicBezTo>
                  <a:pt x="836350" y="92685"/>
                  <a:pt x="838476" y="93086"/>
                  <a:pt x="841252" y="93086"/>
                </a:cubicBezTo>
                <a:lnTo>
                  <a:pt x="841252" y="95504"/>
                </a:lnTo>
                <a:lnTo>
                  <a:pt x="809753" y="95504"/>
                </a:lnTo>
                <a:lnTo>
                  <a:pt x="809753" y="93086"/>
                </a:lnTo>
                <a:cubicBezTo>
                  <a:pt x="812888" y="93086"/>
                  <a:pt x="815216" y="92588"/>
                  <a:pt x="816738" y="91592"/>
                </a:cubicBezTo>
                <a:cubicBezTo>
                  <a:pt x="817858" y="90867"/>
                  <a:pt x="818641" y="89712"/>
                  <a:pt x="819089" y="88127"/>
                </a:cubicBezTo>
                <a:cubicBezTo>
                  <a:pt x="819313" y="87356"/>
                  <a:pt x="819425" y="85159"/>
                  <a:pt x="819425" y="81535"/>
                </a:cubicBezTo>
                <a:lnTo>
                  <a:pt x="819425" y="57894"/>
                </a:lnTo>
                <a:cubicBezTo>
                  <a:pt x="819425" y="50730"/>
                  <a:pt x="819279" y="46465"/>
                  <a:pt x="818988" y="45099"/>
                </a:cubicBezTo>
                <a:cubicBezTo>
                  <a:pt x="818697" y="43734"/>
                  <a:pt x="818160" y="42737"/>
                  <a:pt x="817376" y="42111"/>
                </a:cubicBezTo>
                <a:cubicBezTo>
                  <a:pt x="816593" y="41484"/>
                  <a:pt x="815619" y="41170"/>
                  <a:pt x="814455" y="41170"/>
                </a:cubicBezTo>
                <a:cubicBezTo>
                  <a:pt x="813067" y="41170"/>
                  <a:pt x="811500" y="41506"/>
                  <a:pt x="809753" y="42178"/>
                </a:cubicBezTo>
                <a:lnTo>
                  <a:pt x="809082" y="39760"/>
                </a:lnTo>
                <a:lnTo>
                  <a:pt x="827686" y="32238"/>
                </a:lnTo>
                <a:lnTo>
                  <a:pt x="830507" y="32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Library">
            <a:extLst xmlns:a="http://schemas.openxmlformats.org/drawingml/2006/main">
              <a:ext uri="{FF2B5EF4-FFF2-40B4-BE49-F238E27FC236}">
                <a16:creationId xmlns:a16="http://schemas.microsoft.com/office/drawing/2014/main" id="{567CB0D7-9D90-4AB5-8DB9-79D126F3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42" y="1099880"/>
            <a:ext cx="408533" cy="125190"/>
          </a:xfrm>
          <a:custGeom xmlns:a="http://schemas.openxmlformats.org/drawingml/2006/main">
            <a:pathLst>
              <a:path w="408533" h="125190">
                <a:moveTo>
                  <a:pt x="76094" y="70251"/>
                </a:moveTo>
                <a:lnTo>
                  <a:pt x="78311" y="70724"/>
                </a:lnTo>
                <a:lnTo>
                  <a:pt x="70520" y="95504"/>
                </a:lnTo>
                <a:lnTo>
                  <a:pt x="0" y="95504"/>
                </a:lnTo>
                <a:lnTo>
                  <a:pt x="0" y="92952"/>
                </a:lnTo>
                <a:lnTo>
                  <a:pt x="3425" y="92952"/>
                </a:lnTo>
                <a:cubicBezTo>
                  <a:pt x="7276" y="92952"/>
                  <a:pt x="10030" y="91711"/>
                  <a:pt x="11686" y="89229"/>
                </a:cubicBezTo>
                <a:cubicBezTo>
                  <a:pt x="12626" y="87810"/>
                  <a:pt x="13097" y="84529"/>
                  <a:pt x="13097" y="79385"/>
                </a:cubicBezTo>
                <a:lnTo>
                  <a:pt x="13097" y="20552"/>
                </a:lnTo>
                <a:cubicBezTo>
                  <a:pt x="13097" y="14893"/>
                  <a:pt x="12470" y="11351"/>
                  <a:pt x="11216" y="9925"/>
                </a:cubicBezTo>
                <a:cubicBezTo>
                  <a:pt x="9470" y="7965"/>
                  <a:pt x="6873" y="6985"/>
                  <a:pt x="3425" y="6985"/>
                </a:cubicBezTo>
                <a:lnTo>
                  <a:pt x="0" y="6985"/>
                </a:lnTo>
                <a:lnTo>
                  <a:pt x="0" y="4433"/>
                </a:lnTo>
                <a:lnTo>
                  <a:pt x="41237" y="4433"/>
                </a:lnTo>
                <a:lnTo>
                  <a:pt x="41237" y="6985"/>
                </a:lnTo>
                <a:cubicBezTo>
                  <a:pt x="36402" y="6940"/>
                  <a:pt x="33010" y="7384"/>
                  <a:pt x="31062" y="8315"/>
                </a:cubicBezTo>
                <a:cubicBezTo>
                  <a:pt x="29115" y="9247"/>
                  <a:pt x="27783" y="10423"/>
                  <a:pt x="27066" y="11844"/>
                </a:cubicBezTo>
                <a:cubicBezTo>
                  <a:pt x="26350" y="13264"/>
                  <a:pt x="25992" y="16659"/>
                  <a:pt x="25992" y="22029"/>
                </a:cubicBezTo>
                <a:lnTo>
                  <a:pt x="25992" y="79308"/>
                </a:lnTo>
                <a:cubicBezTo>
                  <a:pt x="25992" y="83028"/>
                  <a:pt x="26350" y="85583"/>
                  <a:pt x="27066" y="86973"/>
                </a:cubicBezTo>
                <a:cubicBezTo>
                  <a:pt x="27604" y="87913"/>
                  <a:pt x="28432" y="88608"/>
                  <a:pt x="29551" y="89057"/>
                </a:cubicBezTo>
                <a:cubicBezTo>
                  <a:pt x="30671" y="89504"/>
                  <a:pt x="34163" y="89728"/>
                  <a:pt x="40029" y="89728"/>
                </a:cubicBezTo>
                <a:lnTo>
                  <a:pt x="46678" y="89728"/>
                </a:lnTo>
                <a:cubicBezTo>
                  <a:pt x="53662" y="89728"/>
                  <a:pt x="58565" y="89212"/>
                  <a:pt x="61386" y="88179"/>
                </a:cubicBezTo>
                <a:cubicBezTo>
                  <a:pt x="64207" y="87145"/>
                  <a:pt x="66781" y="85315"/>
                  <a:pt x="69110" y="82687"/>
                </a:cubicBezTo>
                <a:cubicBezTo>
                  <a:pt x="71438" y="80058"/>
                  <a:pt x="73766" y="75913"/>
                  <a:pt x="76094" y="70251"/>
                </a:cubicBezTo>
                <a:close/>
                <a:moveTo>
                  <a:pt x="101098" y="0"/>
                </a:moveTo>
                <a:cubicBezTo>
                  <a:pt x="102978" y="0"/>
                  <a:pt x="104579" y="664"/>
                  <a:pt x="105900" y="1992"/>
                </a:cubicBezTo>
                <a:cubicBezTo>
                  <a:pt x="107221" y="3318"/>
                  <a:pt x="107881" y="4927"/>
                  <a:pt x="107881" y="6817"/>
                </a:cubicBezTo>
                <a:cubicBezTo>
                  <a:pt x="107881" y="8707"/>
                  <a:pt x="107221" y="10328"/>
                  <a:pt x="105900" y="11678"/>
                </a:cubicBezTo>
                <a:cubicBezTo>
                  <a:pt x="104579" y="13027"/>
                  <a:pt x="102978" y="13701"/>
                  <a:pt x="101098" y="13701"/>
                </a:cubicBezTo>
                <a:cubicBezTo>
                  <a:pt x="99217" y="13701"/>
                  <a:pt x="97605" y="13027"/>
                  <a:pt x="96262" y="11678"/>
                </a:cubicBezTo>
                <a:cubicBezTo>
                  <a:pt x="94919" y="10328"/>
                  <a:pt x="94247" y="8707"/>
                  <a:pt x="94247" y="6817"/>
                </a:cubicBezTo>
                <a:cubicBezTo>
                  <a:pt x="94247" y="4927"/>
                  <a:pt x="94907" y="3318"/>
                  <a:pt x="96228" y="1992"/>
                </a:cubicBezTo>
                <a:cubicBezTo>
                  <a:pt x="97549" y="664"/>
                  <a:pt x="99172" y="0"/>
                  <a:pt x="101098" y="0"/>
                </a:cubicBezTo>
                <a:moveTo>
                  <a:pt x="106672" y="32238"/>
                </a:moveTo>
                <a:lnTo>
                  <a:pt x="106672" y="81535"/>
                </a:lnTo>
                <a:cubicBezTo>
                  <a:pt x="106672" y="85408"/>
                  <a:pt x="106952" y="87986"/>
                  <a:pt x="107512" y="89271"/>
                </a:cubicBezTo>
                <a:cubicBezTo>
                  <a:pt x="108071" y="90554"/>
                  <a:pt x="108900" y="91511"/>
                  <a:pt x="109997" y="92142"/>
                </a:cubicBezTo>
                <a:cubicBezTo>
                  <a:pt x="111094" y="92772"/>
                  <a:pt x="113097" y="93086"/>
                  <a:pt x="116008" y="93086"/>
                </a:cubicBezTo>
                <a:lnTo>
                  <a:pt x="116008" y="95504"/>
                </a:lnTo>
                <a:lnTo>
                  <a:pt x="86120" y="95504"/>
                </a:lnTo>
                <a:lnTo>
                  <a:pt x="86120" y="93086"/>
                </a:lnTo>
                <a:cubicBezTo>
                  <a:pt x="89120" y="93086"/>
                  <a:pt x="91135" y="92794"/>
                  <a:pt x="92165" y="92209"/>
                </a:cubicBezTo>
                <a:cubicBezTo>
                  <a:pt x="93195" y="91623"/>
                  <a:pt x="94012" y="90655"/>
                  <a:pt x="94616" y="89304"/>
                </a:cubicBezTo>
                <a:cubicBezTo>
                  <a:pt x="95221" y="87953"/>
                  <a:pt x="95523" y="85363"/>
                  <a:pt x="95523" y="81535"/>
                </a:cubicBezTo>
                <a:lnTo>
                  <a:pt x="95523" y="58028"/>
                </a:lnTo>
                <a:cubicBezTo>
                  <a:pt x="95523" y="51329"/>
                  <a:pt x="95322" y="46990"/>
                  <a:pt x="94919" y="45011"/>
                </a:cubicBezTo>
                <a:cubicBezTo>
                  <a:pt x="94605" y="43571"/>
                  <a:pt x="94113" y="42572"/>
                  <a:pt x="93441" y="42012"/>
                </a:cubicBezTo>
                <a:cubicBezTo>
                  <a:pt x="92769" y="41451"/>
                  <a:pt x="91852" y="41170"/>
                  <a:pt x="90687" y="41170"/>
                </a:cubicBezTo>
                <a:cubicBezTo>
                  <a:pt x="89434" y="41170"/>
                  <a:pt x="87911" y="41506"/>
                  <a:pt x="86120" y="42178"/>
                </a:cubicBezTo>
                <a:lnTo>
                  <a:pt x="85180" y="39760"/>
                </a:lnTo>
                <a:lnTo>
                  <a:pt x="103717" y="32238"/>
                </a:lnTo>
                <a:lnTo>
                  <a:pt x="106672" y="32238"/>
                </a:lnTo>
                <a:close/>
                <a:moveTo>
                  <a:pt x="140407" y="44782"/>
                </a:moveTo>
                <a:cubicBezTo>
                  <a:pt x="146362" y="36419"/>
                  <a:pt x="152787" y="32238"/>
                  <a:pt x="159683" y="32238"/>
                </a:cubicBezTo>
                <a:cubicBezTo>
                  <a:pt x="165996" y="32238"/>
                  <a:pt x="171503" y="34933"/>
                  <a:pt x="176205" y="40322"/>
                </a:cubicBezTo>
                <a:cubicBezTo>
                  <a:pt x="180906" y="45712"/>
                  <a:pt x="183257" y="53081"/>
                  <a:pt x="183257" y="62429"/>
                </a:cubicBezTo>
                <a:cubicBezTo>
                  <a:pt x="183257" y="73343"/>
                  <a:pt x="179630" y="82132"/>
                  <a:pt x="172376" y="88796"/>
                </a:cubicBezTo>
                <a:cubicBezTo>
                  <a:pt x="166153" y="94522"/>
                  <a:pt x="159213" y="97385"/>
                  <a:pt x="151556" y="97385"/>
                </a:cubicBezTo>
                <a:cubicBezTo>
                  <a:pt x="147974" y="97385"/>
                  <a:pt x="144336" y="96731"/>
                  <a:pt x="140642" y="95425"/>
                </a:cubicBezTo>
                <a:cubicBezTo>
                  <a:pt x="136948" y="94118"/>
                  <a:pt x="133176" y="92157"/>
                  <a:pt x="129325" y="89542"/>
                </a:cubicBezTo>
                <a:lnTo>
                  <a:pt x="129325" y="25925"/>
                </a:lnTo>
                <a:cubicBezTo>
                  <a:pt x="129325" y="18940"/>
                  <a:pt x="129158" y="14641"/>
                  <a:pt x="128822" y="13029"/>
                </a:cubicBezTo>
                <a:cubicBezTo>
                  <a:pt x="128486" y="11418"/>
                  <a:pt x="127960" y="10321"/>
                  <a:pt x="127243" y="9738"/>
                </a:cubicBezTo>
                <a:cubicBezTo>
                  <a:pt x="126527" y="9156"/>
                  <a:pt x="125632" y="8865"/>
                  <a:pt x="124557" y="8865"/>
                </a:cubicBezTo>
                <a:cubicBezTo>
                  <a:pt x="123303" y="8865"/>
                  <a:pt x="121736" y="9224"/>
                  <a:pt x="119856" y="9940"/>
                </a:cubicBezTo>
                <a:lnTo>
                  <a:pt x="118915" y="7522"/>
                </a:lnTo>
                <a:lnTo>
                  <a:pt x="137385" y="0"/>
                </a:lnTo>
                <a:lnTo>
                  <a:pt x="140407" y="0"/>
                </a:lnTo>
                <a:lnTo>
                  <a:pt x="140407" y="44782"/>
                </a:lnTo>
                <a:moveTo>
                  <a:pt x="140407" y="49058"/>
                </a:moveTo>
                <a:lnTo>
                  <a:pt x="140407" y="85667"/>
                </a:lnTo>
                <a:cubicBezTo>
                  <a:pt x="142691" y="87895"/>
                  <a:pt x="145053" y="89577"/>
                  <a:pt x="147493" y="90713"/>
                </a:cubicBezTo>
                <a:cubicBezTo>
                  <a:pt x="149933" y="91847"/>
                  <a:pt x="152429" y="92415"/>
                  <a:pt x="154981" y="92415"/>
                </a:cubicBezTo>
                <a:cubicBezTo>
                  <a:pt x="159056" y="92415"/>
                  <a:pt x="162850" y="90188"/>
                  <a:pt x="166365" y="85734"/>
                </a:cubicBezTo>
                <a:cubicBezTo>
                  <a:pt x="169880" y="81281"/>
                  <a:pt x="171638" y="74800"/>
                  <a:pt x="171638" y="66293"/>
                </a:cubicBezTo>
                <a:cubicBezTo>
                  <a:pt x="171638" y="58455"/>
                  <a:pt x="169880" y="52431"/>
                  <a:pt x="166365" y="48222"/>
                </a:cubicBezTo>
                <a:cubicBezTo>
                  <a:pt x="162850" y="44013"/>
                  <a:pt x="158854" y="41909"/>
                  <a:pt x="154377" y="41909"/>
                </a:cubicBezTo>
                <a:cubicBezTo>
                  <a:pt x="152004" y="41909"/>
                  <a:pt x="149631" y="42510"/>
                  <a:pt x="147258" y="43712"/>
                </a:cubicBezTo>
                <a:cubicBezTo>
                  <a:pt x="145467" y="44603"/>
                  <a:pt x="143183" y="46385"/>
                  <a:pt x="140407" y="49058"/>
                </a:cubicBezTo>
                <a:close/>
                <a:moveTo>
                  <a:pt x="210323" y="32238"/>
                </a:moveTo>
                <a:lnTo>
                  <a:pt x="210323" y="46073"/>
                </a:lnTo>
                <a:cubicBezTo>
                  <a:pt x="215472" y="36850"/>
                  <a:pt x="220755" y="32238"/>
                  <a:pt x="226173" y="32238"/>
                </a:cubicBezTo>
                <a:cubicBezTo>
                  <a:pt x="228636" y="32238"/>
                  <a:pt x="230673" y="32988"/>
                  <a:pt x="232285" y="34488"/>
                </a:cubicBezTo>
                <a:cubicBezTo>
                  <a:pt x="233897" y="35988"/>
                  <a:pt x="234703" y="37723"/>
                  <a:pt x="234703" y="39693"/>
                </a:cubicBezTo>
                <a:cubicBezTo>
                  <a:pt x="234703" y="41439"/>
                  <a:pt x="234120" y="42916"/>
                  <a:pt x="232956" y="44125"/>
                </a:cubicBezTo>
                <a:cubicBezTo>
                  <a:pt x="231792" y="45334"/>
                  <a:pt x="230404" y="45939"/>
                  <a:pt x="228792" y="45939"/>
                </a:cubicBezTo>
                <a:cubicBezTo>
                  <a:pt x="227225" y="45939"/>
                  <a:pt x="225468" y="45178"/>
                  <a:pt x="223520" y="43655"/>
                </a:cubicBezTo>
                <a:cubicBezTo>
                  <a:pt x="221572" y="42133"/>
                  <a:pt x="220128" y="41372"/>
                  <a:pt x="219188" y="41372"/>
                </a:cubicBezTo>
                <a:cubicBezTo>
                  <a:pt x="218382" y="41372"/>
                  <a:pt x="217509" y="41816"/>
                  <a:pt x="216569" y="42705"/>
                </a:cubicBezTo>
                <a:cubicBezTo>
                  <a:pt x="214554" y="44528"/>
                  <a:pt x="212472" y="47528"/>
                  <a:pt x="210323" y="51706"/>
                </a:cubicBezTo>
                <a:lnTo>
                  <a:pt x="210323" y="81132"/>
                </a:lnTo>
                <a:cubicBezTo>
                  <a:pt x="210323" y="84537"/>
                  <a:pt x="210748" y="87113"/>
                  <a:pt x="211599" y="88859"/>
                </a:cubicBezTo>
                <a:cubicBezTo>
                  <a:pt x="212181" y="90070"/>
                  <a:pt x="213211" y="91077"/>
                  <a:pt x="214688" y="91882"/>
                </a:cubicBezTo>
                <a:cubicBezTo>
                  <a:pt x="216166" y="92685"/>
                  <a:pt x="218293" y="93086"/>
                  <a:pt x="221069" y="93086"/>
                </a:cubicBezTo>
                <a:lnTo>
                  <a:pt x="221069" y="95504"/>
                </a:lnTo>
                <a:lnTo>
                  <a:pt x="189570" y="95504"/>
                </a:lnTo>
                <a:lnTo>
                  <a:pt x="189570" y="93086"/>
                </a:lnTo>
                <a:cubicBezTo>
                  <a:pt x="192704" y="93086"/>
                  <a:pt x="195032" y="92588"/>
                  <a:pt x="196555" y="91592"/>
                </a:cubicBezTo>
                <a:cubicBezTo>
                  <a:pt x="197674" y="90867"/>
                  <a:pt x="198457" y="89712"/>
                  <a:pt x="198905" y="88127"/>
                </a:cubicBezTo>
                <a:cubicBezTo>
                  <a:pt x="199129" y="87356"/>
                  <a:pt x="199241" y="85159"/>
                  <a:pt x="199241" y="81535"/>
                </a:cubicBezTo>
                <a:lnTo>
                  <a:pt x="199241" y="57894"/>
                </a:lnTo>
                <a:cubicBezTo>
                  <a:pt x="199241" y="50730"/>
                  <a:pt x="199096" y="46465"/>
                  <a:pt x="198804" y="45099"/>
                </a:cubicBezTo>
                <a:cubicBezTo>
                  <a:pt x="198513" y="43734"/>
                  <a:pt x="197976" y="42737"/>
                  <a:pt x="197193" y="42111"/>
                </a:cubicBezTo>
                <a:cubicBezTo>
                  <a:pt x="196409" y="41484"/>
                  <a:pt x="195435" y="41170"/>
                  <a:pt x="194271" y="41170"/>
                </a:cubicBezTo>
                <a:cubicBezTo>
                  <a:pt x="192883" y="41170"/>
                  <a:pt x="191316" y="41506"/>
                  <a:pt x="189570" y="42178"/>
                </a:cubicBezTo>
                <a:lnTo>
                  <a:pt x="188898" y="39760"/>
                </a:lnTo>
                <a:lnTo>
                  <a:pt x="207502" y="32238"/>
                </a:lnTo>
                <a:lnTo>
                  <a:pt x="210323" y="32238"/>
                </a:lnTo>
                <a:close/>
                <a:moveTo>
                  <a:pt x="272984" y="86710"/>
                </a:moveTo>
                <a:cubicBezTo>
                  <a:pt x="266671" y="91589"/>
                  <a:pt x="262708" y="94409"/>
                  <a:pt x="261096" y="95168"/>
                </a:cubicBezTo>
                <a:cubicBezTo>
                  <a:pt x="258678" y="96288"/>
                  <a:pt x="256104" y="96848"/>
                  <a:pt x="253373" y="96848"/>
                </a:cubicBezTo>
                <a:cubicBezTo>
                  <a:pt x="249119" y="96848"/>
                  <a:pt x="245615" y="95392"/>
                  <a:pt x="242862" y="92482"/>
                </a:cubicBezTo>
                <a:cubicBezTo>
                  <a:pt x="240108" y="89572"/>
                  <a:pt x="238731" y="85743"/>
                  <a:pt x="238731" y="80997"/>
                </a:cubicBezTo>
                <a:cubicBezTo>
                  <a:pt x="238731" y="77997"/>
                  <a:pt x="239403" y="75400"/>
                  <a:pt x="240746" y="73207"/>
                </a:cubicBezTo>
                <a:cubicBezTo>
                  <a:pt x="242582" y="70162"/>
                  <a:pt x="245772" y="67296"/>
                  <a:pt x="250317" y="64610"/>
                </a:cubicBezTo>
                <a:cubicBezTo>
                  <a:pt x="254861" y="61923"/>
                  <a:pt x="262417" y="58655"/>
                  <a:pt x="272984" y="54804"/>
                </a:cubicBezTo>
                <a:lnTo>
                  <a:pt x="272984" y="52395"/>
                </a:lnTo>
                <a:cubicBezTo>
                  <a:pt x="272984" y="46283"/>
                  <a:pt x="272010" y="42090"/>
                  <a:pt x="270062" y="39814"/>
                </a:cubicBezTo>
                <a:cubicBezTo>
                  <a:pt x="268115" y="37539"/>
                  <a:pt x="265283" y="36402"/>
                  <a:pt x="261566" y="36402"/>
                </a:cubicBezTo>
                <a:cubicBezTo>
                  <a:pt x="258745" y="36402"/>
                  <a:pt x="256507" y="37163"/>
                  <a:pt x="254850" y="38685"/>
                </a:cubicBezTo>
                <a:cubicBezTo>
                  <a:pt x="253149" y="40208"/>
                  <a:pt x="252298" y="41954"/>
                  <a:pt x="252298" y="43924"/>
                </a:cubicBezTo>
                <a:lnTo>
                  <a:pt x="252432" y="47819"/>
                </a:lnTo>
                <a:cubicBezTo>
                  <a:pt x="252432" y="49879"/>
                  <a:pt x="251906" y="51468"/>
                  <a:pt x="250854" y="52588"/>
                </a:cubicBezTo>
                <a:cubicBezTo>
                  <a:pt x="249802" y="53707"/>
                  <a:pt x="248425" y="54267"/>
                  <a:pt x="246724" y="54267"/>
                </a:cubicBezTo>
                <a:cubicBezTo>
                  <a:pt x="245067" y="54267"/>
                  <a:pt x="243712" y="53683"/>
                  <a:pt x="242660" y="52516"/>
                </a:cubicBezTo>
                <a:cubicBezTo>
                  <a:pt x="241608" y="51348"/>
                  <a:pt x="241082" y="49754"/>
                  <a:pt x="241082" y="47733"/>
                </a:cubicBezTo>
                <a:cubicBezTo>
                  <a:pt x="241082" y="43870"/>
                  <a:pt x="243052" y="40322"/>
                  <a:pt x="246992" y="37088"/>
                </a:cubicBezTo>
                <a:cubicBezTo>
                  <a:pt x="250932" y="33855"/>
                  <a:pt x="256462" y="32238"/>
                  <a:pt x="263581" y="32238"/>
                </a:cubicBezTo>
                <a:cubicBezTo>
                  <a:pt x="269044" y="32238"/>
                  <a:pt x="273521" y="33154"/>
                  <a:pt x="277014" y="34987"/>
                </a:cubicBezTo>
                <a:cubicBezTo>
                  <a:pt x="279655" y="36374"/>
                  <a:pt x="281603" y="38543"/>
                  <a:pt x="282857" y="41496"/>
                </a:cubicBezTo>
                <a:cubicBezTo>
                  <a:pt x="283663" y="43418"/>
                  <a:pt x="284066" y="47353"/>
                  <a:pt x="284066" y="53301"/>
                </a:cubicBezTo>
                <a:lnTo>
                  <a:pt x="284066" y="74164"/>
                </a:lnTo>
                <a:cubicBezTo>
                  <a:pt x="284066" y="80022"/>
                  <a:pt x="284177" y="83611"/>
                  <a:pt x="284401" y="84930"/>
                </a:cubicBezTo>
                <a:cubicBezTo>
                  <a:pt x="284625" y="86250"/>
                  <a:pt x="284995" y="87134"/>
                  <a:pt x="285510" y="87581"/>
                </a:cubicBezTo>
                <a:cubicBezTo>
                  <a:pt x="286024" y="88028"/>
                  <a:pt x="286618" y="88251"/>
                  <a:pt x="287289" y="88251"/>
                </a:cubicBezTo>
                <a:cubicBezTo>
                  <a:pt x="288006" y="88251"/>
                  <a:pt x="288633" y="88094"/>
                  <a:pt x="289170" y="87781"/>
                </a:cubicBezTo>
                <a:cubicBezTo>
                  <a:pt x="290110" y="87199"/>
                  <a:pt x="291924" y="85564"/>
                  <a:pt x="294610" y="82878"/>
                </a:cubicBezTo>
                <a:lnTo>
                  <a:pt x="294610" y="86639"/>
                </a:lnTo>
                <a:cubicBezTo>
                  <a:pt x="289595" y="93355"/>
                  <a:pt x="284804" y="96713"/>
                  <a:pt x="280237" y="96713"/>
                </a:cubicBezTo>
                <a:cubicBezTo>
                  <a:pt x="278043" y="96713"/>
                  <a:pt x="276297" y="95958"/>
                  <a:pt x="274999" y="94446"/>
                </a:cubicBezTo>
                <a:cubicBezTo>
                  <a:pt x="273700" y="92934"/>
                  <a:pt x="273029" y="90355"/>
                  <a:pt x="272984" y="86710"/>
                </a:cubicBezTo>
                <a:moveTo>
                  <a:pt x="272984" y="82355"/>
                </a:moveTo>
                <a:lnTo>
                  <a:pt x="272984" y="58968"/>
                </a:lnTo>
                <a:cubicBezTo>
                  <a:pt x="266223" y="61649"/>
                  <a:pt x="261857" y="63548"/>
                  <a:pt x="259887" y="64664"/>
                </a:cubicBezTo>
                <a:cubicBezTo>
                  <a:pt x="256350" y="66630"/>
                  <a:pt x="253820" y="68686"/>
                  <a:pt x="252298" y="70831"/>
                </a:cubicBezTo>
                <a:cubicBezTo>
                  <a:pt x="250776" y="72974"/>
                  <a:pt x="250014" y="75319"/>
                  <a:pt x="250014" y="77866"/>
                </a:cubicBezTo>
                <a:cubicBezTo>
                  <a:pt x="250014" y="81083"/>
                  <a:pt x="250977" y="83752"/>
                  <a:pt x="252902" y="85875"/>
                </a:cubicBezTo>
                <a:cubicBezTo>
                  <a:pt x="254828" y="87996"/>
                  <a:pt x="257044" y="89057"/>
                  <a:pt x="259551" y="89057"/>
                </a:cubicBezTo>
                <a:cubicBezTo>
                  <a:pt x="262954" y="89057"/>
                  <a:pt x="267432" y="86823"/>
                  <a:pt x="272984" y="82355"/>
                </a:cubicBezTo>
                <a:close/>
                <a:moveTo>
                  <a:pt x="317060" y="32238"/>
                </a:moveTo>
                <a:lnTo>
                  <a:pt x="317060" y="46073"/>
                </a:lnTo>
                <a:cubicBezTo>
                  <a:pt x="322209" y="36850"/>
                  <a:pt x="327492" y="32238"/>
                  <a:pt x="332910" y="32238"/>
                </a:cubicBezTo>
                <a:cubicBezTo>
                  <a:pt x="335373" y="32238"/>
                  <a:pt x="337410" y="32988"/>
                  <a:pt x="339022" y="34488"/>
                </a:cubicBezTo>
                <a:cubicBezTo>
                  <a:pt x="340634" y="35988"/>
                  <a:pt x="341440" y="37723"/>
                  <a:pt x="341440" y="39693"/>
                </a:cubicBezTo>
                <a:cubicBezTo>
                  <a:pt x="341440" y="41439"/>
                  <a:pt x="340858" y="42916"/>
                  <a:pt x="339693" y="44125"/>
                </a:cubicBezTo>
                <a:cubicBezTo>
                  <a:pt x="338529" y="45334"/>
                  <a:pt x="337141" y="45939"/>
                  <a:pt x="335529" y="45939"/>
                </a:cubicBezTo>
                <a:cubicBezTo>
                  <a:pt x="333962" y="45939"/>
                  <a:pt x="332205" y="45178"/>
                  <a:pt x="330257" y="43655"/>
                </a:cubicBezTo>
                <a:cubicBezTo>
                  <a:pt x="328309" y="42133"/>
                  <a:pt x="326865" y="41372"/>
                  <a:pt x="325925" y="41372"/>
                </a:cubicBezTo>
                <a:cubicBezTo>
                  <a:pt x="325119" y="41372"/>
                  <a:pt x="324246" y="41816"/>
                  <a:pt x="323306" y="42705"/>
                </a:cubicBezTo>
                <a:cubicBezTo>
                  <a:pt x="321291" y="44528"/>
                  <a:pt x="319209" y="47528"/>
                  <a:pt x="317060" y="51706"/>
                </a:cubicBezTo>
                <a:lnTo>
                  <a:pt x="317060" y="81132"/>
                </a:lnTo>
                <a:cubicBezTo>
                  <a:pt x="317060" y="84537"/>
                  <a:pt x="317485" y="87113"/>
                  <a:pt x="318336" y="88859"/>
                </a:cubicBezTo>
                <a:cubicBezTo>
                  <a:pt x="318918" y="90070"/>
                  <a:pt x="319948" y="91077"/>
                  <a:pt x="321425" y="91882"/>
                </a:cubicBezTo>
                <a:cubicBezTo>
                  <a:pt x="322903" y="92685"/>
                  <a:pt x="325030" y="93086"/>
                  <a:pt x="327806" y="93086"/>
                </a:cubicBezTo>
                <a:lnTo>
                  <a:pt x="327806" y="95504"/>
                </a:lnTo>
                <a:lnTo>
                  <a:pt x="296307" y="95504"/>
                </a:lnTo>
                <a:lnTo>
                  <a:pt x="296307" y="93086"/>
                </a:lnTo>
                <a:cubicBezTo>
                  <a:pt x="299441" y="93086"/>
                  <a:pt x="301769" y="92588"/>
                  <a:pt x="303292" y="91592"/>
                </a:cubicBezTo>
                <a:cubicBezTo>
                  <a:pt x="304411" y="90867"/>
                  <a:pt x="305195" y="89712"/>
                  <a:pt x="305642" y="88127"/>
                </a:cubicBezTo>
                <a:cubicBezTo>
                  <a:pt x="305866" y="87356"/>
                  <a:pt x="305978" y="85159"/>
                  <a:pt x="305978" y="81535"/>
                </a:cubicBezTo>
                <a:lnTo>
                  <a:pt x="305978" y="57894"/>
                </a:lnTo>
                <a:cubicBezTo>
                  <a:pt x="305978" y="50730"/>
                  <a:pt x="305833" y="46465"/>
                  <a:pt x="305542" y="45099"/>
                </a:cubicBezTo>
                <a:cubicBezTo>
                  <a:pt x="305251" y="43734"/>
                  <a:pt x="304713" y="42737"/>
                  <a:pt x="303930" y="42111"/>
                </a:cubicBezTo>
                <a:cubicBezTo>
                  <a:pt x="303146" y="41484"/>
                  <a:pt x="302172" y="41170"/>
                  <a:pt x="301008" y="41170"/>
                </a:cubicBezTo>
                <a:cubicBezTo>
                  <a:pt x="299620" y="41170"/>
                  <a:pt x="298053" y="41506"/>
                  <a:pt x="296307" y="42178"/>
                </a:cubicBezTo>
                <a:lnTo>
                  <a:pt x="295635" y="39760"/>
                </a:lnTo>
                <a:lnTo>
                  <a:pt x="314239" y="32238"/>
                </a:lnTo>
                <a:lnTo>
                  <a:pt x="317060" y="32238"/>
                </a:lnTo>
                <a:close/>
                <a:moveTo>
                  <a:pt x="341371" y="33984"/>
                </a:moveTo>
                <a:lnTo>
                  <a:pt x="370050" y="33984"/>
                </a:lnTo>
                <a:lnTo>
                  <a:pt x="370050" y="36402"/>
                </a:lnTo>
                <a:lnTo>
                  <a:pt x="368639" y="36402"/>
                </a:lnTo>
                <a:cubicBezTo>
                  <a:pt x="366624" y="36402"/>
                  <a:pt x="365113" y="36840"/>
                  <a:pt x="364106" y="37718"/>
                </a:cubicBezTo>
                <a:cubicBezTo>
                  <a:pt x="363098" y="38595"/>
                  <a:pt x="362595" y="39686"/>
                  <a:pt x="362595" y="40990"/>
                </a:cubicBezTo>
                <a:cubicBezTo>
                  <a:pt x="362595" y="42744"/>
                  <a:pt x="363333" y="45173"/>
                  <a:pt x="364811" y="48277"/>
                </a:cubicBezTo>
                <a:lnTo>
                  <a:pt x="379788" y="79385"/>
                </a:lnTo>
                <a:lnTo>
                  <a:pt x="393556" y="45324"/>
                </a:lnTo>
                <a:cubicBezTo>
                  <a:pt x="394317" y="43477"/>
                  <a:pt x="394698" y="41652"/>
                  <a:pt x="394698" y="39848"/>
                </a:cubicBezTo>
                <a:cubicBezTo>
                  <a:pt x="394698" y="39038"/>
                  <a:pt x="394541" y="38430"/>
                  <a:pt x="394228" y="38024"/>
                </a:cubicBezTo>
                <a:cubicBezTo>
                  <a:pt x="393870" y="37529"/>
                  <a:pt x="393310" y="37135"/>
                  <a:pt x="392549" y="36843"/>
                </a:cubicBezTo>
                <a:cubicBezTo>
                  <a:pt x="391788" y="36549"/>
                  <a:pt x="390444" y="36402"/>
                  <a:pt x="388519" y="36402"/>
                </a:cubicBezTo>
                <a:lnTo>
                  <a:pt x="388519" y="33984"/>
                </a:lnTo>
                <a:lnTo>
                  <a:pt x="408533" y="33984"/>
                </a:lnTo>
                <a:lnTo>
                  <a:pt x="408533" y="36402"/>
                </a:lnTo>
                <a:cubicBezTo>
                  <a:pt x="406877" y="36581"/>
                  <a:pt x="405601" y="36940"/>
                  <a:pt x="404705" y="37481"/>
                </a:cubicBezTo>
                <a:cubicBezTo>
                  <a:pt x="403810" y="38019"/>
                  <a:pt x="402825" y="39030"/>
                  <a:pt x="401750" y="40513"/>
                </a:cubicBezTo>
                <a:cubicBezTo>
                  <a:pt x="401347" y="41143"/>
                  <a:pt x="400586" y="42873"/>
                  <a:pt x="399467" y="45704"/>
                </a:cubicBezTo>
                <a:lnTo>
                  <a:pt x="374415" y="107060"/>
                </a:lnTo>
                <a:cubicBezTo>
                  <a:pt x="371997" y="113036"/>
                  <a:pt x="368829" y="117552"/>
                  <a:pt x="364912" y="120606"/>
                </a:cubicBezTo>
                <a:cubicBezTo>
                  <a:pt x="360994" y="123662"/>
                  <a:pt x="357222" y="125190"/>
                  <a:pt x="353595" y="125190"/>
                </a:cubicBezTo>
                <a:cubicBezTo>
                  <a:pt x="350953" y="125190"/>
                  <a:pt x="348782" y="124425"/>
                  <a:pt x="347080" y="122894"/>
                </a:cubicBezTo>
                <a:cubicBezTo>
                  <a:pt x="345379" y="121364"/>
                  <a:pt x="344528" y="119611"/>
                  <a:pt x="344528" y="117632"/>
                </a:cubicBezTo>
                <a:cubicBezTo>
                  <a:pt x="344528" y="115742"/>
                  <a:pt x="345144" y="114223"/>
                  <a:pt x="346375" y="113076"/>
                </a:cubicBezTo>
                <a:cubicBezTo>
                  <a:pt x="347606" y="111928"/>
                  <a:pt x="349297" y="111355"/>
                  <a:pt x="351446" y="111355"/>
                </a:cubicBezTo>
                <a:cubicBezTo>
                  <a:pt x="352923" y="111355"/>
                  <a:pt x="354938" y="111834"/>
                  <a:pt x="357490" y="112792"/>
                </a:cubicBezTo>
                <a:cubicBezTo>
                  <a:pt x="359281" y="113446"/>
                  <a:pt x="360401" y="113772"/>
                  <a:pt x="360848" y="113772"/>
                </a:cubicBezTo>
                <a:cubicBezTo>
                  <a:pt x="362192" y="113772"/>
                  <a:pt x="363658" y="113083"/>
                  <a:pt x="365247" y="111705"/>
                </a:cubicBezTo>
                <a:cubicBezTo>
                  <a:pt x="366837" y="110327"/>
                  <a:pt x="368438" y="107660"/>
                  <a:pt x="370050" y="103704"/>
                </a:cubicBezTo>
                <a:lnTo>
                  <a:pt x="374415" y="92958"/>
                </a:lnTo>
                <a:lnTo>
                  <a:pt x="352319" y="46671"/>
                </a:lnTo>
                <a:cubicBezTo>
                  <a:pt x="351647" y="45275"/>
                  <a:pt x="350573" y="43541"/>
                  <a:pt x="349095" y="41468"/>
                </a:cubicBezTo>
                <a:cubicBezTo>
                  <a:pt x="347976" y="39893"/>
                  <a:pt x="347058" y="38834"/>
                  <a:pt x="346341" y="38293"/>
                </a:cubicBezTo>
                <a:cubicBezTo>
                  <a:pt x="345312" y="37572"/>
                  <a:pt x="343655" y="36942"/>
                  <a:pt x="341371" y="36402"/>
                </a:cubicBezTo>
                <a:lnTo>
                  <a:pt x="341371" y="33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E0C4E-E5F6-415B-83A6-DACB0112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33" y="1388837"/>
            <a:ext cx="1088106" cy="360600"/>
          </a:xfrm>
          <a:custGeom xmlns:a="http://schemas.openxmlformats.org/drawingml/2006/main">
            <a:pathLst>
              <a:path w="1088106" h="360600">
                <a:moveTo>
                  <a:pt x="0" y="60100"/>
                </a:moveTo>
                <a:lnTo>
                  <a:pt x="0" y="60100"/>
                </a:lnTo>
                <a:cubicBezTo>
                  <a:pt x="0" y="26908"/>
                  <a:pt x="26908" y="0"/>
                  <a:pt x="60100" y="0"/>
                </a:cubicBezTo>
                <a:lnTo>
                  <a:pt x="1028006" y="0"/>
                </a:lnTo>
                <a:cubicBezTo>
                  <a:pt x="1043945" y="0"/>
                  <a:pt x="1059232" y="6332"/>
                  <a:pt x="1070503" y="17603"/>
                </a:cubicBezTo>
                <a:cubicBezTo>
                  <a:pt x="1081773" y="28874"/>
                  <a:pt x="1088106" y="44161"/>
                  <a:pt x="1088106" y="60100"/>
                </a:cubicBezTo>
                <a:lnTo>
                  <a:pt x="1088106" y="300500"/>
                </a:lnTo>
                <a:cubicBezTo>
                  <a:pt x="1088106" y="333692"/>
                  <a:pt x="1061198" y="360600"/>
                  <a:pt x="1028006" y="360600"/>
                </a:cubicBezTo>
                <a:lnTo>
                  <a:pt x="60100" y="360600"/>
                </a:lnTo>
                <a:cubicBezTo>
                  <a:pt x="26908" y="360600"/>
                  <a:pt x="0" y="333692"/>
                  <a:pt x="0" y="300500"/>
                </a:cubicBezTo>
                <a:lnTo>
                  <a:pt x="0" y="601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7A115-1CF6-409E-B288-19E5E85E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33" y="1388837"/>
            <a:ext cx="1088106" cy="360600"/>
          </a:xfrm>
          <a:custGeom xmlns:a="http://schemas.openxmlformats.org/drawingml/2006/main">
            <a:pathLst>
              <a:path w="1088106" h="360600" fill="none">
                <a:moveTo>
                  <a:pt x="0" y="60100"/>
                </a:moveTo>
                <a:lnTo>
                  <a:pt x="0" y="60100"/>
                </a:lnTo>
                <a:cubicBezTo>
                  <a:pt x="0" y="26908"/>
                  <a:pt x="26908" y="0"/>
                  <a:pt x="60100" y="0"/>
                </a:cubicBezTo>
                <a:lnTo>
                  <a:pt x="1028006" y="0"/>
                </a:lnTo>
                <a:cubicBezTo>
                  <a:pt x="1043945" y="0"/>
                  <a:pt x="1059232" y="6332"/>
                  <a:pt x="1070503" y="17603"/>
                </a:cubicBezTo>
                <a:cubicBezTo>
                  <a:pt x="1081773" y="28874"/>
                  <a:pt x="1088106" y="44161"/>
                  <a:pt x="1088106" y="60100"/>
                </a:cubicBezTo>
                <a:lnTo>
                  <a:pt x="1088106" y="300500"/>
                </a:lnTo>
                <a:cubicBezTo>
                  <a:pt x="1088106" y="333692"/>
                  <a:pt x="1061198" y="360600"/>
                  <a:pt x="1028006" y="360600"/>
                </a:cubicBezTo>
                <a:lnTo>
                  <a:pt x="60100" y="360600"/>
                </a:lnTo>
                <a:cubicBezTo>
                  <a:pt x="26908" y="360600"/>
                  <a:pt x="0" y="333692"/>
                  <a:pt x="0" y="300500"/>
                </a:cubicBezTo>
                <a:lnTo>
                  <a:pt x="0" y="601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62" name="Text Candidate">
            <a:extLst xmlns:a="http://schemas.openxmlformats.org/drawingml/2006/main">
              <a:ext uri="{FF2B5EF4-FFF2-40B4-BE49-F238E27FC236}">
                <a16:creationId xmlns:a16="http://schemas.microsoft.com/office/drawing/2014/main" id="{0D77B49C-D3BA-43F9-BC3F-5848A76E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58" y="1441201"/>
            <a:ext cx="548182" cy="97519"/>
          </a:xfrm>
          <a:custGeom xmlns:a="http://schemas.openxmlformats.org/drawingml/2006/main">
            <a:pathLst>
              <a:path w="548182" h="97519">
                <a:moveTo>
                  <a:pt x="77841" y="2418"/>
                </a:moveTo>
                <a:lnTo>
                  <a:pt x="79923" y="33447"/>
                </a:lnTo>
                <a:lnTo>
                  <a:pt x="77841" y="33447"/>
                </a:lnTo>
                <a:cubicBezTo>
                  <a:pt x="75065" y="24155"/>
                  <a:pt x="71102" y="17466"/>
                  <a:pt x="65953" y="13382"/>
                </a:cubicBezTo>
                <a:cubicBezTo>
                  <a:pt x="60804" y="9296"/>
                  <a:pt x="54625" y="7253"/>
                  <a:pt x="47416" y="7253"/>
                </a:cubicBezTo>
                <a:cubicBezTo>
                  <a:pt x="41372" y="7253"/>
                  <a:pt x="35909" y="8785"/>
                  <a:pt x="31029" y="11848"/>
                </a:cubicBezTo>
                <a:cubicBezTo>
                  <a:pt x="26148" y="14909"/>
                  <a:pt x="22309" y="19793"/>
                  <a:pt x="19511" y="26500"/>
                </a:cubicBezTo>
                <a:cubicBezTo>
                  <a:pt x="16712" y="33205"/>
                  <a:pt x="15313" y="41541"/>
                  <a:pt x="15313" y="51509"/>
                </a:cubicBezTo>
                <a:cubicBezTo>
                  <a:pt x="15313" y="59735"/>
                  <a:pt x="16634" y="66865"/>
                  <a:pt x="19275" y="72900"/>
                </a:cubicBezTo>
                <a:cubicBezTo>
                  <a:pt x="21917" y="78935"/>
                  <a:pt x="25891" y="83562"/>
                  <a:pt x="31197" y="86782"/>
                </a:cubicBezTo>
                <a:cubicBezTo>
                  <a:pt x="36503" y="90000"/>
                  <a:pt x="42558" y="91609"/>
                  <a:pt x="49364" y="91609"/>
                </a:cubicBezTo>
                <a:cubicBezTo>
                  <a:pt x="55274" y="91609"/>
                  <a:pt x="60491" y="90340"/>
                  <a:pt x="65013" y="87802"/>
                </a:cubicBezTo>
                <a:cubicBezTo>
                  <a:pt x="69535" y="85262"/>
                  <a:pt x="74505" y="80218"/>
                  <a:pt x="79923" y="72669"/>
                </a:cubicBezTo>
                <a:lnTo>
                  <a:pt x="82005" y="74012"/>
                </a:lnTo>
                <a:cubicBezTo>
                  <a:pt x="77438" y="82140"/>
                  <a:pt x="72110" y="88091"/>
                  <a:pt x="66020" y="91863"/>
                </a:cubicBezTo>
                <a:cubicBezTo>
                  <a:pt x="59931" y="95634"/>
                  <a:pt x="52700" y="97519"/>
                  <a:pt x="44327" y="97519"/>
                </a:cubicBezTo>
                <a:cubicBezTo>
                  <a:pt x="29238" y="97519"/>
                  <a:pt x="17552" y="91930"/>
                  <a:pt x="9268" y="80752"/>
                </a:cubicBezTo>
                <a:cubicBezTo>
                  <a:pt x="3089" y="72436"/>
                  <a:pt x="0" y="62645"/>
                  <a:pt x="0" y="51377"/>
                </a:cubicBezTo>
                <a:cubicBezTo>
                  <a:pt x="0" y="42300"/>
                  <a:pt x="2037" y="33962"/>
                  <a:pt x="6112" y="26361"/>
                </a:cubicBezTo>
                <a:cubicBezTo>
                  <a:pt x="10186" y="18761"/>
                  <a:pt x="15794" y="12870"/>
                  <a:pt x="22936" y="8689"/>
                </a:cubicBezTo>
                <a:cubicBezTo>
                  <a:pt x="30077" y="4508"/>
                  <a:pt x="37879" y="2418"/>
                  <a:pt x="46342" y="2418"/>
                </a:cubicBezTo>
                <a:cubicBezTo>
                  <a:pt x="52924" y="2418"/>
                  <a:pt x="59416" y="4030"/>
                  <a:pt x="65819" y="7253"/>
                </a:cubicBezTo>
                <a:cubicBezTo>
                  <a:pt x="67699" y="8239"/>
                  <a:pt x="69042" y="8731"/>
                  <a:pt x="69848" y="8731"/>
                </a:cubicBezTo>
                <a:cubicBezTo>
                  <a:pt x="71057" y="8731"/>
                  <a:pt x="72110" y="8306"/>
                  <a:pt x="73005" y="7455"/>
                </a:cubicBezTo>
                <a:cubicBezTo>
                  <a:pt x="74169" y="6246"/>
                  <a:pt x="74998" y="4567"/>
                  <a:pt x="75490" y="2418"/>
                </a:cubicBezTo>
                <a:lnTo>
                  <a:pt x="77841" y="2418"/>
                </a:lnTo>
                <a:close/>
                <a:moveTo>
                  <a:pt x="125792" y="86710"/>
                </a:moveTo>
                <a:cubicBezTo>
                  <a:pt x="119479" y="91589"/>
                  <a:pt x="115516" y="94409"/>
                  <a:pt x="113905" y="95168"/>
                </a:cubicBezTo>
                <a:cubicBezTo>
                  <a:pt x="111487" y="96288"/>
                  <a:pt x="108912" y="96848"/>
                  <a:pt x="106181" y="96848"/>
                </a:cubicBezTo>
                <a:cubicBezTo>
                  <a:pt x="101927" y="96848"/>
                  <a:pt x="98424" y="95392"/>
                  <a:pt x="95670" y="92482"/>
                </a:cubicBezTo>
                <a:cubicBezTo>
                  <a:pt x="92916" y="89572"/>
                  <a:pt x="91540" y="85743"/>
                  <a:pt x="91540" y="80997"/>
                </a:cubicBezTo>
                <a:cubicBezTo>
                  <a:pt x="91540" y="77997"/>
                  <a:pt x="92211" y="75400"/>
                  <a:pt x="93554" y="73207"/>
                </a:cubicBezTo>
                <a:cubicBezTo>
                  <a:pt x="95390" y="70162"/>
                  <a:pt x="98580" y="67296"/>
                  <a:pt x="103125" y="64610"/>
                </a:cubicBezTo>
                <a:cubicBezTo>
                  <a:pt x="107670" y="61923"/>
                  <a:pt x="115225" y="58655"/>
                  <a:pt x="125792" y="54804"/>
                </a:cubicBezTo>
                <a:lnTo>
                  <a:pt x="125792" y="52395"/>
                </a:lnTo>
                <a:cubicBezTo>
                  <a:pt x="125792" y="46283"/>
                  <a:pt x="124818" y="42090"/>
                  <a:pt x="122871" y="39814"/>
                </a:cubicBezTo>
                <a:cubicBezTo>
                  <a:pt x="120923" y="37539"/>
                  <a:pt x="118091" y="36402"/>
                  <a:pt x="114375" y="36402"/>
                </a:cubicBezTo>
                <a:cubicBezTo>
                  <a:pt x="111554" y="36402"/>
                  <a:pt x="109315" y="37163"/>
                  <a:pt x="107658" y="38685"/>
                </a:cubicBezTo>
                <a:cubicBezTo>
                  <a:pt x="105957" y="40208"/>
                  <a:pt x="105106" y="41954"/>
                  <a:pt x="105106" y="43924"/>
                </a:cubicBezTo>
                <a:lnTo>
                  <a:pt x="105241" y="47819"/>
                </a:lnTo>
                <a:cubicBezTo>
                  <a:pt x="105241" y="49879"/>
                  <a:pt x="104715" y="51468"/>
                  <a:pt x="103662" y="52588"/>
                </a:cubicBezTo>
                <a:cubicBezTo>
                  <a:pt x="102610" y="53707"/>
                  <a:pt x="101233" y="54267"/>
                  <a:pt x="99532" y="54267"/>
                </a:cubicBezTo>
                <a:cubicBezTo>
                  <a:pt x="97875" y="54267"/>
                  <a:pt x="96521" y="53683"/>
                  <a:pt x="95469" y="52516"/>
                </a:cubicBezTo>
                <a:cubicBezTo>
                  <a:pt x="94416" y="51348"/>
                  <a:pt x="93890" y="49754"/>
                  <a:pt x="93890" y="47733"/>
                </a:cubicBezTo>
                <a:cubicBezTo>
                  <a:pt x="93890" y="43870"/>
                  <a:pt x="95860" y="40322"/>
                  <a:pt x="99801" y="37088"/>
                </a:cubicBezTo>
                <a:cubicBezTo>
                  <a:pt x="103741" y="33855"/>
                  <a:pt x="109270" y="32238"/>
                  <a:pt x="116390" y="32238"/>
                </a:cubicBezTo>
                <a:cubicBezTo>
                  <a:pt x="121852" y="32238"/>
                  <a:pt x="126329" y="33154"/>
                  <a:pt x="129822" y="34987"/>
                </a:cubicBezTo>
                <a:cubicBezTo>
                  <a:pt x="132464" y="36374"/>
                  <a:pt x="134411" y="38543"/>
                  <a:pt x="135665" y="41496"/>
                </a:cubicBezTo>
                <a:cubicBezTo>
                  <a:pt x="136471" y="43418"/>
                  <a:pt x="136874" y="47353"/>
                  <a:pt x="136874" y="53301"/>
                </a:cubicBezTo>
                <a:lnTo>
                  <a:pt x="136874" y="74164"/>
                </a:lnTo>
                <a:cubicBezTo>
                  <a:pt x="136874" y="80022"/>
                  <a:pt x="136986" y="83611"/>
                  <a:pt x="137210" y="84930"/>
                </a:cubicBezTo>
                <a:cubicBezTo>
                  <a:pt x="137434" y="86250"/>
                  <a:pt x="137803" y="87134"/>
                  <a:pt x="138318" y="87581"/>
                </a:cubicBezTo>
                <a:cubicBezTo>
                  <a:pt x="138833" y="88028"/>
                  <a:pt x="139426" y="88251"/>
                  <a:pt x="140098" y="88251"/>
                </a:cubicBezTo>
                <a:cubicBezTo>
                  <a:pt x="140814" y="88251"/>
                  <a:pt x="141441" y="88094"/>
                  <a:pt x="141978" y="87781"/>
                </a:cubicBezTo>
                <a:cubicBezTo>
                  <a:pt x="142918" y="87199"/>
                  <a:pt x="144732" y="85564"/>
                  <a:pt x="147418" y="82878"/>
                </a:cubicBezTo>
                <a:lnTo>
                  <a:pt x="147418" y="86639"/>
                </a:lnTo>
                <a:cubicBezTo>
                  <a:pt x="142404" y="93355"/>
                  <a:pt x="137613" y="96713"/>
                  <a:pt x="133046" y="96713"/>
                </a:cubicBezTo>
                <a:cubicBezTo>
                  <a:pt x="130852" y="96713"/>
                  <a:pt x="129106" y="95958"/>
                  <a:pt x="127807" y="94446"/>
                </a:cubicBezTo>
                <a:cubicBezTo>
                  <a:pt x="126509" y="92934"/>
                  <a:pt x="125837" y="90355"/>
                  <a:pt x="125792" y="86710"/>
                </a:cubicBezTo>
                <a:moveTo>
                  <a:pt x="125792" y="82355"/>
                </a:moveTo>
                <a:lnTo>
                  <a:pt x="125792" y="58968"/>
                </a:lnTo>
                <a:cubicBezTo>
                  <a:pt x="119031" y="61649"/>
                  <a:pt x="114666" y="63548"/>
                  <a:pt x="112696" y="64664"/>
                </a:cubicBezTo>
                <a:cubicBezTo>
                  <a:pt x="109158" y="66630"/>
                  <a:pt x="106629" y="68686"/>
                  <a:pt x="105106" y="70831"/>
                </a:cubicBezTo>
                <a:cubicBezTo>
                  <a:pt x="103584" y="72974"/>
                  <a:pt x="102823" y="75319"/>
                  <a:pt x="102823" y="77866"/>
                </a:cubicBezTo>
                <a:cubicBezTo>
                  <a:pt x="102823" y="81083"/>
                  <a:pt x="103785" y="83752"/>
                  <a:pt x="105711" y="85875"/>
                </a:cubicBezTo>
                <a:cubicBezTo>
                  <a:pt x="107636" y="87996"/>
                  <a:pt x="109852" y="89057"/>
                  <a:pt x="112360" y="89057"/>
                </a:cubicBezTo>
                <a:cubicBezTo>
                  <a:pt x="115763" y="89057"/>
                  <a:pt x="120240" y="86823"/>
                  <a:pt x="125792" y="82355"/>
                </a:cubicBezTo>
                <a:close/>
                <a:moveTo>
                  <a:pt x="169801" y="45200"/>
                </a:moveTo>
                <a:cubicBezTo>
                  <a:pt x="177010" y="36558"/>
                  <a:pt x="183883" y="32238"/>
                  <a:pt x="190420" y="32238"/>
                </a:cubicBezTo>
                <a:cubicBezTo>
                  <a:pt x="193778" y="32238"/>
                  <a:pt x="196666" y="33075"/>
                  <a:pt x="199084" y="34750"/>
                </a:cubicBezTo>
                <a:cubicBezTo>
                  <a:pt x="201502" y="36423"/>
                  <a:pt x="203427" y="39181"/>
                  <a:pt x="204860" y="43021"/>
                </a:cubicBezTo>
                <a:cubicBezTo>
                  <a:pt x="205845" y="45701"/>
                  <a:pt x="206337" y="49809"/>
                  <a:pt x="206337" y="55346"/>
                </a:cubicBezTo>
                <a:lnTo>
                  <a:pt x="206337" y="81535"/>
                </a:lnTo>
                <a:cubicBezTo>
                  <a:pt x="206337" y="85452"/>
                  <a:pt x="206651" y="88109"/>
                  <a:pt x="207277" y="89506"/>
                </a:cubicBezTo>
                <a:cubicBezTo>
                  <a:pt x="207770" y="90632"/>
                  <a:pt x="208565" y="91511"/>
                  <a:pt x="209662" y="92142"/>
                </a:cubicBezTo>
                <a:cubicBezTo>
                  <a:pt x="210759" y="92772"/>
                  <a:pt x="212785" y="93086"/>
                  <a:pt x="215740" y="93086"/>
                </a:cubicBezTo>
                <a:lnTo>
                  <a:pt x="215740" y="95504"/>
                </a:lnTo>
                <a:lnTo>
                  <a:pt x="185315" y="95504"/>
                </a:lnTo>
                <a:lnTo>
                  <a:pt x="185315" y="93086"/>
                </a:lnTo>
                <a:lnTo>
                  <a:pt x="186592" y="93086"/>
                </a:lnTo>
                <a:cubicBezTo>
                  <a:pt x="189457" y="93086"/>
                  <a:pt x="191461" y="92648"/>
                  <a:pt x="192603" y="91771"/>
                </a:cubicBezTo>
                <a:cubicBezTo>
                  <a:pt x="193744" y="90892"/>
                  <a:pt x="194539" y="89597"/>
                  <a:pt x="194987" y="87886"/>
                </a:cubicBezTo>
                <a:cubicBezTo>
                  <a:pt x="195166" y="87210"/>
                  <a:pt x="195255" y="85093"/>
                  <a:pt x="195255" y="81535"/>
                </a:cubicBezTo>
                <a:lnTo>
                  <a:pt x="195255" y="56391"/>
                </a:lnTo>
                <a:cubicBezTo>
                  <a:pt x="195255" y="50802"/>
                  <a:pt x="194528" y="46745"/>
                  <a:pt x="193073" y="44220"/>
                </a:cubicBezTo>
                <a:cubicBezTo>
                  <a:pt x="191617" y="41694"/>
                  <a:pt x="189166" y="40431"/>
                  <a:pt x="185718" y="40431"/>
                </a:cubicBezTo>
                <a:cubicBezTo>
                  <a:pt x="180390" y="40431"/>
                  <a:pt x="175084" y="43342"/>
                  <a:pt x="169801" y="49163"/>
                </a:cubicBezTo>
                <a:lnTo>
                  <a:pt x="169801" y="81535"/>
                </a:lnTo>
                <a:cubicBezTo>
                  <a:pt x="169801" y="85722"/>
                  <a:pt x="170047" y="88312"/>
                  <a:pt x="170540" y="89304"/>
                </a:cubicBezTo>
                <a:cubicBezTo>
                  <a:pt x="171167" y="90610"/>
                  <a:pt x="172029" y="91567"/>
                  <a:pt x="173126" y="92176"/>
                </a:cubicBezTo>
                <a:cubicBezTo>
                  <a:pt x="174223" y="92783"/>
                  <a:pt x="176450" y="93086"/>
                  <a:pt x="179808" y="93086"/>
                </a:cubicBezTo>
                <a:lnTo>
                  <a:pt x="179808" y="95504"/>
                </a:lnTo>
                <a:lnTo>
                  <a:pt x="149384" y="95504"/>
                </a:lnTo>
                <a:lnTo>
                  <a:pt x="149384" y="93086"/>
                </a:lnTo>
                <a:lnTo>
                  <a:pt x="150727" y="93086"/>
                </a:lnTo>
                <a:cubicBezTo>
                  <a:pt x="153861" y="93086"/>
                  <a:pt x="155977" y="92288"/>
                  <a:pt x="157074" y="90690"/>
                </a:cubicBezTo>
                <a:cubicBezTo>
                  <a:pt x="158171" y="89090"/>
                  <a:pt x="158719" y="86039"/>
                  <a:pt x="158719" y="81535"/>
                </a:cubicBezTo>
                <a:lnTo>
                  <a:pt x="158719" y="58834"/>
                </a:lnTo>
                <a:cubicBezTo>
                  <a:pt x="158719" y="51446"/>
                  <a:pt x="158551" y="46946"/>
                  <a:pt x="158216" y="45334"/>
                </a:cubicBezTo>
                <a:cubicBezTo>
                  <a:pt x="157880" y="43722"/>
                  <a:pt x="157365" y="42625"/>
                  <a:pt x="156671" y="42043"/>
                </a:cubicBezTo>
                <a:cubicBezTo>
                  <a:pt x="155977" y="41461"/>
                  <a:pt x="155048" y="41170"/>
                  <a:pt x="153884" y="41170"/>
                </a:cubicBezTo>
                <a:cubicBezTo>
                  <a:pt x="152630" y="41170"/>
                  <a:pt x="151130" y="41506"/>
                  <a:pt x="149384" y="42178"/>
                </a:cubicBezTo>
                <a:lnTo>
                  <a:pt x="148376" y="39760"/>
                </a:lnTo>
                <a:lnTo>
                  <a:pt x="166913" y="32238"/>
                </a:lnTo>
                <a:lnTo>
                  <a:pt x="169801" y="32238"/>
                </a:lnTo>
                <a:lnTo>
                  <a:pt x="169801" y="45200"/>
                </a:lnTo>
                <a:close/>
                <a:moveTo>
                  <a:pt x="264096" y="88591"/>
                </a:moveTo>
                <a:cubicBezTo>
                  <a:pt x="261097" y="91724"/>
                  <a:pt x="258164" y="93973"/>
                  <a:pt x="255298" y="95338"/>
                </a:cubicBezTo>
                <a:cubicBezTo>
                  <a:pt x="252433" y="96703"/>
                  <a:pt x="249343" y="97385"/>
                  <a:pt x="246030" y="97385"/>
                </a:cubicBezTo>
                <a:cubicBezTo>
                  <a:pt x="239314" y="97385"/>
                  <a:pt x="233448" y="94582"/>
                  <a:pt x="228433" y="88975"/>
                </a:cubicBezTo>
                <a:cubicBezTo>
                  <a:pt x="223419" y="83367"/>
                  <a:pt x="220911" y="76161"/>
                  <a:pt x="220911" y="67357"/>
                </a:cubicBezTo>
                <a:cubicBezTo>
                  <a:pt x="220911" y="58555"/>
                  <a:pt x="223687" y="50501"/>
                  <a:pt x="229239" y="43196"/>
                </a:cubicBezTo>
                <a:cubicBezTo>
                  <a:pt x="234791" y="35890"/>
                  <a:pt x="241933" y="32238"/>
                  <a:pt x="250664" y="32238"/>
                </a:cubicBezTo>
                <a:cubicBezTo>
                  <a:pt x="256082" y="32238"/>
                  <a:pt x="260559" y="33961"/>
                  <a:pt x="264096" y="37407"/>
                </a:cubicBezTo>
                <a:lnTo>
                  <a:pt x="264096" y="25925"/>
                </a:lnTo>
                <a:cubicBezTo>
                  <a:pt x="264096" y="18924"/>
                  <a:pt x="263929" y="14622"/>
                  <a:pt x="263593" y="13017"/>
                </a:cubicBezTo>
                <a:cubicBezTo>
                  <a:pt x="263257" y="11412"/>
                  <a:pt x="262731" y="10319"/>
                  <a:pt x="262014" y="9738"/>
                </a:cubicBezTo>
                <a:cubicBezTo>
                  <a:pt x="261298" y="9156"/>
                  <a:pt x="260403" y="8865"/>
                  <a:pt x="259328" y="8865"/>
                </a:cubicBezTo>
                <a:cubicBezTo>
                  <a:pt x="258164" y="8865"/>
                  <a:pt x="256619" y="9224"/>
                  <a:pt x="254694" y="9940"/>
                </a:cubicBezTo>
                <a:lnTo>
                  <a:pt x="253821" y="7522"/>
                </a:lnTo>
                <a:lnTo>
                  <a:pt x="272156" y="0"/>
                </a:lnTo>
                <a:lnTo>
                  <a:pt x="275178" y="0"/>
                </a:lnTo>
                <a:lnTo>
                  <a:pt x="275178" y="71192"/>
                </a:lnTo>
                <a:cubicBezTo>
                  <a:pt x="275178" y="78371"/>
                  <a:pt x="275346" y="82752"/>
                  <a:pt x="275682" y="84334"/>
                </a:cubicBezTo>
                <a:cubicBezTo>
                  <a:pt x="276018" y="85917"/>
                  <a:pt x="276555" y="87022"/>
                  <a:pt x="277294" y="87648"/>
                </a:cubicBezTo>
                <a:cubicBezTo>
                  <a:pt x="278033" y="88274"/>
                  <a:pt x="278894" y="88587"/>
                  <a:pt x="279880" y="88587"/>
                </a:cubicBezTo>
                <a:cubicBezTo>
                  <a:pt x="281088" y="88587"/>
                  <a:pt x="282700" y="88206"/>
                  <a:pt x="284715" y="87445"/>
                </a:cubicBezTo>
                <a:lnTo>
                  <a:pt x="285454" y="89863"/>
                </a:lnTo>
                <a:lnTo>
                  <a:pt x="267186" y="97385"/>
                </a:lnTo>
                <a:lnTo>
                  <a:pt x="264096" y="97385"/>
                </a:lnTo>
                <a:lnTo>
                  <a:pt x="264096" y="88591"/>
                </a:lnTo>
                <a:moveTo>
                  <a:pt x="264096" y="83900"/>
                </a:moveTo>
                <a:lnTo>
                  <a:pt x="264096" y="52279"/>
                </a:lnTo>
                <a:cubicBezTo>
                  <a:pt x="263828" y="49242"/>
                  <a:pt x="263022" y="46473"/>
                  <a:pt x="261679" y="43972"/>
                </a:cubicBezTo>
                <a:cubicBezTo>
                  <a:pt x="260335" y="41470"/>
                  <a:pt x="258556" y="39584"/>
                  <a:pt x="256339" y="38312"/>
                </a:cubicBezTo>
                <a:cubicBezTo>
                  <a:pt x="254123" y="37038"/>
                  <a:pt x="251963" y="36402"/>
                  <a:pt x="249858" y="36402"/>
                </a:cubicBezTo>
                <a:cubicBezTo>
                  <a:pt x="245918" y="36402"/>
                  <a:pt x="242403" y="38166"/>
                  <a:pt x="239314" y="41695"/>
                </a:cubicBezTo>
                <a:cubicBezTo>
                  <a:pt x="235239" y="46339"/>
                  <a:pt x="233202" y="53127"/>
                  <a:pt x="233202" y="62060"/>
                </a:cubicBezTo>
                <a:cubicBezTo>
                  <a:pt x="233202" y="71082"/>
                  <a:pt x="235172" y="77994"/>
                  <a:pt x="239112" y="82796"/>
                </a:cubicBezTo>
                <a:cubicBezTo>
                  <a:pt x="243052" y="87597"/>
                  <a:pt x="247440" y="89997"/>
                  <a:pt x="252276" y="89997"/>
                </a:cubicBezTo>
                <a:cubicBezTo>
                  <a:pt x="256350" y="89997"/>
                  <a:pt x="260291" y="87965"/>
                  <a:pt x="264096" y="83900"/>
                </a:cubicBezTo>
                <a:close/>
                <a:moveTo>
                  <a:pt x="305065" y="0"/>
                </a:moveTo>
                <a:cubicBezTo>
                  <a:pt x="306946" y="0"/>
                  <a:pt x="308546" y="664"/>
                  <a:pt x="309867" y="1992"/>
                </a:cubicBezTo>
                <a:cubicBezTo>
                  <a:pt x="311188" y="3318"/>
                  <a:pt x="311849" y="4927"/>
                  <a:pt x="311849" y="6817"/>
                </a:cubicBezTo>
                <a:cubicBezTo>
                  <a:pt x="311849" y="8707"/>
                  <a:pt x="311188" y="10328"/>
                  <a:pt x="309867" y="11678"/>
                </a:cubicBezTo>
                <a:cubicBezTo>
                  <a:pt x="308546" y="13027"/>
                  <a:pt x="306946" y="13701"/>
                  <a:pt x="305065" y="13701"/>
                </a:cubicBezTo>
                <a:cubicBezTo>
                  <a:pt x="303185" y="13701"/>
                  <a:pt x="301573" y="13027"/>
                  <a:pt x="300230" y="11678"/>
                </a:cubicBezTo>
                <a:cubicBezTo>
                  <a:pt x="298886" y="10328"/>
                  <a:pt x="298215" y="8707"/>
                  <a:pt x="298215" y="6817"/>
                </a:cubicBezTo>
                <a:cubicBezTo>
                  <a:pt x="298215" y="4927"/>
                  <a:pt x="298875" y="3318"/>
                  <a:pt x="300196" y="1992"/>
                </a:cubicBezTo>
                <a:cubicBezTo>
                  <a:pt x="301517" y="664"/>
                  <a:pt x="303140" y="0"/>
                  <a:pt x="305065" y="0"/>
                </a:cubicBezTo>
                <a:moveTo>
                  <a:pt x="310640" y="32238"/>
                </a:moveTo>
                <a:lnTo>
                  <a:pt x="310640" y="81535"/>
                </a:lnTo>
                <a:cubicBezTo>
                  <a:pt x="310640" y="85408"/>
                  <a:pt x="310920" y="87986"/>
                  <a:pt x="311479" y="89271"/>
                </a:cubicBezTo>
                <a:cubicBezTo>
                  <a:pt x="312039" y="90554"/>
                  <a:pt x="312867" y="91511"/>
                  <a:pt x="313964" y="92142"/>
                </a:cubicBezTo>
                <a:cubicBezTo>
                  <a:pt x="315061" y="92772"/>
                  <a:pt x="317065" y="93086"/>
                  <a:pt x="319975" y="93086"/>
                </a:cubicBezTo>
                <a:lnTo>
                  <a:pt x="319975" y="95504"/>
                </a:lnTo>
                <a:lnTo>
                  <a:pt x="290088" y="95504"/>
                </a:lnTo>
                <a:lnTo>
                  <a:pt x="290088" y="93086"/>
                </a:lnTo>
                <a:cubicBezTo>
                  <a:pt x="293088" y="93086"/>
                  <a:pt x="295103" y="92794"/>
                  <a:pt x="296133" y="92209"/>
                </a:cubicBezTo>
                <a:cubicBezTo>
                  <a:pt x="297163" y="91623"/>
                  <a:pt x="297980" y="90655"/>
                  <a:pt x="298584" y="89304"/>
                </a:cubicBezTo>
                <a:cubicBezTo>
                  <a:pt x="299189" y="87953"/>
                  <a:pt x="299491" y="85363"/>
                  <a:pt x="299491" y="81535"/>
                </a:cubicBezTo>
                <a:lnTo>
                  <a:pt x="299491" y="58028"/>
                </a:lnTo>
                <a:cubicBezTo>
                  <a:pt x="299491" y="51329"/>
                  <a:pt x="299289" y="46990"/>
                  <a:pt x="298886" y="45011"/>
                </a:cubicBezTo>
                <a:cubicBezTo>
                  <a:pt x="298573" y="43571"/>
                  <a:pt x="298080" y="42572"/>
                  <a:pt x="297409" y="42012"/>
                </a:cubicBezTo>
                <a:cubicBezTo>
                  <a:pt x="296737" y="41451"/>
                  <a:pt x="295819" y="41170"/>
                  <a:pt x="294655" y="41170"/>
                </a:cubicBezTo>
                <a:cubicBezTo>
                  <a:pt x="293401" y="41170"/>
                  <a:pt x="291879" y="41506"/>
                  <a:pt x="290088" y="42178"/>
                </a:cubicBezTo>
                <a:lnTo>
                  <a:pt x="289148" y="39760"/>
                </a:lnTo>
                <a:lnTo>
                  <a:pt x="307685" y="32238"/>
                </a:lnTo>
                <a:lnTo>
                  <a:pt x="310640" y="32238"/>
                </a:lnTo>
                <a:close/>
                <a:moveTo>
                  <a:pt x="370971" y="88591"/>
                </a:moveTo>
                <a:cubicBezTo>
                  <a:pt x="367971" y="91724"/>
                  <a:pt x="365038" y="93973"/>
                  <a:pt x="362173" y="95338"/>
                </a:cubicBezTo>
                <a:cubicBezTo>
                  <a:pt x="359307" y="96703"/>
                  <a:pt x="356218" y="97385"/>
                  <a:pt x="352904" y="97385"/>
                </a:cubicBezTo>
                <a:cubicBezTo>
                  <a:pt x="346188" y="97385"/>
                  <a:pt x="340323" y="94582"/>
                  <a:pt x="335308" y="88975"/>
                </a:cubicBezTo>
                <a:cubicBezTo>
                  <a:pt x="330293" y="83367"/>
                  <a:pt x="327786" y="76161"/>
                  <a:pt x="327786" y="67357"/>
                </a:cubicBezTo>
                <a:cubicBezTo>
                  <a:pt x="327786" y="58555"/>
                  <a:pt x="330562" y="50501"/>
                  <a:pt x="336114" y="43196"/>
                </a:cubicBezTo>
                <a:cubicBezTo>
                  <a:pt x="341666" y="35890"/>
                  <a:pt x="348807" y="32238"/>
                  <a:pt x="357539" y="32238"/>
                </a:cubicBezTo>
                <a:cubicBezTo>
                  <a:pt x="362956" y="32238"/>
                  <a:pt x="367434" y="33961"/>
                  <a:pt x="370971" y="37407"/>
                </a:cubicBezTo>
                <a:lnTo>
                  <a:pt x="370971" y="25925"/>
                </a:lnTo>
                <a:cubicBezTo>
                  <a:pt x="370971" y="18924"/>
                  <a:pt x="370803" y="14622"/>
                  <a:pt x="370467" y="13017"/>
                </a:cubicBezTo>
                <a:cubicBezTo>
                  <a:pt x="370131" y="11412"/>
                  <a:pt x="369605" y="10319"/>
                  <a:pt x="368889" y="9738"/>
                </a:cubicBezTo>
                <a:cubicBezTo>
                  <a:pt x="368172" y="9156"/>
                  <a:pt x="367277" y="8865"/>
                  <a:pt x="366202" y="8865"/>
                </a:cubicBezTo>
                <a:cubicBezTo>
                  <a:pt x="365038" y="8865"/>
                  <a:pt x="363494" y="9224"/>
                  <a:pt x="361568" y="9940"/>
                </a:cubicBezTo>
                <a:lnTo>
                  <a:pt x="360695" y="7522"/>
                </a:lnTo>
                <a:lnTo>
                  <a:pt x="379030" y="0"/>
                </a:lnTo>
                <a:lnTo>
                  <a:pt x="382053" y="0"/>
                </a:lnTo>
                <a:lnTo>
                  <a:pt x="382053" y="71192"/>
                </a:lnTo>
                <a:cubicBezTo>
                  <a:pt x="382053" y="78371"/>
                  <a:pt x="382221" y="82752"/>
                  <a:pt x="382556" y="84334"/>
                </a:cubicBezTo>
                <a:cubicBezTo>
                  <a:pt x="382892" y="85917"/>
                  <a:pt x="383429" y="87022"/>
                  <a:pt x="384168" y="87648"/>
                </a:cubicBezTo>
                <a:cubicBezTo>
                  <a:pt x="384907" y="88274"/>
                  <a:pt x="385769" y="88587"/>
                  <a:pt x="386754" y="88587"/>
                </a:cubicBezTo>
                <a:cubicBezTo>
                  <a:pt x="387963" y="88587"/>
                  <a:pt x="389575" y="88206"/>
                  <a:pt x="391590" y="87445"/>
                </a:cubicBezTo>
                <a:lnTo>
                  <a:pt x="392328" y="89863"/>
                </a:lnTo>
                <a:lnTo>
                  <a:pt x="374060" y="97385"/>
                </a:lnTo>
                <a:lnTo>
                  <a:pt x="370971" y="97385"/>
                </a:lnTo>
                <a:lnTo>
                  <a:pt x="370971" y="88591"/>
                </a:lnTo>
                <a:moveTo>
                  <a:pt x="370971" y="83900"/>
                </a:moveTo>
                <a:lnTo>
                  <a:pt x="370971" y="52279"/>
                </a:lnTo>
                <a:cubicBezTo>
                  <a:pt x="370702" y="49242"/>
                  <a:pt x="369896" y="46473"/>
                  <a:pt x="368553" y="43972"/>
                </a:cubicBezTo>
                <a:cubicBezTo>
                  <a:pt x="367210" y="41470"/>
                  <a:pt x="365430" y="39584"/>
                  <a:pt x="363214" y="38312"/>
                </a:cubicBezTo>
                <a:cubicBezTo>
                  <a:pt x="360997" y="37038"/>
                  <a:pt x="358837" y="36402"/>
                  <a:pt x="356733" y="36402"/>
                </a:cubicBezTo>
                <a:cubicBezTo>
                  <a:pt x="352792" y="36402"/>
                  <a:pt x="349278" y="38166"/>
                  <a:pt x="346188" y="41695"/>
                </a:cubicBezTo>
                <a:cubicBezTo>
                  <a:pt x="342114" y="46339"/>
                  <a:pt x="340076" y="53127"/>
                  <a:pt x="340076" y="62060"/>
                </a:cubicBezTo>
                <a:cubicBezTo>
                  <a:pt x="340076" y="71082"/>
                  <a:pt x="342046" y="77994"/>
                  <a:pt x="345987" y="82796"/>
                </a:cubicBezTo>
                <a:cubicBezTo>
                  <a:pt x="349927" y="87597"/>
                  <a:pt x="354315" y="89997"/>
                  <a:pt x="359150" y="89997"/>
                </a:cubicBezTo>
                <a:cubicBezTo>
                  <a:pt x="363225" y="89997"/>
                  <a:pt x="367165" y="87965"/>
                  <a:pt x="370971" y="83900"/>
                </a:cubicBezTo>
                <a:close/>
                <a:moveTo>
                  <a:pt x="431148" y="86710"/>
                </a:moveTo>
                <a:cubicBezTo>
                  <a:pt x="424835" y="91589"/>
                  <a:pt x="420872" y="94409"/>
                  <a:pt x="419260" y="95168"/>
                </a:cubicBezTo>
                <a:cubicBezTo>
                  <a:pt x="416843" y="96288"/>
                  <a:pt x="414268" y="96848"/>
                  <a:pt x="411537" y="96848"/>
                </a:cubicBezTo>
                <a:cubicBezTo>
                  <a:pt x="407283" y="96848"/>
                  <a:pt x="403780" y="95392"/>
                  <a:pt x="401026" y="92482"/>
                </a:cubicBezTo>
                <a:cubicBezTo>
                  <a:pt x="398272" y="89572"/>
                  <a:pt x="396895" y="85743"/>
                  <a:pt x="396895" y="80997"/>
                </a:cubicBezTo>
                <a:cubicBezTo>
                  <a:pt x="396895" y="77997"/>
                  <a:pt x="397567" y="75400"/>
                  <a:pt x="398910" y="73207"/>
                </a:cubicBezTo>
                <a:cubicBezTo>
                  <a:pt x="400746" y="70162"/>
                  <a:pt x="403936" y="67296"/>
                  <a:pt x="408481" y="64610"/>
                </a:cubicBezTo>
                <a:cubicBezTo>
                  <a:pt x="413026" y="61923"/>
                  <a:pt x="420581" y="58655"/>
                  <a:pt x="431148" y="54804"/>
                </a:cubicBezTo>
                <a:lnTo>
                  <a:pt x="431148" y="52395"/>
                </a:lnTo>
                <a:cubicBezTo>
                  <a:pt x="431148" y="46283"/>
                  <a:pt x="430174" y="42090"/>
                  <a:pt x="428227" y="39814"/>
                </a:cubicBezTo>
                <a:cubicBezTo>
                  <a:pt x="426279" y="37539"/>
                  <a:pt x="423447" y="36402"/>
                  <a:pt x="419731" y="36402"/>
                </a:cubicBezTo>
                <a:cubicBezTo>
                  <a:pt x="416910" y="36402"/>
                  <a:pt x="414671" y="37163"/>
                  <a:pt x="413014" y="38685"/>
                </a:cubicBezTo>
                <a:cubicBezTo>
                  <a:pt x="411313" y="40208"/>
                  <a:pt x="410462" y="41954"/>
                  <a:pt x="410462" y="43924"/>
                </a:cubicBezTo>
                <a:lnTo>
                  <a:pt x="410596" y="47819"/>
                </a:lnTo>
                <a:cubicBezTo>
                  <a:pt x="410596" y="49879"/>
                  <a:pt x="410070" y="51468"/>
                  <a:pt x="409018" y="52588"/>
                </a:cubicBezTo>
                <a:cubicBezTo>
                  <a:pt x="407966" y="53707"/>
                  <a:pt x="406589" y="54267"/>
                  <a:pt x="404888" y="54267"/>
                </a:cubicBezTo>
                <a:cubicBezTo>
                  <a:pt x="403231" y="54267"/>
                  <a:pt x="401877" y="53683"/>
                  <a:pt x="400824" y="52516"/>
                </a:cubicBezTo>
                <a:cubicBezTo>
                  <a:pt x="399772" y="51348"/>
                  <a:pt x="399246" y="49754"/>
                  <a:pt x="399246" y="47733"/>
                </a:cubicBezTo>
                <a:cubicBezTo>
                  <a:pt x="399246" y="43870"/>
                  <a:pt x="401216" y="40322"/>
                  <a:pt x="405156" y="37088"/>
                </a:cubicBezTo>
                <a:cubicBezTo>
                  <a:pt x="409097" y="33855"/>
                  <a:pt x="414626" y="32238"/>
                  <a:pt x="421745" y="32238"/>
                </a:cubicBezTo>
                <a:cubicBezTo>
                  <a:pt x="427208" y="32238"/>
                  <a:pt x="431685" y="33154"/>
                  <a:pt x="435178" y="34987"/>
                </a:cubicBezTo>
                <a:cubicBezTo>
                  <a:pt x="437819" y="36374"/>
                  <a:pt x="439767" y="38543"/>
                  <a:pt x="441021" y="41496"/>
                </a:cubicBezTo>
                <a:cubicBezTo>
                  <a:pt x="441827" y="43418"/>
                  <a:pt x="442230" y="47353"/>
                  <a:pt x="442230" y="53301"/>
                </a:cubicBezTo>
                <a:lnTo>
                  <a:pt x="442230" y="74164"/>
                </a:lnTo>
                <a:cubicBezTo>
                  <a:pt x="442230" y="80022"/>
                  <a:pt x="442342" y="83611"/>
                  <a:pt x="442566" y="84930"/>
                </a:cubicBezTo>
                <a:cubicBezTo>
                  <a:pt x="442789" y="86250"/>
                  <a:pt x="443159" y="87134"/>
                  <a:pt x="443674" y="87581"/>
                </a:cubicBezTo>
                <a:cubicBezTo>
                  <a:pt x="444189" y="88028"/>
                  <a:pt x="444782" y="88251"/>
                  <a:pt x="445454" y="88251"/>
                </a:cubicBezTo>
                <a:cubicBezTo>
                  <a:pt x="446170" y="88251"/>
                  <a:pt x="446797" y="88094"/>
                  <a:pt x="447334" y="87781"/>
                </a:cubicBezTo>
                <a:cubicBezTo>
                  <a:pt x="448274" y="87199"/>
                  <a:pt x="450088" y="85564"/>
                  <a:pt x="452774" y="82878"/>
                </a:cubicBezTo>
                <a:lnTo>
                  <a:pt x="452774" y="86639"/>
                </a:lnTo>
                <a:cubicBezTo>
                  <a:pt x="447759" y="93355"/>
                  <a:pt x="442969" y="96713"/>
                  <a:pt x="438402" y="96713"/>
                </a:cubicBezTo>
                <a:cubicBezTo>
                  <a:pt x="436208" y="96713"/>
                  <a:pt x="434461" y="95958"/>
                  <a:pt x="433163" y="94446"/>
                </a:cubicBezTo>
                <a:cubicBezTo>
                  <a:pt x="431864" y="92934"/>
                  <a:pt x="431193" y="90355"/>
                  <a:pt x="431148" y="86710"/>
                </a:cubicBezTo>
                <a:moveTo>
                  <a:pt x="431148" y="82355"/>
                </a:moveTo>
                <a:lnTo>
                  <a:pt x="431148" y="58968"/>
                </a:lnTo>
                <a:cubicBezTo>
                  <a:pt x="424387" y="61649"/>
                  <a:pt x="420022" y="63548"/>
                  <a:pt x="418051" y="64664"/>
                </a:cubicBezTo>
                <a:cubicBezTo>
                  <a:pt x="414514" y="66630"/>
                  <a:pt x="411985" y="68686"/>
                  <a:pt x="410462" y="70831"/>
                </a:cubicBezTo>
                <a:cubicBezTo>
                  <a:pt x="408940" y="72974"/>
                  <a:pt x="408179" y="75319"/>
                  <a:pt x="408179" y="77866"/>
                </a:cubicBezTo>
                <a:cubicBezTo>
                  <a:pt x="408179" y="81083"/>
                  <a:pt x="409141" y="83752"/>
                  <a:pt x="411067" y="85875"/>
                </a:cubicBezTo>
                <a:cubicBezTo>
                  <a:pt x="412992" y="87996"/>
                  <a:pt x="415208" y="89057"/>
                  <a:pt x="417716" y="89057"/>
                </a:cubicBezTo>
                <a:cubicBezTo>
                  <a:pt x="421119" y="89057"/>
                  <a:pt x="425596" y="86823"/>
                  <a:pt x="431148" y="82355"/>
                </a:cubicBezTo>
                <a:close/>
                <a:moveTo>
                  <a:pt x="475090" y="13701"/>
                </a:moveTo>
                <a:lnTo>
                  <a:pt x="475090" y="33984"/>
                </a:lnTo>
                <a:lnTo>
                  <a:pt x="489462" y="33984"/>
                </a:lnTo>
                <a:lnTo>
                  <a:pt x="489462" y="38551"/>
                </a:lnTo>
                <a:lnTo>
                  <a:pt x="475090" y="38685"/>
                </a:lnTo>
                <a:lnTo>
                  <a:pt x="475090" y="78634"/>
                </a:lnTo>
                <a:cubicBezTo>
                  <a:pt x="475090" y="82623"/>
                  <a:pt x="475661" y="85313"/>
                  <a:pt x="476802" y="86704"/>
                </a:cubicBezTo>
                <a:cubicBezTo>
                  <a:pt x="477944" y="88093"/>
                  <a:pt x="479410" y="88788"/>
                  <a:pt x="481201" y="88788"/>
                </a:cubicBezTo>
                <a:cubicBezTo>
                  <a:pt x="482679" y="88788"/>
                  <a:pt x="484112" y="88324"/>
                  <a:pt x="485500" y="87394"/>
                </a:cubicBezTo>
                <a:cubicBezTo>
                  <a:pt x="486888" y="86465"/>
                  <a:pt x="487962" y="85094"/>
                  <a:pt x="488724" y="83281"/>
                </a:cubicBezTo>
                <a:lnTo>
                  <a:pt x="491343" y="83281"/>
                </a:lnTo>
                <a:cubicBezTo>
                  <a:pt x="489776" y="87691"/>
                  <a:pt x="487559" y="91010"/>
                  <a:pt x="484694" y="93238"/>
                </a:cubicBezTo>
                <a:cubicBezTo>
                  <a:pt x="481828" y="95465"/>
                  <a:pt x="478873" y="96579"/>
                  <a:pt x="475829" y="96579"/>
                </a:cubicBezTo>
                <a:cubicBezTo>
                  <a:pt x="473769" y="96579"/>
                  <a:pt x="471754" y="96006"/>
                  <a:pt x="469784" y="94860"/>
                </a:cubicBezTo>
                <a:cubicBezTo>
                  <a:pt x="467814" y="93714"/>
                  <a:pt x="466359" y="92074"/>
                  <a:pt x="465418" y="89940"/>
                </a:cubicBezTo>
                <a:cubicBezTo>
                  <a:pt x="464478" y="87807"/>
                  <a:pt x="464008" y="84516"/>
                  <a:pt x="464008" y="80068"/>
                </a:cubicBezTo>
                <a:lnTo>
                  <a:pt x="464008" y="38551"/>
                </a:lnTo>
                <a:lnTo>
                  <a:pt x="454270" y="38551"/>
                </a:lnTo>
                <a:lnTo>
                  <a:pt x="454270" y="36398"/>
                </a:lnTo>
                <a:cubicBezTo>
                  <a:pt x="456732" y="35418"/>
                  <a:pt x="459251" y="33760"/>
                  <a:pt x="461825" y="31423"/>
                </a:cubicBezTo>
                <a:cubicBezTo>
                  <a:pt x="464400" y="29087"/>
                  <a:pt x="466695" y="26302"/>
                  <a:pt x="468709" y="23068"/>
                </a:cubicBezTo>
                <a:cubicBezTo>
                  <a:pt x="469739" y="21361"/>
                  <a:pt x="471172" y="18239"/>
                  <a:pt x="473008" y="13701"/>
                </a:cubicBezTo>
                <a:lnTo>
                  <a:pt x="475090" y="13701"/>
                </a:lnTo>
                <a:close/>
                <a:moveTo>
                  <a:pt x="505668" y="57222"/>
                </a:moveTo>
                <a:cubicBezTo>
                  <a:pt x="505624" y="66314"/>
                  <a:pt x="507840" y="73445"/>
                  <a:pt x="512317" y="78615"/>
                </a:cubicBezTo>
                <a:cubicBezTo>
                  <a:pt x="516795" y="83785"/>
                  <a:pt x="522056" y="86370"/>
                  <a:pt x="528100" y="86370"/>
                </a:cubicBezTo>
                <a:cubicBezTo>
                  <a:pt x="532130" y="86370"/>
                  <a:pt x="535634" y="85257"/>
                  <a:pt x="538611" y="83031"/>
                </a:cubicBezTo>
                <a:cubicBezTo>
                  <a:pt x="541589" y="80805"/>
                  <a:pt x="544085" y="76993"/>
                  <a:pt x="546100" y="71595"/>
                </a:cubicBezTo>
                <a:lnTo>
                  <a:pt x="548182" y="72944"/>
                </a:lnTo>
                <a:cubicBezTo>
                  <a:pt x="547242" y="79110"/>
                  <a:pt x="544510" y="84726"/>
                  <a:pt x="539988" y="89789"/>
                </a:cubicBezTo>
                <a:cubicBezTo>
                  <a:pt x="535466" y="94853"/>
                  <a:pt x="529802" y="97385"/>
                  <a:pt x="522996" y="97385"/>
                </a:cubicBezTo>
                <a:cubicBezTo>
                  <a:pt x="515608" y="97385"/>
                  <a:pt x="509284" y="94514"/>
                  <a:pt x="504023" y="88773"/>
                </a:cubicBezTo>
                <a:cubicBezTo>
                  <a:pt x="498762" y="83031"/>
                  <a:pt x="496131" y="75312"/>
                  <a:pt x="496131" y="65615"/>
                </a:cubicBezTo>
                <a:cubicBezTo>
                  <a:pt x="496131" y="55115"/>
                  <a:pt x="498829" y="46928"/>
                  <a:pt x="504224" y="41053"/>
                </a:cubicBezTo>
                <a:cubicBezTo>
                  <a:pt x="509620" y="35176"/>
                  <a:pt x="516392" y="32238"/>
                  <a:pt x="524541" y="32238"/>
                </a:cubicBezTo>
                <a:cubicBezTo>
                  <a:pt x="531436" y="32238"/>
                  <a:pt x="537100" y="34504"/>
                  <a:pt x="541533" y="39038"/>
                </a:cubicBezTo>
                <a:cubicBezTo>
                  <a:pt x="545966" y="43570"/>
                  <a:pt x="548182" y="49631"/>
                  <a:pt x="548182" y="57222"/>
                </a:cubicBezTo>
                <a:lnTo>
                  <a:pt x="505668" y="57222"/>
                </a:lnTo>
                <a:moveTo>
                  <a:pt x="505668" y="53327"/>
                </a:moveTo>
                <a:lnTo>
                  <a:pt x="534145" y="53327"/>
                </a:lnTo>
                <a:cubicBezTo>
                  <a:pt x="533921" y="49419"/>
                  <a:pt x="533451" y="46666"/>
                  <a:pt x="532735" y="45068"/>
                </a:cubicBezTo>
                <a:cubicBezTo>
                  <a:pt x="531615" y="42580"/>
                  <a:pt x="529947" y="40626"/>
                  <a:pt x="527731" y="39206"/>
                </a:cubicBezTo>
                <a:cubicBezTo>
                  <a:pt x="525515" y="37784"/>
                  <a:pt x="523198" y="37073"/>
                  <a:pt x="520780" y="37073"/>
                </a:cubicBezTo>
                <a:cubicBezTo>
                  <a:pt x="517063" y="37073"/>
                  <a:pt x="513739" y="38505"/>
                  <a:pt x="510806" y="41370"/>
                </a:cubicBezTo>
                <a:cubicBezTo>
                  <a:pt x="507873" y="44234"/>
                  <a:pt x="506161" y="48219"/>
                  <a:pt x="505668" y="533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papers">
            <a:extLst xmlns:a="http://schemas.openxmlformats.org/drawingml/2006/main">
              <a:ext uri="{FF2B5EF4-FFF2-40B4-BE49-F238E27FC236}">
                <a16:creationId xmlns:a16="http://schemas.microsoft.com/office/drawing/2014/main" id="{B0749AC6-EEB6-4BFB-991A-7D5C89FB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84" y="1637916"/>
            <a:ext cx="354381" cy="92683"/>
          </a:xfrm>
          <a:custGeom xmlns:a="http://schemas.openxmlformats.org/drawingml/2006/main">
            <a:pathLst>
              <a:path w="354381" h="92683">
                <a:moveTo>
                  <a:pt x="336" y="7656"/>
                </a:moveTo>
                <a:lnTo>
                  <a:pt x="19275" y="134"/>
                </a:lnTo>
                <a:lnTo>
                  <a:pt x="21828" y="134"/>
                </a:lnTo>
                <a:lnTo>
                  <a:pt x="21828" y="14574"/>
                </a:lnTo>
                <a:cubicBezTo>
                  <a:pt x="25007" y="9182"/>
                  <a:pt x="28197" y="5404"/>
                  <a:pt x="31398" y="3243"/>
                </a:cubicBezTo>
                <a:cubicBezTo>
                  <a:pt x="34600" y="1081"/>
                  <a:pt x="37969" y="0"/>
                  <a:pt x="41506" y="0"/>
                </a:cubicBezTo>
                <a:cubicBezTo>
                  <a:pt x="47685" y="0"/>
                  <a:pt x="52834" y="2415"/>
                  <a:pt x="56953" y="7245"/>
                </a:cubicBezTo>
                <a:cubicBezTo>
                  <a:pt x="62013" y="13150"/>
                  <a:pt x="64543" y="20843"/>
                  <a:pt x="64543" y="30326"/>
                </a:cubicBezTo>
                <a:cubicBezTo>
                  <a:pt x="64543" y="40926"/>
                  <a:pt x="61498" y="49693"/>
                  <a:pt x="55409" y="56626"/>
                </a:cubicBezTo>
                <a:cubicBezTo>
                  <a:pt x="50394" y="62307"/>
                  <a:pt x="44081" y="65147"/>
                  <a:pt x="36469" y="65147"/>
                </a:cubicBezTo>
                <a:cubicBezTo>
                  <a:pt x="33156" y="65147"/>
                  <a:pt x="30290" y="64677"/>
                  <a:pt x="27872" y="63737"/>
                </a:cubicBezTo>
                <a:cubicBezTo>
                  <a:pt x="26081" y="63065"/>
                  <a:pt x="24066" y="61722"/>
                  <a:pt x="21828" y="59707"/>
                </a:cubicBezTo>
                <a:lnTo>
                  <a:pt x="21828" y="78445"/>
                </a:lnTo>
                <a:cubicBezTo>
                  <a:pt x="21828" y="82678"/>
                  <a:pt x="22085" y="85368"/>
                  <a:pt x="22600" y="86517"/>
                </a:cubicBezTo>
                <a:cubicBezTo>
                  <a:pt x="23115" y="87666"/>
                  <a:pt x="24010" y="88578"/>
                  <a:pt x="25286" y="89252"/>
                </a:cubicBezTo>
                <a:cubicBezTo>
                  <a:pt x="26563" y="89928"/>
                  <a:pt x="28880" y="90266"/>
                  <a:pt x="32238" y="90266"/>
                </a:cubicBezTo>
                <a:lnTo>
                  <a:pt x="32238" y="92683"/>
                </a:lnTo>
                <a:lnTo>
                  <a:pt x="0" y="92683"/>
                </a:lnTo>
                <a:lnTo>
                  <a:pt x="0" y="90266"/>
                </a:lnTo>
                <a:lnTo>
                  <a:pt x="1679" y="90266"/>
                </a:lnTo>
                <a:cubicBezTo>
                  <a:pt x="4142" y="90310"/>
                  <a:pt x="6246" y="89838"/>
                  <a:pt x="7992" y="88847"/>
                </a:cubicBezTo>
                <a:cubicBezTo>
                  <a:pt x="8843" y="88352"/>
                  <a:pt x="9503" y="87553"/>
                  <a:pt x="9974" y="86450"/>
                </a:cubicBezTo>
                <a:cubicBezTo>
                  <a:pt x="10444" y="85347"/>
                  <a:pt x="10679" y="82545"/>
                  <a:pt x="10679" y="78042"/>
                </a:cubicBezTo>
                <a:lnTo>
                  <a:pt x="10679" y="19746"/>
                </a:lnTo>
                <a:cubicBezTo>
                  <a:pt x="10679" y="15734"/>
                  <a:pt x="10500" y="13188"/>
                  <a:pt x="10141" y="12106"/>
                </a:cubicBezTo>
                <a:cubicBezTo>
                  <a:pt x="9783" y="11023"/>
                  <a:pt x="9212" y="10212"/>
                  <a:pt x="8429" y="9673"/>
                </a:cubicBezTo>
                <a:cubicBezTo>
                  <a:pt x="7645" y="9135"/>
                  <a:pt x="6582" y="8865"/>
                  <a:pt x="5239" y="8865"/>
                </a:cubicBezTo>
                <a:cubicBezTo>
                  <a:pt x="4164" y="8865"/>
                  <a:pt x="2798" y="9179"/>
                  <a:pt x="1142" y="9806"/>
                </a:cubicBezTo>
                <a:lnTo>
                  <a:pt x="336" y="7656"/>
                </a:lnTo>
                <a:moveTo>
                  <a:pt x="21828" y="18537"/>
                </a:moveTo>
                <a:lnTo>
                  <a:pt x="21828" y="41506"/>
                </a:lnTo>
                <a:cubicBezTo>
                  <a:pt x="21828" y="46476"/>
                  <a:pt x="22029" y="49745"/>
                  <a:pt x="22432" y="51312"/>
                </a:cubicBezTo>
                <a:cubicBezTo>
                  <a:pt x="23059" y="53909"/>
                  <a:pt x="24592" y="56192"/>
                  <a:pt x="27033" y="58162"/>
                </a:cubicBezTo>
                <a:cubicBezTo>
                  <a:pt x="29473" y="60132"/>
                  <a:pt x="32551" y="61117"/>
                  <a:pt x="36267" y="61117"/>
                </a:cubicBezTo>
                <a:cubicBezTo>
                  <a:pt x="40745" y="61117"/>
                  <a:pt x="44372" y="59371"/>
                  <a:pt x="47148" y="55879"/>
                </a:cubicBezTo>
                <a:cubicBezTo>
                  <a:pt x="50774" y="51312"/>
                  <a:pt x="52588" y="44887"/>
                  <a:pt x="52588" y="36603"/>
                </a:cubicBezTo>
                <a:cubicBezTo>
                  <a:pt x="52588" y="27201"/>
                  <a:pt x="50528" y="19969"/>
                  <a:pt x="46409" y="14910"/>
                </a:cubicBezTo>
                <a:cubicBezTo>
                  <a:pt x="43543" y="11418"/>
                  <a:pt x="40140" y="9671"/>
                  <a:pt x="36200" y="9671"/>
                </a:cubicBezTo>
                <a:cubicBezTo>
                  <a:pt x="34051" y="9671"/>
                  <a:pt x="31924" y="10209"/>
                  <a:pt x="29820" y="11283"/>
                </a:cubicBezTo>
                <a:cubicBezTo>
                  <a:pt x="28208" y="12089"/>
                  <a:pt x="25544" y="14507"/>
                  <a:pt x="21828" y="18537"/>
                </a:cubicBezTo>
                <a:close/>
                <a:moveTo>
                  <a:pt x="108399" y="54473"/>
                </a:moveTo>
                <a:cubicBezTo>
                  <a:pt x="102086" y="59352"/>
                  <a:pt x="98124" y="62171"/>
                  <a:pt x="96512" y="62931"/>
                </a:cubicBezTo>
                <a:cubicBezTo>
                  <a:pt x="94094" y="64050"/>
                  <a:pt x="91519" y="64610"/>
                  <a:pt x="88788" y="64610"/>
                </a:cubicBezTo>
                <a:cubicBezTo>
                  <a:pt x="84535" y="64610"/>
                  <a:pt x="81031" y="63155"/>
                  <a:pt x="78277" y="60244"/>
                </a:cubicBezTo>
                <a:cubicBezTo>
                  <a:pt x="75524" y="57334"/>
                  <a:pt x="74147" y="53506"/>
                  <a:pt x="74147" y="48760"/>
                </a:cubicBezTo>
                <a:cubicBezTo>
                  <a:pt x="74147" y="45760"/>
                  <a:pt x="74818" y="43163"/>
                  <a:pt x="76162" y="40969"/>
                </a:cubicBezTo>
                <a:cubicBezTo>
                  <a:pt x="77997" y="37924"/>
                  <a:pt x="81188" y="35059"/>
                  <a:pt x="85732" y="32372"/>
                </a:cubicBezTo>
                <a:cubicBezTo>
                  <a:pt x="90277" y="29686"/>
                  <a:pt x="97833" y="26417"/>
                  <a:pt x="108399" y="22566"/>
                </a:cubicBezTo>
                <a:lnTo>
                  <a:pt x="108399" y="20157"/>
                </a:lnTo>
                <a:cubicBezTo>
                  <a:pt x="108399" y="14045"/>
                  <a:pt x="107426" y="9852"/>
                  <a:pt x="105478" y="7577"/>
                </a:cubicBezTo>
                <a:cubicBezTo>
                  <a:pt x="103530" y="5302"/>
                  <a:pt x="100698" y="4164"/>
                  <a:pt x="96982" y="4164"/>
                </a:cubicBezTo>
                <a:cubicBezTo>
                  <a:pt x="94161" y="4164"/>
                  <a:pt x="91922" y="4925"/>
                  <a:pt x="90266" y="6448"/>
                </a:cubicBezTo>
                <a:cubicBezTo>
                  <a:pt x="88564" y="7970"/>
                  <a:pt x="87714" y="9716"/>
                  <a:pt x="87714" y="11686"/>
                </a:cubicBezTo>
                <a:lnTo>
                  <a:pt x="87848" y="15582"/>
                </a:lnTo>
                <a:cubicBezTo>
                  <a:pt x="87848" y="17641"/>
                  <a:pt x="87322" y="19231"/>
                  <a:pt x="86270" y="20350"/>
                </a:cubicBezTo>
                <a:cubicBezTo>
                  <a:pt x="85217" y="21469"/>
                  <a:pt x="83841" y="22029"/>
                  <a:pt x="82139" y="22029"/>
                </a:cubicBezTo>
                <a:cubicBezTo>
                  <a:pt x="80482" y="22029"/>
                  <a:pt x="79128" y="21446"/>
                  <a:pt x="78076" y="20279"/>
                </a:cubicBezTo>
                <a:cubicBezTo>
                  <a:pt x="77024" y="19110"/>
                  <a:pt x="76497" y="17516"/>
                  <a:pt x="76497" y="15496"/>
                </a:cubicBezTo>
                <a:cubicBezTo>
                  <a:pt x="76497" y="11632"/>
                  <a:pt x="78468" y="8084"/>
                  <a:pt x="82408" y="4850"/>
                </a:cubicBezTo>
                <a:cubicBezTo>
                  <a:pt x="86348" y="1617"/>
                  <a:pt x="91878" y="0"/>
                  <a:pt x="98997" y="0"/>
                </a:cubicBezTo>
                <a:cubicBezTo>
                  <a:pt x="104459" y="0"/>
                  <a:pt x="108937" y="916"/>
                  <a:pt x="112429" y="2749"/>
                </a:cubicBezTo>
                <a:cubicBezTo>
                  <a:pt x="115071" y="4136"/>
                  <a:pt x="117019" y="6306"/>
                  <a:pt x="118272" y="9258"/>
                </a:cubicBezTo>
                <a:cubicBezTo>
                  <a:pt x="119078" y="11180"/>
                  <a:pt x="119481" y="15116"/>
                  <a:pt x="119481" y="21064"/>
                </a:cubicBezTo>
                <a:lnTo>
                  <a:pt x="119481" y="41926"/>
                </a:lnTo>
                <a:cubicBezTo>
                  <a:pt x="119481" y="47784"/>
                  <a:pt x="119593" y="51373"/>
                  <a:pt x="119817" y="52693"/>
                </a:cubicBezTo>
                <a:cubicBezTo>
                  <a:pt x="120041" y="54012"/>
                  <a:pt x="120410" y="54896"/>
                  <a:pt x="120925" y="55344"/>
                </a:cubicBezTo>
                <a:cubicBezTo>
                  <a:pt x="121440" y="55790"/>
                  <a:pt x="122033" y="56013"/>
                  <a:pt x="122705" y="56013"/>
                </a:cubicBezTo>
                <a:cubicBezTo>
                  <a:pt x="123421" y="56013"/>
                  <a:pt x="124048" y="55856"/>
                  <a:pt x="124585" y="55543"/>
                </a:cubicBezTo>
                <a:cubicBezTo>
                  <a:pt x="125526" y="54961"/>
                  <a:pt x="127339" y="53327"/>
                  <a:pt x="130026" y="50640"/>
                </a:cubicBezTo>
                <a:lnTo>
                  <a:pt x="130026" y="54401"/>
                </a:lnTo>
                <a:cubicBezTo>
                  <a:pt x="125011" y="61117"/>
                  <a:pt x="120220" y="64475"/>
                  <a:pt x="115653" y="64475"/>
                </a:cubicBezTo>
                <a:cubicBezTo>
                  <a:pt x="113459" y="64475"/>
                  <a:pt x="111713" y="63720"/>
                  <a:pt x="110414" y="62209"/>
                </a:cubicBezTo>
                <a:cubicBezTo>
                  <a:pt x="109116" y="60696"/>
                  <a:pt x="108444" y="58117"/>
                  <a:pt x="108399" y="54473"/>
                </a:cubicBezTo>
                <a:moveTo>
                  <a:pt x="108399" y="50118"/>
                </a:moveTo>
                <a:lnTo>
                  <a:pt x="108399" y="26730"/>
                </a:lnTo>
                <a:cubicBezTo>
                  <a:pt x="101638" y="29411"/>
                  <a:pt x="97273" y="31310"/>
                  <a:pt x="95303" y="32427"/>
                </a:cubicBezTo>
                <a:cubicBezTo>
                  <a:pt x="91766" y="34393"/>
                  <a:pt x="89236" y="36448"/>
                  <a:pt x="87714" y="38593"/>
                </a:cubicBezTo>
                <a:cubicBezTo>
                  <a:pt x="86191" y="40737"/>
                  <a:pt x="85430" y="43082"/>
                  <a:pt x="85430" y="45628"/>
                </a:cubicBezTo>
                <a:cubicBezTo>
                  <a:pt x="85430" y="48845"/>
                  <a:pt x="86393" y="51515"/>
                  <a:pt x="88318" y="53637"/>
                </a:cubicBezTo>
                <a:cubicBezTo>
                  <a:pt x="90243" y="55758"/>
                  <a:pt x="92460" y="56819"/>
                  <a:pt x="94967" y="56819"/>
                </a:cubicBezTo>
                <a:cubicBezTo>
                  <a:pt x="98370" y="56819"/>
                  <a:pt x="102847" y="54585"/>
                  <a:pt x="108399" y="50118"/>
                </a:cubicBezTo>
                <a:close/>
                <a:moveTo>
                  <a:pt x="130043" y="7656"/>
                </a:moveTo>
                <a:lnTo>
                  <a:pt x="148983" y="134"/>
                </a:lnTo>
                <a:lnTo>
                  <a:pt x="151535" y="134"/>
                </a:lnTo>
                <a:lnTo>
                  <a:pt x="151535" y="14574"/>
                </a:lnTo>
                <a:cubicBezTo>
                  <a:pt x="154714" y="9182"/>
                  <a:pt x="157904" y="5404"/>
                  <a:pt x="161106" y="3243"/>
                </a:cubicBezTo>
                <a:cubicBezTo>
                  <a:pt x="164307" y="1081"/>
                  <a:pt x="167676" y="0"/>
                  <a:pt x="171214" y="0"/>
                </a:cubicBezTo>
                <a:cubicBezTo>
                  <a:pt x="177392" y="0"/>
                  <a:pt x="182542" y="2415"/>
                  <a:pt x="186661" y="7245"/>
                </a:cubicBezTo>
                <a:cubicBezTo>
                  <a:pt x="191720" y="13150"/>
                  <a:pt x="194250" y="20843"/>
                  <a:pt x="194250" y="30326"/>
                </a:cubicBezTo>
                <a:cubicBezTo>
                  <a:pt x="194250" y="40926"/>
                  <a:pt x="191205" y="49693"/>
                  <a:pt x="185116" y="56626"/>
                </a:cubicBezTo>
                <a:cubicBezTo>
                  <a:pt x="180101" y="62307"/>
                  <a:pt x="173788" y="65147"/>
                  <a:pt x="166176" y="65147"/>
                </a:cubicBezTo>
                <a:cubicBezTo>
                  <a:pt x="162863" y="65147"/>
                  <a:pt x="159998" y="64677"/>
                  <a:pt x="157580" y="63737"/>
                </a:cubicBezTo>
                <a:cubicBezTo>
                  <a:pt x="155789" y="63065"/>
                  <a:pt x="153774" y="61722"/>
                  <a:pt x="151535" y="59707"/>
                </a:cubicBezTo>
                <a:lnTo>
                  <a:pt x="151535" y="78445"/>
                </a:lnTo>
                <a:cubicBezTo>
                  <a:pt x="151535" y="82678"/>
                  <a:pt x="151793" y="85368"/>
                  <a:pt x="152307" y="86517"/>
                </a:cubicBezTo>
                <a:cubicBezTo>
                  <a:pt x="152822" y="87666"/>
                  <a:pt x="153718" y="88578"/>
                  <a:pt x="154994" y="89252"/>
                </a:cubicBezTo>
                <a:cubicBezTo>
                  <a:pt x="156270" y="89928"/>
                  <a:pt x="158587" y="90266"/>
                  <a:pt x="161945" y="90266"/>
                </a:cubicBezTo>
                <a:lnTo>
                  <a:pt x="161945" y="92683"/>
                </a:lnTo>
                <a:lnTo>
                  <a:pt x="129707" y="92683"/>
                </a:lnTo>
                <a:lnTo>
                  <a:pt x="129707" y="90266"/>
                </a:lnTo>
                <a:lnTo>
                  <a:pt x="131387" y="90266"/>
                </a:lnTo>
                <a:cubicBezTo>
                  <a:pt x="133849" y="90310"/>
                  <a:pt x="135954" y="89838"/>
                  <a:pt x="137700" y="88847"/>
                </a:cubicBezTo>
                <a:cubicBezTo>
                  <a:pt x="138550" y="88352"/>
                  <a:pt x="139211" y="87553"/>
                  <a:pt x="139681" y="86450"/>
                </a:cubicBezTo>
                <a:cubicBezTo>
                  <a:pt x="140151" y="85347"/>
                  <a:pt x="140386" y="82545"/>
                  <a:pt x="140386" y="78042"/>
                </a:cubicBezTo>
                <a:lnTo>
                  <a:pt x="140386" y="19746"/>
                </a:lnTo>
                <a:cubicBezTo>
                  <a:pt x="140386" y="15734"/>
                  <a:pt x="140207" y="13188"/>
                  <a:pt x="139849" y="12106"/>
                </a:cubicBezTo>
                <a:cubicBezTo>
                  <a:pt x="139491" y="11023"/>
                  <a:pt x="138920" y="10212"/>
                  <a:pt x="138136" y="9673"/>
                </a:cubicBezTo>
                <a:cubicBezTo>
                  <a:pt x="137353" y="9135"/>
                  <a:pt x="136289" y="8865"/>
                  <a:pt x="134946" y="8865"/>
                </a:cubicBezTo>
                <a:cubicBezTo>
                  <a:pt x="133872" y="8865"/>
                  <a:pt x="132506" y="9179"/>
                  <a:pt x="130849" y="9806"/>
                </a:cubicBezTo>
                <a:lnTo>
                  <a:pt x="130043" y="7656"/>
                </a:lnTo>
                <a:moveTo>
                  <a:pt x="151535" y="18537"/>
                </a:moveTo>
                <a:lnTo>
                  <a:pt x="151535" y="41506"/>
                </a:lnTo>
                <a:cubicBezTo>
                  <a:pt x="151535" y="46476"/>
                  <a:pt x="151737" y="49745"/>
                  <a:pt x="152140" y="51312"/>
                </a:cubicBezTo>
                <a:cubicBezTo>
                  <a:pt x="152766" y="53909"/>
                  <a:pt x="154300" y="56192"/>
                  <a:pt x="156740" y="58162"/>
                </a:cubicBezTo>
                <a:cubicBezTo>
                  <a:pt x="159180" y="60132"/>
                  <a:pt x="162259" y="61117"/>
                  <a:pt x="165975" y="61117"/>
                </a:cubicBezTo>
                <a:cubicBezTo>
                  <a:pt x="170452" y="61117"/>
                  <a:pt x="174079" y="59371"/>
                  <a:pt x="176855" y="55879"/>
                </a:cubicBezTo>
                <a:cubicBezTo>
                  <a:pt x="180482" y="51312"/>
                  <a:pt x="182295" y="44887"/>
                  <a:pt x="182295" y="36603"/>
                </a:cubicBezTo>
                <a:cubicBezTo>
                  <a:pt x="182295" y="27201"/>
                  <a:pt x="180236" y="19969"/>
                  <a:pt x="176116" y="14910"/>
                </a:cubicBezTo>
                <a:cubicBezTo>
                  <a:pt x="173251" y="11418"/>
                  <a:pt x="169848" y="9671"/>
                  <a:pt x="165908" y="9671"/>
                </a:cubicBezTo>
                <a:cubicBezTo>
                  <a:pt x="163759" y="9671"/>
                  <a:pt x="161632" y="10209"/>
                  <a:pt x="159527" y="11283"/>
                </a:cubicBezTo>
                <a:cubicBezTo>
                  <a:pt x="157916" y="12089"/>
                  <a:pt x="155251" y="14507"/>
                  <a:pt x="151535" y="18537"/>
                </a:cubicBezTo>
                <a:close/>
                <a:moveTo>
                  <a:pt x="213593" y="24984"/>
                </a:moveTo>
                <a:cubicBezTo>
                  <a:pt x="213548" y="34076"/>
                  <a:pt x="215764" y="41207"/>
                  <a:pt x="220242" y="46377"/>
                </a:cubicBezTo>
                <a:cubicBezTo>
                  <a:pt x="224719" y="51547"/>
                  <a:pt x="229980" y="54133"/>
                  <a:pt x="236025" y="54133"/>
                </a:cubicBezTo>
                <a:cubicBezTo>
                  <a:pt x="240055" y="54133"/>
                  <a:pt x="243558" y="53019"/>
                  <a:pt x="246536" y="50793"/>
                </a:cubicBezTo>
                <a:cubicBezTo>
                  <a:pt x="249513" y="48567"/>
                  <a:pt x="252009" y="44755"/>
                  <a:pt x="254024" y="39357"/>
                </a:cubicBezTo>
                <a:lnTo>
                  <a:pt x="256106" y="40706"/>
                </a:lnTo>
                <a:cubicBezTo>
                  <a:pt x="255166" y="46873"/>
                  <a:pt x="252435" y="52488"/>
                  <a:pt x="247913" y="57551"/>
                </a:cubicBezTo>
                <a:cubicBezTo>
                  <a:pt x="243390" y="62615"/>
                  <a:pt x="237726" y="65147"/>
                  <a:pt x="230921" y="65147"/>
                </a:cubicBezTo>
                <a:cubicBezTo>
                  <a:pt x="223533" y="65147"/>
                  <a:pt x="217208" y="62277"/>
                  <a:pt x="211947" y="56536"/>
                </a:cubicBezTo>
                <a:cubicBezTo>
                  <a:pt x="206686" y="50793"/>
                  <a:pt x="204056" y="43074"/>
                  <a:pt x="204056" y="33377"/>
                </a:cubicBezTo>
                <a:cubicBezTo>
                  <a:pt x="204056" y="22878"/>
                  <a:pt x="206753" y="14690"/>
                  <a:pt x="212149" y="8815"/>
                </a:cubicBezTo>
                <a:cubicBezTo>
                  <a:pt x="217544" y="2938"/>
                  <a:pt x="224316" y="0"/>
                  <a:pt x="232465" y="0"/>
                </a:cubicBezTo>
                <a:cubicBezTo>
                  <a:pt x="239361" y="0"/>
                  <a:pt x="245025" y="2267"/>
                  <a:pt x="249457" y="6800"/>
                </a:cubicBezTo>
                <a:cubicBezTo>
                  <a:pt x="253890" y="11332"/>
                  <a:pt x="256106" y="17394"/>
                  <a:pt x="256106" y="24984"/>
                </a:cubicBezTo>
                <a:lnTo>
                  <a:pt x="213593" y="24984"/>
                </a:lnTo>
                <a:moveTo>
                  <a:pt x="213593" y="21089"/>
                </a:moveTo>
                <a:lnTo>
                  <a:pt x="242069" y="21089"/>
                </a:lnTo>
                <a:cubicBezTo>
                  <a:pt x="241846" y="17181"/>
                  <a:pt x="241375" y="14428"/>
                  <a:pt x="240659" y="12830"/>
                </a:cubicBezTo>
                <a:cubicBezTo>
                  <a:pt x="239540" y="10342"/>
                  <a:pt x="237872" y="8388"/>
                  <a:pt x="235656" y="6968"/>
                </a:cubicBezTo>
                <a:cubicBezTo>
                  <a:pt x="233439" y="5546"/>
                  <a:pt x="231122" y="4836"/>
                  <a:pt x="228704" y="4836"/>
                </a:cubicBezTo>
                <a:cubicBezTo>
                  <a:pt x="224988" y="4836"/>
                  <a:pt x="221663" y="6268"/>
                  <a:pt x="218731" y="9132"/>
                </a:cubicBezTo>
                <a:cubicBezTo>
                  <a:pt x="215798" y="11996"/>
                  <a:pt x="214085" y="15982"/>
                  <a:pt x="213593" y="21089"/>
                </a:cubicBezTo>
                <a:close/>
                <a:moveTo>
                  <a:pt x="282183" y="0"/>
                </a:moveTo>
                <a:lnTo>
                  <a:pt x="282183" y="13835"/>
                </a:lnTo>
                <a:cubicBezTo>
                  <a:pt x="287332" y="4612"/>
                  <a:pt x="292615" y="0"/>
                  <a:pt x="298033" y="0"/>
                </a:cubicBezTo>
                <a:cubicBezTo>
                  <a:pt x="300496" y="0"/>
                  <a:pt x="302533" y="750"/>
                  <a:pt x="304145" y="2250"/>
                </a:cubicBezTo>
                <a:cubicBezTo>
                  <a:pt x="305757" y="3750"/>
                  <a:pt x="306563" y="5485"/>
                  <a:pt x="306563" y="7455"/>
                </a:cubicBezTo>
                <a:cubicBezTo>
                  <a:pt x="306563" y="9201"/>
                  <a:pt x="305981" y="10679"/>
                  <a:pt x="304817" y="11888"/>
                </a:cubicBezTo>
                <a:cubicBezTo>
                  <a:pt x="303652" y="13097"/>
                  <a:pt x="302264" y="13701"/>
                  <a:pt x="300652" y="13701"/>
                </a:cubicBezTo>
                <a:cubicBezTo>
                  <a:pt x="299085" y="13701"/>
                  <a:pt x="297328" y="12940"/>
                  <a:pt x="295380" y="11418"/>
                </a:cubicBezTo>
                <a:cubicBezTo>
                  <a:pt x="293433" y="9895"/>
                  <a:pt x="291989" y="9134"/>
                  <a:pt x="291048" y="9134"/>
                </a:cubicBezTo>
                <a:cubicBezTo>
                  <a:pt x="290242" y="9134"/>
                  <a:pt x="289369" y="9578"/>
                  <a:pt x="288429" y="10467"/>
                </a:cubicBezTo>
                <a:cubicBezTo>
                  <a:pt x="286414" y="12290"/>
                  <a:pt x="284332" y="15291"/>
                  <a:pt x="282183" y="19469"/>
                </a:cubicBezTo>
                <a:lnTo>
                  <a:pt x="282183" y="48894"/>
                </a:lnTo>
                <a:cubicBezTo>
                  <a:pt x="282183" y="52300"/>
                  <a:pt x="282608" y="54876"/>
                  <a:pt x="283459" y="56622"/>
                </a:cubicBezTo>
                <a:cubicBezTo>
                  <a:pt x="284041" y="57832"/>
                  <a:pt x="285071" y="58839"/>
                  <a:pt x="286548" y="59644"/>
                </a:cubicBezTo>
                <a:cubicBezTo>
                  <a:pt x="288026" y="60447"/>
                  <a:pt x="290153" y="60849"/>
                  <a:pt x="292929" y="60849"/>
                </a:cubicBezTo>
                <a:lnTo>
                  <a:pt x="292929" y="63267"/>
                </a:lnTo>
                <a:lnTo>
                  <a:pt x="261430" y="63267"/>
                </a:lnTo>
                <a:lnTo>
                  <a:pt x="261430" y="60849"/>
                </a:lnTo>
                <a:cubicBezTo>
                  <a:pt x="264564" y="60849"/>
                  <a:pt x="266892" y="60351"/>
                  <a:pt x="268415" y="59354"/>
                </a:cubicBezTo>
                <a:cubicBezTo>
                  <a:pt x="269534" y="58630"/>
                  <a:pt x="270318" y="57475"/>
                  <a:pt x="270765" y="55889"/>
                </a:cubicBezTo>
                <a:cubicBezTo>
                  <a:pt x="270989" y="55118"/>
                  <a:pt x="271101" y="52921"/>
                  <a:pt x="271101" y="49297"/>
                </a:cubicBezTo>
                <a:lnTo>
                  <a:pt x="271101" y="25656"/>
                </a:lnTo>
                <a:cubicBezTo>
                  <a:pt x="271101" y="18492"/>
                  <a:pt x="270956" y="14227"/>
                  <a:pt x="270665" y="12862"/>
                </a:cubicBezTo>
                <a:cubicBezTo>
                  <a:pt x="270374" y="11496"/>
                  <a:pt x="269836" y="10500"/>
                  <a:pt x="269053" y="9873"/>
                </a:cubicBezTo>
                <a:cubicBezTo>
                  <a:pt x="268269" y="9246"/>
                  <a:pt x="267295" y="8933"/>
                  <a:pt x="266131" y="8933"/>
                </a:cubicBezTo>
                <a:cubicBezTo>
                  <a:pt x="264743" y="8933"/>
                  <a:pt x="263176" y="9268"/>
                  <a:pt x="261430" y="9940"/>
                </a:cubicBezTo>
                <a:lnTo>
                  <a:pt x="260758" y="7522"/>
                </a:lnTo>
                <a:lnTo>
                  <a:pt x="279362" y="0"/>
                </a:lnTo>
                <a:lnTo>
                  <a:pt x="282183" y="0"/>
                </a:lnTo>
                <a:close/>
                <a:moveTo>
                  <a:pt x="349747" y="0"/>
                </a:moveTo>
                <a:lnTo>
                  <a:pt x="349747" y="20955"/>
                </a:lnTo>
                <a:lnTo>
                  <a:pt x="347530" y="20955"/>
                </a:lnTo>
                <a:cubicBezTo>
                  <a:pt x="345829" y="14399"/>
                  <a:pt x="343646" y="9940"/>
                  <a:pt x="340982" y="7577"/>
                </a:cubicBezTo>
                <a:cubicBezTo>
                  <a:pt x="338318" y="5212"/>
                  <a:pt x="334926" y="4030"/>
                  <a:pt x="330807" y="4030"/>
                </a:cubicBezTo>
                <a:cubicBezTo>
                  <a:pt x="327673" y="4030"/>
                  <a:pt x="325143" y="4855"/>
                  <a:pt x="323218" y="6506"/>
                </a:cubicBezTo>
                <a:cubicBezTo>
                  <a:pt x="321292" y="8157"/>
                  <a:pt x="320330" y="9987"/>
                  <a:pt x="320330" y="11995"/>
                </a:cubicBezTo>
                <a:cubicBezTo>
                  <a:pt x="320330" y="14492"/>
                  <a:pt x="321046" y="16634"/>
                  <a:pt x="322479" y="18419"/>
                </a:cubicBezTo>
                <a:cubicBezTo>
                  <a:pt x="323867" y="20248"/>
                  <a:pt x="326688" y="22189"/>
                  <a:pt x="330941" y="24241"/>
                </a:cubicBezTo>
                <a:lnTo>
                  <a:pt x="340747" y="28993"/>
                </a:lnTo>
                <a:cubicBezTo>
                  <a:pt x="349836" y="33420"/>
                  <a:pt x="354381" y="39255"/>
                  <a:pt x="354381" y="46499"/>
                </a:cubicBezTo>
                <a:cubicBezTo>
                  <a:pt x="354381" y="52089"/>
                  <a:pt x="352265" y="56594"/>
                  <a:pt x="348034" y="60016"/>
                </a:cubicBezTo>
                <a:cubicBezTo>
                  <a:pt x="343803" y="63437"/>
                  <a:pt x="339068" y="65147"/>
                  <a:pt x="333829" y="65147"/>
                </a:cubicBezTo>
                <a:cubicBezTo>
                  <a:pt x="330068" y="65147"/>
                  <a:pt x="325770" y="64509"/>
                  <a:pt x="320934" y="63233"/>
                </a:cubicBezTo>
                <a:cubicBezTo>
                  <a:pt x="319457" y="62808"/>
                  <a:pt x="318248" y="62595"/>
                  <a:pt x="317307" y="62595"/>
                </a:cubicBezTo>
                <a:cubicBezTo>
                  <a:pt x="316278" y="62595"/>
                  <a:pt x="315472" y="63132"/>
                  <a:pt x="314890" y="64207"/>
                </a:cubicBezTo>
                <a:lnTo>
                  <a:pt x="312673" y="64207"/>
                </a:lnTo>
                <a:lnTo>
                  <a:pt x="312673" y="42178"/>
                </a:lnTo>
                <a:lnTo>
                  <a:pt x="314890" y="42178"/>
                </a:lnTo>
                <a:cubicBezTo>
                  <a:pt x="316143" y="48446"/>
                  <a:pt x="318539" y="53170"/>
                  <a:pt x="322076" y="56349"/>
                </a:cubicBezTo>
                <a:cubicBezTo>
                  <a:pt x="325613" y="59528"/>
                  <a:pt x="329576" y="61117"/>
                  <a:pt x="333964" y="61117"/>
                </a:cubicBezTo>
                <a:cubicBezTo>
                  <a:pt x="337053" y="61117"/>
                  <a:pt x="339572" y="60216"/>
                  <a:pt x="341519" y="58412"/>
                </a:cubicBezTo>
                <a:cubicBezTo>
                  <a:pt x="343467" y="56607"/>
                  <a:pt x="344441" y="54435"/>
                  <a:pt x="344441" y="51895"/>
                </a:cubicBezTo>
                <a:cubicBezTo>
                  <a:pt x="344441" y="48821"/>
                  <a:pt x="343355" y="46238"/>
                  <a:pt x="341184" y="44144"/>
                </a:cubicBezTo>
                <a:cubicBezTo>
                  <a:pt x="339012" y="42050"/>
                  <a:pt x="334680" y="39404"/>
                  <a:pt x="328188" y="36209"/>
                </a:cubicBezTo>
                <a:cubicBezTo>
                  <a:pt x="321695" y="33012"/>
                  <a:pt x="317442" y="30112"/>
                  <a:pt x="315427" y="27511"/>
                </a:cubicBezTo>
                <a:cubicBezTo>
                  <a:pt x="313412" y="24955"/>
                  <a:pt x="312405" y="21726"/>
                  <a:pt x="312405" y="17825"/>
                </a:cubicBezTo>
                <a:cubicBezTo>
                  <a:pt x="312405" y="12757"/>
                  <a:pt x="314140" y="8520"/>
                  <a:pt x="317610" y="5113"/>
                </a:cubicBezTo>
                <a:cubicBezTo>
                  <a:pt x="321080" y="1704"/>
                  <a:pt x="325568" y="0"/>
                  <a:pt x="331076" y="0"/>
                </a:cubicBezTo>
                <a:cubicBezTo>
                  <a:pt x="333494" y="0"/>
                  <a:pt x="336426" y="515"/>
                  <a:pt x="339874" y="1545"/>
                </a:cubicBezTo>
                <a:cubicBezTo>
                  <a:pt x="342157" y="2216"/>
                  <a:pt x="343680" y="2552"/>
                  <a:pt x="344441" y="2552"/>
                </a:cubicBezTo>
                <a:cubicBezTo>
                  <a:pt x="345157" y="2552"/>
                  <a:pt x="345717" y="2395"/>
                  <a:pt x="346120" y="2082"/>
                </a:cubicBezTo>
                <a:cubicBezTo>
                  <a:pt x="346523" y="1769"/>
                  <a:pt x="346993" y="1075"/>
                  <a:pt x="347530" y="0"/>
                </a:cubicBezTo>
                <a:lnTo>
                  <a:pt x="3497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112,000">
            <a:extLst xmlns:a="http://schemas.openxmlformats.org/drawingml/2006/main">
              <a:ext uri="{FF2B5EF4-FFF2-40B4-BE49-F238E27FC236}">
                <a16:creationId xmlns:a16="http://schemas.microsoft.com/office/drawing/2014/main" id="{DBD7FA18-538B-438C-9152-33800D57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32" y="1622531"/>
            <a:ext cx="368955" cy="97291"/>
          </a:xfrm>
          <a:custGeom xmlns:a="http://schemas.openxmlformats.org/drawingml/2006/main">
            <a:pathLst>
              <a:path w="368955" h="97291">
                <a:moveTo>
                  <a:pt x="49043" y="0"/>
                </a:moveTo>
                <a:lnTo>
                  <a:pt x="30233" y="64671"/>
                </a:lnTo>
                <a:cubicBezTo>
                  <a:pt x="29248" y="68060"/>
                  <a:pt x="28756" y="70211"/>
                  <a:pt x="28756" y="71123"/>
                </a:cubicBezTo>
                <a:cubicBezTo>
                  <a:pt x="28756" y="72037"/>
                  <a:pt x="29106" y="72980"/>
                  <a:pt x="29807" y="73951"/>
                </a:cubicBezTo>
                <a:cubicBezTo>
                  <a:pt x="30508" y="74921"/>
                  <a:pt x="31265" y="75550"/>
                  <a:pt x="32080" y="75835"/>
                </a:cubicBezTo>
                <a:cubicBezTo>
                  <a:pt x="32895" y="76120"/>
                  <a:pt x="35348" y="76377"/>
                  <a:pt x="39439" y="76606"/>
                </a:cubicBezTo>
                <a:lnTo>
                  <a:pt x="38814" y="78651"/>
                </a:lnTo>
                <a:lnTo>
                  <a:pt x="0" y="78651"/>
                </a:lnTo>
                <a:lnTo>
                  <a:pt x="625" y="76606"/>
                </a:lnTo>
                <a:cubicBezTo>
                  <a:pt x="4489" y="76530"/>
                  <a:pt x="7179" y="76207"/>
                  <a:pt x="8695" y="75636"/>
                </a:cubicBezTo>
                <a:cubicBezTo>
                  <a:pt x="10210" y="75064"/>
                  <a:pt x="11451" y="74131"/>
                  <a:pt x="12417" y="72837"/>
                </a:cubicBezTo>
                <a:cubicBezTo>
                  <a:pt x="13383" y="71543"/>
                  <a:pt x="14472" y="68821"/>
                  <a:pt x="15685" y="64671"/>
                </a:cubicBezTo>
                <a:lnTo>
                  <a:pt x="26823" y="26251"/>
                </a:lnTo>
                <a:cubicBezTo>
                  <a:pt x="28528" y="20418"/>
                  <a:pt x="29419" y="17332"/>
                  <a:pt x="29494" y="16992"/>
                </a:cubicBezTo>
                <a:cubicBezTo>
                  <a:pt x="29722" y="16007"/>
                  <a:pt x="29835" y="15079"/>
                  <a:pt x="29835" y="14207"/>
                </a:cubicBezTo>
                <a:cubicBezTo>
                  <a:pt x="29835" y="12540"/>
                  <a:pt x="29314" y="11214"/>
                  <a:pt x="28272" y="10229"/>
                </a:cubicBezTo>
                <a:cubicBezTo>
                  <a:pt x="27231" y="9244"/>
                  <a:pt x="25744" y="8752"/>
                  <a:pt x="23811" y="8752"/>
                </a:cubicBezTo>
                <a:cubicBezTo>
                  <a:pt x="22864" y="8752"/>
                  <a:pt x="20989" y="8903"/>
                  <a:pt x="18185" y="9206"/>
                </a:cubicBezTo>
                <a:lnTo>
                  <a:pt x="17731" y="7047"/>
                </a:lnTo>
                <a:lnTo>
                  <a:pt x="46657" y="0"/>
                </a:lnTo>
                <a:lnTo>
                  <a:pt x="49043" y="0"/>
                </a:lnTo>
                <a:close/>
                <a:moveTo>
                  <a:pt x="100835" y="0"/>
                </a:moveTo>
                <a:lnTo>
                  <a:pt x="82025" y="64671"/>
                </a:lnTo>
                <a:cubicBezTo>
                  <a:pt x="81040" y="68060"/>
                  <a:pt x="80547" y="70211"/>
                  <a:pt x="80547" y="71123"/>
                </a:cubicBezTo>
                <a:cubicBezTo>
                  <a:pt x="80547" y="72037"/>
                  <a:pt x="80898" y="72980"/>
                  <a:pt x="81599" y="73951"/>
                </a:cubicBezTo>
                <a:cubicBezTo>
                  <a:pt x="82299" y="74921"/>
                  <a:pt x="83057" y="75550"/>
                  <a:pt x="83872" y="75835"/>
                </a:cubicBezTo>
                <a:cubicBezTo>
                  <a:pt x="84686" y="76120"/>
                  <a:pt x="87139" y="76377"/>
                  <a:pt x="91231" y="76606"/>
                </a:cubicBezTo>
                <a:lnTo>
                  <a:pt x="90606" y="78651"/>
                </a:lnTo>
                <a:lnTo>
                  <a:pt x="51792" y="78651"/>
                </a:lnTo>
                <a:lnTo>
                  <a:pt x="52417" y="76606"/>
                </a:lnTo>
                <a:cubicBezTo>
                  <a:pt x="56281" y="76530"/>
                  <a:pt x="58971" y="76207"/>
                  <a:pt x="60487" y="75636"/>
                </a:cubicBezTo>
                <a:cubicBezTo>
                  <a:pt x="62002" y="75064"/>
                  <a:pt x="63243" y="74131"/>
                  <a:pt x="64209" y="72837"/>
                </a:cubicBezTo>
                <a:cubicBezTo>
                  <a:pt x="65175" y="71543"/>
                  <a:pt x="66264" y="68821"/>
                  <a:pt x="67477" y="64671"/>
                </a:cubicBezTo>
                <a:lnTo>
                  <a:pt x="78615" y="26251"/>
                </a:lnTo>
                <a:cubicBezTo>
                  <a:pt x="80320" y="20418"/>
                  <a:pt x="81210" y="17332"/>
                  <a:pt x="81286" y="16992"/>
                </a:cubicBezTo>
                <a:cubicBezTo>
                  <a:pt x="81513" y="16007"/>
                  <a:pt x="81627" y="15079"/>
                  <a:pt x="81627" y="14207"/>
                </a:cubicBezTo>
                <a:cubicBezTo>
                  <a:pt x="81627" y="12540"/>
                  <a:pt x="81106" y="11214"/>
                  <a:pt x="80064" y="10229"/>
                </a:cubicBezTo>
                <a:cubicBezTo>
                  <a:pt x="79022" y="9244"/>
                  <a:pt x="77535" y="8752"/>
                  <a:pt x="75603" y="8752"/>
                </a:cubicBezTo>
                <a:cubicBezTo>
                  <a:pt x="74656" y="8752"/>
                  <a:pt x="72781" y="8903"/>
                  <a:pt x="69977" y="9206"/>
                </a:cubicBezTo>
                <a:lnTo>
                  <a:pt x="69522" y="7047"/>
                </a:lnTo>
                <a:lnTo>
                  <a:pt x="98448" y="0"/>
                </a:lnTo>
                <a:lnTo>
                  <a:pt x="100835" y="0"/>
                </a:lnTo>
                <a:close/>
                <a:moveTo>
                  <a:pt x="148629" y="78651"/>
                </a:moveTo>
                <a:lnTo>
                  <a:pt x="107712" y="78651"/>
                </a:lnTo>
                <a:lnTo>
                  <a:pt x="107712" y="76549"/>
                </a:lnTo>
                <a:cubicBezTo>
                  <a:pt x="118358" y="66701"/>
                  <a:pt x="127337" y="57646"/>
                  <a:pt x="134649" y="49384"/>
                </a:cubicBezTo>
                <a:cubicBezTo>
                  <a:pt x="140786" y="42538"/>
                  <a:pt x="144641" y="37308"/>
                  <a:pt x="146213" y="33696"/>
                </a:cubicBezTo>
                <a:cubicBezTo>
                  <a:pt x="147786" y="30083"/>
                  <a:pt x="148572" y="26441"/>
                  <a:pt x="148572" y="22771"/>
                </a:cubicBezTo>
                <a:cubicBezTo>
                  <a:pt x="148572" y="19329"/>
                  <a:pt x="147483" y="16530"/>
                  <a:pt x="145304" y="14374"/>
                </a:cubicBezTo>
                <a:cubicBezTo>
                  <a:pt x="143126" y="12217"/>
                  <a:pt x="140407" y="11139"/>
                  <a:pt x="137149" y="11139"/>
                </a:cubicBezTo>
                <a:cubicBezTo>
                  <a:pt x="131883" y="11139"/>
                  <a:pt x="127374" y="14034"/>
                  <a:pt x="123624" y="19824"/>
                </a:cubicBezTo>
                <a:lnTo>
                  <a:pt x="121521" y="18858"/>
                </a:lnTo>
                <a:cubicBezTo>
                  <a:pt x="123491" y="13237"/>
                  <a:pt x="126048" y="8964"/>
                  <a:pt x="129193" y="6040"/>
                </a:cubicBezTo>
                <a:cubicBezTo>
                  <a:pt x="133550" y="2013"/>
                  <a:pt x="138665" y="0"/>
                  <a:pt x="144537" y="0"/>
                </a:cubicBezTo>
                <a:cubicBezTo>
                  <a:pt x="149992" y="0"/>
                  <a:pt x="154510" y="1687"/>
                  <a:pt x="158091" y="5060"/>
                </a:cubicBezTo>
                <a:cubicBezTo>
                  <a:pt x="161671" y="8433"/>
                  <a:pt x="163461" y="12336"/>
                  <a:pt x="163461" y="16770"/>
                </a:cubicBezTo>
                <a:cubicBezTo>
                  <a:pt x="163461" y="20673"/>
                  <a:pt x="162590" y="24529"/>
                  <a:pt x="160847" y="28338"/>
                </a:cubicBezTo>
                <a:cubicBezTo>
                  <a:pt x="159104" y="32147"/>
                  <a:pt x="155505" y="36931"/>
                  <a:pt x="150049" y="42691"/>
                </a:cubicBezTo>
                <a:cubicBezTo>
                  <a:pt x="145882" y="47083"/>
                  <a:pt x="137433" y="54713"/>
                  <a:pt x="124704" y="65581"/>
                </a:cubicBezTo>
                <a:lnTo>
                  <a:pt x="139536" y="65581"/>
                </a:lnTo>
                <a:cubicBezTo>
                  <a:pt x="144310" y="65581"/>
                  <a:pt x="147653" y="65037"/>
                  <a:pt x="149566" y="63950"/>
                </a:cubicBezTo>
                <a:cubicBezTo>
                  <a:pt x="151479" y="62862"/>
                  <a:pt x="153270" y="60678"/>
                  <a:pt x="154937" y="57397"/>
                </a:cubicBezTo>
                <a:lnTo>
                  <a:pt x="157608" y="57397"/>
                </a:lnTo>
                <a:lnTo>
                  <a:pt x="148629" y="78651"/>
                </a:lnTo>
                <a:close/>
                <a:moveTo>
                  <a:pt x="163461" y="97291"/>
                </a:moveTo>
                <a:lnTo>
                  <a:pt x="162154" y="94905"/>
                </a:lnTo>
                <a:cubicBezTo>
                  <a:pt x="167950" y="91608"/>
                  <a:pt x="171550" y="89108"/>
                  <a:pt x="172951" y="87403"/>
                </a:cubicBezTo>
                <a:cubicBezTo>
                  <a:pt x="174050" y="86077"/>
                  <a:pt x="174599" y="84751"/>
                  <a:pt x="174599" y="83425"/>
                </a:cubicBezTo>
                <a:cubicBezTo>
                  <a:pt x="174599" y="81948"/>
                  <a:pt x="173624" y="80309"/>
                  <a:pt x="171673" y="78509"/>
                </a:cubicBezTo>
                <a:cubicBezTo>
                  <a:pt x="169722" y="76710"/>
                  <a:pt x="168424" y="75185"/>
                  <a:pt x="167780" y="73935"/>
                </a:cubicBezTo>
                <a:cubicBezTo>
                  <a:pt x="167287" y="72987"/>
                  <a:pt x="167041" y="71775"/>
                  <a:pt x="167041" y="70298"/>
                </a:cubicBezTo>
                <a:cubicBezTo>
                  <a:pt x="167041" y="67835"/>
                  <a:pt x="167960" y="65713"/>
                  <a:pt x="169797" y="63933"/>
                </a:cubicBezTo>
                <a:cubicBezTo>
                  <a:pt x="171635" y="62152"/>
                  <a:pt x="173861" y="61262"/>
                  <a:pt x="176475" y="61262"/>
                </a:cubicBezTo>
                <a:cubicBezTo>
                  <a:pt x="179013" y="61262"/>
                  <a:pt x="181220" y="62266"/>
                  <a:pt x="183095" y="64274"/>
                </a:cubicBezTo>
                <a:cubicBezTo>
                  <a:pt x="184971" y="66282"/>
                  <a:pt x="185908" y="68782"/>
                  <a:pt x="185908" y="71775"/>
                </a:cubicBezTo>
                <a:cubicBezTo>
                  <a:pt x="185908" y="76511"/>
                  <a:pt x="184099" y="81171"/>
                  <a:pt x="180481" y="85755"/>
                </a:cubicBezTo>
                <a:cubicBezTo>
                  <a:pt x="176863" y="90339"/>
                  <a:pt x="171190" y="94185"/>
                  <a:pt x="163461" y="97291"/>
                </a:cubicBezTo>
                <a:close/>
                <a:moveTo>
                  <a:pt x="235748" y="0"/>
                </a:moveTo>
                <a:cubicBezTo>
                  <a:pt x="239422" y="0"/>
                  <a:pt x="242567" y="1070"/>
                  <a:pt x="245181" y="3211"/>
                </a:cubicBezTo>
                <a:cubicBezTo>
                  <a:pt x="247795" y="5351"/>
                  <a:pt x="249680" y="8202"/>
                  <a:pt x="250836" y="11764"/>
                </a:cubicBezTo>
                <a:cubicBezTo>
                  <a:pt x="251991" y="15325"/>
                  <a:pt x="252569" y="18848"/>
                  <a:pt x="252569" y="22334"/>
                </a:cubicBezTo>
                <a:cubicBezTo>
                  <a:pt x="252569" y="28358"/>
                  <a:pt x="251783" y="34571"/>
                  <a:pt x="250211" y="40974"/>
                </a:cubicBezTo>
                <a:cubicBezTo>
                  <a:pt x="248638" y="47376"/>
                  <a:pt x="246450" y="53268"/>
                  <a:pt x="243647" y="58648"/>
                </a:cubicBezTo>
                <a:cubicBezTo>
                  <a:pt x="240843" y="64027"/>
                  <a:pt x="237737" y="68536"/>
                  <a:pt x="234327" y="72173"/>
                </a:cubicBezTo>
                <a:cubicBezTo>
                  <a:pt x="232167" y="74446"/>
                  <a:pt x="229544" y="76359"/>
                  <a:pt x="226456" y="77913"/>
                </a:cubicBezTo>
                <a:cubicBezTo>
                  <a:pt x="223368" y="79466"/>
                  <a:pt x="220214" y="80243"/>
                  <a:pt x="216994" y="80243"/>
                </a:cubicBezTo>
                <a:cubicBezTo>
                  <a:pt x="214001" y="80243"/>
                  <a:pt x="211283" y="79333"/>
                  <a:pt x="208839" y="77515"/>
                </a:cubicBezTo>
                <a:cubicBezTo>
                  <a:pt x="206395" y="75696"/>
                  <a:pt x="204473" y="73044"/>
                  <a:pt x="203071" y="69559"/>
                </a:cubicBezTo>
                <a:cubicBezTo>
                  <a:pt x="201669" y="66073"/>
                  <a:pt x="200968" y="62341"/>
                  <a:pt x="200968" y="58363"/>
                </a:cubicBezTo>
                <a:cubicBezTo>
                  <a:pt x="200968" y="49650"/>
                  <a:pt x="202540" y="40917"/>
                  <a:pt x="205685" y="32165"/>
                </a:cubicBezTo>
                <a:cubicBezTo>
                  <a:pt x="208299" y="24891"/>
                  <a:pt x="211548" y="18612"/>
                  <a:pt x="215431" y="13326"/>
                </a:cubicBezTo>
                <a:cubicBezTo>
                  <a:pt x="219314" y="8041"/>
                  <a:pt x="222857" y="4499"/>
                  <a:pt x="226058" y="2699"/>
                </a:cubicBezTo>
                <a:cubicBezTo>
                  <a:pt x="229260" y="900"/>
                  <a:pt x="232489" y="0"/>
                  <a:pt x="235748" y="0"/>
                </a:cubicBezTo>
                <a:moveTo>
                  <a:pt x="236145" y="3864"/>
                </a:moveTo>
                <a:cubicBezTo>
                  <a:pt x="235009" y="3864"/>
                  <a:pt x="234024" y="4082"/>
                  <a:pt x="233190" y="4518"/>
                </a:cubicBezTo>
                <a:cubicBezTo>
                  <a:pt x="232357" y="4952"/>
                  <a:pt x="231457" y="5833"/>
                  <a:pt x="230491" y="7159"/>
                </a:cubicBezTo>
                <a:cubicBezTo>
                  <a:pt x="229525" y="8484"/>
                  <a:pt x="228322" y="11304"/>
                  <a:pt x="226882" y="15619"/>
                </a:cubicBezTo>
                <a:cubicBezTo>
                  <a:pt x="224192" y="23493"/>
                  <a:pt x="221218" y="33109"/>
                  <a:pt x="217960" y="44465"/>
                </a:cubicBezTo>
                <a:cubicBezTo>
                  <a:pt x="215460" y="53210"/>
                  <a:pt x="213963" y="58813"/>
                  <a:pt x="213471" y="61274"/>
                </a:cubicBezTo>
                <a:cubicBezTo>
                  <a:pt x="212751" y="64794"/>
                  <a:pt x="212391" y="67879"/>
                  <a:pt x="212391" y="70530"/>
                </a:cubicBezTo>
                <a:cubicBezTo>
                  <a:pt x="212391" y="72384"/>
                  <a:pt x="212893" y="73842"/>
                  <a:pt x="213897" y="74902"/>
                </a:cubicBezTo>
                <a:cubicBezTo>
                  <a:pt x="214901" y="75962"/>
                  <a:pt x="216142" y="76492"/>
                  <a:pt x="217619" y="76492"/>
                </a:cubicBezTo>
                <a:cubicBezTo>
                  <a:pt x="219172" y="76492"/>
                  <a:pt x="220442" y="76076"/>
                  <a:pt x="221427" y="75243"/>
                </a:cubicBezTo>
                <a:cubicBezTo>
                  <a:pt x="223435" y="73540"/>
                  <a:pt x="225102" y="70662"/>
                  <a:pt x="226428" y="66611"/>
                </a:cubicBezTo>
                <a:cubicBezTo>
                  <a:pt x="229534" y="57110"/>
                  <a:pt x="233455" y="44031"/>
                  <a:pt x="238191" y="27374"/>
                </a:cubicBezTo>
                <a:cubicBezTo>
                  <a:pt x="240275" y="20030"/>
                  <a:pt x="241317" y="14256"/>
                  <a:pt x="241317" y="10053"/>
                </a:cubicBezTo>
                <a:cubicBezTo>
                  <a:pt x="241317" y="8124"/>
                  <a:pt x="240815" y="6610"/>
                  <a:pt x="239811" y="5512"/>
                </a:cubicBezTo>
                <a:cubicBezTo>
                  <a:pt x="238807" y="4414"/>
                  <a:pt x="237585" y="3864"/>
                  <a:pt x="236145" y="3864"/>
                </a:cubicBezTo>
                <a:close/>
                <a:moveTo>
                  <a:pt x="293941" y="0"/>
                </a:moveTo>
                <a:cubicBezTo>
                  <a:pt x="297615" y="0"/>
                  <a:pt x="300760" y="1070"/>
                  <a:pt x="303374" y="3211"/>
                </a:cubicBezTo>
                <a:cubicBezTo>
                  <a:pt x="305988" y="5351"/>
                  <a:pt x="307873" y="8202"/>
                  <a:pt x="309029" y="11764"/>
                </a:cubicBezTo>
                <a:cubicBezTo>
                  <a:pt x="310184" y="15325"/>
                  <a:pt x="310762" y="18848"/>
                  <a:pt x="310762" y="22334"/>
                </a:cubicBezTo>
                <a:cubicBezTo>
                  <a:pt x="310762" y="28358"/>
                  <a:pt x="309976" y="34571"/>
                  <a:pt x="308404" y="40974"/>
                </a:cubicBezTo>
                <a:cubicBezTo>
                  <a:pt x="306831" y="47376"/>
                  <a:pt x="304643" y="53268"/>
                  <a:pt x="301840" y="58648"/>
                </a:cubicBezTo>
                <a:cubicBezTo>
                  <a:pt x="299036" y="64027"/>
                  <a:pt x="295930" y="68536"/>
                  <a:pt x="292520" y="72173"/>
                </a:cubicBezTo>
                <a:cubicBezTo>
                  <a:pt x="290360" y="74446"/>
                  <a:pt x="287737" y="76359"/>
                  <a:pt x="284649" y="77913"/>
                </a:cubicBezTo>
                <a:cubicBezTo>
                  <a:pt x="281561" y="79466"/>
                  <a:pt x="278407" y="80243"/>
                  <a:pt x="275187" y="80243"/>
                </a:cubicBezTo>
                <a:cubicBezTo>
                  <a:pt x="272194" y="80243"/>
                  <a:pt x="269476" y="79333"/>
                  <a:pt x="267032" y="77515"/>
                </a:cubicBezTo>
                <a:cubicBezTo>
                  <a:pt x="264588" y="75696"/>
                  <a:pt x="262666" y="73044"/>
                  <a:pt x="261264" y="69559"/>
                </a:cubicBezTo>
                <a:cubicBezTo>
                  <a:pt x="259862" y="66073"/>
                  <a:pt x="259161" y="62341"/>
                  <a:pt x="259161" y="58363"/>
                </a:cubicBezTo>
                <a:cubicBezTo>
                  <a:pt x="259161" y="49650"/>
                  <a:pt x="260733" y="40917"/>
                  <a:pt x="263878" y="32165"/>
                </a:cubicBezTo>
                <a:cubicBezTo>
                  <a:pt x="266492" y="24891"/>
                  <a:pt x="269741" y="18612"/>
                  <a:pt x="273624" y="13326"/>
                </a:cubicBezTo>
                <a:cubicBezTo>
                  <a:pt x="277507" y="8041"/>
                  <a:pt x="281050" y="4499"/>
                  <a:pt x="284251" y="2699"/>
                </a:cubicBezTo>
                <a:cubicBezTo>
                  <a:pt x="287453" y="900"/>
                  <a:pt x="290682" y="0"/>
                  <a:pt x="293941" y="0"/>
                </a:cubicBezTo>
                <a:moveTo>
                  <a:pt x="294338" y="3864"/>
                </a:moveTo>
                <a:cubicBezTo>
                  <a:pt x="293202" y="3864"/>
                  <a:pt x="292217" y="4082"/>
                  <a:pt x="291383" y="4518"/>
                </a:cubicBezTo>
                <a:cubicBezTo>
                  <a:pt x="290550" y="4952"/>
                  <a:pt x="289650" y="5833"/>
                  <a:pt x="288684" y="7159"/>
                </a:cubicBezTo>
                <a:cubicBezTo>
                  <a:pt x="287718" y="8484"/>
                  <a:pt x="286515" y="11304"/>
                  <a:pt x="285075" y="15619"/>
                </a:cubicBezTo>
                <a:cubicBezTo>
                  <a:pt x="282385" y="23493"/>
                  <a:pt x="279411" y="33109"/>
                  <a:pt x="276153" y="44465"/>
                </a:cubicBezTo>
                <a:cubicBezTo>
                  <a:pt x="273653" y="53210"/>
                  <a:pt x="272156" y="58813"/>
                  <a:pt x="271664" y="61274"/>
                </a:cubicBezTo>
                <a:cubicBezTo>
                  <a:pt x="270944" y="64794"/>
                  <a:pt x="270584" y="67879"/>
                  <a:pt x="270584" y="70530"/>
                </a:cubicBezTo>
                <a:cubicBezTo>
                  <a:pt x="270584" y="72384"/>
                  <a:pt x="271086" y="73842"/>
                  <a:pt x="272090" y="74902"/>
                </a:cubicBezTo>
                <a:cubicBezTo>
                  <a:pt x="273094" y="75962"/>
                  <a:pt x="274334" y="76492"/>
                  <a:pt x="275812" y="76492"/>
                </a:cubicBezTo>
                <a:cubicBezTo>
                  <a:pt x="277365" y="76492"/>
                  <a:pt x="278635" y="76076"/>
                  <a:pt x="279620" y="75243"/>
                </a:cubicBezTo>
                <a:cubicBezTo>
                  <a:pt x="281628" y="73540"/>
                  <a:pt x="283295" y="70662"/>
                  <a:pt x="284621" y="66611"/>
                </a:cubicBezTo>
                <a:cubicBezTo>
                  <a:pt x="287727" y="57110"/>
                  <a:pt x="291648" y="44031"/>
                  <a:pt x="296384" y="27374"/>
                </a:cubicBezTo>
                <a:cubicBezTo>
                  <a:pt x="298468" y="20030"/>
                  <a:pt x="299510" y="14256"/>
                  <a:pt x="299510" y="10053"/>
                </a:cubicBezTo>
                <a:cubicBezTo>
                  <a:pt x="299510" y="8124"/>
                  <a:pt x="299008" y="6610"/>
                  <a:pt x="298004" y="5512"/>
                </a:cubicBezTo>
                <a:cubicBezTo>
                  <a:pt x="297000" y="4414"/>
                  <a:pt x="295778" y="3864"/>
                  <a:pt x="294338" y="3864"/>
                </a:cubicBezTo>
                <a:close/>
                <a:moveTo>
                  <a:pt x="352133" y="0"/>
                </a:moveTo>
                <a:cubicBezTo>
                  <a:pt x="355808" y="0"/>
                  <a:pt x="358953" y="1070"/>
                  <a:pt x="361567" y="3211"/>
                </a:cubicBezTo>
                <a:cubicBezTo>
                  <a:pt x="364181" y="5351"/>
                  <a:pt x="366066" y="8202"/>
                  <a:pt x="367222" y="11764"/>
                </a:cubicBezTo>
                <a:cubicBezTo>
                  <a:pt x="368377" y="15325"/>
                  <a:pt x="368955" y="18848"/>
                  <a:pt x="368955" y="22334"/>
                </a:cubicBezTo>
                <a:cubicBezTo>
                  <a:pt x="368955" y="28358"/>
                  <a:pt x="368169" y="34571"/>
                  <a:pt x="366596" y="40974"/>
                </a:cubicBezTo>
                <a:cubicBezTo>
                  <a:pt x="365024" y="47376"/>
                  <a:pt x="362836" y="53268"/>
                  <a:pt x="360033" y="58648"/>
                </a:cubicBezTo>
                <a:cubicBezTo>
                  <a:pt x="357229" y="64027"/>
                  <a:pt x="354122" y="68536"/>
                  <a:pt x="350713" y="72173"/>
                </a:cubicBezTo>
                <a:cubicBezTo>
                  <a:pt x="348553" y="74446"/>
                  <a:pt x="345930" y="76359"/>
                  <a:pt x="342842" y="77913"/>
                </a:cubicBezTo>
                <a:cubicBezTo>
                  <a:pt x="339754" y="79466"/>
                  <a:pt x="336600" y="80243"/>
                  <a:pt x="333380" y="80243"/>
                </a:cubicBezTo>
                <a:cubicBezTo>
                  <a:pt x="330387" y="80243"/>
                  <a:pt x="327669" y="79333"/>
                  <a:pt x="325225" y="77515"/>
                </a:cubicBezTo>
                <a:cubicBezTo>
                  <a:pt x="322781" y="75696"/>
                  <a:pt x="320859" y="73044"/>
                  <a:pt x="319457" y="69559"/>
                </a:cubicBezTo>
                <a:cubicBezTo>
                  <a:pt x="318055" y="66073"/>
                  <a:pt x="317354" y="62341"/>
                  <a:pt x="317354" y="58363"/>
                </a:cubicBezTo>
                <a:cubicBezTo>
                  <a:pt x="317354" y="49650"/>
                  <a:pt x="318926" y="40917"/>
                  <a:pt x="322071" y="32165"/>
                </a:cubicBezTo>
                <a:cubicBezTo>
                  <a:pt x="324685" y="24891"/>
                  <a:pt x="327934" y="18612"/>
                  <a:pt x="331817" y="13326"/>
                </a:cubicBezTo>
                <a:cubicBezTo>
                  <a:pt x="335700" y="8041"/>
                  <a:pt x="339243" y="4499"/>
                  <a:pt x="342444" y="2699"/>
                </a:cubicBezTo>
                <a:cubicBezTo>
                  <a:pt x="345645" y="900"/>
                  <a:pt x="348875" y="0"/>
                  <a:pt x="352133" y="0"/>
                </a:cubicBezTo>
                <a:moveTo>
                  <a:pt x="352531" y="3864"/>
                </a:moveTo>
                <a:cubicBezTo>
                  <a:pt x="351395" y="3864"/>
                  <a:pt x="350410" y="4082"/>
                  <a:pt x="349576" y="4518"/>
                </a:cubicBezTo>
                <a:cubicBezTo>
                  <a:pt x="348743" y="4952"/>
                  <a:pt x="347843" y="5833"/>
                  <a:pt x="346877" y="7159"/>
                </a:cubicBezTo>
                <a:cubicBezTo>
                  <a:pt x="345911" y="8484"/>
                  <a:pt x="344708" y="11304"/>
                  <a:pt x="343268" y="15619"/>
                </a:cubicBezTo>
                <a:cubicBezTo>
                  <a:pt x="340578" y="23493"/>
                  <a:pt x="337604" y="33109"/>
                  <a:pt x="334346" y="44465"/>
                </a:cubicBezTo>
                <a:cubicBezTo>
                  <a:pt x="331846" y="53210"/>
                  <a:pt x="330349" y="58813"/>
                  <a:pt x="329856" y="61274"/>
                </a:cubicBezTo>
                <a:cubicBezTo>
                  <a:pt x="329137" y="64794"/>
                  <a:pt x="328777" y="67879"/>
                  <a:pt x="328777" y="70530"/>
                </a:cubicBezTo>
                <a:cubicBezTo>
                  <a:pt x="328777" y="72384"/>
                  <a:pt x="329279" y="73842"/>
                  <a:pt x="330283" y="74902"/>
                </a:cubicBezTo>
                <a:cubicBezTo>
                  <a:pt x="331287" y="75962"/>
                  <a:pt x="332527" y="76492"/>
                  <a:pt x="334005" y="76492"/>
                </a:cubicBezTo>
                <a:cubicBezTo>
                  <a:pt x="335558" y="76492"/>
                  <a:pt x="336828" y="76076"/>
                  <a:pt x="337813" y="75243"/>
                </a:cubicBezTo>
                <a:cubicBezTo>
                  <a:pt x="339821" y="73540"/>
                  <a:pt x="341488" y="70662"/>
                  <a:pt x="342814" y="66611"/>
                </a:cubicBezTo>
                <a:cubicBezTo>
                  <a:pt x="345920" y="57110"/>
                  <a:pt x="349841" y="44031"/>
                  <a:pt x="354577" y="27374"/>
                </a:cubicBezTo>
                <a:cubicBezTo>
                  <a:pt x="356661" y="20030"/>
                  <a:pt x="357703" y="14256"/>
                  <a:pt x="357703" y="10053"/>
                </a:cubicBezTo>
                <a:cubicBezTo>
                  <a:pt x="357703" y="8124"/>
                  <a:pt x="357201" y="6610"/>
                  <a:pt x="356197" y="5512"/>
                </a:cubicBezTo>
                <a:cubicBezTo>
                  <a:pt x="355193" y="4414"/>
                  <a:pt x="353971" y="3864"/>
                  <a:pt x="352531" y="38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068D9-436D-4A1F-820F-158F14B8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33" y="1893864"/>
            <a:ext cx="1088106" cy="281317"/>
          </a:xfrm>
          <a:custGeom xmlns:a="http://schemas.openxmlformats.org/drawingml/2006/main">
            <a:pathLst>
              <a:path w="1088106" h="281317">
                <a:moveTo>
                  <a:pt x="0" y="46886"/>
                </a:moveTo>
                <a:lnTo>
                  <a:pt x="0" y="46886"/>
                </a:lnTo>
                <a:cubicBezTo>
                  <a:pt x="0" y="20992"/>
                  <a:pt x="20992" y="0"/>
                  <a:pt x="46886" y="0"/>
                </a:cubicBezTo>
                <a:lnTo>
                  <a:pt x="1041219" y="0"/>
                </a:lnTo>
                <a:cubicBezTo>
                  <a:pt x="1053654" y="0"/>
                  <a:pt x="1065580" y="4940"/>
                  <a:pt x="1074373" y="13733"/>
                </a:cubicBezTo>
                <a:cubicBezTo>
                  <a:pt x="1083166" y="22525"/>
                  <a:pt x="1088106" y="34451"/>
                  <a:pt x="1088106" y="46886"/>
                </a:cubicBezTo>
                <a:lnTo>
                  <a:pt x="1088106" y="234431"/>
                </a:lnTo>
                <a:cubicBezTo>
                  <a:pt x="1088106" y="260325"/>
                  <a:pt x="1067114" y="281317"/>
                  <a:pt x="1041219" y="281317"/>
                </a:cubicBezTo>
                <a:lnTo>
                  <a:pt x="46886" y="281317"/>
                </a:lnTo>
                <a:cubicBezTo>
                  <a:pt x="20992" y="281317"/>
                  <a:pt x="0" y="260325"/>
                  <a:pt x="0" y="234431"/>
                </a:cubicBezTo>
                <a:lnTo>
                  <a:pt x="0" y="468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CDA5ED-30E9-4E44-9D72-B9848478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33" y="1893864"/>
            <a:ext cx="1088106" cy="281317"/>
          </a:xfrm>
          <a:custGeom xmlns:a="http://schemas.openxmlformats.org/drawingml/2006/main">
            <a:pathLst>
              <a:path w="1088106" h="281317" fill="none">
                <a:moveTo>
                  <a:pt x="0" y="46886"/>
                </a:moveTo>
                <a:lnTo>
                  <a:pt x="0" y="46886"/>
                </a:lnTo>
                <a:cubicBezTo>
                  <a:pt x="0" y="20992"/>
                  <a:pt x="20992" y="0"/>
                  <a:pt x="46886" y="0"/>
                </a:cubicBezTo>
                <a:lnTo>
                  <a:pt x="1041219" y="0"/>
                </a:lnTo>
                <a:cubicBezTo>
                  <a:pt x="1053654" y="0"/>
                  <a:pt x="1065580" y="4940"/>
                  <a:pt x="1074373" y="13733"/>
                </a:cubicBezTo>
                <a:cubicBezTo>
                  <a:pt x="1083166" y="22525"/>
                  <a:pt x="1088106" y="34451"/>
                  <a:pt x="1088106" y="46886"/>
                </a:cubicBezTo>
                <a:lnTo>
                  <a:pt x="1088106" y="234431"/>
                </a:lnTo>
                <a:cubicBezTo>
                  <a:pt x="1088106" y="260325"/>
                  <a:pt x="1067114" y="281317"/>
                  <a:pt x="1041219" y="281317"/>
                </a:cubicBezTo>
                <a:lnTo>
                  <a:pt x="46886" y="281317"/>
                </a:lnTo>
                <a:cubicBezTo>
                  <a:pt x="20992" y="281317"/>
                  <a:pt x="0" y="260325"/>
                  <a:pt x="0" y="234431"/>
                </a:cubicBezTo>
                <a:lnTo>
                  <a:pt x="0" y="468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67" name="Text Top100papers">
            <a:extLst xmlns:a="http://schemas.openxmlformats.org/drawingml/2006/main">
              <a:ext uri="{FF2B5EF4-FFF2-40B4-BE49-F238E27FC236}">
                <a16:creationId xmlns:a16="http://schemas.microsoft.com/office/drawing/2014/main" id="{1E454BC5-7AAD-4D56-8205-6B15EF7B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5" y="1991378"/>
            <a:ext cx="836432" cy="122369"/>
          </a:xfrm>
          <a:custGeom xmlns:a="http://schemas.openxmlformats.org/drawingml/2006/main">
            <a:pathLst>
              <a:path w="836432" h="122369">
                <a:moveTo>
                  <a:pt x="75423" y="1881"/>
                </a:moveTo>
                <a:lnTo>
                  <a:pt x="76430" y="23305"/>
                </a:lnTo>
                <a:lnTo>
                  <a:pt x="73878" y="23305"/>
                </a:lnTo>
                <a:cubicBezTo>
                  <a:pt x="73386" y="19544"/>
                  <a:pt x="72714" y="16858"/>
                  <a:pt x="71863" y="15246"/>
                </a:cubicBezTo>
                <a:cubicBezTo>
                  <a:pt x="70475" y="12649"/>
                  <a:pt x="68628" y="10735"/>
                  <a:pt x="66322" y="9503"/>
                </a:cubicBezTo>
                <a:cubicBezTo>
                  <a:pt x="64017" y="8272"/>
                  <a:pt x="60983" y="7656"/>
                  <a:pt x="57222" y="7656"/>
                </a:cubicBezTo>
                <a:lnTo>
                  <a:pt x="44394" y="7656"/>
                </a:lnTo>
                <a:lnTo>
                  <a:pt x="44394" y="77102"/>
                </a:lnTo>
                <a:cubicBezTo>
                  <a:pt x="44394" y="82699"/>
                  <a:pt x="44999" y="86191"/>
                  <a:pt x="46207" y="87579"/>
                </a:cubicBezTo>
                <a:cubicBezTo>
                  <a:pt x="47909" y="89460"/>
                  <a:pt x="50528" y="90400"/>
                  <a:pt x="54065" y="90400"/>
                </a:cubicBezTo>
                <a:lnTo>
                  <a:pt x="57222" y="90400"/>
                </a:lnTo>
                <a:lnTo>
                  <a:pt x="57222" y="92952"/>
                </a:lnTo>
                <a:lnTo>
                  <a:pt x="18604" y="92952"/>
                </a:lnTo>
                <a:lnTo>
                  <a:pt x="18604" y="90400"/>
                </a:lnTo>
                <a:lnTo>
                  <a:pt x="21828" y="90400"/>
                </a:lnTo>
                <a:cubicBezTo>
                  <a:pt x="25678" y="90400"/>
                  <a:pt x="28410" y="89236"/>
                  <a:pt x="30021" y="86908"/>
                </a:cubicBezTo>
                <a:cubicBezTo>
                  <a:pt x="31006" y="85475"/>
                  <a:pt x="31499" y="82206"/>
                  <a:pt x="31499" y="77102"/>
                </a:cubicBezTo>
                <a:lnTo>
                  <a:pt x="31499" y="7656"/>
                </a:lnTo>
                <a:lnTo>
                  <a:pt x="20552" y="7656"/>
                </a:lnTo>
                <a:cubicBezTo>
                  <a:pt x="16298" y="7656"/>
                  <a:pt x="13276" y="7970"/>
                  <a:pt x="11485" y="8597"/>
                </a:cubicBezTo>
                <a:cubicBezTo>
                  <a:pt x="9156" y="9447"/>
                  <a:pt x="7164" y="11082"/>
                  <a:pt x="5507" y="13500"/>
                </a:cubicBezTo>
                <a:cubicBezTo>
                  <a:pt x="3851" y="15917"/>
                  <a:pt x="2866" y="19186"/>
                  <a:pt x="2552" y="23305"/>
                </a:cubicBezTo>
                <a:lnTo>
                  <a:pt x="0" y="23305"/>
                </a:lnTo>
                <a:lnTo>
                  <a:pt x="1075" y="1881"/>
                </a:lnTo>
                <a:lnTo>
                  <a:pt x="75423" y="1881"/>
                </a:lnTo>
                <a:close/>
                <a:moveTo>
                  <a:pt x="104636" y="29686"/>
                </a:moveTo>
                <a:cubicBezTo>
                  <a:pt x="113949" y="29686"/>
                  <a:pt x="121427" y="33219"/>
                  <a:pt x="127068" y="40287"/>
                </a:cubicBezTo>
                <a:cubicBezTo>
                  <a:pt x="131859" y="46324"/>
                  <a:pt x="134255" y="53257"/>
                  <a:pt x="134255" y="61086"/>
                </a:cubicBezTo>
                <a:cubicBezTo>
                  <a:pt x="134255" y="66588"/>
                  <a:pt x="132934" y="72156"/>
                  <a:pt x="130292" y="77792"/>
                </a:cubicBezTo>
                <a:cubicBezTo>
                  <a:pt x="127650" y="83427"/>
                  <a:pt x="124012" y="87676"/>
                  <a:pt x="119378" y="90539"/>
                </a:cubicBezTo>
                <a:cubicBezTo>
                  <a:pt x="114744" y="93401"/>
                  <a:pt x="109584" y="94833"/>
                  <a:pt x="103897" y="94833"/>
                </a:cubicBezTo>
                <a:cubicBezTo>
                  <a:pt x="94629" y="94833"/>
                  <a:pt x="87264" y="91142"/>
                  <a:pt x="81801" y="83761"/>
                </a:cubicBezTo>
                <a:cubicBezTo>
                  <a:pt x="77189" y="77545"/>
                  <a:pt x="74883" y="70568"/>
                  <a:pt x="74883" y="62830"/>
                </a:cubicBezTo>
                <a:cubicBezTo>
                  <a:pt x="74883" y="57194"/>
                  <a:pt x="76283" y="51592"/>
                  <a:pt x="79081" y="46023"/>
                </a:cubicBezTo>
                <a:cubicBezTo>
                  <a:pt x="81879" y="40454"/>
                  <a:pt x="85562" y="36339"/>
                  <a:pt x="90129" y="33678"/>
                </a:cubicBezTo>
                <a:cubicBezTo>
                  <a:pt x="94696" y="31016"/>
                  <a:pt x="99532" y="29686"/>
                  <a:pt x="104636" y="29686"/>
                </a:cubicBezTo>
                <a:moveTo>
                  <a:pt x="102554" y="34118"/>
                </a:moveTo>
                <a:cubicBezTo>
                  <a:pt x="100181" y="34118"/>
                  <a:pt x="97797" y="34821"/>
                  <a:pt x="95401" y="36228"/>
                </a:cubicBezTo>
                <a:cubicBezTo>
                  <a:pt x="93006" y="37632"/>
                  <a:pt x="91069" y="40097"/>
                  <a:pt x="89592" y="43622"/>
                </a:cubicBezTo>
                <a:cubicBezTo>
                  <a:pt x="88114" y="47146"/>
                  <a:pt x="87376" y="51674"/>
                  <a:pt x="87376" y="57205"/>
                </a:cubicBezTo>
                <a:cubicBezTo>
                  <a:pt x="87376" y="66128"/>
                  <a:pt x="89155" y="73824"/>
                  <a:pt x="92715" y="80294"/>
                </a:cubicBezTo>
                <a:cubicBezTo>
                  <a:pt x="96275" y="86763"/>
                  <a:pt x="100965" y="89997"/>
                  <a:pt x="106785" y="89997"/>
                </a:cubicBezTo>
                <a:cubicBezTo>
                  <a:pt x="111129" y="89997"/>
                  <a:pt x="114710" y="88212"/>
                  <a:pt x="117531" y="84643"/>
                </a:cubicBezTo>
                <a:cubicBezTo>
                  <a:pt x="120352" y="81074"/>
                  <a:pt x="121762" y="74939"/>
                  <a:pt x="121762" y="66241"/>
                </a:cubicBezTo>
                <a:cubicBezTo>
                  <a:pt x="121762" y="55355"/>
                  <a:pt x="119412" y="46789"/>
                  <a:pt x="114710" y="40543"/>
                </a:cubicBezTo>
                <a:cubicBezTo>
                  <a:pt x="111531" y="36260"/>
                  <a:pt x="107479" y="34118"/>
                  <a:pt x="102554" y="34118"/>
                </a:cubicBezTo>
                <a:close/>
                <a:moveTo>
                  <a:pt x="138889" y="37342"/>
                </a:moveTo>
                <a:lnTo>
                  <a:pt x="157828" y="29820"/>
                </a:lnTo>
                <a:lnTo>
                  <a:pt x="160381" y="29820"/>
                </a:lnTo>
                <a:lnTo>
                  <a:pt x="160381" y="44260"/>
                </a:lnTo>
                <a:cubicBezTo>
                  <a:pt x="163560" y="38867"/>
                  <a:pt x="166750" y="35090"/>
                  <a:pt x="169951" y="32928"/>
                </a:cubicBezTo>
                <a:cubicBezTo>
                  <a:pt x="173153" y="30766"/>
                  <a:pt x="176522" y="29686"/>
                  <a:pt x="180059" y="29686"/>
                </a:cubicBezTo>
                <a:cubicBezTo>
                  <a:pt x="186238" y="29686"/>
                  <a:pt x="191387" y="32101"/>
                  <a:pt x="195506" y="36931"/>
                </a:cubicBezTo>
                <a:cubicBezTo>
                  <a:pt x="200566" y="42835"/>
                  <a:pt x="203096" y="50529"/>
                  <a:pt x="203096" y="60011"/>
                </a:cubicBezTo>
                <a:cubicBezTo>
                  <a:pt x="203096" y="70612"/>
                  <a:pt x="200051" y="79378"/>
                  <a:pt x="193962" y="86312"/>
                </a:cubicBezTo>
                <a:cubicBezTo>
                  <a:pt x="188947" y="91992"/>
                  <a:pt x="182634" y="94833"/>
                  <a:pt x="175022" y="94833"/>
                </a:cubicBezTo>
                <a:cubicBezTo>
                  <a:pt x="171709" y="94833"/>
                  <a:pt x="168843" y="94363"/>
                  <a:pt x="166425" y="93422"/>
                </a:cubicBezTo>
                <a:cubicBezTo>
                  <a:pt x="164634" y="92751"/>
                  <a:pt x="162619" y="91407"/>
                  <a:pt x="160381" y="89393"/>
                </a:cubicBezTo>
                <a:lnTo>
                  <a:pt x="160381" y="108131"/>
                </a:lnTo>
                <a:cubicBezTo>
                  <a:pt x="160381" y="112363"/>
                  <a:pt x="160638" y="115054"/>
                  <a:pt x="161153" y="116203"/>
                </a:cubicBezTo>
                <a:cubicBezTo>
                  <a:pt x="161668" y="117352"/>
                  <a:pt x="162563" y="118263"/>
                  <a:pt x="163839" y="118938"/>
                </a:cubicBezTo>
                <a:cubicBezTo>
                  <a:pt x="165116" y="119613"/>
                  <a:pt x="167433" y="119951"/>
                  <a:pt x="170791" y="119951"/>
                </a:cubicBezTo>
                <a:lnTo>
                  <a:pt x="170791" y="122369"/>
                </a:lnTo>
                <a:lnTo>
                  <a:pt x="138553" y="122369"/>
                </a:lnTo>
                <a:lnTo>
                  <a:pt x="138553" y="119951"/>
                </a:lnTo>
                <a:lnTo>
                  <a:pt x="140232" y="119951"/>
                </a:lnTo>
                <a:cubicBezTo>
                  <a:pt x="142695" y="119996"/>
                  <a:pt x="144799" y="119523"/>
                  <a:pt x="146545" y="118532"/>
                </a:cubicBezTo>
                <a:cubicBezTo>
                  <a:pt x="147396" y="118037"/>
                  <a:pt x="148056" y="117238"/>
                  <a:pt x="148527" y="116136"/>
                </a:cubicBezTo>
                <a:cubicBezTo>
                  <a:pt x="148997" y="115033"/>
                  <a:pt x="149232" y="112230"/>
                  <a:pt x="149232" y="107728"/>
                </a:cubicBezTo>
                <a:lnTo>
                  <a:pt x="149232" y="49431"/>
                </a:lnTo>
                <a:cubicBezTo>
                  <a:pt x="149232" y="45420"/>
                  <a:pt x="149053" y="42873"/>
                  <a:pt x="148694" y="41792"/>
                </a:cubicBezTo>
                <a:cubicBezTo>
                  <a:pt x="148336" y="40709"/>
                  <a:pt x="147765" y="39898"/>
                  <a:pt x="146982" y="39359"/>
                </a:cubicBezTo>
                <a:cubicBezTo>
                  <a:pt x="146198" y="38820"/>
                  <a:pt x="145135" y="38551"/>
                  <a:pt x="143792" y="38551"/>
                </a:cubicBezTo>
                <a:cubicBezTo>
                  <a:pt x="142717" y="38551"/>
                  <a:pt x="141351" y="38864"/>
                  <a:pt x="139695" y="39491"/>
                </a:cubicBezTo>
                <a:lnTo>
                  <a:pt x="138889" y="37342"/>
                </a:lnTo>
                <a:moveTo>
                  <a:pt x="160381" y="48222"/>
                </a:moveTo>
                <a:lnTo>
                  <a:pt x="160381" y="71192"/>
                </a:lnTo>
                <a:cubicBezTo>
                  <a:pt x="160381" y="76162"/>
                  <a:pt x="160582" y="79430"/>
                  <a:pt x="160985" y="80997"/>
                </a:cubicBezTo>
                <a:cubicBezTo>
                  <a:pt x="161612" y="83594"/>
                  <a:pt x="163145" y="85878"/>
                  <a:pt x="165586" y="87848"/>
                </a:cubicBezTo>
                <a:cubicBezTo>
                  <a:pt x="168026" y="89818"/>
                  <a:pt x="171104" y="90803"/>
                  <a:pt x="174820" y="90803"/>
                </a:cubicBezTo>
                <a:cubicBezTo>
                  <a:pt x="179298" y="90803"/>
                  <a:pt x="182925" y="89057"/>
                  <a:pt x="185701" y="85564"/>
                </a:cubicBezTo>
                <a:cubicBezTo>
                  <a:pt x="189327" y="80997"/>
                  <a:pt x="191141" y="74572"/>
                  <a:pt x="191141" y="66289"/>
                </a:cubicBezTo>
                <a:cubicBezTo>
                  <a:pt x="191141" y="56886"/>
                  <a:pt x="189081" y="49655"/>
                  <a:pt x="184962" y="44596"/>
                </a:cubicBezTo>
                <a:cubicBezTo>
                  <a:pt x="182096" y="41103"/>
                  <a:pt x="178693" y="39357"/>
                  <a:pt x="174753" y="39357"/>
                </a:cubicBezTo>
                <a:cubicBezTo>
                  <a:pt x="172604" y="39357"/>
                  <a:pt x="170477" y="39894"/>
                  <a:pt x="168373" y="40969"/>
                </a:cubicBezTo>
                <a:cubicBezTo>
                  <a:pt x="166761" y="41775"/>
                  <a:pt x="164097" y="44193"/>
                  <a:pt x="160381" y="48222"/>
                </a:cubicBezTo>
                <a:close/>
                <a:moveTo>
                  <a:pt x="303164" y="0"/>
                </a:moveTo>
                <a:lnTo>
                  <a:pt x="280933" y="76430"/>
                </a:lnTo>
                <a:cubicBezTo>
                  <a:pt x="279769" y="80435"/>
                  <a:pt x="279187" y="82976"/>
                  <a:pt x="279187" y="84055"/>
                </a:cubicBezTo>
                <a:cubicBezTo>
                  <a:pt x="279187" y="85135"/>
                  <a:pt x="279601" y="86249"/>
                  <a:pt x="280430" y="87397"/>
                </a:cubicBezTo>
                <a:cubicBezTo>
                  <a:pt x="281258" y="88544"/>
                  <a:pt x="282154" y="89286"/>
                  <a:pt x="283116" y="89623"/>
                </a:cubicBezTo>
                <a:cubicBezTo>
                  <a:pt x="284079" y="89961"/>
                  <a:pt x="286978" y="90264"/>
                  <a:pt x="291814" y="90534"/>
                </a:cubicBezTo>
                <a:lnTo>
                  <a:pt x="291075" y="92952"/>
                </a:lnTo>
                <a:lnTo>
                  <a:pt x="245203" y="92952"/>
                </a:lnTo>
                <a:lnTo>
                  <a:pt x="245942" y="90534"/>
                </a:lnTo>
                <a:cubicBezTo>
                  <a:pt x="250509" y="90445"/>
                  <a:pt x="253688" y="90063"/>
                  <a:pt x="255479" y="89388"/>
                </a:cubicBezTo>
                <a:cubicBezTo>
                  <a:pt x="257270" y="88713"/>
                  <a:pt x="258736" y="87610"/>
                  <a:pt x="259878" y="86081"/>
                </a:cubicBezTo>
                <a:cubicBezTo>
                  <a:pt x="261020" y="84551"/>
                  <a:pt x="262307" y="81335"/>
                  <a:pt x="263740" y="76430"/>
                </a:cubicBezTo>
                <a:lnTo>
                  <a:pt x="276904" y="31025"/>
                </a:lnTo>
                <a:cubicBezTo>
                  <a:pt x="278919" y="24131"/>
                  <a:pt x="279971" y="20483"/>
                  <a:pt x="280060" y="20081"/>
                </a:cubicBezTo>
                <a:cubicBezTo>
                  <a:pt x="280329" y="18917"/>
                  <a:pt x="280463" y="17820"/>
                  <a:pt x="280463" y="16790"/>
                </a:cubicBezTo>
                <a:cubicBezTo>
                  <a:pt x="280463" y="14820"/>
                  <a:pt x="279848" y="13253"/>
                  <a:pt x="278616" y="12089"/>
                </a:cubicBezTo>
                <a:cubicBezTo>
                  <a:pt x="277385" y="10925"/>
                  <a:pt x="275628" y="10343"/>
                  <a:pt x="273344" y="10343"/>
                </a:cubicBezTo>
                <a:cubicBezTo>
                  <a:pt x="272225" y="10343"/>
                  <a:pt x="270008" y="10522"/>
                  <a:pt x="266695" y="10880"/>
                </a:cubicBezTo>
                <a:lnTo>
                  <a:pt x="266158" y="8328"/>
                </a:lnTo>
                <a:lnTo>
                  <a:pt x="300343" y="0"/>
                </a:lnTo>
                <a:lnTo>
                  <a:pt x="303164" y="0"/>
                </a:lnTo>
                <a:close/>
                <a:moveTo>
                  <a:pt x="359446" y="0"/>
                </a:moveTo>
                <a:cubicBezTo>
                  <a:pt x="363789" y="0"/>
                  <a:pt x="367505" y="1265"/>
                  <a:pt x="370595" y="3795"/>
                </a:cubicBezTo>
                <a:cubicBezTo>
                  <a:pt x="373684" y="6324"/>
                  <a:pt x="375912" y="9694"/>
                  <a:pt x="377277" y="13903"/>
                </a:cubicBezTo>
                <a:cubicBezTo>
                  <a:pt x="378643" y="18111"/>
                  <a:pt x="379326" y="22275"/>
                  <a:pt x="379326" y="26395"/>
                </a:cubicBezTo>
                <a:cubicBezTo>
                  <a:pt x="379326" y="33514"/>
                  <a:pt x="378397" y="40857"/>
                  <a:pt x="376539" y="48424"/>
                </a:cubicBezTo>
                <a:cubicBezTo>
                  <a:pt x="374680" y="55991"/>
                  <a:pt x="372095" y="62953"/>
                  <a:pt x="368781" y="69311"/>
                </a:cubicBezTo>
                <a:cubicBezTo>
                  <a:pt x="365468" y="75669"/>
                  <a:pt x="361796" y="80997"/>
                  <a:pt x="357767" y="85296"/>
                </a:cubicBezTo>
                <a:cubicBezTo>
                  <a:pt x="355215" y="87982"/>
                  <a:pt x="352114" y="90243"/>
                  <a:pt x="348465" y="92079"/>
                </a:cubicBezTo>
                <a:cubicBezTo>
                  <a:pt x="344816" y="93915"/>
                  <a:pt x="341088" y="94833"/>
                  <a:pt x="337282" y="94833"/>
                </a:cubicBezTo>
                <a:cubicBezTo>
                  <a:pt x="333745" y="94833"/>
                  <a:pt x="330533" y="93758"/>
                  <a:pt x="327645" y="91609"/>
                </a:cubicBezTo>
                <a:cubicBezTo>
                  <a:pt x="324757" y="89460"/>
                  <a:pt x="322484" y="86325"/>
                  <a:pt x="320828" y="82206"/>
                </a:cubicBezTo>
                <a:cubicBezTo>
                  <a:pt x="319171" y="78087"/>
                  <a:pt x="318343" y="73677"/>
                  <a:pt x="318343" y="68975"/>
                </a:cubicBezTo>
                <a:cubicBezTo>
                  <a:pt x="318343" y="58677"/>
                  <a:pt x="320201" y="48357"/>
                  <a:pt x="323917" y="38014"/>
                </a:cubicBezTo>
                <a:cubicBezTo>
                  <a:pt x="327007" y="29417"/>
                  <a:pt x="330846" y="21996"/>
                  <a:pt x="335435" y="15749"/>
                </a:cubicBezTo>
                <a:cubicBezTo>
                  <a:pt x="340025" y="9503"/>
                  <a:pt x="344211" y="5317"/>
                  <a:pt x="347995" y="3190"/>
                </a:cubicBezTo>
                <a:cubicBezTo>
                  <a:pt x="351778" y="1063"/>
                  <a:pt x="355595" y="0"/>
                  <a:pt x="359446" y="0"/>
                </a:cubicBezTo>
                <a:moveTo>
                  <a:pt x="359916" y="4567"/>
                </a:moveTo>
                <a:cubicBezTo>
                  <a:pt x="358573" y="4567"/>
                  <a:pt x="357409" y="4824"/>
                  <a:pt x="356424" y="5339"/>
                </a:cubicBezTo>
                <a:cubicBezTo>
                  <a:pt x="355438" y="5853"/>
                  <a:pt x="354375" y="6893"/>
                  <a:pt x="353233" y="8460"/>
                </a:cubicBezTo>
                <a:cubicBezTo>
                  <a:pt x="352092" y="10026"/>
                  <a:pt x="350670" y="13359"/>
                  <a:pt x="348969" y="18459"/>
                </a:cubicBezTo>
                <a:cubicBezTo>
                  <a:pt x="345790" y="27765"/>
                  <a:pt x="342275" y="39129"/>
                  <a:pt x="338424" y="52550"/>
                </a:cubicBezTo>
                <a:cubicBezTo>
                  <a:pt x="335469" y="62885"/>
                  <a:pt x="333700" y="69506"/>
                  <a:pt x="333118" y="72415"/>
                </a:cubicBezTo>
                <a:cubicBezTo>
                  <a:pt x="332268" y="76575"/>
                  <a:pt x="331842" y="80221"/>
                  <a:pt x="331842" y="83354"/>
                </a:cubicBezTo>
                <a:cubicBezTo>
                  <a:pt x="331842" y="85545"/>
                  <a:pt x="332436" y="87268"/>
                  <a:pt x="333622" y="88522"/>
                </a:cubicBezTo>
                <a:cubicBezTo>
                  <a:pt x="334809" y="89774"/>
                  <a:pt x="336275" y="90400"/>
                  <a:pt x="338021" y="90400"/>
                </a:cubicBezTo>
                <a:cubicBezTo>
                  <a:pt x="339857" y="90400"/>
                  <a:pt x="341357" y="89908"/>
                  <a:pt x="342521" y="88925"/>
                </a:cubicBezTo>
                <a:cubicBezTo>
                  <a:pt x="344894" y="86911"/>
                  <a:pt x="346864" y="83510"/>
                  <a:pt x="348431" y="78722"/>
                </a:cubicBezTo>
                <a:cubicBezTo>
                  <a:pt x="352103" y="67494"/>
                  <a:pt x="356737" y="52037"/>
                  <a:pt x="362334" y="32351"/>
                </a:cubicBezTo>
                <a:cubicBezTo>
                  <a:pt x="364796" y="23672"/>
                  <a:pt x="366028" y="16849"/>
                  <a:pt x="366028" y="11881"/>
                </a:cubicBezTo>
                <a:cubicBezTo>
                  <a:pt x="366028" y="9601"/>
                  <a:pt x="365434" y="7812"/>
                  <a:pt x="364248" y="6515"/>
                </a:cubicBezTo>
                <a:cubicBezTo>
                  <a:pt x="363061" y="5216"/>
                  <a:pt x="361617" y="4567"/>
                  <a:pt x="359916" y="4567"/>
                </a:cubicBezTo>
                <a:close/>
                <a:moveTo>
                  <a:pt x="428220" y="0"/>
                </a:moveTo>
                <a:cubicBezTo>
                  <a:pt x="432563" y="0"/>
                  <a:pt x="436279" y="1265"/>
                  <a:pt x="439369" y="3795"/>
                </a:cubicBezTo>
                <a:cubicBezTo>
                  <a:pt x="442458" y="6324"/>
                  <a:pt x="444686" y="9694"/>
                  <a:pt x="446051" y="13903"/>
                </a:cubicBezTo>
                <a:cubicBezTo>
                  <a:pt x="447417" y="18111"/>
                  <a:pt x="448100" y="22275"/>
                  <a:pt x="448100" y="26395"/>
                </a:cubicBezTo>
                <a:cubicBezTo>
                  <a:pt x="448100" y="33514"/>
                  <a:pt x="447171" y="40857"/>
                  <a:pt x="445312" y="48424"/>
                </a:cubicBezTo>
                <a:cubicBezTo>
                  <a:pt x="443454" y="55991"/>
                  <a:pt x="440869" y="62953"/>
                  <a:pt x="437555" y="69311"/>
                </a:cubicBezTo>
                <a:cubicBezTo>
                  <a:pt x="434242" y="75669"/>
                  <a:pt x="430570" y="80997"/>
                  <a:pt x="426541" y="85296"/>
                </a:cubicBezTo>
                <a:cubicBezTo>
                  <a:pt x="423988" y="87982"/>
                  <a:pt x="420888" y="90243"/>
                  <a:pt x="417239" y="92079"/>
                </a:cubicBezTo>
                <a:cubicBezTo>
                  <a:pt x="413590" y="93915"/>
                  <a:pt x="409862" y="94833"/>
                  <a:pt x="406056" y="94833"/>
                </a:cubicBezTo>
                <a:cubicBezTo>
                  <a:pt x="402519" y="94833"/>
                  <a:pt x="399306" y="93758"/>
                  <a:pt x="396418" y="91609"/>
                </a:cubicBezTo>
                <a:cubicBezTo>
                  <a:pt x="393531" y="89460"/>
                  <a:pt x="391258" y="86325"/>
                  <a:pt x="389602" y="82206"/>
                </a:cubicBezTo>
                <a:cubicBezTo>
                  <a:pt x="387945" y="78087"/>
                  <a:pt x="387117" y="73677"/>
                  <a:pt x="387117" y="68975"/>
                </a:cubicBezTo>
                <a:cubicBezTo>
                  <a:pt x="387117" y="58677"/>
                  <a:pt x="388975" y="48357"/>
                  <a:pt x="392691" y="38014"/>
                </a:cubicBezTo>
                <a:cubicBezTo>
                  <a:pt x="395780" y="29417"/>
                  <a:pt x="399620" y="21996"/>
                  <a:pt x="404209" y="15749"/>
                </a:cubicBezTo>
                <a:cubicBezTo>
                  <a:pt x="408799" y="9503"/>
                  <a:pt x="412985" y="5317"/>
                  <a:pt x="416769" y="3190"/>
                </a:cubicBezTo>
                <a:cubicBezTo>
                  <a:pt x="420552" y="1063"/>
                  <a:pt x="424369" y="0"/>
                  <a:pt x="428220" y="0"/>
                </a:cubicBezTo>
                <a:moveTo>
                  <a:pt x="428690" y="4567"/>
                </a:moveTo>
                <a:cubicBezTo>
                  <a:pt x="427347" y="4567"/>
                  <a:pt x="426182" y="4824"/>
                  <a:pt x="425197" y="5339"/>
                </a:cubicBezTo>
                <a:cubicBezTo>
                  <a:pt x="424212" y="5853"/>
                  <a:pt x="423149" y="6893"/>
                  <a:pt x="422007" y="8460"/>
                </a:cubicBezTo>
                <a:cubicBezTo>
                  <a:pt x="420865" y="10026"/>
                  <a:pt x="419444" y="13359"/>
                  <a:pt x="417742" y="18459"/>
                </a:cubicBezTo>
                <a:cubicBezTo>
                  <a:pt x="414563" y="27765"/>
                  <a:pt x="411049" y="39129"/>
                  <a:pt x="407198" y="52550"/>
                </a:cubicBezTo>
                <a:cubicBezTo>
                  <a:pt x="404243" y="62885"/>
                  <a:pt x="402474" y="69506"/>
                  <a:pt x="401892" y="72415"/>
                </a:cubicBezTo>
                <a:cubicBezTo>
                  <a:pt x="401041" y="76575"/>
                  <a:pt x="400616" y="80221"/>
                  <a:pt x="400616" y="83354"/>
                </a:cubicBezTo>
                <a:cubicBezTo>
                  <a:pt x="400616" y="85545"/>
                  <a:pt x="401209" y="87268"/>
                  <a:pt x="402396" y="88522"/>
                </a:cubicBezTo>
                <a:cubicBezTo>
                  <a:pt x="403582" y="89774"/>
                  <a:pt x="405049" y="90400"/>
                  <a:pt x="406795" y="90400"/>
                </a:cubicBezTo>
                <a:cubicBezTo>
                  <a:pt x="408631" y="90400"/>
                  <a:pt x="410131" y="89908"/>
                  <a:pt x="411295" y="88925"/>
                </a:cubicBezTo>
                <a:cubicBezTo>
                  <a:pt x="413668" y="86911"/>
                  <a:pt x="415638" y="83510"/>
                  <a:pt x="417205" y="78722"/>
                </a:cubicBezTo>
                <a:cubicBezTo>
                  <a:pt x="420877" y="67494"/>
                  <a:pt x="425511" y="52037"/>
                  <a:pt x="431108" y="32351"/>
                </a:cubicBezTo>
                <a:cubicBezTo>
                  <a:pt x="433570" y="23672"/>
                  <a:pt x="434802" y="16849"/>
                  <a:pt x="434802" y="11881"/>
                </a:cubicBezTo>
                <a:cubicBezTo>
                  <a:pt x="434802" y="9601"/>
                  <a:pt x="434208" y="7812"/>
                  <a:pt x="433022" y="6515"/>
                </a:cubicBezTo>
                <a:cubicBezTo>
                  <a:pt x="431835" y="5216"/>
                  <a:pt x="430391" y="4567"/>
                  <a:pt x="428690" y="4567"/>
                </a:cubicBezTo>
                <a:close/>
                <a:moveTo>
                  <a:pt x="482387" y="37342"/>
                </a:moveTo>
                <a:lnTo>
                  <a:pt x="501327" y="29820"/>
                </a:lnTo>
                <a:lnTo>
                  <a:pt x="503879" y="29820"/>
                </a:lnTo>
                <a:lnTo>
                  <a:pt x="503879" y="44260"/>
                </a:lnTo>
                <a:cubicBezTo>
                  <a:pt x="507058" y="38867"/>
                  <a:pt x="510248" y="35090"/>
                  <a:pt x="513450" y="32928"/>
                </a:cubicBezTo>
                <a:cubicBezTo>
                  <a:pt x="516651" y="30766"/>
                  <a:pt x="520020" y="29686"/>
                  <a:pt x="523557" y="29686"/>
                </a:cubicBezTo>
                <a:cubicBezTo>
                  <a:pt x="529736" y="29686"/>
                  <a:pt x="534885" y="32101"/>
                  <a:pt x="539005" y="36931"/>
                </a:cubicBezTo>
                <a:cubicBezTo>
                  <a:pt x="544064" y="42835"/>
                  <a:pt x="546594" y="50529"/>
                  <a:pt x="546594" y="60011"/>
                </a:cubicBezTo>
                <a:cubicBezTo>
                  <a:pt x="546594" y="70612"/>
                  <a:pt x="543549" y="79378"/>
                  <a:pt x="537460" y="86312"/>
                </a:cubicBezTo>
                <a:cubicBezTo>
                  <a:pt x="532445" y="91992"/>
                  <a:pt x="526132" y="94833"/>
                  <a:pt x="518520" y="94833"/>
                </a:cubicBezTo>
                <a:cubicBezTo>
                  <a:pt x="515207" y="94833"/>
                  <a:pt x="512341" y="94363"/>
                  <a:pt x="509924" y="93422"/>
                </a:cubicBezTo>
                <a:cubicBezTo>
                  <a:pt x="508133" y="92751"/>
                  <a:pt x="506118" y="91407"/>
                  <a:pt x="503879" y="89393"/>
                </a:cubicBezTo>
                <a:lnTo>
                  <a:pt x="503879" y="108131"/>
                </a:lnTo>
                <a:cubicBezTo>
                  <a:pt x="503879" y="112363"/>
                  <a:pt x="504136" y="115054"/>
                  <a:pt x="504651" y="116203"/>
                </a:cubicBezTo>
                <a:cubicBezTo>
                  <a:pt x="505166" y="117352"/>
                  <a:pt x="506062" y="118263"/>
                  <a:pt x="507338" y="118938"/>
                </a:cubicBezTo>
                <a:cubicBezTo>
                  <a:pt x="508614" y="119613"/>
                  <a:pt x="510931" y="119951"/>
                  <a:pt x="514289" y="119951"/>
                </a:cubicBezTo>
                <a:lnTo>
                  <a:pt x="514289" y="122369"/>
                </a:lnTo>
                <a:lnTo>
                  <a:pt x="482051" y="122369"/>
                </a:lnTo>
                <a:lnTo>
                  <a:pt x="482051" y="119951"/>
                </a:lnTo>
                <a:lnTo>
                  <a:pt x="483730" y="119951"/>
                </a:lnTo>
                <a:cubicBezTo>
                  <a:pt x="486193" y="119996"/>
                  <a:pt x="488297" y="119523"/>
                  <a:pt x="490044" y="118532"/>
                </a:cubicBezTo>
                <a:cubicBezTo>
                  <a:pt x="490894" y="118037"/>
                  <a:pt x="491555" y="117238"/>
                  <a:pt x="492025" y="116136"/>
                </a:cubicBezTo>
                <a:cubicBezTo>
                  <a:pt x="492495" y="115033"/>
                  <a:pt x="492730" y="112230"/>
                  <a:pt x="492730" y="107728"/>
                </a:cubicBezTo>
                <a:lnTo>
                  <a:pt x="492730" y="49431"/>
                </a:lnTo>
                <a:cubicBezTo>
                  <a:pt x="492730" y="45420"/>
                  <a:pt x="492551" y="42873"/>
                  <a:pt x="492193" y="41792"/>
                </a:cubicBezTo>
                <a:cubicBezTo>
                  <a:pt x="491835" y="40709"/>
                  <a:pt x="491264" y="39898"/>
                  <a:pt x="490480" y="39359"/>
                </a:cubicBezTo>
                <a:cubicBezTo>
                  <a:pt x="489697" y="38820"/>
                  <a:pt x="488633" y="38551"/>
                  <a:pt x="487290" y="38551"/>
                </a:cubicBezTo>
                <a:cubicBezTo>
                  <a:pt x="486215" y="38551"/>
                  <a:pt x="484850" y="38864"/>
                  <a:pt x="483193" y="39491"/>
                </a:cubicBezTo>
                <a:lnTo>
                  <a:pt x="482387" y="37342"/>
                </a:lnTo>
                <a:moveTo>
                  <a:pt x="503879" y="48222"/>
                </a:moveTo>
                <a:lnTo>
                  <a:pt x="503879" y="71192"/>
                </a:lnTo>
                <a:cubicBezTo>
                  <a:pt x="503879" y="76162"/>
                  <a:pt x="504081" y="79430"/>
                  <a:pt x="504483" y="80997"/>
                </a:cubicBezTo>
                <a:cubicBezTo>
                  <a:pt x="505110" y="83594"/>
                  <a:pt x="506644" y="85878"/>
                  <a:pt x="509084" y="87848"/>
                </a:cubicBezTo>
                <a:cubicBezTo>
                  <a:pt x="511524" y="89818"/>
                  <a:pt x="514603" y="90803"/>
                  <a:pt x="518319" y="90803"/>
                </a:cubicBezTo>
                <a:cubicBezTo>
                  <a:pt x="522796" y="90803"/>
                  <a:pt x="526423" y="89057"/>
                  <a:pt x="529199" y="85564"/>
                </a:cubicBezTo>
                <a:cubicBezTo>
                  <a:pt x="532826" y="80997"/>
                  <a:pt x="534639" y="74572"/>
                  <a:pt x="534639" y="66289"/>
                </a:cubicBezTo>
                <a:cubicBezTo>
                  <a:pt x="534639" y="56886"/>
                  <a:pt x="532580" y="49655"/>
                  <a:pt x="528460" y="44596"/>
                </a:cubicBezTo>
                <a:cubicBezTo>
                  <a:pt x="525595" y="41103"/>
                  <a:pt x="522192" y="39357"/>
                  <a:pt x="518252" y="39357"/>
                </a:cubicBezTo>
                <a:cubicBezTo>
                  <a:pt x="516103" y="39357"/>
                  <a:pt x="513976" y="39894"/>
                  <a:pt x="511871" y="40969"/>
                </a:cubicBezTo>
                <a:cubicBezTo>
                  <a:pt x="510259" y="41775"/>
                  <a:pt x="507595" y="44193"/>
                  <a:pt x="503879" y="48222"/>
                </a:cubicBezTo>
                <a:close/>
                <a:moveTo>
                  <a:pt x="590451" y="84158"/>
                </a:moveTo>
                <a:cubicBezTo>
                  <a:pt x="584138" y="89037"/>
                  <a:pt x="580175" y="91857"/>
                  <a:pt x="578563" y="92616"/>
                </a:cubicBezTo>
                <a:cubicBezTo>
                  <a:pt x="576145" y="93736"/>
                  <a:pt x="573571" y="94295"/>
                  <a:pt x="570840" y="94295"/>
                </a:cubicBezTo>
                <a:cubicBezTo>
                  <a:pt x="566586" y="94295"/>
                  <a:pt x="563082" y="92840"/>
                  <a:pt x="560329" y="89930"/>
                </a:cubicBezTo>
                <a:cubicBezTo>
                  <a:pt x="557575" y="87020"/>
                  <a:pt x="556198" y="83191"/>
                  <a:pt x="556198" y="78445"/>
                </a:cubicBezTo>
                <a:cubicBezTo>
                  <a:pt x="556198" y="75445"/>
                  <a:pt x="556870" y="72848"/>
                  <a:pt x="558213" y="70654"/>
                </a:cubicBezTo>
                <a:cubicBezTo>
                  <a:pt x="560049" y="67610"/>
                  <a:pt x="563239" y="64744"/>
                  <a:pt x="567784" y="62058"/>
                </a:cubicBezTo>
                <a:cubicBezTo>
                  <a:pt x="572328" y="59371"/>
                  <a:pt x="579884" y="56103"/>
                  <a:pt x="590451" y="52252"/>
                </a:cubicBezTo>
                <a:lnTo>
                  <a:pt x="590451" y="49843"/>
                </a:lnTo>
                <a:cubicBezTo>
                  <a:pt x="590451" y="43731"/>
                  <a:pt x="589477" y="39537"/>
                  <a:pt x="587529" y="37262"/>
                </a:cubicBezTo>
                <a:cubicBezTo>
                  <a:pt x="585582" y="34987"/>
                  <a:pt x="582750" y="33850"/>
                  <a:pt x="579033" y="33850"/>
                </a:cubicBezTo>
                <a:cubicBezTo>
                  <a:pt x="576212" y="33850"/>
                  <a:pt x="573974" y="34611"/>
                  <a:pt x="572317" y="36133"/>
                </a:cubicBezTo>
                <a:cubicBezTo>
                  <a:pt x="570616" y="37655"/>
                  <a:pt x="569765" y="39402"/>
                  <a:pt x="569765" y="41372"/>
                </a:cubicBezTo>
                <a:lnTo>
                  <a:pt x="569899" y="45267"/>
                </a:lnTo>
                <a:cubicBezTo>
                  <a:pt x="569899" y="47327"/>
                  <a:pt x="569373" y="48916"/>
                  <a:pt x="568321" y="50036"/>
                </a:cubicBezTo>
                <a:cubicBezTo>
                  <a:pt x="567269" y="51155"/>
                  <a:pt x="565892" y="51715"/>
                  <a:pt x="564190" y="51715"/>
                </a:cubicBezTo>
                <a:cubicBezTo>
                  <a:pt x="562534" y="51715"/>
                  <a:pt x="561179" y="51131"/>
                  <a:pt x="560127" y="49964"/>
                </a:cubicBezTo>
                <a:cubicBezTo>
                  <a:pt x="559075" y="48796"/>
                  <a:pt x="558549" y="47202"/>
                  <a:pt x="558549" y="45181"/>
                </a:cubicBezTo>
                <a:cubicBezTo>
                  <a:pt x="558549" y="41318"/>
                  <a:pt x="560519" y="37770"/>
                  <a:pt x="564459" y="34536"/>
                </a:cubicBezTo>
                <a:cubicBezTo>
                  <a:pt x="568399" y="31302"/>
                  <a:pt x="573929" y="29686"/>
                  <a:pt x="581048" y="29686"/>
                </a:cubicBezTo>
                <a:cubicBezTo>
                  <a:pt x="586511" y="29686"/>
                  <a:pt x="590988" y="30602"/>
                  <a:pt x="594481" y="32435"/>
                </a:cubicBezTo>
                <a:cubicBezTo>
                  <a:pt x="597122" y="33822"/>
                  <a:pt x="599070" y="35991"/>
                  <a:pt x="600324" y="38943"/>
                </a:cubicBezTo>
                <a:cubicBezTo>
                  <a:pt x="601130" y="40866"/>
                  <a:pt x="601533" y="44801"/>
                  <a:pt x="601533" y="50749"/>
                </a:cubicBezTo>
                <a:lnTo>
                  <a:pt x="601533" y="71611"/>
                </a:lnTo>
                <a:cubicBezTo>
                  <a:pt x="601533" y="77470"/>
                  <a:pt x="601644" y="81059"/>
                  <a:pt x="601868" y="82378"/>
                </a:cubicBezTo>
                <a:cubicBezTo>
                  <a:pt x="602092" y="83698"/>
                  <a:pt x="602462" y="84581"/>
                  <a:pt x="602977" y="85029"/>
                </a:cubicBezTo>
                <a:cubicBezTo>
                  <a:pt x="603491" y="85475"/>
                  <a:pt x="604085" y="85699"/>
                  <a:pt x="604756" y="85699"/>
                </a:cubicBezTo>
                <a:cubicBezTo>
                  <a:pt x="605473" y="85699"/>
                  <a:pt x="606100" y="85542"/>
                  <a:pt x="606637" y="85229"/>
                </a:cubicBezTo>
                <a:cubicBezTo>
                  <a:pt x="607577" y="84646"/>
                  <a:pt x="609390" y="83012"/>
                  <a:pt x="612077" y="80326"/>
                </a:cubicBezTo>
                <a:lnTo>
                  <a:pt x="612077" y="84087"/>
                </a:lnTo>
                <a:cubicBezTo>
                  <a:pt x="607062" y="90803"/>
                  <a:pt x="602271" y="94161"/>
                  <a:pt x="597704" y="94161"/>
                </a:cubicBezTo>
                <a:cubicBezTo>
                  <a:pt x="595510" y="94161"/>
                  <a:pt x="593764" y="93405"/>
                  <a:pt x="592466" y="91894"/>
                </a:cubicBezTo>
                <a:cubicBezTo>
                  <a:pt x="591167" y="90382"/>
                  <a:pt x="590496" y="87803"/>
                  <a:pt x="590451" y="84158"/>
                </a:cubicBezTo>
                <a:moveTo>
                  <a:pt x="590451" y="79803"/>
                </a:moveTo>
                <a:lnTo>
                  <a:pt x="590451" y="56416"/>
                </a:lnTo>
                <a:cubicBezTo>
                  <a:pt x="583690" y="59097"/>
                  <a:pt x="579324" y="60996"/>
                  <a:pt x="577354" y="62112"/>
                </a:cubicBezTo>
                <a:cubicBezTo>
                  <a:pt x="573817" y="64078"/>
                  <a:pt x="571287" y="66134"/>
                  <a:pt x="569765" y="68279"/>
                </a:cubicBezTo>
                <a:cubicBezTo>
                  <a:pt x="568243" y="70422"/>
                  <a:pt x="567481" y="72767"/>
                  <a:pt x="567481" y="75314"/>
                </a:cubicBezTo>
                <a:cubicBezTo>
                  <a:pt x="567481" y="78531"/>
                  <a:pt x="568444" y="81200"/>
                  <a:pt x="570369" y="83323"/>
                </a:cubicBezTo>
                <a:cubicBezTo>
                  <a:pt x="572295" y="85444"/>
                  <a:pt x="574511" y="86505"/>
                  <a:pt x="577018" y="86505"/>
                </a:cubicBezTo>
                <a:cubicBezTo>
                  <a:pt x="580421" y="86505"/>
                  <a:pt x="584899" y="84271"/>
                  <a:pt x="590451" y="79803"/>
                </a:cubicBezTo>
                <a:close/>
                <a:moveTo>
                  <a:pt x="612095" y="37342"/>
                </a:moveTo>
                <a:lnTo>
                  <a:pt x="631034" y="29820"/>
                </a:lnTo>
                <a:lnTo>
                  <a:pt x="633586" y="29820"/>
                </a:lnTo>
                <a:lnTo>
                  <a:pt x="633586" y="44260"/>
                </a:lnTo>
                <a:cubicBezTo>
                  <a:pt x="636765" y="38867"/>
                  <a:pt x="639956" y="35090"/>
                  <a:pt x="643157" y="32928"/>
                </a:cubicBezTo>
                <a:cubicBezTo>
                  <a:pt x="646358" y="30766"/>
                  <a:pt x="649728" y="29686"/>
                  <a:pt x="653265" y="29686"/>
                </a:cubicBezTo>
                <a:cubicBezTo>
                  <a:pt x="659444" y="29686"/>
                  <a:pt x="664593" y="32101"/>
                  <a:pt x="668712" y="36931"/>
                </a:cubicBezTo>
                <a:cubicBezTo>
                  <a:pt x="673772" y="42835"/>
                  <a:pt x="676301" y="50529"/>
                  <a:pt x="676301" y="60011"/>
                </a:cubicBezTo>
                <a:cubicBezTo>
                  <a:pt x="676301" y="70612"/>
                  <a:pt x="673257" y="79378"/>
                  <a:pt x="667167" y="86312"/>
                </a:cubicBezTo>
                <a:cubicBezTo>
                  <a:pt x="662153" y="91992"/>
                  <a:pt x="655839" y="94833"/>
                  <a:pt x="648228" y="94833"/>
                </a:cubicBezTo>
                <a:cubicBezTo>
                  <a:pt x="644914" y="94833"/>
                  <a:pt x="642049" y="94363"/>
                  <a:pt x="639631" y="93422"/>
                </a:cubicBezTo>
                <a:cubicBezTo>
                  <a:pt x="637840" y="92751"/>
                  <a:pt x="635825" y="91407"/>
                  <a:pt x="633586" y="89393"/>
                </a:cubicBezTo>
                <a:lnTo>
                  <a:pt x="633586" y="108131"/>
                </a:lnTo>
                <a:cubicBezTo>
                  <a:pt x="633586" y="112363"/>
                  <a:pt x="633844" y="115054"/>
                  <a:pt x="634359" y="116203"/>
                </a:cubicBezTo>
                <a:cubicBezTo>
                  <a:pt x="634874" y="117352"/>
                  <a:pt x="635769" y="118263"/>
                  <a:pt x="637045" y="118938"/>
                </a:cubicBezTo>
                <a:cubicBezTo>
                  <a:pt x="638321" y="119613"/>
                  <a:pt x="640639" y="119951"/>
                  <a:pt x="643997" y="119951"/>
                </a:cubicBezTo>
                <a:lnTo>
                  <a:pt x="643997" y="122369"/>
                </a:lnTo>
                <a:lnTo>
                  <a:pt x="611759" y="122369"/>
                </a:lnTo>
                <a:lnTo>
                  <a:pt x="611759" y="119951"/>
                </a:lnTo>
                <a:lnTo>
                  <a:pt x="613438" y="119951"/>
                </a:lnTo>
                <a:cubicBezTo>
                  <a:pt x="615901" y="119996"/>
                  <a:pt x="618005" y="119523"/>
                  <a:pt x="619751" y="118532"/>
                </a:cubicBezTo>
                <a:cubicBezTo>
                  <a:pt x="620602" y="118037"/>
                  <a:pt x="621262" y="117238"/>
                  <a:pt x="621732" y="116136"/>
                </a:cubicBezTo>
                <a:cubicBezTo>
                  <a:pt x="622203" y="115033"/>
                  <a:pt x="622438" y="112230"/>
                  <a:pt x="622438" y="107728"/>
                </a:cubicBezTo>
                <a:lnTo>
                  <a:pt x="622438" y="49431"/>
                </a:lnTo>
                <a:cubicBezTo>
                  <a:pt x="622438" y="45420"/>
                  <a:pt x="622259" y="42873"/>
                  <a:pt x="621900" y="41792"/>
                </a:cubicBezTo>
                <a:cubicBezTo>
                  <a:pt x="621542" y="40709"/>
                  <a:pt x="620971" y="39898"/>
                  <a:pt x="620188" y="39359"/>
                </a:cubicBezTo>
                <a:cubicBezTo>
                  <a:pt x="619404" y="38820"/>
                  <a:pt x="618341" y="38551"/>
                  <a:pt x="616997" y="38551"/>
                </a:cubicBezTo>
                <a:cubicBezTo>
                  <a:pt x="615923" y="38551"/>
                  <a:pt x="614557" y="38864"/>
                  <a:pt x="612901" y="39491"/>
                </a:cubicBezTo>
                <a:lnTo>
                  <a:pt x="612095" y="37342"/>
                </a:lnTo>
                <a:moveTo>
                  <a:pt x="633586" y="48222"/>
                </a:moveTo>
                <a:lnTo>
                  <a:pt x="633586" y="71192"/>
                </a:lnTo>
                <a:cubicBezTo>
                  <a:pt x="633586" y="76162"/>
                  <a:pt x="633788" y="79430"/>
                  <a:pt x="634191" y="80997"/>
                </a:cubicBezTo>
                <a:cubicBezTo>
                  <a:pt x="634818" y="83594"/>
                  <a:pt x="636351" y="85878"/>
                  <a:pt x="638792" y="87848"/>
                </a:cubicBezTo>
                <a:cubicBezTo>
                  <a:pt x="641232" y="89818"/>
                  <a:pt x="644310" y="90803"/>
                  <a:pt x="648026" y="90803"/>
                </a:cubicBezTo>
                <a:cubicBezTo>
                  <a:pt x="652504" y="90803"/>
                  <a:pt x="656131" y="89057"/>
                  <a:pt x="658907" y="85564"/>
                </a:cubicBezTo>
                <a:cubicBezTo>
                  <a:pt x="662533" y="80997"/>
                  <a:pt x="664347" y="74572"/>
                  <a:pt x="664347" y="66289"/>
                </a:cubicBezTo>
                <a:cubicBezTo>
                  <a:pt x="664347" y="56886"/>
                  <a:pt x="662287" y="49655"/>
                  <a:pt x="658168" y="44596"/>
                </a:cubicBezTo>
                <a:cubicBezTo>
                  <a:pt x="655302" y="41103"/>
                  <a:pt x="651899" y="39357"/>
                  <a:pt x="647959" y="39357"/>
                </a:cubicBezTo>
                <a:cubicBezTo>
                  <a:pt x="645810" y="39357"/>
                  <a:pt x="643683" y="39894"/>
                  <a:pt x="641579" y="40969"/>
                </a:cubicBezTo>
                <a:cubicBezTo>
                  <a:pt x="639967" y="41775"/>
                  <a:pt x="637303" y="44193"/>
                  <a:pt x="633586" y="48222"/>
                </a:cubicBezTo>
                <a:close/>
                <a:moveTo>
                  <a:pt x="695644" y="54670"/>
                </a:moveTo>
                <a:cubicBezTo>
                  <a:pt x="695599" y="63762"/>
                  <a:pt x="697816" y="70893"/>
                  <a:pt x="702293" y="76063"/>
                </a:cubicBezTo>
                <a:cubicBezTo>
                  <a:pt x="706771" y="81233"/>
                  <a:pt x="712032" y="83818"/>
                  <a:pt x="718076" y="83818"/>
                </a:cubicBezTo>
                <a:cubicBezTo>
                  <a:pt x="722106" y="83818"/>
                  <a:pt x="725610" y="82705"/>
                  <a:pt x="728587" y="80479"/>
                </a:cubicBezTo>
                <a:cubicBezTo>
                  <a:pt x="731565" y="78253"/>
                  <a:pt x="734061" y="74441"/>
                  <a:pt x="736076" y="69042"/>
                </a:cubicBezTo>
                <a:lnTo>
                  <a:pt x="738158" y="70392"/>
                </a:lnTo>
                <a:cubicBezTo>
                  <a:pt x="737217" y="76558"/>
                  <a:pt x="734486" y="82173"/>
                  <a:pt x="729964" y="87237"/>
                </a:cubicBezTo>
                <a:cubicBezTo>
                  <a:pt x="725442" y="92301"/>
                  <a:pt x="719778" y="94833"/>
                  <a:pt x="712972" y="94833"/>
                </a:cubicBezTo>
                <a:cubicBezTo>
                  <a:pt x="705584" y="94833"/>
                  <a:pt x="699260" y="91962"/>
                  <a:pt x="693999" y="86221"/>
                </a:cubicBezTo>
                <a:cubicBezTo>
                  <a:pt x="688738" y="80479"/>
                  <a:pt x="686107" y="72759"/>
                  <a:pt x="686107" y="63063"/>
                </a:cubicBezTo>
                <a:cubicBezTo>
                  <a:pt x="686107" y="52563"/>
                  <a:pt x="688805" y="44376"/>
                  <a:pt x="694200" y="38501"/>
                </a:cubicBezTo>
                <a:cubicBezTo>
                  <a:pt x="699596" y="32624"/>
                  <a:pt x="706368" y="29686"/>
                  <a:pt x="714517" y="29686"/>
                </a:cubicBezTo>
                <a:cubicBezTo>
                  <a:pt x="721412" y="29686"/>
                  <a:pt x="727076" y="31952"/>
                  <a:pt x="731509" y="36486"/>
                </a:cubicBezTo>
                <a:cubicBezTo>
                  <a:pt x="735941" y="41018"/>
                  <a:pt x="738158" y="47079"/>
                  <a:pt x="738158" y="54670"/>
                </a:cubicBezTo>
                <a:lnTo>
                  <a:pt x="695644" y="54670"/>
                </a:lnTo>
                <a:moveTo>
                  <a:pt x="695644" y="50774"/>
                </a:moveTo>
                <a:lnTo>
                  <a:pt x="724121" y="50774"/>
                </a:lnTo>
                <a:cubicBezTo>
                  <a:pt x="723897" y="46866"/>
                  <a:pt x="723427" y="44114"/>
                  <a:pt x="722711" y="42516"/>
                </a:cubicBezTo>
                <a:cubicBezTo>
                  <a:pt x="721591" y="40028"/>
                  <a:pt x="719923" y="38074"/>
                  <a:pt x="717707" y="36654"/>
                </a:cubicBezTo>
                <a:cubicBezTo>
                  <a:pt x="715491" y="35232"/>
                  <a:pt x="713174" y="34521"/>
                  <a:pt x="710756" y="34521"/>
                </a:cubicBezTo>
                <a:cubicBezTo>
                  <a:pt x="707039" y="34521"/>
                  <a:pt x="703715" y="35953"/>
                  <a:pt x="700782" y="38818"/>
                </a:cubicBezTo>
                <a:cubicBezTo>
                  <a:pt x="697849" y="41682"/>
                  <a:pt x="696137" y="45667"/>
                  <a:pt x="695644" y="50774"/>
                </a:cubicBezTo>
                <a:close/>
                <a:moveTo>
                  <a:pt x="764234" y="29686"/>
                </a:moveTo>
                <a:lnTo>
                  <a:pt x="764234" y="43521"/>
                </a:lnTo>
                <a:cubicBezTo>
                  <a:pt x="769383" y="34297"/>
                  <a:pt x="774667" y="29686"/>
                  <a:pt x="780085" y="29686"/>
                </a:cubicBezTo>
                <a:cubicBezTo>
                  <a:pt x="782547" y="29686"/>
                  <a:pt x="784584" y="30436"/>
                  <a:pt x="786196" y="31936"/>
                </a:cubicBezTo>
                <a:cubicBezTo>
                  <a:pt x="787808" y="33435"/>
                  <a:pt x="788614" y="35170"/>
                  <a:pt x="788614" y="37141"/>
                </a:cubicBezTo>
                <a:cubicBezTo>
                  <a:pt x="788614" y="38887"/>
                  <a:pt x="788032" y="40364"/>
                  <a:pt x="786868" y="41573"/>
                </a:cubicBezTo>
                <a:cubicBezTo>
                  <a:pt x="785704" y="42782"/>
                  <a:pt x="784316" y="43387"/>
                  <a:pt x="782704" y="43387"/>
                </a:cubicBezTo>
                <a:cubicBezTo>
                  <a:pt x="781137" y="43387"/>
                  <a:pt x="779379" y="42625"/>
                  <a:pt x="777432" y="41103"/>
                </a:cubicBezTo>
                <a:cubicBezTo>
                  <a:pt x="775484" y="39581"/>
                  <a:pt x="774040" y="38820"/>
                  <a:pt x="773100" y="38820"/>
                </a:cubicBezTo>
                <a:cubicBezTo>
                  <a:pt x="772294" y="38820"/>
                  <a:pt x="771421" y="39264"/>
                  <a:pt x="770480" y="40152"/>
                </a:cubicBezTo>
                <a:cubicBezTo>
                  <a:pt x="768466" y="41976"/>
                  <a:pt x="766384" y="44976"/>
                  <a:pt x="764234" y="49154"/>
                </a:cubicBezTo>
                <a:lnTo>
                  <a:pt x="764234" y="78579"/>
                </a:lnTo>
                <a:cubicBezTo>
                  <a:pt x="764234" y="81985"/>
                  <a:pt x="764660" y="84561"/>
                  <a:pt x="765510" y="86307"/>
                </a:cubicBezTo>
                <a:cubicBezTo>
                  <a:pt x="766093" y="87518"/>
                  <a:pt x="767122" y="88525"/>
                  <a:pt x="768600" y="89330"/>
                </a:cubicBezTo>
                <a:cubicBezTo>
                  <a:pt x="770077" y="90133"/>
                  <a:pt x="772204" y="90534"/>
                  <a:pt x="774980" y="90534"/>
                </a:cubicBezTo>
                <a:lnTo>
                  <a:pt x="774980" y="92952"/>
                </a:lnTo>
                <a:lnTo>
                  <a:pt x="743481" y="92952"/>
                </a:lnTo>
                <a:lnTo>
                  <a:pt x="743481" y="90534"/>
                </a:lnTo>
                <a:cubicBezTo>
                  <a:pt x="746616" y="90534"/>
                  <a:pt x="748944" y="90036"/>
                  <a:pt x="750466" y="89040"/>
                </a:cubicBezTo>
                <a:cubicBezTo>
                  <a:pt x="751586" y="88315"/>
                  <a:pt x="752369" y="87160"/>
                  <a:pt x="752817" y="85575"/>
                </a:cubicBezTo>
                <a:cubicBezTo>
                  <a:pt x="753041" y="84804"/>
                  <a:pt x="753153" y="82606"/>
                  <a:pt x="753153" y="78982"/>
                </a:cubicBezTo>
                <a:lnTo>
                  <a:pt x="753153" y="55341"/>
                </a:lnTo>
                <a:cubicBezTo>
                  <a:pt x="753153" y="48178"/>
                  <a:pt x="753007" y="43913"/>
                  <a:pt x="752716" y="42547"/>
                </a:cubicBezTo>
                <a:cubicBezTo>
                  <a:pt x="752425" y="41181"/>
                  <a:pt x="751888" y="40185"/>
                  <a:pt x="751104" y="39558"/>
                </a:cubicBezTo>
                <a:cubicBezTo>
                  <a:pt x="750321" y="38932"/>
                  <a:pt x="749347" y="38618"/>
                  <a:pt x="748183" y="38618"/>
                </a:cubicBezTo>
                <a:cubicBezTo>
                  <a:pt x="746795" y="38618"/>
                  <a:pt x="745228" y="38954"/>
                  <a:pt x="743481" y="39626"/>
                </a:cubicBezTo>
                <a:lnTo>
                  <a:pt x="742810" y="37208"/>
                </a:lnTo>
                <a:lnTo>
                  <a:pt x="761414" y="29686"/>
                </a:lnTo>
                <a:lnTo>
                  <a:pt x="764234" y="29686"/>
                </a:lnTo>
                <a:close/>
                <a:moveTo>
                  <a:pt x="831798" y="29686"/>
                </a:moveTo>
                <a:lnTo>
                  <a:pt x="831798" y="50640"/>
                </a:lnTo>
                <a:lnTo>
                  <a:pt x="829582" y="50640"/>
                </a:lnTo>
                <a:cubicBezTo>
                  <a:pt x="827880" y="44085"/>
                  <a:pt x="825698" y="39626"/>
                  <a:pt x="823034" y="37262"/>
                </a:cubicBezTo>
                <a:cubicBezTo>
                  <a:pt x="820369" y="34898"/>
                  <a:pt x="816978" y="33715"/>
                  <a:pt x="812859" y="33715"/>
                </a:cubicBezTo>
                <a:cubicBezTo>
                  <a:pt x="809724" y="33715"/>
                  <a:pt x="807195" y="34541"/>
                  <a:pt x="805269" y="36192"/>
                </a:cubicBezTo>
                <a:cubicBezTo>
                  <a:pt x="803344" y="37843"/>
                  <a:pt x="802381" y="39672"/>
                  <a:pt x="802381" y="41680"/>
                </a:cubicBezTo>
                <a:cubicBezTo>
                  <a:pt x="802381" y="44178"/>
                  <a:pt x="803098" y="46319"/>
                  <a:pt x="804530" y="48105"/>
                </a:cubicBezTo>
                <a:cubicBezTo>
                  <a:pt x="805918" y="49934"/>
                  <a:pt x="808739" y="51874"/>
                  <a:pt x="812993" y="53927"/>
                </a:cubicBezTo>
                <a:lnTo>
                  <a:pt x="822799" y="58679"/>
                </a:lnTo>
                <a:cubicBezTo>
                  <a:pt x="831888" y="63106"/>
                  <a:pt x="836432" y="68941"/>
                  <a:pt x="836432" y="76185"/>
                </a:cubicBezTo>
                <a:cubicBezTo>
                  <a:pt x="836432" y="81775"/>
                  <a:pt x="834317" y="86280"/>
                  <a:pt x="830086" y="89701"/>
                </a:cubicBezTo>
                <a:cubicBezTo>
                  <a:pt x="825854" y="93122"/>
                  <a:pt x="821119" y="94833"/>
                  <a:pt x="815881" y="94833"/>
                </a:cubicBezTo>
                <a:cubicBezTo>
                  <a:pt x="812120" y="94833"/>
                  <a:pt x="807821" y="94195"/>
                  <a:pt x="802986" y="92919"/>
                </a:cubicBezTo>
                <a:cubicBezTo>
                  <a:pt x="801508" y="92493"/>
                  <a:pt x="800299" y="92281"/>
                  <a:pt x="799359" y="92281"/>
                </a:cubicBezTo>
                <a:cubicBezTo>
                  <a:pt x="798329" y="92281"/>
                  <a:pt x="797523" y="92818"/>
                  <a:pt x="796941" y="93892"/>
                </a:cubicBezTo>
                <a:lnTo>
                  <a:pt x="794725" y="93892"/>
                </a:lnTo>
                <a:lnTo>
                  <a:pt x="794725" y="71863"/>
                </a:lnTo>
                <a:lnTo>
                  <a:pt x="796941" y="71863"/>
                </a:lnTo>
                <a:cubicBezTo>
                  <a:pt x="798195" y="78132"/>
                  <a:pt x="800590" y="82855"/>
                  <a:pt x="804127" y="86034"/>
                </a:cubicBezTo>
                <a:cubicBezTo>
                  <a:pt x="807665" y="89213"/>
                  <a:pt x="811627" y="90803"/>
                  <a:pt x="816015" y="90803"/>
                </a:cubicBezTo>
                <a:cubicBezTo>
                  <a:pt x="819105" y="90803"/>
                  <a:pt x="821623" y="89901"/>
                  <a:pt x="823571" y="88098"/>
                </a:cubicBezTo>
                <a:cubicBezTo>
                  <a:pt x="825519" y="86293"/>
                  <a:pt x="826492" y="84120"/>
                  <a:pt x="826492" y="81581"/>
                </a:cubicBezTo>
                <a:cubicBezTo>
                  <a:pt x="826492" y="78507"/>
                  <a:pt x="825407" y="75923"/>
                  <a:pt x="823235" y="73830"/>
                </a:cubicBezTo>
                <a:cubicBezTo>
                  <a:pt x="821063" y="71735"/>
                  <a:pt x="816732" y="69090"/>
                  <a:pt x="810239" y="65894"/>
                </a:cubicBezTo>
                <a:cubicBezTo>
                  <a:pt x="803747" y="62697"/>
                  <a:pt x="799493" y="59798"/>
                  <a:pt x="797478" y="57197"/>
                </a:cubicBezTo>
                <a:cubicBezTo>
                  <a:pt x="795464" y="54640"/>
                  <a:pt x="794456" y="51412"/>
                  <a:pt x="794456" y="47511"/>
                </a:cubicBezTo>
                <a:cubicBezTo>
                  <a:pt x="794456" y="42443"/>
                  <a:pt x="796191" y="38205"/>
                  <a:pt x="799661" y="34798"/>
                </a:cubicBezTo>
                <a:cubicBezTo>
                  <a:pt x="803131" y="31390"/>
                  <a:pt x="807620" y="29686"/>
                  <a:pt x="813127" y="29686"/>
                </a:cubicBezTo>
                <a:cubicBezTo>
                  <a:pt x="815545" y="29686"/>
                  <a:pt x="818478" y="30200"/>
                  <a:pt x="821925" y="31230"/>
                </a:cubicBezTo>
                <a:cubicBezTo>
                  <a:pt x="824209" y="31902"/>
                  <a:pt x="825731" y="32238"/>
                  <a:pt x="826492" y="32238"/>
                </a:cubicBezTo>
                <a:cubicBezTo>
                  <a:pt x="827209" y="32238"/>
                  <a:pt x="827768" y="32081"/>
                  <a:pt x="828171" y="31768"/>
                </a:cubicBezTo>
                <a:cubicBezTo>
                  <a:pt x="828574" y="31454"/>
                  <a:pt x="829045" y="30760"/>
                  <a:pt x="829582" y="29686"/>
                </a:cubicBezTo>
                <a:lnTo>
                  <a:pt x="831798" y="296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EE078-0084-4047-9914-99397EA8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45" y="2332665"/>
            <a:ext cx="987426" cy="281317"/>
          </a:xfrm>
          <a:custGeom xmlns:a="http://schemas.openxmlformats.org/drawingml/2006/main">
            <a:pathLst>
              <a:path w="987426" h="281317">
                <a:moveTo>
                  <a:pt x="0" y="46886"/>
                </a:moveTo>
                <a:lnTo>
                  <a:pt x="0" y="46886"/>
                </a:lnTo>
                <a:cubicBezTo>
                  <a:pt x="0" y="20992"/>
                  <a:pt x="20992" y="0"/>
                  <a:pt x="46886" y="0"/>
                </a:cubicBezTo>
                <a:lnTo>
                  <a:pt x="940540" y="0"/>
                </a:lnTo>
                <a:cubicBezTo>
                  <a:pt x="952975" y="0"/>
                  <a:pt x="964900" y="4940"/>
                  <a:pt x="973693" y="13733"/>
                </a:cubicBezTo>
                <a:cubicBezTo>
                  <a:pt x="982486" y="22525"/>
                  <a:pt x="987426" y="34451"/>
                  <a:pt x="987426" y="46886"/>
                </a:cubicBezTo>
                <a:lnTo>
                  <a:pt x="987426" y="234431"/>
                </a:lnTo>
                <a:cubicBezTo>
                  <a:pt x="987426" y="260326"/>
                  <a:pt x="966434" y="281317"/>
                  <a:pt x="940540" y="281317"/>
                </a:cubicBezTo>
                <a:lnTo>
                  <a:pt x="46886" y="281317"/>
                </a:lnTo>
                <a:cubicBezTo>
                  <a:pt x="20992" y="281317"/>
                  <a:pt x="0" y="260326"/>
                  <a:pt x="0" y="234431"/>
                </a:cubicBezTo>
                <a:lnTo>
                  <a:pt x="0" y="468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AA493-661C-4D78-B5B4-531D705C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45" y="2332665"/>
            <a:ext cx="987426" cy="281317"/>
          </a:xfrm>
          <a:custGeom xmlns:a="http://schemas.openxmlformats.org/drawingml/2006/main">
            <a:pathLst>
              <a:path w="987426" h="281317" fill="none">
                <a:moveTo>
                  <a:pt x="0" y="46886"/>
                </a:moveTo>
                <a:lnTo>
                  <a:pt x="0" y="46886"/>
                </a:lnTo>
                <a:cubicBezTo>
                  <a:pt x="0" y="20992"/>
                  <a:pt x="20992" y="0"/>
                  <a:pt x="46886" y="0"/>
                </a:cubicBezTo>
                <a:lnTo>
                  <a:pt x="940540" y="0"/>
                </a:lnTo>
                <a:cubicBezTo>
                  <a:pt x="952975" y="0"/>
                  <a:pt x="964900" y="4940"/>
                  <a:pt x="973693" y="13733"/>
                </a:cubicBezTo>
                <a:cubicBezTo>
                  <a:pt x="982486" y="22525"/>
                  <a:pt x="987426" y="34451"/>
                  <a:pt x="987426" y="46886"/>
                </a:cubicBezTo>
                <a:lnTo>
                  <a:pt x="987426" y="234431"/>
                </a:lnTo>
                <a:cubicBezTo>
                  <a:pt x="987426" y="260326"/>
                  <a:pt x="966434" y="281317"/>
                  <a:pt x="940540" y="281317"/>
                </a:cubicBezTo>
                <a:lnTo>
                  <a:pt x="46886" y="281317"/>
                </a:lnTo>
                <a:cubicBezTo>
                  <a:pt x="20992" y="281317"/>
                  <a:pt x="0" y="260326"/>
                  <a:pt x="0" y="234431"/>
                </a:cubicBezTo>
                <a:lnTo>
                  <a:pt x="0" y="468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70" name="Text Papers55">
            <a:extLst xmlns:a="http://schemas.openxmlformats.org/drawingml/2006/main">
              <a:ext uri="{FF2B5EF4-FFF2-40B4-BE49-F238E27FC236}">
                <a16:creationId xmlns:a16="http://schemas.microsoft.com/office/drawing/2014/main" id="{A1A6F121-2430-416C-A56D-B1681BEE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39" y="2432059"/>
            <a:ext cx="536569" cy="120489"/>
          </a:xfrm>
          <a:custGeom xmlns:a="http://schemas.openxmlformats.org/drawingml/2006/main">
            <a:pathLst>
              <a:path w="536569" h="120489">
                <a:moveTo>
                  <a:pt x="25925" y="48462"/>
                </a:moveTo>
                <a:lnTo>
                  <a:pt x="25925" y="74953"/>
                </a:lnTo>
                <a:cubicBezTo>
                  <a:pt x="25925" y="80656"/>
                  <a:pt x="26551" y="84198"/>
                  <a:pt x="27805" y="85579"/>
                </a:cubicBezTo>
                <a:cubicBezTo>
                  <a:pt x="29506" y="87539"/>
                  <a:pt x="32081" y="88519"/>
                  <a:pt x="35529" y="88519"/>
                </a:cubicBezTo>
                <a:lnTo>
                  <a:pt x="39021" y="88519"/>
                </a:lnTo>
                <a:lnTo>
                  <a:pt x="39021" y="91072"/>
                </a:lnTo>
                <a:lnTo>
                  <a:pt x="0" y="91072"/>
                </a:lnTo>
                <a:lnTo>
                  <a:pt x="0" y="88519"/>
                </a:lnTo>
                <a:lnTo>
                  <a:pt x="3425" y="88519"/>
                </a:lnTo>
                <a:cubicBezTo>
                  <a:pt x="7276" y="88519"/>
                  <a:pt x="10030" y="87272"/>
                  <a:pt x="11686" y="84777"/>
                </a:cubicBezTo>
                <a:cubicBezTo>
                  <a:pt x="12582" y="83396"/>
                  <a:pt x="13029" y="80121"/>
                  <a:pt x="13029" y="74953"/>
                </a:cubicBezTo>
                <a:lnTo>
                  <a:pt x="13029" y="16119"/>
                </a:lnTo>
                <a:cubicBezTo>
                  <a:pt x="13029" y="10416"/>
                  <a:pt x="12425" y="6874"/>
                  <a:pt x="11216" y="5493"/>
                </a:cubicBezTo>
                <a:cubicBezTo>
                  <a:pt x="9470" y="3532"/>
                  <a:pt x="6873" y="2552"/>
                  <a:pt x="3425" y="2552"/>
                </a:cubicBezTo>
                <a:lnTo>
                  <a:pt x="0" y="2552"/>
                </a:lnTo>
                <a:lnTo>
                  <a:pt x="0" y="0"/>
                </a:lnTo>
                <a:lnTo>
                  <a:pt x="33379" y="0"/>
                </a:lnTo>
                <a:cubicBezTo>
                  <a:pt x="41528" y="0"/>
                  <a:pt x="47954" y="841"/>
                  <a:pt x="52655" y="2523"/>
                </a:cubicBezTo>
                <a:cubicBezTo>
                  <a:pt x="57356" y="4203"/>
                  <a:pt x="61319" y="7039"/>
                  <a:pt x="64543" y="11029"/>
                </a:cubicBezTo>
                <a:cubicBezTo>
                  <a:pt x="67766" y="15020"/>
                  <a:pt x="69378" y="19750"/>
                  <a:pt x="69378" y="25219"/>
                </a:cubicBezTo>
                <a:cubicBezTo>
                  <a:pt x="69378" y="32662"/>
                  <a:pt x="66927" y="38715"/>
                  <a:pt x="62024" y="43378"/>
                </a:cubicBezTo>
                <a:cubicBezTo>
                  <a:pt x="57121" y="48040"/>
                  <a:pt x="50192" y="50371"/>
                  <a:pt x="41237" y="50371"/>
                </a:cubicBezTo>
                <a:cubicBezTo>
                  <a:pt x="39043" y="50371"/>
                  <a:pt x="36670" y="50213"/>
                  <a:pt x="34118" y="49895"/>
                </a:cubicBezTo>
                <a:cubicBezTo>
                  <a:pt x="31566" y="49576"/>
                  <a:pt x="28835" y="49098"/>
                  <a:pt x="25925" y="48462"/>
                </a:cubicBezTo>
                <a:moveTo>
                  <a:pt x="25925" y="44598"/>
                </a:moveTo>
                <a:cubicBezTo>
                  <a:pt x="28298" y="45045"/>
                  <a:pt x="30402" y="45381"/>
                  <a:pt x="32238" y="45605"/>
                </a:cubicBezTo>
                <a:cubicBezTo>
                  <a:pt x="34073" y="45828"/>
                  <a:pt x="35641" y="45939"/>
                  <a:pt x="36939" y="45939"/>
                </a:cubicBezTo>
                <a:cubicBezTo>
                  <a:pt x="41596" y="45939"/>
                  <a:pt x="45614" y="44140"/>
                  <a:pt x="48995" y="40543"/>
                </a:cubicBezTo>
                <a:cubicBezTo>
                  <a:pt x="52375" y="36944"/>
                  <a:pt x="54065" y="32283"/>
                  <a:pt x="54065" y="26560"/>
                </a:cubicBezTo>
                <a:cubicBezTo>
                  <a:pt x="54065" y="22627"/>
                  <a:pt x="53259" y="18973"/>
                  <a:pt x="51648" y="15598"/>
                </a:cubicBezTo>
                <a:cubicBezTo>
                  <a:pt x="50036" y="12223"/>
                  <a:pt x="47752" y="9698"/>
                  <a:pt x="44797" y="8022"/>
                </a:cubicBezTo>
                <a:cubicBezTo>
                  <a:pt x="41842" y="6345"/>
                  <a:pt x="38484" y="5507"/>
                  <a:pt x="34723" y="5507"/>
                </a:cubicBezTo>
                <a:cubicBezTo>
                  <a:pt x="32439" y="5507"/>
                  <a:pt x="29506" y="5932"/>
                  <a:pt x="25925" y="6781"/>
                </a:cubicBezTo>
                <a:lnTo>
                  <a:pt x="25925" y="44598"/>
                </a:lnTo>
                <a:close/>
                <a:moveTo>
                  <a:pt x="113348" y="82278"/>
                </a:moveTo>
                <a:cubicBezTo>
                  <a:pt x="107035" y="87157"/>
                  <a:pt x="103073" y="89976"/>
                  <a:pt x="101461" y="90736"/>
                </a:cubicBezTo>
                <a:cubicBezTo>
                  <a:pt x="99043" y="91855"/>
                  <a:pt x="96468" y="92415"/>
                  <a:pt x="93737" y="92415"/>
                </a:cubicBezTo>
                <a:cubicBezTo>
                  <a:pt x="89484" y="92415"/>
                  <a:pt x="85980" y="90960"/>
                  <a:pt x="83226" y="88049"/>
                </a:cubicBezTo>
                <a:cubicBezTo>
                  <a:pt x="80473" y="85139"/>
                  <a:pt x="79096" y="81311"/>
                  <a:pt x="79096" y="76565"/>
                </a:cubicBezTo>
                <a:cubicBezTo>
                  <a:pt x="79096" y="73565"/>
                  <a:pt x="79767" y="70968"/>
                  <a:pt x="81111" y="68774"/>
                </a:cubicBezTo>
                <a:cubicBezTo>
                  <a:pt x="82946" y="65729"/>
                  <a:pt x="86137" y="62864"/>
                  <a:pt x="90681" y="60177"/>
                </a:cubicBezTo>
                <a:cubicBezTo>
                  <a:pt x="95226" y="57491"/>
                  <a:pt x="102782" y="54222"/>
                  <a:pt x="113348" y="50371"/>
                </a:cubicBezTo>
                <a:lnTo>
                  <a:pt x="113348" y="47962"/>
                </a:lnTo>
                <a:cubicBezTo>
                  <a:pt x="113348" y="41850"/>
                  <a:pt x="112375" y="37657"/>
                  <a:pt x="110427" y="35382"/>
                </a:cubicBezTo>
                <a:cubicBezTo>
                  <a:pt x="108479" y="33107"/>
                  <a:pt x="105647" y="31969"/>
                  <a:pt x="101931" y="31969"/>
                </a:cubicBezTo>
                <a:cubicBezTo>
                  <a:pt x="99110" y="31969"/>
                  <a:pt x="96871" y="32730"/>
                  <a:pt x="95215" y="34253"/>
                </a:cubicBezTo>
                <a:cubicBezTo>
                  <a:pt x="93513" y="35775"/>
                  <a:pt x="92663" y="37521"/>
                  <a:pt x="92663" y="39491"/>
                </a:cubicBezTo>
                <a:lnTo>
                  <a:pt x="92797" y="43387"/>
                </a:lnTo>
                <a:cubicBezTo>
                  <a:pt x="92797" y="45446"/>
                  <a:pt x="92271" y="47036"/>
                  <a:pt x="91219" y="48155"/>
                </a:cubicBezTo>
                <a:cubicBezTo>
                  <a:pt x="90166" y="49274"/>
                  <a:pt x="88790" y="49834"/>
                  <a:pt x="87088" y="49834"/>
                </a:cubicBezTo>
                <a:cubicBezTo>
                  <a:pt x="85431" y="49834"/>
                  <a:pt x="84077" y="49251"/>
                  <a:pt x="83025" y="48084"/>
                </a:cubicBezTo>
                <a:cubicBezTo>
                  <a:pt x="81973" y="46915"/>
                  <a:pt x="81447" y="45321"/>
                  <a:pt x="81447" y="43301"/>
                </a:cubicBezTo>
                <a:cubicBezTo>
                  <a:pt x="81447" y="39437"/>
                  <a:pt x="83417" y="35889"/>
                  <a:pt x="87357" y="32655"/>
                </a:cubicBezTo>
                <a:cubicBezTo>
                  <a:pt x="91297" y="29422"/>
                  <a:pt x="96827" y="27805"/>
                  <a:pt x="103946" y="27805"/>
                </a:cubicBezTo>
                <a:cubicBezTo>
                  <a:pt x="109408" y="27805"/>
                  <a:pt x="113886" y="28722"/>
                  <a:pt x="117378" y="30554"/>
                </a:cubicBezTo>
                <a:cubicBezTo>
                  <a:pt x="120020" y="31941"/>
                  <a:pt x="121968" y="34111"/>
                  <a:pt x="123221" y="37063"/>
                </a:cubicBezTo>
                <a:cubicBezTo>
                  <a:pt x="124027" y="38985"/>
                  <a:pt x="124430" y="42921"/>
                  <a:pt x="124430" y="48869"/>
                </a:cubicBezTo>
                <a:lnTo>
                  <a:pt x="124430" y="69731"/>
                </a:lnTo>
                <a:cubicBezTo>
                  <a:pt x="124430" y="75589"/>
                  <a:pt x="124542" y="79178"/>
                  <a:pt x="124766" y="80498"/>
                </a:cubicBezTo>
                <a:cubicBezTo>
                  <a:pt x="124990" y="81817"/>
                  <a:pt x="125359" y="82701"/>
                  <a:pt x="125874" y="83149"/>
                </a:cubicBezTo>
                <a:cubicBezTo>
                  <a:pt x="126389" y="83595"/>
                  <a:pt x="126982" y="83818"/>
                  <a:pt x="127654" y="83818"/>
                </a:cubicBezTo>
                <a:cubicBezTo>
                  <a:pt x="128370" y="83818"/>
                  <a:pt x="128997" y="83661"/>
                  <a:pt x="129534" y="83348"/>
                </a:cubicBezTo>
                <a:cubicBezTo>
                  <a:pt x="130475" y="82766"/>
                  <a:pt x="132288" y="81132"/>
                  <a:pt x="134975" y="78445"/>
                </a:cubicBezTo>
                <a:lnTo>
                  <a:pt x="134975" y="82206"/>
                </a:lnTo>
                <a:cubicBezTo>
                  <a:pt x="129960" y="88922"/>
                  <a:pt x="125169" y="92281"/>
                  <a:pt x="120602" y="92281"/>
                </a:cubicBezTo>
                <a:cubicBezTo>
                  <a:pt x="118408" y="92281"/>
                  <a:pt x="116662" y="91525"/>
                  <a:pt x="115363" y="90014"/>
                </a:cubicBezTo>
                <a:cubicBezTo>
                  <a:pt x="114065" y="88501"/>
                  <a:pt x="113393" y="85923"/>
                  <a:pt x="113348" y="82278"/>
                </a:cubicBezTo>
                <a:moveTo>
                  <a:pt x="113348" y="77923"/>
                </a:moveTo>
                <a:lnTo>
                  <a:pt x="113348" y="54536"/>
                </a:lnTo>
                <a:cubicBezTo>
                  <a:pt x="106587" y="57216"/>
                  <a:pt x="102222" y="59115"/>
                  <a:pt x="100252" y="60232"/>
                </a:cubicBezTo>
                <a:cubicBezTo>
                  <a:pt x="96715" y="62198"/>
                  <a:pt x="94185" y="64253"/>
                  <a:pt x="92663" y="66398"/>
                </a:cubicBezTo>
                <a:cubicBezTo>
                  <a:pt x="91140" y="68542"/>
                  <a:pt x="90379" y="70887"/>
                  <a:pt x="90379" y="73433"/>
                </a:cubicBezTo>
                <a:cubicBezTo>
                  <a:pt x="90379" y="76650"/>
                  <a:pt x="91342" y="79320"/>
                  <a:pt x="93267" y="81442"/>
                </a:cubicBezTo>
                <a:cubicBezTo>
                  <a:pt x="95192" y="83563"/>
                  <a:pt x="97409" y="84624"/>
                  <a:pt x="99916" y="84624"/>
                </a:cubicBezTo>
                <a:cubicBezTo>
                  <a:pt x="103319" y="84624"/>
                  <a:pt x="107796" y="82390"/>
                  <a:pt x="113348" y="77923"/>
                </a:cubicBezTo>
                <a:close/>
                <a:moveTo>
                  <a:pt x="134992" y="35462"/>
                </a:moveTo>
                <a:lnTo>
                  <a:pt x="153932" y="27939"/>
                </a:lnTo>
                <a:lnTo>
                  <a:pt x="156484" y="27939"/>
                </a:lnTo>
                <a:lnTo>
                  <a:pt x="156484" y="42379"/>
                </a:lnTo>
                <a:cubicBezTo>
                  <a:pt x="159663" y="36987"/>
                  <a:pt x="162853" y="33209"/>
                  <a:pt x="166055" y="31048"/>
                </a:cubicBezTo>
                <a:cubicBezTo>
                  <a:pt x="169256" y="28886"/>
                  <a:pt x="172625" y="27805"/>
                  <a:pt x="176163" y="27805"/>
                </a:cubicBezTo>
                <a:cubicBezTo>
                  <a:pt x="182341" y="27805"/>
                  <a:pt x="187491" y="30220"/>
                  <a:pt x="191610" y="35050"/>
                </a:cubicBezTo>
                <a:cubicBezTo>
                  <a:pt x="196669" y="40955"/>
                  <a:pt x="199199" y="48648"/>
                  <a:pt x="199199" y="58131"/>
                </a:cubicBezTo>
                <a:cubicBezTo>
                  <a:pt x="199199" y="68731"/>
                  <a:pt x="196154" y="77498"/>
                  <a:pt x="190065" y="84431"/>
                </a:cubicBezTo>
                <a:cubicBezTo>
                  <a:pt x="185050" y="90112"/>
                  <a:pt x="178737" y="92952"/>
                  <a:pt x="171125" y="92952"/>
                </a:cubicBezTo>
                <a:cubicBezTo>
                  <a:pt x="167812" y="92952"/>
                  <a:pt x="164947" y="92482"/>
                  <a:pt x="162529" y="91542"/>
                </a:cubicBezTo>
                <a:cubicBezTo>
                  <a:pt x="160738" y="90870"/>
                  <a:pt x="158723" y="89527"/>
                  <a:pt x="156484" y="87512"/>
                </a:cubicBezTo>
                <a:lnTo>
                  <a:pt x="156484" y="106250"/>
                </a:lnTo>
                <a:cubicBezTo>
                  <a:pt x="156484" y="110483"/>
                  <a:pt x="156742" y="113173"/>
                  <a:pt x="157257" y="114322"/>
                </a:cubicBezTo>
                <a:cubicBezTo>
                  <a:pt x="157771" y="115471"/>
                  <a:pt x="158667" y="116383"/>
                  <a:pt x="159943" y="117057"/>
                </a:cubicBezTo>
                <a:cubicBezTo>
                  <a:pt x="161219" y="117733"/>
                  <a:pt x="163536" y="118071"/>
                  <a:pt x="166894" y="118071"/>
                </a:cubicBezTo>
                <a:lnTo>
                  <a:pt x="166894" y="120489"/>
                </a:lnTo>
                <a:lnTo>
                  <a:pt x="134657" y="120489"/>
                </a:lnTo>
                <a:lnTo>
                  <a:pt x="134657" y="118071"/>
                </a:lnTo>
                <a:lnTo>
                  <a:pt x="136336" y="118071"/>
                </a:lnTo>
                <a:cubicBezTo>
                  <a:pt x="138798" y="118115"/>
                  <a:pt x="140903" y="117643"/>
                  <a:pt x="142649" y="116652"/>
                </a:cubicBezTo>
                <a:cubicBezTo>
                  <a:pt x="143499" y="116157"/>
                  <a:pt x="144160" y="115358"/>
                  <a:pt x="144630" y="114255"/>
                </a:cubicBezTo>
                <a:cubicBezTo>
                  <a:pt x="145100" y="113153"/>
                  <a:pt x="145335" y="110350"/>
                  <a:pt x="145335" y="105847"/>
                </a:cubicBezTo>
                <a:lnTo>
                  <a:pt x="145335" y="47551"/>
                </a:lnTo>
                <a:cubicBezTo>
                  <a:pt x="145335" y="43539"/>
                  <a:pt x="145156" y="40993"/>
                  <a:pt x="144798" y="39911"/>
                </a:cubicBezTo>
                <a:cubicBezTo>
                  <a:pt x="144440" y="38828"/>
                  <a:pt x="143869" y="38017"/>
                  <a:pt x="143085" y="37478"/>
                </a:cubicBezTo>
                <a:cubicBezTo>
                  <a:pt x="142302" y="36940"/>
                  <a:pt x="141238" y="36670"/>
                  <a:pt x="139895" y="36670"/>
                </a:cubicBezTo>
                <a:cubicBezTo>
                  <a:pt x="138821" y="36670"/>
                  <a:pt x="137455" y="36984"/>
                  <a:pt x="135798" y="37611"/>
                </a:cubicBezTo>
                <a:lnTo>
                  <a:pt x="134992" y="35462"/>
                </a:lnTo>
                <a:moveTo>
                  <a:pt x="156484" y="46342"/>
                </a:moveTo>
                <a:lnTo>
                  <a:pt x="156484" y="69311"/>
                </a:lnTo>
                <a:cubicBezTo>
                  <a:pt x="156484" y="74281"/>
                  <a:pt x="156686" y="77550"/>
                  <a:pt x="157089" y="79117"/>
                </a:cubicBezTo>
                <a:cubicBezTo>
                  <a:pt x="157715" y="81714"/>
                  <a:pt x="159249" y="83997"/>
                  <a:pt x="161689" y="85967"/>
                </a:cubicBezTo>
                <a:cubicBezTo>
                  <a:pt x="164129" y="87937"/>
                  <a:pt x="167208" y="88922"/>
                  <a:pt x="170924" y="88922"/>
                </a:cubicBezTo>
                <a:cubicBezTo>
                  <a:pt x="175401" y="88922"/>
                  <a:pt x="179028" y="87176"/>
                  <a:pt x="181804" y="83684"/>
                </a:cubicBezTo>
                <a:cubicBezTo>
                  <a:pt x="185431" y="79117"/>
                  <a:pt x="187244" y="72692"/>
                  <a:pt x="187244" y="64408"/>
                </a:cubicBezTo>
                <a:cubicBezTo>
                  <a:pt x="187244" y="55006"/>
                  <a:pt x="185185" y="47775"/>
                  <a:pt x="181065" y="42715"/>
                </a:cubicBezTo>
                <a:cubicBezTo>
                  <a:pt x="178200" y="39223"/>
                  <a:pt x="174797" y="37476"/>
                  <a:pt x="170857" y="37476"/>
                </a:cubicBezTo>
                <a:cubicBezTo>
                  <a:pt x="168708" y="37476"/>
                  <a:pt x="166581" y="38014"/>
                  <a:pt x="164476" y="39088"/>
                </a:cubicBezTo>
                <a:cubicBezTo>
                  <a:pt x="162865" y="39894"/>
                  <a:pt x="160200" y="42312"/>
                  <a:pt x="156484" y="46342"/>
                </a:cubicBezTo>
                <a:close/>
                <a:moveTo>
                  <a:pt x="218542" y="52789"/>
                </a:moveTo>
                <a:cubicBezTo>
                  <a:pt x="218497" y="61881"/>
                  <a:pt x="220713" y="69012"/>
                  <a:pt x="225191" y="74182"/>
                </a:cubicBezTo>
                <a:cubicBezTo>
                  <a:pt x="229668" y="79353"/>
                  <a:pt x="234929" y="81938"/>
                  <a:pt x="240974" y="81938"/>
                </a:cubicBezTo>
                <a:cubicBezTo>
                  <a:pt x="245004" y="81938"/>
                  <a:pt x="248507" y="80825"/>
                  <a:pt x="251485" y="78598"/>
                </a:cubicBezTo>
                <a:cubicBezTo>
                  <a:pt x="254462" y="76372"/>
                  <a:pt x="256958" y="72560"/>
                  <a:pt x="258973" y="67162"/>
                </a:cubicBezTo>
                <a:lnTo>
                  <a:pt x="261055" y="68511"/>
                </a:lnTo>
                <a:cubicBezTo>
                  <a:pt x="260115" y="74678"/>
                  <a:pt x="257384" y="80293"/>
                  <a:pt x="252862" y="85357"/>
                </a:cubicBezTo>
                <a:cubicBezTo>
                  <a:pt x="248339" y="90420"/>
                  <a:pt x="242675" y="92952"/>
                  <a:pt x="235870" y="92952"/>
                </a:cubicBezTo>
                <a:cubicBezTo>
                  <a:pt x="228482" y="92952"/>
                  <a:pt x="222157" y="90082"/>
                  <a:pt x="216896" y="84341"/>
                </a:cubicBezTo>
                <a:cubicBezTo>
                  <a:pt x="211635" y="78598"/>
                  <a:pt x="209005" y="70879"/>
                  <a:pt x="209005" y="61182"/>
                </a:cubicBezTo>
                <a:cubicBezTo>
                  <a:pt x="209005" y="50683"/>
                  <a:pt x="211702" y="42495"/>
                  <a:pt x="217098" y="36620"/>
                </a:cubicBezTo>
                <a:cubicBezTo>
                  <a:pt x="222493" y="30743"/>
                  <a:pt x="229265" y="27805"/>
                  <a:pt x="237414" y="27805"/>
                </a:cubicBezTo>
                <a:cubicBezTo>
                  <a:pt x="244310" y="27805"/>
                  <a:pt x="249974" y="30072"/>
                  <a:pt x="254406" y="34605"/>
                </a:cubicBezTo>
                <a:cubicBezTo>
                  <a:pt x="258839" y="39137"/>
                  <a:pt x="261055" y="45199"/>
                  <a:pt x="261055" y="52789"/>
                </a:cubicBezTo>
                <a:lnTo>
                  <a:pt x="218542" y="52789"/>
                </a:lnTo>
                <a:moveTo>
                  <a:pt x="218542" y="48894"/>
                </a:moveTo>
                <a:lnTo>
                  <a:pt x="247018" y="48894"/>
                </a:lnTo>
                <a:cubicBezTo>
                  <a:pt x="246795" y="44986"/>
                  <a:pt x="246324" y="42233"/>
                  <a:pt x="245608" y="40635"/>
                </a:cubicBezTo>
                <a:cubicBezTo>
                  <a:pt x="244489" y="38147"/>
                  <a:pt x="242821" y="36193"/>
                  <a:pt x="240604" y="34773"/>
                </a:cubicBezTo>
                <a:cubicBezTo>
                  <a:pt x="238388" y="33352"/>
                  <a:pt x="236071" y="32641"/>
                  <a:pt x="233653" y="32641"/>
                </a:cubicBezTo>
                <a:cubicBezTo>
                  <a:pt x="229937" y="32641"/>
                  <a:pt x="226612" y="34073"/>
                  <a:pt x="223680" y="36937"/>
                </a:cubicBezTo>
                <a:cubicBezTo>
                  <a:pt x="220747" y="39801"/>
                  <a:pt x="219034" y="43787"/>
                  <a:pt x="218542" y="48894"/>
                </a:cubicBezTo>
                <a:close/>
                <a:moveTo>
                  <a:pt x="287132" y="27805"/>
                </a:moveTo>
                <a:lnTo>
                  <a:pt x="287132" y="41640"/>
                </a:lnTo>
                <a:cubicBezTo>
                  <a:pt x="292281" y="32417"/>
                  <a:pt x="297564" y="27805"/>
                  <a:pt x="302982" y="27805"/>
                </a:cubicBezTo>
                <a:cubicBezTo>
                  <a:pt x="305445" y="27805"/>
                  <a:pt x="307482" y="28555"/>
                  <a:pt x="309094" y="30055"/>
                </a:cubicBezTo>
                <a:cubicBezTo>
                  <a:pt x="310706" y="31555"/>
                  <a:pt x="311512" y="33290"/>
                  <a:pt x="311512" y="35260"/>
                </a:cubicBezTo>
                <a:cubicBezTo>
                  <a:pt x="311512" y="37006"/>
                  <a:pt x="310930" y="38484"/>
                  <a:pt x="309765" y="39693"/>
                </a:cubicBezTo>
                <a:cubicBezTo>
                  <a:pt x="308601" y="40902"/>
                  <a:pt x="307213" y="41506"/>
                  <a:pt x="305601" y="41506"/>
                </a:cubicBezTo>
                <a:cubicBezTo>
                  <a:pt x="304034" y="41506"/>
                  <a:pt x="302277" y="40745"/>
                  <a:pt x="300329" y="39223"/>
                </a:cubicBezTo>
                <a:cubicBezTo>
                  <a:pt x="298382" y="37700"/>
                  <a:pt x="296938" y="36939"/>
                  <a:pt x="295997" y="36939"/>
                </a:cubicBezTo>
                <a:cubicBezTo>
                  <a:pt x="295191" y="36939"/>
                  <a:pt x="294318" y="37383"/>
                  <a:pt x="293378" y="38272"/>
                </a:cubicBezTo>
                <a:cubicBezTo>
                  <a:pt x="291363" y="40095"/>
                  <a:pt x="289281" y="43096"/>
                  <a:pt x="287132" y="47274"/>
                </a:cubicBezTo>
                <a:lnTo>
                  <a:pt x="287132" y="76699"/>
                </a:lnTo>
                <a:cubicBezTo>
                  <a:pt x="287132" y="80105"/>
                  <a:pt x="287557" y="82681"/>
                  <a:pt x="288408" y="84427"/>
                </a:cubicBezTo>
                <a:cubicBezTo>
                  <a:pt x="288990" y="85637"/>
                  <a:pt x="290020" y="86645"/>
                  <a:pt x="291497" y="87449"/>
                </a:cubicBezTo>
                <a:cubicBezTo>
                  <a:pt x="292975" y="88252"/>
                  <a:pt x="295102" y="88654"/>
                  <a:pt x="297878" y="88654"/>
                </a:cubicBezTo>
                <a:lnTo>
                  <a:pt x="297878" y="91072"/>
                </a:lnTo>
                <a:lnTo>
                  <a:pt x="266379" y="91072"/>
                </a:lnTo>
                <a:lnTo>
                  <a:pt x="266379" y="88654"/>
                </a:lnTo>
                <a:cubicBezTo>
                  <a:pt x="269513" y="88654"/>
                  <a:pt x="271841" y="88156"/>
                  <a:pt x="273364" y="87159"/>
                </a:cubicBezTo>
                <a:cubicBezTo>
                  <a:pt x="274483" y="86435"/>
                  <a:pt x="275267" y="85280"/>
                  <a:pt x="275714" y="83694"/>
                </a:cubicBezTo>
                <a:cubicBezTo>
                  <a:pt x="275938" y="82923"/>
                  <a:pt x="276050" y="80726"/>
                  <a:pt x="276050" y="77102"/>
                </a:cubicBezTo>
                <a:lnTo>
                  <a:pt x="276050" y="53461"/>
                </a:lnTo>
                <a:cubicBezTo>
                  <a:pt x="276050" y="46297"/>
                  <a:pt x="275905" y="42032"/>
                  <a:pt x="275614" y="40667"/>
                </a:cubicBezTo>
                <a:cubicBezTo>
                  <a:pt x="275323" y="39301"/>
                  <a:pt x="274785" y="38305"/>
                  <a:pt x="274002" y="37678"/>
                </a:cubicBezTo>
                <a:cubicBezTo>
                  <a:pt x="273218" y="37051"/>
                  <a:pt x="272244" y="36738"/>
                  <a:pt x="271080" y="36738"/>
                </a:cubicBezTo>
                <a:cubicBezTo>
                  <a:pt x="269692" y="36738"/>
                  <a:pt x="268125" y="37073"/>
                  <a:pt x="266379" y="37745"/>
                </a:cubicBezTo>
                <a:lnTo>
                  <a:pt x="265707" y="35327"/>
                </a:lnTo>
                <a:lnTo>
                  <a:pt x="284311" y="27805"/>
                </a:lnTo>
                <a:lnTo>
                  <a:pt x="287132" y="27805"/>
                </a:lnTo>
                <a:close/>
                <a:moveTo>
                  <a:pt x="354696" y="27805"/>
                </a:moveTo>
                <a:lnTo>
                  <a:pt x="354696" y="48760"/>
                </a:lnTo>
                <a:lnTo>
                  <a:pt x="352479" y="48760"/>
                </a:lnTo>
                <a:cubicBezTo>
                  <a:pt x="350778" y="42204"/>
                  <a:pt x="348595" y="37745"/>
                  <a:pt x="345931" y="35382"/>
                </a:cubicBezTo>
                <a:cubicBezTo>
                  <a:pt x="343267" y="33017"/>
                  <a:pt x="339875" y="31835"/>
                  <a:pt x="335756" y="31835"/>
                </a:cubicBezTo>
                <a:cubicBezTo>
                  <a:pt x="332622" y="31835"/>
                  <a:pt x="330092" y="32660"/>
                  <a:pt x="328167" y="34311"/>
                </a:cubicBezTo>
                <a:cubicBezTo>
                  <a:pt x="326241" y="35962"/>
                  <a:pt x="325279" y="37792"/>
                  <a:pt x="325279" y="39800"/>
                </a:cubicBezTo>
                <a:cubicBezTo>
                  <a:pt x="325279" y="42297"/>
                  <a:pt x="325995" y="44439"/>
                  <a:pt x="327428" y="46224"/>
                </a:cubicBezTo>
                <a:cubicBezTo>
                  <a:pt x="328816" y="48053"/>
                  <a:pt x="331637" y="49994"/>
                  <a:pt x="335890" y="52046"/>
                </a:cubicBezTo>
                <a:lnTo>
                  <a:pt x="345696" y="56798"/>
                </a:lnTo>
                <a:cubicBezTo>
                  <a:pt x="354785" y="61225"/>
                  <a:pt x="359330" y="67061"/>
                  <a:pt x="359330" y="74304"/>
                </a:cubicBezTo>
                <a:cubicBezTo>
                  <a:pt x="359330" y="79894"/>
                  <a:pt x="357214" y="84399"/>
                  <a:pt x="352983" y="87821"/>
                </a:cubicBezTo>
                <a:cubicBezTo>
                  <a:pt x="348752" y="91242"/>
                  <a:pt x="344017" y="92952"/>
                  <a:pt x="338778" y="92952"/>
                </a:cubicBezTo>
                <a:cubicBezTo>
                  <a:pt x="335017" y="92952"/>
                  <a:pt x="330719" y="92314"/>
                  <a:pt x="325883" y="91038"/>
                </a:cubicBezTo>
                <a:cubicBezTo>
                  <a:pt x="324406" y="90613"/>
                  <a:pt x="323197" y="90400"/>
                  <a:pt x="322257" y="90400"/>
                </a:cubicBezTo>
                <a:cubicBezTo>
                  <a:pt x="321227" y="90400"/>
                  <a:pt x="320421" y="90937"/>
                  <a:pt x="319839" y="92012"/>
                </a:cubicBezTo>
                <a:lnTo>
                  <a:pt x="317622" y="92012"/>
                </a:lnTo>
                <a:lnTo>
                  <a:pt x="317622" y="69983"/>
                </a:lnTo>
                <a:lnTo>
                  <a:pt x="319839" y="69983"/>
                </a:lnTo>
                <a:cubicBezTo>
                  <a:pt x="321092" y="76251"/>
                  <a:pt x="323488" y="80975"/>
                  <a:pt x="327025" y="84154"/>
                </a:cubicBezTo>
                <a:cubicBezTo>
                  <a:pt x="330562" y="87333"/>
                  <a:pt x="334525" y="88922"/>
                  <a:pt x="338913" y="88922"/>
                </a:cubicBezTo>
                <a:cubicBezTo>
                  <a:pt x="342002" y="88922"/>
                  <a:pt x="344521" y="88021"/>
                  <a:pt x="346468" y="86217"/>
                </a:cubicBezTo>
                <a:cubicBezTo>
                  <a:pt x="348416" y="84412"/>
                  <a:pt x="349390" y="82240"/>
                  <a:pt x="349390" y="79700"/>
                </a:cubicBezTo>
                <a:cubicBezTo>
                  <a:pt x="349390" y="76626"/>
                  <a:pt x="348304" y="74043"/>
                  <a:pt x="346133" y="71949"/>
                </a:cubicBezTo>
                <a:cubicBezTo>
                  <a:pt x="343961" y="69855"/>
                  <a:pt x="339629" y="67210"/>
                  <a:pt x="333137" y="64014"/>
                </a:cubicBezTo>
                <a:cubicBezTo>
                  <a:pt x="326644" y="60817"/>
                  <a:pt x="322391" y="57917"/>
                  <a:pt x="320376" y="55316"/>
                </a:cubicBezTo>
                <a:cubicBezTo>
                  <a:pt x="318361" y="52760"/>
                  <a:pt x="317354" y="49531"/>
                  <a:pt x="317354" y="45630"/>
                </a:cubicBezTo>
                <a:cubicBezTo>
                  <a:pt x="317354" y="40562"/>
                  <a:pt x="319089" y="36325"/>
                  <a:pt x="322559" y="32918"/>
                </a:cubicBezTo>
                <a:cubicBezTo>
                  <a:pt x="326029" y="29509"/>
                  <a:pt x="330517" y="27805"/>
                  <a:pt x="336025" y="27805"/>
                </a:cubicBezTo>
                <a:cubicBezTo>
                  <a:pt x="338443" y="27805"/>
                  <a:pt x="341375" y="28320"/>
                  <a:pt x="344823" y="29350"/>
                </a:cubicBezTo>
                <a:cubicBezTo>
                  <a:pt x="347106" y="30021"/>
                  <a:pt x="348629" y="30357"/>
                  <a:pt x="349390" y="30357"/>
                </a:cubicBezTo>
                <a:cubicBezTo>
                  <a:pt x="350106" y="30357"/>
                  <a:pt x="350666" y="30200"/>
                  <a:pt x="351069" y="29887"/>
                </a:cubicBezTo>
                <a:cubicBezTo>
                  <a:pt x="351472" y="29574"/>
                  <a:pt x="351942" y="28880"/>
                  <a:pt x="352479" y="27805"/>
                </a:cubicBezTo>
                <a:lnTo>
                  <a:pt x="354696" y="27805"/>
                </a:lnTo>
                <a:close/>
                <a:moveTo>
                  <a:pt x="433408" y="0"/>
                </a:moveTo>
                <a:lnTo>
                  <a:pt x="467795" y="0"/>
                </a:lnTo>
                <a:lnTo>
                  <a:pt x="463295" y="15716"/>
                </a:lnTo>
                <a:lnTo>
                  <a:pt x="431393" y="15716"/>
                </a:lnTo>
                <a:lnTo>
                  <a:pt x="427364" y="23910"/>
                </a:lnTo>
                <a:cubicBezTo>
                  <a:pt x="433811" y="24941"/>
                  <a:pt x="439151" y="26667"/>
                  <a:pt x="443382" y="29087"/>
                </a:cubicBezTo>
                <a:cubicBezTo>
                  <a:pt x="447613" y="31507"/>
                  <a:pt x="451027" y="35013"/>
                  <a:pt x="453624" y="39607"/>
                </a:cubicBezTo>
                <a:cubicBezTo>
                  <a:pt x="456221" y="44200"/>
                  <a:pt x="457519" y="49186"/>
                  <a:pt x="457519" y="54565"/>
                </a:cubicBezTo>
                <a:cubicBezTo>
                  <a:pt x="457519" y="61019"/>
                  <a:pt x="455784" y="67272"/>
                  <a:pt x="452314" y="73322"/>
                </a:cubicBezTo>
                <a:cubicBezTo>
                  <a:pt x="448844" y="79372"/>
                  <a:pt x="444020" y="84179"/>
                  <a:pt x="437841" y="87743"/>
                </a:cubicBezTo>
                <a:cubicBezTo>
                  <a:pt x="431662" y="91305"/>
                  <a:pt x="425125" y="93086"/>
                  <a:pt x="418230" y="93086"/>
                </a:cubicBezTo>
                <a:cubicBezTo>
                  <a:pt x="413260" y="93086"/>
                  <a:pt x="409599" y="92154"/>
                  <a:pt x="407249" y="90289"/>
                </a:cubicBezTo>
                <a:cubicBezTo>
                  <a:pt x="404898" y="88422"/>
                  <a:pt x="403723" y="86298"/>
                  <a:pt x="403723" y="83915"/>
                </a:cubicBezTo>
                <a:cubicBezTo>
                  <a:pt x="403723" y="81936"/>
                  <a:pt x="404428" y="80239"/>
                  <a:pt x="405838" y="78823"/>
                </a:cubicBezTo>
                <a:cubicBezTo>
                  <a:pt x="407249" y="77407"/>
                  <a:pt x="408917" y="76699"/>
                  <a:pt x="410842" y="76699"/>
                </a:cubicBezTo>
                <a:cubicBezTo>
                  <a:pt x="412454" y="76699"/>
                  <a:pt x="413887" y="76970"/>
                  <a:pt x="415140" y="77511"/>
                </a:cubicBezTo>
                <a:cubicBezTo>
                  <a:pt x="415901" y="77872"/>
                  <a:pt x="418185" y="79609"/>
                  <a:pt x="421991" y="82720"/>
                </a:cubicBezTo>
                <a:cubicBezTo>
                  <a:pt x="424409" y="84706"/>
                  <a:pt x="426894" y="85699"/>
                  <a:pt x="429446" y="85699"/>
                </a:cubicBezTo>
                <a:cubicBezTo>
                  <a:pt x="432849" y="85699"/>
                  <a:pt x="435714" y="84219"/>
                  <a:pt x="438043" y="81260"/>
                </a:cubicBezTo>
                <a:cubicBezTo>
                  <a:pt x="441177" y="77403"/>
                  <a:pt x="442744" y="72494"/>
                  <a:pt x="442744" y="66530"/>
                </a:cubicBezTo>
                <a:cubicBezTo>
                  <a:pt x="442744" y="61150"/>
                  <a:pt x="441445" y="56162"/>
                  <a:pt x="438848" y="51566"/>
                </a:cubicBezTo>
                <a:cubicBezTo>
                  <a:pt x="436252" y="46969"/>
                  <a:pt x="432714" y="43483"/>
                  <a:pt x="428237" y="41107"/>
                </a:cubicBezTo>
                <a:cubicBezTo>
                  <a:pt x="424789" y="39269"/>
                  <a:pt x="420334" y="38282"/>
                  <a:pt x="414872" y="38148"/>
                </a:cubicBezTo>
                <a:lnTo>
                  <a:pt x="433408" y="0"/>
                </a:lnTo>
                <a:close/>
                <a:moveTo>
                  <a:pt x="502182" y="0"/>
                </a:moveTo>
                <a:lnTo>
                  <a:pt x="536569" y="0"/>
                </a:lnTo>
                <a:lnTo>
                  <a:pt x="532069" y="15716"/>
                </a:lnTo>
                <a:lnTo>
                  <a:pt x="500167" y="15716"/>
                </a:lnTo>
                <a:lnTo>
                  <a:pt x="496138" y="23910"/>
                </a:lnTo>
                <a:cubicBezTo>
                  <a:pt x="502585" y="24941"/>
                  <a:pt x="507925" y="26667"/>
                  <a:pt x="512156" y="29087"/>
                </a:cubicBezTo>
                <a:cubicBezTo>
                  <a:pt x="516387" y="31507"/>
                  <a:pt x="519801" y="35013"/>
                  <a:pt x="522398" y="39607"/>
                </a:cubicBezTo>
                <a:cubicBezTo>
                  <a:pt x="524995" y="44200"/>
                  <a:pt x="526293" y="49186"/>
                  <a:pt x="526293" y="54565"/>
                </a:cubicBezTo>
                <a:cubicBezTo>
                  <a:pt x="526293" y="61019"/>
                  <a:pt x="524558" y="67272"/>
                  <a:pt x="521088" y="73322"/>
                </a:cubicBezTo>
                <a:cubicBezTo>
                  <a:pt x="517618" y="79372"/>
                  <a:pt x="512794" y="84179"/>
                  <a:pt x="506615" y="87743"/>
                </a:cubicBezTo>
                <a:cubicBezTo>
                  <a:pt x="500436" y="91305"/>
                  <a:pt x="493899" y="93086"/>
                  <a:pt x="487004" y="93086"/>
                </a:cubicBezTo>
                <a:cubicBezTo>
                  <a:pt x="482034" y="93086"/>
                  <a:pt x="478373" y="92154"/>
                  <a:pt x="476023" y="90289"/>
                </a:cubicBezTo>
                <a:cubicBezTo>
                  <a:pt x="473672" y="88422"/>
                  <a:pt x="472497" y="86298"/>
                  <a:pt x="472497" y="83915"/>
                </a:cubicBezTo>
                <a:cubicBezTo>
                  <a:pt x="472497" y="81936"/>
                  <a:pt x="473202" y="80239"/>
                  <a:pt x="474612" y="78823"/>
                </a:cubicBezTo>
                <a:cubicBezTo>
                  <a:pt x="476023" y="77407"/>
                  <a:pt x="477690" y="76699"/>
                  <a:pt x="479616" y="76699"/>
                </a:cubicBezTo>
                <a:cubicBezTo>
                  <a:pt x="481228" y="76699"/>
                  <a:pt x="482660" y="76970"/>
                  <a:pt x="483914" y="77511"/>
                </a:cubicBezTo>
                <a:cubicBezTo>
                  <a:pt x="484675" y="77872"/>
                  <a:pt x="486959" y="79609"/>
                  <a:pt x="490765" y="82720"/>
                </a:cubicBezTo>
                <a:cubicBezTo>
                  <a:pt x="493182" y="84706"/>
                  <a:pt x="495667" y="85699"/>
                  <a:pt x="498220" y="85699"/>
                </a:cubicBezTo>
                <a:cubicBezTo>
                  <a:pt x="501623" y="85699"/>
                  <a:pt x="504488" y="84219"/>
                  <a:pt x="506816" y="81260"/>
                </a:cubicBezTo>
                <a:cubicBezTo>
                  <a:pt x="509951" y="77403"/>
                  <a:pt x="511518" y="72494"/>
                  <a:pt x="511518" y="66530"/>
                </a:cubicBezTo>
                <a:cubicBezTo>
                  <a:pt x="511518" y="61150"/>
                  <a:pt x="510219" y="56162"/>
                  <a:pt x="507622" y="51566"/>
                </a:cubicBezTo>
                <a:cubicBezTo>
                  <a:pt x="505025" y="46969"/>
                  <a:pt x="501488" y="43483"/>
                  <a:pt x="497011" y="41107"/>
                </a:cubicBezTo>
                <a:cubicBezTo>
                  <a:pt x="493563" y="39269"/>
                  <a:pt x="489108" y="38282"/>
                  <a:pt x="483645" y="38148"/>
                </a:cubicBezTo>
                <a:lnTo>
                  <a:pt x="502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C5727-2F23-4537-80DD-E7AA8EBE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820" y="2447017"/>
            <a:ext cx="810392" cy="281317"/>
          </a:xfrm>
          <a:custGeom xmlns:a="http://schemas.openxmlformats.org/drawingml/2006/main">
            <a:pathLst>
              <a:path w="810392" h="281317">
                <a:moveTo>
                  <a:pt x="0" y="46886"/>
                </a:moveTo>
                <a:lnTo>
                  <a:pt x="0" y="46886"/>
                </a:lnTo>
                <a:cubicBezTo>
                  <a:pt x="0" y="20992"/>
                  <a:pt x="20992" y="0"/>
                  <a:pt x="46886" y="0"/>
                </a:cubicBezTo>
                <a:lnTo>
                  <a:pt x="763506" y="0"/>
                </a:lnTo>
                <a:cubicBezTo>
                  <a:pt x="775941" y="0"/>
                  <a:pt x="787866" y="4940"/>
                  <a:pt x="796659" y="13733"/>
                </a:cubicBezTo>
                <a:cubicBezTo>
                  <a:pt x="805452" y="22525"/>
                  <a:pt x="810392" y="34451"/>
                  <a:pt x="810392" y="46886"/>
                </a:cubicBezTo>
                <a:lnTo>
                  <a:pt x="810392" y="234431"/>
                </a:lnTo>
                <a:cubicBezTo>
                  <a:pt x="810392" y="260325"/>
                  <a:pt x="789400" y="281317"/>
                  <a:pt x="763506" y="281317"/>
                </a:cubicBezTo>
                <a:lnTo>
                  <a:pt x="46886" y="281317"/>
                </a:lnTo>
                <a:cubicBezTo>
                  <a:pt x="20992" y="281317"/>
                  <a:pt x="0" y="260325"/>
                  <a:pt x="0" y="234431"/>
                </a:cubicBezTo>
                <a:lnTo>
                  <a:pt x="0" y="468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5003F-D8D8-468D-A56E-DD62479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820" y="2447017"/>
            <a:ext cx="810392" cy="281317"/>
          </a:xfrm>
          <a:custGeom xmlns:a="http://schemas.openxmlformats.org/drawingml/2006/main">
            <a:pathLst>
              <a:path w="810392" h="281317" fill="none">
                <a:moveTo>
                  <a:pt x="0" y="46886"/>
                </a:moveTo>
                <a:lnTo>
                  <a:pt x="0" y="46886"/>
                </a:lnTo>
                <a:cubicBezTo>
                  <a:pt x="0" y="20992"/>
                  <a:pt x="20992" y="0"/>
                  <a:pt x="46886" y="0"/>
                </a:cubicBezTo>
                <a:lnTo>
                  <a:pt x="763506" y="0"/>
                </a:lnTo>
                <a:cubicBezTo>
                  <a:pt x="775941" y="0"/>
                  <a:pt x="787866" y="4940"/>
                  <a:pt x="796659" y="13733"/>
                </a:cubicBezTo>
                <a:cubicBezTo>
                  <a:pt x="805452" y="22525"/>
                  <a:pt x="810392" y="34451"/>
                  <a:pt x="810392" y="46886"/>
                </a:cubicBezTo>
                <a:lnTo>
                  <a:pt x="810392" y="234431"/>
                </a:lnTo>
                <a:cubicBezTo>
                  <a:pt x="810392" y="260325"/>
                  <a:pt x="789400" y="281317"/>
                  <a:pt x="763506" y="281317"/>
                </a:cubicBezTo>
                <a:lnTo>
                  <a:pt x="46886" y="281317"/>
                </a:lnTo>
                <a:cubicBezTo>
                  <a:pt x="20992" y="281317"/>
                  <a:pt x="0" y="260325"/>
                  <a:pt x="0" y="234431"/>
                </a:cubicBezTo>
                <a:lnTo>
                  <a:pt x="0" y="468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73" name="Text Key1">
            <a:extLst xmlns:a="http://schemas.openxmlformats.org/drawingml/2006/main">
              <a:ext uri="{FF2B5EF4-FFF2-40B4-BE49-F238E27FC236}">
                <a16:creationId xmlns:a16="http://schemas.microsoft.com/office/drawing/2014/main" id="{73128F8A-77C5-4B70-9D37-555D9A8C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787" y="2548674"/>
            <a:ext cx="289018" cy="113204"/>
          </a:xfrm>
          <a:custGeom xmlns:a="http://schemas.openxmlformats.org/drawingml/2006/main">
            <a:pathLst>
              <a:path w="289018" h="113204">
                <a:moveTo>
                  <a:pt x="35833" y="39129"/>
                </a:moveTo>
                <a:lnTo>
                  <a:pt x="66831" y="69950"/>
                </a:lnTo>
                <a:cubicBezTo>
                  <a:pt x="71915" y="75021"/>
                  <a:pt x="76254" y="78476"/>
                  <a:pt x="79850" y="80315"/>
                </a:cubicBezTo>
                <a:cubicBezTo>
                  <a:pt x="83446" y="82154"/>
                  <a:pt x="87042" y="83198"/>
                  <a:pt x="90637" y="83446"/>
                </a:cubicBezTo>
                <a:lnTo>
                  <a:pt x="90637" y="85802"/>
                </a:lnTo>
                <a:lnTo>
                  <a:pt x="50650" y="85802"/>
                </a:lnTo>
                <a:lnTo>
                  <a:pt x="50650" y="83446"/>
                </a:lnTo>
                <a:cubicBezTo>
                  <a:pt x="53047" y="83446"/>
                  <a:pt x="54773" y="83043"/>
                  <a:pt x="55827" y="82237"/>
                </a:cubicBezTo>
                <a:cubicBezTo>
                  <a:pt x="56881" y="81431"/>
                  <a:pt x="57408" y="80532"/>
                  <a:pt x="57408" y="79540"/>
                </a:cubicBezTo>
                <a:cubicBezTo>
                  <a:pt x="57408" y="78548"/>
                  <a:pt x="57212" y="77660"/>
                  <a:pt x="56819" y="76874"/>
                </a:cubicBezTo>
                <a:cubicBezTo>
                  <a:pt x="56426" y="76089"/>
                  <a:pt x="55135" y="74622"/>
                  <a:pt x="52944" y="72473"/>
                </a:cubicBezTo>
                <a:lnTo>
                  <a:pt x="23930" y="43769"/>
                </a:lnTo>
                <a:lnTo>
                  <a:pt x="23930" y="70923"/>
                </a:lnTo>
                <a:cubicBezTo>
                  <a:pt x="23930" y="75159"/>
                  <a:pt x="24199" y="77956"/>
                  <a:pt x="24736" y="79314"/>
                </a:cubicBezTo>
                <a:cubicBezTo>
                  <a:pt x="25150" y="80342"/>
                  <a:pt x="26017" y="81226"/>
                  <a:pt x="27340" y="81966"/>
                </a:cubicBezTo>
                <a:cubicBezTo>
                  <a:pt x="29117" y="82953"/>
                  <a:pt x="30998" y="83446"/>
                  <a:pt x="32982" y="83446"/>
                </a:cubicBezTo>
                <a:lnTo>
                  <a:pt x="35833" y="83446"/>
                </a:lnTo>
                <a:lnTo>
                  <a:pt x="35833" y="85802"/>
                </a:lnTo>
                <a:lnTo>
                  <a:pt x="0" y="85802"/>
                </a:lnTo>
                <a:lnTo>
                  <a:pt x="0" y="83446"/>
                </a:lnTo>
                <a:lnTo>
                  <a:pt x="2976" y="83446"/>
                </a:lnTo>
                <a:cubicBezTo>
                  <a:pt x="6448" y="83446"/>
                  <a:pt x="8969" y="82439"/>
                  <a:pt x="10539" y="80424"/>
                </a:cubicBezTo>
                <a:cubicBezTo>
                  <a:pt x="11531" y="79108"/>
                  <a:pt x="12027" y="75941"/>
                  <a:pt x="12027" y="70923"/>
                </a:cubicBezTo>
                <a:lnTo>
                  <a:pt x="12027" y="16615"/>
                </a:lnTo>
                <a:cubicBezTo>
                  <a:pt x="12027" y="12378"/>
                  <a:pt x="11758" y="9562"/>
                  <a:pt x="11221" y="8164"/>
                </a:cubicBezTo>
                <a:cubicBezTo>
                  <a:pt x="10808" y="7176"/>
                  <a:pt x="9961" y="6312"/>
                  <a:pt x="8679" y="5572"/>
                </a:cubicBezTo>
                <a:cubicBezTo>
                  <a:pt x="6861" y="4585"/>
                  <a:pt x="4960" y="4092"/>
                  <a:pt x="2976" y="4092"/>
                </a:cubicBezTo>
                <a:lnTo>
                  <a:pt x="0" y="4092"/>
                </a:lnTo>
                <a:lnTo>
                  <a:pt x="0" y="1736"/>
                </a:lnTo>
                <a:lnTo>
                  <a:pt x="35833" y="1736"/>
                </a:lnTo>
                <a:lnTo>
                  <a:pt x="35833" y="4092"/>
                </a:lnTo>
                <a:lnTo>
                  <a:pt x="32982" y="4092"/>
                </a:lnTo>
                <a:cubicBezTo>
                  <a:pt x="31039" y="4092"/>
                  <a:pt x="29159" y="4564"/>
                  <a:pt x="27340" y="5510"/>
                </a:cubicBezTo>
                <a:cubicBezTo>
                  <a:pt x="26059" y="6169"/>
                  <a:pt x="25170" y="7156"/>
                  <a:pt x="24674" y="8472"/>
                </a:cubicBezTo>
                <a:cubicBezTo>
                  <a:pt x="24178" y="9788"/>
                  <a:pt x="23930" y="12502"/>
                  <a:pt x="23930" y="16615"/>
                </a:cubicBezTo>
                <a:lnTo>
                  <a:pt x="23930" y="42285"/>
                </a:lnTo>
                <a:cubicBezTo>
                  <a:pt x="24757" y="41502"/>
                  <a:pt x="27588" y="38886"/>
                  <a:pt x="32424" y="34437"/>
                </a:cubicBezTo>
                <a:cubicBezTo>
                  <a:pt x="44699" y="23230"/>
                  <a:pt x="52118" y="15751"/>
                  <a:pt x="54680" y="12002"/>
                </a:cubicBezTo>
                <a:cubicBezTo>
                  <a:pt x="55796" y="10354"/>
                  <a:pt x="56354" y="8912"/>
                  <a:pt x="56354" y="7676"/>
                </a:cubicBezTo>
                <a:cubicBezTo>
                  <a:pt x="56354" y="6728"/>
                  <a:pt x="55920" y="5893"/>
                  <a:pt x="55052" y="5173"/>
                </a:cubicBezTo>
                <a:cubicBezTo>
                  <a:pt x="54184" y="4452"/>
                  <a:pt x="52717" y="4092"/>
                  <a:pt x="50650" y="4092"/>
                </a:cubicBezTo>
                <a:lnTo>
                  <a:pt x="48728" y="4092"/>
                </a:lnTo>
                <a:lnTo>
                  <a:pt x="48728" y="1736"/>
                </a:lnTo>
                <a:lnTo>
                  <a:pt x="79602" y="1736"/>
                </a:lnTo>
                <a:lnTo>
                  <a:pt x="79602" y="4092"/>
                </a:lnTo>
                <a:cubicBezTo>
                  <a:pt x="77784" y="4133"/>
                  <a:pt x="76130" y="4381"/>
                  <a:pt x="74643" y="4836"/>
                </a:cubicBezTo>
                <a:cubicBezTo>
                  <a:pt x="73155" y="5289"/>
                  <a:pt x="71336" y="6165"/>
                  <a:pt x="69187" y="7465"/>
                </a:cubicBezTo>
                <a:cubicBezTo>
                  <a:pt x="67038" y="8764"/>
                  <a:pt x="64393" y="10858"/>
                  <a:pt x="61252" y="13746"/>
                </a:cubicBezTo>
                <a:cubicBezTo>
                  <a:pt x="60342" y="14570"/>
                  <a:pt x="56147" y="18790"/>
                  <a:pt x="48666" y="26406"/>
                </a:cubicBezTo>
                <a:lnTo>
                  <a:pt x="35833" y="39129"/>
                </a:lnTo>
                <a:close/>
                <a:moveTo>
                  <a:pt x="103077" y="50464"/>
                </a:moveTo>
                <a:cubicBezTo>
                  <a:pt x="103036" y="58857"/>
                  <a:pt x="105082" y="65439"/>
                  <a:pt x="109215" y="70212"/>
                </a:cubicBezTo>
                <a:cubicBezTo>
                  <a:pt x="113348" y="74984"/>
                  <a:pt x="118204" y="77370"/>
                  <a:pt x="123784" y="77370"/>
                </a:cubicBezTo>
                <a:cubicBezTo>
                  <a:pt x="127503" y="77370"/>
                  <a:pt x="130738" y="76343"/>
                  <a:pt x="133486" y="74288"/>
                </a:cubicBezTo>
                <a:cubicBezTo>
                  <a:pt x="136234" y="72233"/>
                  <a:pt x="138539" y="68714"/>
                  <a:pt x="140399" y="63731"/>
                </a:cubicBezTo>
                <a:lnTo>
                  <a:pt x="142320" y="64977"/>
                </a:lnTo>
                <a:cubicBezTo>
                  <a:pt x="141452" y="70669"/>
                  <a:pt x="138931" y="75852"/>
                  <a:pt x="134757" y="80526"/>
                </a:cubicBezTo>
                <a:cubicBezTo>
                  <a:pt x="130583" y="85201"/>
                  <a:pt x="125354" y="87538"/>
                  <a:pt x="119072" y="87538"/>
                </a:cubicBezTo>
                <a:cubicBezTo>
                  <a:pt x="112253" y="87538"/>
                  <a:pt x="106415" y="84888"/>
                  <a:pt x="101558" y="79589"/>
                </a:cubicBezTo>
                <a:cubicBezTo>
                  <a:pt x="96702" y="74288"/>
                  <a:pt x="94274" y="67162"/>
                  <a:pt x="94274" y="58212"/>
                </a:cubicBezTo>
                <a:cubicBezTo>
                  <a:pt x="94274" y="48520"/>
                  <a:pt x="96764" y="40962"/>
                  <a:pt x="101744" y="35539"/>
                </a:cubicBezTo>
                <a:cubicBezTo>
                  <a:pt x="106725" y="30114"/>
                  <a:pt x="112976" y="27402"/>
                  <a:pt x="120498" y="27402"/>
                </a:cubicBezTo>
                <a:cubicBezTo>
                  <a:pt x="126863" y="27402"/>
                  <a:pt x="132091" y="29494"/>
                  <a:pt x="136183" y="33679"/>
                </a:cubicBezTo>
                <a:cubicBezTo>
                  <a:pt x="140275" y="37862"/>
                  <a:pt x="142320" y="43458"/>
                  <a:pt x="142320" y="50464"/>
                </a:cubicBezTo>
                <a:lnTo>
                  <a:pt x="103077" y="50464"/>
                </a:lnTo>
                <a:moveTo>
                  <a:pt x="103077" y="46869"/>
                </a:moveTo>
                <a:lnTo>
                  <a:pt x="129363" y="46869"/>
                </a:lnTo>
                <a:cubicBezTo>
                  <a:pt x="129157" y="43261"/>
                  <a:pt x="128723" y="40720"/>
                  <a:pt x="128061" y="39245"/>
                </a:cubicBezTo>
                <a:cubicBezTo>
                  <a:pt x="127028" y="36949"/>
                  <a:pt x="125489" y="35145"/>
                  <a:pt x="123443" y="33834"/>
                </a:cubicBezTo>
                <a:cubicBezTo>
                  <a:pt x="121397" y="32522"/>
                  <a:pt x="119258" y="31866"/>
                  <a:pt x="117026" y="31866"/>
                </a:cubicBezTo>
                <a:cubicBezTo>
                  <a:pt x="113596" y="31866"/>
                  <a:pt x="110527" y="33188"/>
                  <a:pt x="107820" y="35831"/>
                </a:cubicBezTo>
                <a:cubicBezTo>
                  <a:pt x="105113" y="38475"/>
                  <a:pt x="103532" y="42154"/>
                  <a:pt x="103077" y="46869"/>
                </a:cubicBezTo>
                <a:close/>
                <a:moveTo>
                  <a:pt x="146552" y="29014"/>
                </a:moveTo>
                <a:lnTo>
                  <a:pt x="173024" y="29014"/>
                </a:lnTo>
                <a:lnTo>
                  <a:pt x="173024" y="31246"/>
                </a:lnTo>
                <a:lnTo>
                  <a:pt x="171723" y="31246"/>
                </a:lnTo>
                <a:cubicBezTo>
                  <a:pt x="169863" y="31246"/>
                  <a:pt x="168468" y="31651"/>
                  <a:pt x="167538" y="32460"/>
                </a:cubicBezTo>
                <a:cubicBezTo>
                  <a:pt x="166608" y="33270"/>
                  <a:pt x="166143" y="34277"/>
                  <a:pt x="166143" y="35481"/>
                </a:cubicBezTo>
                <a:cubicBezTo>
                  <a:pt x="166143" y="37100"/>
                  <a:pt x="166825" y="39343"/>
                  <a:pt x="168189" y="42207"/>
                </a:cubicBezTo>
                <a:lnTo>
                  <a:pt x="182014" y="70923"/>
                </a:lnTo>
                <a:lnTo>
                  <a:pt x="194723" y="39481"/>
                </a:lnTo>
                <a:cubicBezTo>
                  <a:pt x="195426" y="37777"/>
                  <a:pt x="195777" y="36092"/>
                  <a:pt x="195777" y="34427"/>
                </a:cubicBezTo>
                <a:cubicBezTo>
                  <a:pt x="195777" y="33679"/>
                  <a:pt x="195632" y="33118"/>
                  <a:pt x="195343" y="32743"/>
                </a:cubicBezTo>
                <a:cubicBezTo>
                  <a:pt x="195012" y="32286"/>
                  <a:pt x="194496" y="31923"/>
                  <a:pt x="193793" y="31653"/>
                </a:cubicBezTo>
                <a:cubicBezTo>
                  <a:pt x="193090" y="31381"/>
                  <a:pt x="191850" y="31246"/>
                  <a:pt x="190073" y="31246"/>
                </a:cubicBezTo>
                <a:lnTo>
                  <a:pt x="190073" y="29014"/>
                </a:lnTo>
                <a:lnTo>
                  <a:pt x="208548" y="29014"/>
                </a:lnTo>
                <a:lnTo>
                  <a:pt x="208548" y="31246"/>
                </a:lnTo>
                <a:cubicBezTo>
                  <a:pt x="207019" y="31411"/>
                  <a:pt x="205841" y="31743"/>
                  <a:pt x="205014" y="32242"/>
                </a:cubicBezTo>
                <a:cubicBezTo>
                  <a:pt x="204188" y="32739"/>
                  <a:pt x="203278" y="33672"/>
                  <a:pt x="202286" y="35041"/>
                </a:cubicBezTo>
                <a:cubicBezTo>
                  <a:pt x="201914" y="35622"/>
                  <a:pt x="201212" y="37219"/>
                  <a:pt x="200179" y="39832"/>
                </a:cubicBezTo>
                <a:lnTo>
                  <a:pt x="177054" y="96469"/>
                </a:lnTo>
                <a:cubicBezTo>
                  <a:pt x="174822" y="101985"/>
                  <a:pt x="171898" y="106153"/>
                  <a:pt x="168282" y="108973"/>
                </a:cubicBezTo>
                <a:cubicBezTo>
                  <a:pt x="164665" y="111793"/>
                  <a:pt x="161183" y="113204"/>
                  <a:pt x="157836" y="113204"/>
                </a:cubicBezTo>
                <a:cubicBezTo>
                  <a:pt x="155397" y="113204"/>
                  <a:pt x="153393" y="112497"/>
                  <a:pt x="151822" y="111084"/>
                </a:cubicBezTo>
                <a:cubicBezTo>
                  <a:pt x="150251" y="109673"/>
                  <a:pt x="149466" y="108054"/>
                  <a:pt x="149466" y="106227"/>
                </a:cubicBezTo>
                <a:cubicBezTo>
                  <a:pt x="149466" y="104482"/>
                  <a:pt x="150034" y="103080"/>
                  <a:pt x="151171" y="102021"/>
                </a:cubicBezTo>
                <a:cubicBezTo>
                  <a:pt x="152308" y="100962"/>
                  <a:pt x="153868" y="100433"/>
                  <a:pt x="155852" y="100433"/>
                </a:cubicBezTo>
                <a:cubicBezTo>
                  <a:pt x="157216" y="100433"/>
                  <a:pt x="159076" y="100875"/>
                  <a:pt x="161431" y="101760"/>
                </a:cubicBezTo>
                <a:cubicBezTo>
                  <a:pt x="163085" y="102363"/>
                  <a:pt x="164118" y="102665"/>
                  <a:pt x="164531" y="102665"/>
                </a:cubicBezTo>
                <a:cubicBezTo>
                  <a:pt x="165771" y="102665"/>
                  <a:pt x="167125" y="102028"/>
                  <a:pt x="168592" y="100756"/>
                </a:cubicBezTo>
                <a:cubicBezTo>
                  <a:pt x="170059" y="99484"/>
                  <a:pt x="171537" y="97022"/>
                  <a:pt x="173024" y="93371"/>
                </a:cubicBezTo>
                <a:lnTo>
                  <a:pt x="177054" y="83452"/>
                </a:lnTo>
                <a:lnTo>
                  <a:pt x="156658" y="40725"/>
                </a:lnTo>
                <a:cubicBezTo>
                  <a:pt x="156038" y="39436"/>
                  <a:pt x="155046" y="37835"/>
                  <a:pt x="153682" y="35923"/>
                </a:cubicBezTo>
                <a:cubicBezTo>
                  <a:pt x="152649" y="34468"/>
                  <a:pt x="151801" y="33491"/>
                  <a:pt x="151140" y="32991"/>
                </a:cubicBezTo>
                <a:cubicBezTo>
                  <a:pt x="150189" y="32326"/>
                  <a:pt x="148660" y="31744"/>
                  <a:pt x="146552" y="31246"/>
                </a:cubicBezTo>
                <a:lnTo>
                  <a:pt x="146552" y="29014"/>
                </a:lnTo>
                <a:close/>
                <a:moveTo>
                  <a:pt x="255912" y="9919"/>
                </a:moveTo>
                <a:lnTo>
                  <a:pt x="276371" y="0"/>
                </a:lnTo>
                <a:lnTo>
                  <a:pt x="278417" y="0"/>
                </a:lnTo>
                <a:lnTo>
                  <a:pt x="278417" y="70923"/>
                </a:lnTo>
                <a:cubicBezTo>
                  <a:pt x="278417" y="75635"/>
                  <a:pt x="278613" y="78569"/>
                  <a:pt x="279006" y="79726"/>
                </a:cubicBezTo>
                <a:cubicBezTo>
                  <a:pt x="279398" y="80883"/>
                  <a:pt x="280215" y="81772"/>
                  <a:pt x="281455" y="82392"/>
                </a:cubicBezTo>
                <a:cubicBezTo>
                  <a:pt x="282695" y="83012"/>
                  <a:pt x="285216" y="83363"/>
                  <a:pt x="289018" y="83446"/>
                </a:cubicBezTo>
                <a:lnTo>
                  <a:pt x="289018" y="85802"/>
                </a:lnTo>
                <a:lnTo>
                  <a:pt x="257400" y="85802"/>
                </a:lnTo>
                <a:lnTo>
                  <a:pt x="257400" y="83446"/>
                </a:lnTo>
                <a:cubicBezTo>
                  <a:pt x="261368" y="83363"/>
                  <a:pt x="263931" y="83022"/>
                  <a:pt x="265088" y="82423"/>
                </a:cubicBezTo>
                <a:cubicBezTo>
                  <a:pt x="266245" y="81824"/>
                  <a:pt x="267051" y="81018"/>
                  <a:pt x="267506" y="80005"/>
                </a:cubicBezTo>
                <a:cubicBezTo>
                  <a:pt x="267960" y="78993"/>
                  <a:pt x="268188" y="75965"/>
                  <a:pt x="268188" y="70923"/>
                </a:cubicBezTo>
                <a:lnTo>
                  <a:pt x="268188" y="25542"/>
                </a:lnTo>
                <a:cubicBezTo>
                  <a:pt x="268188" y="19452"/>
                  <a:pt x="267981" y="15544"/>
                  <a:pt x="267568" y="13817"/>
                </a:cubicBezTo>
                <a:cubicBezTo>
                  <a:pt x="267278" y="12500"/>
                  <a:pt x="266751" y="11531"/>
                  <a:pt x="265987" y="10911"/>
                </a:cubicBezTo>
                <a:cubicBezTo>
                  <a:pt x="265222" y="10291"/>
                  <a:pt x="264303" y="9981"/>
                  <a:pt x="263228" y="9981"/>
                </a:cubicBezTo>
                <a:cubicBezTo>
                  <a:pt x="261699" y="9981"/>
                  <a:pt x="259570" y="10622"/>
                  <a:pt x="256842" y="11903"/>
                </a:cubicBezTo>
                <a:lnTo>
                  <a:pt x="255912" y="9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6EB37-897B-40B0-B78A-214FE2D5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47" y="565601"/>
            <a:ext cx="706109" cy="307670"/>
          </a:xfrm>
          <a:custGeom xmlns:a="http://schemas.openxmlformats.org/drawingml/2006/main">
            <a:pathLst>
              <a:path w="706109" h="307670">
                <a:moveTo>
                  <a:pt x="0" y="0"/>
                </a:moveTo>
                <a:lnTo>
                  <a:pt x="706109" y="0"/>
                </a:lnTo>
                <a:lnTo>
                  <a:pt x="706109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Search">
            <a:extLst xmlns:a="http://schemas.openxmlformats.org/drawingml/2006/main">
              <a:ext uri="{FF2B5EF4-FFF2-40B4-BE49-F238E27FC236}">
                <a16:creationId xmlns:a16="http://schemas.microsoft.com/office/drawing/2014/main" id="{DBC90609-79E0-4E4A-8A9A-281C91F2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95" y="670843"/>
            <a:ext cx="336354" cy="90017"/>
          </a:xfrm>
          <a:custGeom xmlns:a="http://schemas.openxmlformats.org/drawingml/2006/main">
            <a:pathLst>
              <a:path w="336354" h="90017">
                <a:moveTo>
                  <a:pt x="50278" y="2232"/>
                </a:moveTo>
                <a:lnTo>
                  <a:pt x="50278" y="31370"/>
                </a:lnTo>
                <a:lnTo>
                  <a:pt x="47985" y="31370"/>
                </a:lnTo>
                <a:cubicBezTo>
                  <a:pt x="47241" y="25776"/>
                  <a:pt x="45908" y="21322"/>
                  <a:pt x="43986" y="18008"/>
                </a:cubicBezTo>
                <a:cubicBezTo>
                  <a:pt x="42064" y="14692"/>
                  <a:pt x="39326" y="12061"/>
                  <a:pt x="35771" y="10113"/>
                </a:cubicBezTo>
                <a:cubicBezTo>
                  <a:pt x="32217" y="8165"/>
                  <a:pt x="28539" y="7191"/>
                  <a:pt x="24736" y="7191"/>
                </a:cubicBezTo>
                <a:cubicBezTo>
                  <a:pt x="20438" y="7191"/>
                  <a:pt x="16883" y="8502"/>
                  <a:pt x="14073" y="11122"/>
                </a:cubicBezTo>
                <a:cubicBezTo>
                  <a:pt x="11263" y="13743"/>
                  <a:pt x="9857" y="16724"/>
                  <a:pt x="9857" y="20065"/>
                </a:cubicBezTo>
                <a:cubicBezTo>
                  <a:pt x="9857" y="22624"/>
                  <a:pt x="10746" y="24956"/>
                  <a:pt x="12523" y="27061"/>
                </a:cubicBezTo>
                <a:cubicBezTo>
                  <a:pt x="15086" y="30156"/>
                  <a:pt x="21182" y="34282"/>
                  <a:pt x="30812" y="39439"/>
                </a:cubicBezTo>
                <a:cubicBezTo>
                  <a:pt x="38665" y="43648"/>
                  <a:pt x="44027" y="46878"/>
                  <a:pt x="46900" y="49128"/>
                </a:cubicBezTo>
                <a:cubicBezTo>
                  <a:pt x="49772" y="51376"/>
                  <a:pt x="51983" y="54028"/>
                  <a:pt x="53533" y="57082"/>
                </a:cubicBezTo>
                <a:cubicBezTo>
                  <a:pt x="55083" y="60136"/>
                  <a:pt x="55858" y="63334"/>
                  <a:pt x="55858" y="66678"/>
                </a:cubicBezTo>
                <a:cubicBezTo>
                  <a:pt x="55858" y="73034"/>
                  <a:pt x="53388" y="78513"/>
                  <a:pt x="48449" y="83115"/>
                </a:cubicBezTo>
                <a:cubicBezTo>
                  <a:pt x="43511" y="87717"/>
                  <a:pt x="37156" y="90017"/>
                  <a:pt x="29386" y="90017"/>
                </a:cubicBezTo>
                <a:cubicBezTo>
                  <a:pt x="26947" y="90017"/>
                  <a:pt x="24654" y="89829"/>
                  <a:pt x="22504" y="89452"/>
                </a:cubicBezTo>
                <a:cubicBezTo>
                  <a:pt x="21223" y="89243"/>
                  <a:pt x="18568" y="88479"/>
                  <a:pt x="14538" y="87160"/>
                </a:cubicBezTo>
                <a:cubicBezTo>
                  <a:pt x="10508" y="85841"/>
                  <a:pt x="7956" y="85182"/>
                  <a:pt x="6882" y="85182"/>
                </a:cubicBezTo>
                <a:cubicBezTo>
                  <a:pt x="5848" y="85182"/>
                  <a:pt x="5032" y="85496"/>
                  <a:pt x="4433" y="86123"/>
                </a:cubicBezTo>
                <a:cubicBezTo>
                  <a:pt x="3833" y="86751"/>
                  <a:pt x="3389" y="88049"/>
                  <a:pt x="3100" y="90017"/>
                </a:cubicBezTo>
                <a:lnTo>
                  <a:pt x="806" y="90017"/>
                </a:lnTo>
                <a:lnTo>
                  <a:pt x="806" y="61128"/>
                </a:lnTo>
                <a:lnTo>
                  <a:pt x="3100" y="61128"/>
                </a:lnTo>
                <a:cubicBezTo>
                  <a:pt x="4174" y="67177"/>
                  <a:pt x="5621" y="71704"/>
                  <a:pt x="7439" y="74708"/>
                </a:cubicBezTo>
                <a:cubicBezTo>
                  <a:pt x="9258" y="77713"/>
                  <a:pt x="12037" y="80209"/>
                  <a:pt x="15778" y="82198"/>
                </a:cubicBezTo>
                <a:cubicBezTo>
                  <a:pt x="19518" y="84187"/>
                  <a:pt x="23620" y="85182"/>
                  <a:pt x="28084" y="85182"/>
                </a:cubicBezTo>
                <a:cubicBezTo>
                  <a:pt x="33250" y="85182"/>
                  <a:pt x="37332" y="83817"/>
                  <a:pt x="40328" y="81088"/>
                </a:cubicBezTo>
                <a:cubicBezTo>
                  <a:pt x="43325" y="78359"/>
                  <a:pt x="44823" y="75134"/>
                  <a:pt x="44823" y="71413"/>
                </a:cubicBezTo>
                <a:cubicBezTo>
                  <a:pt x="44823" y="69345"/>
                  <a:pt x="44254" y="67257"/>
                  <a:pt x="43118" y="65150"/>
                </a:cubicBezTo>
                <a:cubicBezTo>
                  <a:pt x="41981" y="63040"/>
                  <a:pt x="40214" y="61076"/>
                  <a:pt x="37817" y="59256"/>
                </a:cubicBezTo>
                <a:cubicBezTo>
                  <a:pt x="36205" y="58016"/>
                  <a:pt x="31804" y="55397"/>
                  <a:pt x="24612" y="51398"/>
                </a:cubicBezTo>
                <a:cubicBezTo>
                  <a:pt x="17421" y="47398"/>
                  <a:pt x="12306" y="44201"/>
                  <a:pt x="9268" y="41806"/>
                </a:cubicBezTo>
                <a:cubicBezTo>
                  <a:pt x="6231" y="39412"/>
                  <a:pt x="3926" y="36769"/>
                  <a:pt x="2356" y="33879"/>
                </a:cubicBezTo>
                <a:cubicBezTo>
                  <a:pt x="785" y="30988"/>
                  <a:pt x="0" y="27809"/>
                  <a:pt x="0" y="24341"/>
                </a:cubicBezTo>
                <a:cubicBezTo>
                  <a:pt x="0" y="18313"/>
                  <a:pt x="2314" y="13122"/>
                  <a:pt x="6943" y="8767"/>
                </a:cubicBezTo>
                <a:cubicBezTo>
                  <a:pt x="11572" y="4410"/>
                  <a:pt x="17462" y="2232"/>
                  <a:pt x="24612" y="2232"/>
                </a:cubicBezTo>
                <a:cubicBezTo>
                  <a:pt x="29076" y="2232"/>
                  <a:pt x="33808" y="3327"/>
                  <a:pt x="38809" y="5518"/>
                </a:cubicBezTo>
                <a:cubicBezTo>
                  <a:pt x="41124" y="6551"/>
                  <a:pt x="42756" y="7067"/>
                  <a:pt x="43707" y="7067"/>
                </a:cubicBezTo>
                <a:cubicBezTo>
                  <a:pt x="44781" y="7067"/>
                  <a:pt x="45660" y="6747"/>
                  <a:pt x="46342" y="6107"/>
                </a:cubicBezTo>
                <a:cubicBezTo>
                  <a:pt x="47024" y="5466"/>
                  <a:pt x="47571" y="4174"/>
                  <a:pt x="47985" y="2232"/>
                </a:cubicBezTo>
                <a:lnTo>
                  <a:pt x="50278" y="2232"/>
                </a:lnTo>
                <a:close/>
                <a:moveTo>
                  <a:pt x="76173" y="52820"/>
                </a:moveTo>
                <a:cubicBezTo>
                  <a:pt x="76132" y="61213"/>
                  <a:pt x="78178" y="67795"/>
                  <a:pt x="82311" y="72568"/>
                </a:cubicBezTo>
                <a:cubicBezTo>
                  <a:pt x="86444" y="77340"/>
                  <a:pt x="91300" y="79726"/>
                  <a:pt x="96880" y="79726"/>
                </a:cubicBezTo>
                <a:cubicBezTo>
                  <a:pt x="100599" y="79726"/>
                  <a:pt x="103833" y="78699"/>
                  <a:pt x="106582" y="76644"/>
                </a:cubicBezTo>
                <a:cubicBezTo>
                  <a:pt x="109330" y="74589"/>
                  <a:pt x="111635" y="71070"/>
                  <a:pt x="113494" y="66087"/>
                </a:cubicBezTo>
                <a:lnTo>
                  <a:pt x="115416" y="67333"/>
                </a:lnTo>
                <a:cubicBezTo>
                  <a:pt x="114548" y="73025"/>
                  <a:pt x="112027" y="78208"/>
                  <a:pt x="107853" y="82882"/>
                </a:cubicBezTo>
                <a:cubicBezTo>
                  <a:pt x="103678" y="87556"/>
                  <a:pt x="98450" y="89893"/>
                  <a:pt x="92168" y="89893"/>
                </a:cubicBezTo>
                <a:cubicBezTo>
                  <a:pt x="85348" y="89893"/>
                  <a:pt x="79511" y="87244"/>
                  <a:pt x="74654" y="81945"/>
                </a:cubicBezTo>
                <a:cubicBezTo>
                  <a:pt x="69798" y="76644"/>
                  <a:pt x="67370" y="69518"/>
                  <a:pt x="67370" y="60568"/>
                </a:cubicBezTo>
                <a:cubicBezTo>
                  <a:pt x="67370" y="50876"/>
                  <a:pt x="69860" y="43318"/>
                  <a:pt x="74840" y="37895"/>
                </a:cubicBezTo>
                <a:cubicBezTo>
                  <a:pt x="79820" y="32470"/>
                  <a:pt x="86072" y="29758"/>
                  <a:pt x="93594" y="29758"/>
                </a:cubicBezTo>
                <a:cubicBezTo>
                  <a:pt x="99959" y="29758"/>
                  <a:pt x="105187" y="31850"/>
                  <a:pt x="109279" y="36035"/>
                </a:cubicBezTo>
                <a:cubicBezTo>
                  <a:pt x="113370" y="40218"/>
                  <a:pt x="115416" y="45813"/>
                  <a:pt x="115416" y="52820"/>
                </a:cubicBezTo>
                <a:lnTo>
                  <a:pt x="76173" y="52820"/>
                </a:lnTo>
                <a:moveTo>
                  <a:pt x="76173" y="49224"/>
                </a:moveTo>
                <a:lnTo>
                  <a:pt x="102459" y="49224"/>
                </a:lnTo>
                <a:cubicBezTo>
                  <a:pt x="102253" y="45617"/>
                  <a:pt x="101819" y="43076"/>
                  <a:pt x="101157" y="41601"/>
                </a:cubicBezTo>
                <a:cubicBezTo>
                  <a:pt x="100124" y="39305"/>
                  <a:pt x="98584" y="37501"/>
                  <a:pt x="96539" y="36190"/>
                </a:cubicBezTo>
                <a:cubicBezTo>
                  <a:pt x="94493" y="34878"/>
                  <a:pt x="92354" y="34222"/>
                  <a:pt x="90122" y="34222"/>
                </a:cubicBezTo>
                <a:cubicBezTo>
                  <a:pt x="86692" y="34222"/>
                  <a:pt x="83623" y="35543"/>
                  <a:pt x="80916" y="38187"/>
                </a:cubicBezTo>
                <a:cubicBezTo>
                  <a:pt x="78209" y="40831"/>
                  <a:pt x="76628" y="44510"/>
                  <a:pt x="76173" y="49224"/>
                </a:cubicBezTo>
                <a:close/>
                <a:moveTo>
                  <a:pt x="155048" y="80040"/>
                </a:moveTo>
                <a:cubicBezTo>
                  <a:pt x="149220" y="84544"/>
                  <a:pt x="145562" y="87146"/>
                  <a:pt x="144075" y="87848"/>
                </a:cubicBezTo>
                <a:cubicBezTo>
                  <a:pt x="141843" y="88881"/>
                  <a:pt x="139466" y="89398"/>
                  <a:pt x="136945" y="89398"/>
                </a:cubicBezTo>
                <a:cubicBezTo>
                  <a:pt x="133019" y="89398"/>
                  <a:pt x="129785" y="88054"/>
                  <a:pt x="127243" y="85368"/>
                </a:cubicBezTo>
                <a:cubicBezTo>
                  <a:pt x="124701" y="82681"/>
                  <a:pt x="123430" y="79148"/>
                  <a:pt x="123430" y="74767"/>
                </a:cubicBezTo>
                <a:cubicBezTo>
                  <a:pt x="123430" y="71997"/>
                  <a:pt x="124050" y="69600"/>
                  <a:pt x="125290" y="67575"/>
                </a:cubicBezTo>
                <a:cubicBezTo>
                  <a:pt x="126984" y="64765"/>
                  <a:pt x="129929" y="62120"/>
                  <a:pt x="134124" y="59640"/>
                </a:cubicBezTo>
                <a:cubicBezTo>
                  <a:pt x="138319" y="57160"/>
                  <a:pt x="145294" y="54143"/>
                  <a:pt x="155048" y="50588"/>
                </a:cubicBezTo>
                <a:lnTo>
                  <a:pt x="155048" y="48364"/>
                </a:lnTo>
                <a:cubicBezTo>
                  <a:pt x="155048" y="42723"/>
                  <a:pt x="154149" y="38852"/>
                  <a:pt x="152351" y="36752"/>
                </a:cubicBezTo>
                <a:cubicBezTo>
                  <a:pt x="150553" y="34652"/>
                  <a:pt x="147939" y="33602"/>
                  <a:pt x="144509" y="33602"/>
                </a:cubicBezTo>
                <a:cubicBezTo>
                  <a:pt x="141905" y="33602"/>
                  <a:pt x="139838" y="34304"/>
                  <a:pt x="138309" y="35709"/>
                </a:cubicBezTo>
                <a:cubicBezTo>
                  <a:pt x="136738" y="37115"/>
                  <a:pt x="135953" y="38727"/>
                  <a:pt x="135953" y="40545"/>
                </a:cubicBezTo>
                <a:lnTo>
                  <a:pt x="136077" y="44141"/>
                </a:lnTo>
                <a:cubicBezTo>
                  <a:pt x="136077" y="46042"/>
                  <a:pt x="135592" y="47509"/>
                  <a:pt x="134620" y="48542"/>
                </a:cubicBezTo>
                <a:cubicBezTo>
                  <a:pt x="133649" y="49576"/>
                  <a:pt x="132378" y="50092"/>
                  <a:pt x="130808" y="50092"/>
                </a:cubicBezTo>
                <a:cubicBezTo>
                  <a:pt x="129278" y="50092"/>
                  <a:pt x="128028" y="49554"/>
                  <a:pt x="127057" y="48477"/>
                </a:cubicBezTo>
                <a:cubicBezTo>
                  <a:pt x="126086" y="47398"/>
                  <a:pt x="125600" y="45926"/>
                  <a:pt x="125600" y="44061"/>
                </a:cubicBezTo>
                <a:cubicBezTo>
                  <a:pt x="125600" y="40495"/>
                  <a:pt x="127418" y="37220"/>
                  <a:pt x="131056" y="34235"/>
                </a:cubicBezTo>
                <a:cubicBezTo>
                  <a:pt x="134693" y="31250"/>
                  <a:pt x="139797" y="29758"/>
                  <a:pt x="146368" y="29758"/>
                </a:cubicBezTo>
                <a:cubicBezTo>
                  <a:pt x="151411" y="29758"/>
                  <a:pt x="155544" y="30604"/>
                  <a:pt x="158768" y="32296"/>
                </a:cubicBezTo>
                <a:cubicBezTo>
                  <a:pt x="161206" y="33576"/>
                  <a:pt x="163004" y="35578"/>
                  <a:pt x="164161" y="38304"/>
                </a:cubicBezTo>
                <a:cubicBezTo>
                  <a:pt x="164905" y="40078"/>
                  <a:pt x="165277" y="43711"/>
                  <a:pt x="165277" y="49201"/>
                </a:cubicBezTo>
                <a:lnTo>
                  <a:pt x="165277" y="68459"/>
                </a:lnTo>
                <a:cubicBezTo>
                  <a:pt x="165277" y="73866"/>
                  <a:pt x="165380" y="77179"/>
                  <a:pt x="165587" y="78397"/>
                </a:cubicBezTo>
                <a:cubicBezTo>
                  <a:pt x="165794" y="79615"/>
                  <a:pt x="166135" y="80431"/>
                  <a:pt x="166610" y="80844"/>
                </a:cubicBezTo>
                <a:cubicBezTo>
                  <a:pt x="167085" y="81256"/>
                  <a:pt x="167633" y="81462"/>
                  <a:pt x="168253" y="81462"/>
                </a:cubicBezTo>
                <a:cubicBezTo>
                  <a:pt x="168914" y="81462"/>
                  <a:pt x="169493" y="81317"/>
                  <a:pt x="169989" y="81028"/>
                </a:cubicBezTo>
                <a:cubicBezTo>
                  <a:pt x="170857" y="80491"/>
                  <a:pt x="172531" y="78982"/>
                  <a:pt x="175010" y="76502"/>
                </a:cubicBezTo>
                <a:lnTo>
                  <a:pt x="175010" y="79974"/>
                </a:lnTo>
                <a:cubicBezTo>
                  <a:pt x="170381" y="86174"/>
                  <a:pt x="165959" y="89274"/>
                  <a:pt x="161743" y="89274"/>
                </a:cubicBezTo>
                <a:cubicBezTo>
                  <a:pt x="159718" y="89274"/>
                  <a:pt x="158106" y="88576"/>
                  <a:pt x="156908" y="87181"/>
                </a:cubicBezTo>
                <a:cubicBezTo>
                  <a:pt x="155709" y="85785"/>
                  <a:pt x="155089" y="83405"/>
                  <a:pt x="155048" y="80040"/>
                </a:cubicBezTo>
                <a:moveTo>
                  <a:pt x="155048" y="76020"/>
                </a:moveTo>
                <a:lnTo>
                  <a:pt x="155048" y="54432"/>
                </a:lnTo>
                <a:cubicBezTo>
                  <a:pt x="148807" y="56907"/>
                  <a:pt x="144777" y="58659"/>
                  <a:pt x="142959" y="59690"/>
                </a:cubicBezTo>
                <a:cubicBezTo>
                  <a:pt x="139694" y="61505"/>
                  <a:pt x="137358" y="63402"/>
                  <a:pt x="135953" y="65382"/>
                </a:cubicBezTo>
                <a:cubicBezTo>
                  <a:pt x="134548" y="67361"/>
                  <a:pt x="133845" y="69525"/>
                  <a:pt x="133845" y="71876"/>
                </a:cubicBezTo>
                <a:cubicBezTo>
                  <a:pt x="133845" y="74845"/>
                  <a:pt x="134734" y="77310"/>
                  <a:pt x="136511" y="79269"/>
                </a:cubicBezTo>
                <a:cubicBezTo>
                  <a:pt x="138288" y="81227"/>
                  <a:pt x="140334" y="82206"/>
                  <a:pt x="142649" y="82206"/>
                </a:cubicBezTo>
                <a:cubicBezTo>
                  <a:pt x="145790" y="82206"/>
                  <a:pt x="149923" y="80144"/>
                  <a:pt x="155048" y="76020"/>
                </a:cubicBezTo>
                <a:close/>
                <a:moveTo>
                  <a:pt x="195733" y="29758"/>
                </a:moveTo>
                <a:lnTo>
                  <a:pt x="195733" y="42529"/>
                </a:lnTo>
                <a:cubicBezTo>
                  <a:pt x="200486" y="34015"/>
                  <a:pt x="205363" y="29758"/>
                  <a:pt x="210364" y="29758"/>
                </a:cubicBezTo>
                <a:cubicBezTo>
                  <a:pt x="212637" y="29758"/>
                  <a:pt x="214518" y="30450"/>
                  <a:pt x="216006" y="31835"/>
                </a:cubicBezTo>
                <a:cubicBezTo>
                  <a:pt x="217494" y="33219"/>
                  <a:pt x="218238" y="34821"/>
                  <a:pt x="218238" y="36639"/>
                </a:cubicBezTo>
                <a:cubicBezTo>
                  <a:pt x="218238" y="38251"/>
                  <a:pt x="217700" y="39615"/>
                  <a:pt x="216626" y="40731"/>
                </a:cubicBezTo>
                <a:cubicBezTo>
                  <a:pt x="215551" y="41847"/>
                  <a:pt x="214270" y="42405"/>
                  <a:pt x="212782" y="42405"/>
                </a:cubicBezTo>
                <a:cubicBezTo>
                  <a:pt x="211335" y="42405"/>
                  <a:pt x="209713" y="41702"/>
                  <a:pt x="207915" y="40297"/>
                </a:cubicBezTo>
                <a:cubicBezTo>
                  <a:pt x="206117" y="38892"/>
                  <a:pt x="204785" y="38189"/>
                  <a:pt x="203917" y="38189"/>
                </a:cubicBezTo>
                <a:cubicBezTo>
                  <a:pt x="203173" y="38189"/>
                  <a:pt x="202367" y="38599"/>
                  <a:pt x="201499" y="39419"/>
                </a:cubicBezTo>
                <a:cubicBezTo>
                  <a:pt x="199639" y="41102"/>
                  <a:pt x="197717" y="43872"/>
                  <a:pt x="195733" y="47729"/>
                </a:cubicBezTo>
                <a:lnTo>
                  <a:pt x="195733" y="74891"/>
                </a:lnTo>
                <a:cubicBezTo>
                  <a:pt x="195733" y="78034"/>
                  <a:pt x="196126" y="80412"/>
                  <a:pt x="196911" y="82024"/>
                </a:cubicBezTo>
                <a:cubicBezTo>
                  <a:pt x="197448" y="83141"/>
                  <a:pt x="198399" y="84071"/>
                  <a:pt x="199763" y="84814"/>
                </a:cubicBezTo>
                <a:cubicBezTo>
                  <a:pt x="201127" y="85555"/>
                  <a:pt x="203090" y="85926"/>
                  <a:pt x="205652" y="85926"/>
                </a:cubicBezTo>
                <a:lnTo>
                  <a:pt x="205652" y="88158"/>
                </a:lnTo>
                <a:lnTo>
                  <a:pt x="176577" y="88158"/>
                </a:lnTo>
                <a:lnTo>
                  <a:pt x="176577" y="85926"/>
                </a:lnTo>
                <a:cubicBezTo>
                  <a:pt x="179470" y="85926"/>
                  <a:pt x="181619" y="85466"/>
                  <a:pt x="183024" y="84546"/>
                </a:cubicBezTo>
                <a:cubicBezTo>
                  <a:pt x="184057" y="83877"/>
                  <a:pt x="184781" y="82811"/>
                  <a:pt x="185194" y="81348"/>
                </a:cubicBezTo>
                <a:cubicBezTo>
                  <a:pt x="185401" y="80636"/>
                  <a:pt x="185504" y="78608"/>
                  <a:pt x="185504" y="75263"/>
                </a:cubicBezTo>
                <a:lnTo>
                  <a:pt x="185504" y="53440"/>
                </a:lnTo>
                <a:cubicBezTo>
                  <a:pt x="185504" y="46827"/>
                  <a:pt x="185370" y="42891"/>
                  <a:pt x="185101" y="41630"/>
                </a:cubicBezTo>
                <a:cubicBezTo>
                  <a:pt x="184832" y="40369"/>
                  <a:pt x="184336" y="39450"/>
                  <a:pt x="183613" y="38871"/>
                </a:cubicBezTo>
                <a:cubicBezTo>
                  <a:pt x="182890" y="38293"/>
                  <a:pt x="181991" y="38003"/>
                  <a:pt x="180916" y="38003"/>
                </a:cubicBezTo>
                <a:cubicBezTo>
                  <a:pt x="179635" y="38003"/>
                  <a:pt x="178188" y="38313"/>
                  <a:pt x="176577" y="38933"/>
                </a:cubicBezTo>
                <a:lnTo>
                  <a:pt x="175957" y="36701"/>
                </a:lnTo>
                <a:lnTo>
                  <a:pt x="193129" y="29758"/>
                </a:lnTo>
                <a:lnTo>
                  <a:pt x="195733" y="29758"/>
                </a:lnTo>
                <a:close/>
                <a:moveTo>
                  <a:pt x="269631" y="66583"/>
                </a:moveTo>
                <a:cubicBezTo>
                  <a:pt x="268102" y="74064"/>
                  <a:pt x="265105" y="79819"/>
                  <a:pt x="260642" y="83849"/>
                </a:cubicBezTo>
                <a:cubicBezTo>
                  <a:pt x="256178" y="87879"/>
                  <a:pt x="251239" y="89893"/>
                  <a:pt x="245825" y="89893"/>
                </a:cubicBezTo>
                <a:cubicBezTo>
                  <a:pt x="239377" y="89893"/>
                  <a:pt x="233756" y="87190"/>
                  <a:pt x="228962" y="81782"/>
                </a:cubicBezTo>
                <a:cubicBezTo>
                  <a:pt x="224168" y="76373"/>
                  <a:pt x="221770" y="69064"/>
                  <a:pt x="221770" y="59857"/>
                </a:cubicBezTo>
                <a:cubicBezTo>
                  <a:pt x="221770" y="50938"/>
                  <a:pt x="224426" y="43693"/>
                  <a:pt x="229737" y="38119"/>
                </a:cubicBezTo>
                <a:cubicBezTo>
                  <a:pt x="235048" y="32545"/>
                  <a:pt x="241423" y="29758"/>
                  <a:pt x="248862" y="29758"/>
                </a:cubicBezTo>
                <a:cubicBezTo>
                  <a:pt x="254442" y="29758"/>
                  <a:pt x="259030" y="31241"/>
                  <a:pt x="262625" y="34206"/>
                </a:cubicBezTo>
                <a:cubicBezTo>
                  <a:pt x="266221" y="37170"/>
                  <a:pt x="268019" y="40249"/>
                  <a:pt x="268019" y="43441"/>
                </a:cubicBezTo>
                <a:cubicBezTo>
                  <a:pt x="268019" y="45017"/>
                  <a:pt x="267513" y="46293"/>
                  <a:pt x="266500" y="47268"/>
                </a:cubicBezTo>
                <a:cubicBezTo>
                  <a:pt x="265488" y="48242"/>
                  <a:pt x="264072" y="48728"/>
                  <a:pt x="262253" y="48728"/>
                </a:cubicBezTo>
                <a:cubicBezTo>
                  <a:pt x="259815" y="48728"/>
                  <a:pt x="257976" y="47937"/>
                  <a:pt x="256736" y="46353"/>
                </a:cubicBezTo>
                <a:cubicBezTo>
                  <a:pt x="256033" y="45478"/>
                  <a:pt x="255568" y="43810"/>
                  <a:pt x="255341" y="41351"/>
                </a:cubicBezTo>
                <a:cubicBezTo>
                  <a:pt x="255114" y="38892"/>
                  <a:pt x="254277" y="37016"/>
                  <a:pt x="252830" y="35725"/>
                </a:cubicBezTo>
                <a:cubicBezTo>
                  <a:pt x="251384" y="34475"/>
                  <a:pt x="249379" y="33850"/>
                  <a:pt x="246817" y="33850"/>
                </a:cubicBezTo>
                <a:cubicBezTo>
                  <a:pt x="242684" y="33850"/>
                  <a:pt x="239356" y="35379"/>
                  <a:pt x="236835" y="38437"/>
                </a:cubicBezTo>
                <a:cubicBezTo>
                  <a:pt x="233488" y="42488"/>
                  <a:pt x="231814" y="47840"/>
                  <a:pt x="231814" y="54494"/>
                </a:cubicBezTo>
                <a:cubicBezTo>
                  <a:pt x="231814" y="61272"/>
                  <a:pt x="233477" y="67255"/>
                  <a:pt x="236804" y="72442"/>
                </a:cubicBezTo>
                <a:cubicBezTo>
                  <a:pt x="240131" y="77629"/>
                  <a:pt x="244626" y="80222"/>
                  <a:pt x="250288" y="80222"/>
                </a:cubicBezTo>
                <a:cubicBezTo>
                  <a:pt x="254339" y="80222"/>
                  <a:pt x="257976" y="78838"/>
                  <a:pt x="261200" y="76068"/>
                </a:cubicBezTo>
                <a:cubicBezTo>
                  <a:pt x="263473" y="74167"/>
                  <a:pt x="265684" y="70716"/>
                  <a:pt x="267833" y="65715"/>
                </a:cubicBezTo>
                <a:lnTo>
                  <a:pt x="269631" y="66583"/>
                </a:lnTo>
                <a:close/>
                <a:moveTo>
                  <a:pt x="294321" y="0"/>
                </a:moveTo>
                <a:lnTo>
                  <a:pt x="294321" y="41651"/>
                </a:lnTo>
                <a:cubicBezTo>
                  <a:pt x="298909" y="36587"/>
                  <a:pt x="302546" y="33339"/>
                  <a:pt x="305233" y="31906"/>
                </a:cubicBezTo>
                <a:cubicBezTo>
                  <a:pt x="307919" y="30474"/>
                  <a:pt x="310606" y="29758"/>
                  <a:pt x="313292" y="29758"/>
                </a:cubicBezTo>
                <a:cubicBezTo>
                  <a:pt x="316516" y="29758"/>
                  <a:pt x="319285" y="30645"/>
                  <a:pt x="321599" y="32418"/>
                </a:cubicBezTo>
                <a:cubicBezTo>
                  <a:pt x="323914" y="34190"/>
                  <a:pt x="325629" y="36972"/>
                  <a:pt x="326745" y="40764"/>
                </a:cubicBezTo>
                <a:cubicBezTo>
                  <a:pt x="327530" y="43401"/>
                  <a:pt x="327923" y="48223"/>
                  <a:pt x="327923" y="55230"/>
                </a:cubicBezTo>
                <a:lnTo>
                  <a:pt x="327923" y="75263"/>
                </a:lnTo>
                <a:cubicBezTo>
                  <a:pt x="327923" y="78879"/>
                  <a:pt x="328212" y="81352"/>
                  <a:pt x="328791" y="82683"/>
                </a:cubicBezTo>
                <a:cubicBezTo>
                  <a:pt x="329204" y="83681"/>
                  <a:pt x="329907" y="84471"/>
                  <a:pt x="330899" y="85054"/>
                </a:cubicBezTo>
                <a:cubicBezTo>
                  <a:pt x="331891" y="85635"/>
                  <a:pt x="333709" y="85926"/>
                  <a:pt x="336354" y="85926"/>
                </a:cubicBezTo>
                <a:lnTo>
                  <a:pt x="336354" y="88158"/>
                </a:lnTo>
                <a:lnTo>
                  <a:pt x="308456" y="88158"/>
                </a:lnTo>
                <a:lnTo>
                  <a:pt x="308456" y="85926"/>
                </a:lnTo>
                <a:lnTo>
                  <a:pt x="309758" y="85926"/>
                </a:lnTo>
                <a:cubicBezTo>
                  <a:pt x="312403" y="85926"/>
                  <a:pt x="314243" y="85521"/>
                  <a:pt x="315276" y="84711"/>
                </a:cubicBezTo>
                <a:cubicBezTo>
                  <a:pt x="316309" y="83900"/>
                  <a:pt x="317032" y="82705"/>
                  <a:pt x="317446" y="81125"/>
                </a:cubicBezTo>
                <a:cubicBezTo>
                  <a:pt x="317570" y="80460"/>
                  <a:pt x="317632" y="78506"/>
                  <a:pt x="317632" y="75263"/>
                </a:cubicBezTo>
                <a:lnTo>
                  <a:pt x="317632" y="55275"/>
                </a:lnTo>
                <a:cubicBezTo>
                  <a:pt x="317632" y="49105"/>
                  <a:pt x="317311" y="45054"/>
                  <a:pt x="316671" y="43122"/>
                </a:cubicBezTo>
                <a:cubicBezTo>
                  <a:pt x="316030" y="41188"/>
                  <a:pt x="315007" y="39738"/>
                  <a:pt x="313602" y="38772"/>
                </a:cubicBezTo>
                <a:cubicBezTo>
                  <a:pt x="312197" y="37805"/>
                  <a:pt x="310502" y="37321"/>
                  <a:pt x="308518" y="37321"/>
                </a:cubicBezTo>
                <a:cubicBezTo>
                  <a:pt x="306493" y="37321"/>
                  <a:pt x="304385" y="37857"/>
                  <a:pt x="302195" y="38929"/>
                </a:cubicBezTo>
                <a:cubicBezTo>
                  <a:pt x="300004" y="40001"/>
                  <a:pt x="297380" y="42166"/>
                  <a:pt x="294321" y="45423"/>
                </a:cubicBezTo>
                <a:lnTo>
                  <a:pt x="294321" y="75263"/>
                </a:lnTo>
                <a:cubicBezTo>
                  <a:pt x="294321" y="79171"/>
                  <a:pt x="294538" y="81603"/>
                  <a:pt x="294972" y="82559"/>
                </a:cubicBezTo>
                <a:cubicBezTo>
                  <a:pt x="295406" y="83514"/>
                  <a:pt x="296212" y="84315"/>
                  <a:pt x="297390" y="84959"/>
                </a:cubicBezTo>
                <a:cubicBezTo>
                  <a:pt x="298568" y="85604"/>
                  <a:pt x="300604" y="85926"/>
                  <a:pt x="303497" y="85926"/>
                </a:cubicBezTo>
                <a:lnTo>
                  <a:pt x="303497" y="88158"/>
                </a:lnTo>
                <a:lnTo>
                  <a:pt x="275351" y="88158"/>
                </a:lnTo>
                <a:lnTo>
                  <a:pt x="275351" y="85926"/>
                </a:lnTo>
                <a:cubicBezTo>
                  <a:pt x="277872" y="85926"/>
                  <a:pt x="279856" y="85531"/>
                  <a:pt x="281302" y="84740"/>
                </a:cubicBezTo>
                <a:cubicBezTo>
                  <a:pt x="282129" y="84326"/>
                  <a:pt x="282790" y="83536"/>
                  <a:pt x="283286" y="82373"/>
                </a:cubicBezTo>
                <a:cubicBezTo>
                  <a:pt x="283782" y="81208"/>
                  <a:pt x="284030" y="78838"/>
                  <a:pt x="284030" y="75263"/>
                </a:cubicBezTo>
                <a:lnTo>
                  <a:pt x="284030" y="23930"/>
                </a:lnTo>
                <a:cubicBezTo>
                  <a:pt x="284030" y="17469"/>
                  <a:pt x="283875" y="13497"/>
                  <a:pt x="283565" y="12016"/>
                </a:cubicBezTo>
                <a:cubicBezTo>
                  <a:pt x="283255" y="10534"/>
                  <a:pt x="282780" y="9525"/>
                  <a:pt x="282139" y="8989"/>
                </a:cubicBezTo>
                <a:cubicBezTo>
                  <a:pt x="281499" y="8452"/>
                  <a:pt x="280641" y="8183"/>
                  <a:pt x="279566" y="8183"/>
                </a:cubicBezTo>
                <a:cubicBezTo>
                  <a:pt x="278699" y="8183"/>
                  <a:pt x="277293" y="8514"/>
                  <a:pt x="275351" y="9175"/>
                </a:cubicBezTo>
                <a:lnTo>
                  <a:pt x="274483" y="6943"/>
                </a:lnTo>
                <a:lnTo>
                  <a:pt x="291470" y="0"/>
                </a:lnTo>
                <a:lnTo>
                  <a:pt x="2943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95D1C-CF30-49F6-8357-3460BEB3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53" y="1670564"/>
            <a:ext cx="568040" cy="307670"/>
          </a:xfrm>
          <a:custGeom xmlns:a="http://schemas.openxmlformats.org/drawingml/2006/main">
            <a:pathLst>
              <a:path w="568040" h="307670">
                <a:moveTo>
                  <a:pt x="0" y="0"/>
                </a:moveTo>
                <a:lnTo>
                  <a:pt x="568040" y="0"/>
                </a:lnTo>
                <a:lnTo>
                  <a:pt x="568040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Select">
            <a:extLst xmlns:a="http://schemas.openxmlformats.org/drawingml/2006/main">
              <a:ext uri="{FF2B5EF4-FFF2-40B4-BE49-F238E27FC236}">
                <a16:creationId xmlns:a16="http://schemas.microsoft.com/office/drawing/2014/main" id="{2FBC68E1-B15A-43EE-B6C1-DF13E693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00" y="1775806"/>
            <a:ext cx="302028" cy="90017"/>
          </a:xfrm>
          <a:custGeom xmlns:a="http://schemas.openxmlformats.org/drawingml/2006/main">
            <a:pathLst>
              <a:path w="302028" h="90017">
                <a:moveTo>
                  <a:pt x="50278" y="2232"/>
                </a:moveTo>
                <a:lnTo>
                  <a:pt x="50278" y="31370"/>
                </a:lnTo>
                <a:lnTo>
                  <a:pt x="47985" y="31370"/>
                </a:lnTo>
                <a:cubicBezTo>
                  <a:pt x="47241" y="25776"/>
                  <a:pt x="45908" y="21322"/>
                  <a:pt x="43986" y="18008"/>
                </a:cubicBezTo>
                <a:cubicBezTo>
                  <a:pt x="42064" y="14692"/>
                  <a:pt x="39326" y="12061"/>
                  <a:pt x="35771" y="10113"/>
                </a:cubicBezTo>
                <a:cubicBezTo>
                  <a:pt x="32217" y="8165"/>
                  <a:pt x="28539" y="7191"/>
                  <a:pt x="24736" y="7191"/>
                </a:cubicBezTo>
                <a:cubicBezTo>
                  <a:pt x="20438" y="7191"/>
                  <a:pt x="16883" y="8502"/>
                  <a:pt x="14073" y="11122"/>
                </a:cubicBezTo>
                <a:cubicBezTo>
                  <a:pt x="11263" y="13743"/>
                  <a:pt x="9857" y="16724"/>
                  <a:pt x="9857" y="20065"/>
                </a:cubicBezTo>
                <a:cubicBezTo>
                  <a:pt x="9857" y="22624"/>
                  <a:pt x="10746" y="24956"/>
                  <a:pt x="12523" y="27061"/>
                </a:cubicBezTo>
                <a:cubicBezTo>
                  <a:pt x="15086" y="30156"/>
                  <a:pt x="21182" y="34282"/>
                  <a:pt x="30812" y="39439"/>
                </a:cubicBezTo>
                <a:cubicBezTo>
                  <a:pt x="38665" y="43648"/>
                  <a:pt x="44027" y="46878"/>
                  <a:pt x="46900" y="49128"/>
                </a:cubicBezTo>
                <a:cubicBezTo>
                  <a:pt x="49772" y="51376"/>
                  <a:pt x="51983" y="54028"/>
                  <a:pt x="53533" y="57082"/>
                </a:cubicBezTo>
                <a:cubicBezTo>
                  <a:pt x="55083" y="60136"/>
                  <a:pt x="55858" y="63334"/>
                  <a:pt x="55858" y="66678"/>
                </a:cubicBezTo>
                <a:cubicBezTo>
                  <a:pt x="55858" y="73034"/>
                  <a:pt x="53388" y="78513"/>
                  <a:pt x="48449" y="83115"/>
                </a:cubicBezTo>
                <a:cubicBezTo>
                  <a:pt x="43511" y="87717"/>
                  <a:pt x="37156" y="90017"/>
                  <a:pt x="29386" y="90017"/>
                </a:cubicBezTo>
                <a:cubicBezTo>
                  <a:pt x="26947" y="90017"/>
                  <a:pt x="24654" y="89829"/>
                  <a:pt x="22504" y="89452"/>
                </a:cubicBezTo>
                <a:cubicBezTo>
                  <a:pt x="21223" y="89243"/>
                  <a:pt x="18568" y="88479"/>
                  <a:pt x="14538" y="87160"/>
                </a:cubicBezTo>
                <a:cubicBezTo>
                  <a:pt x="10508" y="85841"/>
                  <a:pt x="7956" y="85182"/>
                  <a:pt x="6882" y="85182"/>
                </a:cubicBezTo>
                <a:cubicBezTo>
                  <a:pt x="5848" y="85182"/>
                  <a:pt x="5032" y="85496"/>
                  <a:pt x="4433" y="86123"/>
                </a:cubicBezTo>
                <a:cubicBezTo>
                  <a:pt x="3833" y="86751"/>
                  <a:pt x="3389" y="88049"/>
                  <a:pt x="3100" y="90017"/>
                </a:cubicBezTo>
                <a:lnTo>
                  <a:pt x="806" y="90017"/>
                </a:lnTo>
                <a:lnTo>
                  <a:pt x="806" y="61128"/>
                </a:lnTo>
                <a:lnTo>
                  <a:pt x="3100" y="61128"/>
                </a:lnTo>
                <a:cubicBezTo>
                  <a:pt x="4174" y="67177"/>
                  <a:pt x="5621" y="71704"/>
                  <a:pt x="7439" y="74708"/>
                </a:cubicBezTo>
                <a:cubicBezTo>
                  <a:pt x="9258" y="77713"/>
                  <a:pt x="12037" y="80209"/>
                  <a:pt x="15778" y="82198"/>
                </a:cubicBezTo>
                <a:cubicBezTo>
                  <a:pt x="19518" y="84187"/>
                  <a:pt x="23620" y="85182"/>
                  <a:pt x="28084" y="85182"/>
                </a:cubicBezTo>
                <a:cubicBezTo>
                  <a:pt x="33250" y="85182"/>
                  <a:pt x="37332" y="83817"/>
                  <a:pt x="40328" y="81088"/>
                </a:cubicBezTo>
                <a:cubicBezTo>
                  <a:pt x="43325" y="78359"/>
                  <a:pt x="44823" y="75134"/>
                  <a:pt x="44823" y="71413"/>
                </a:cubicBezTo>
                <a:cubicBezTo>
                  <a:pt x="44823" y="69345"/>
                  <a:pt x="44254" y="67257"/>
                  <a:pt x="43118" y="65150"/>
                </a:cubicBezTo>
                <a:cubicBezTo>
                  <a:pt x="41981" y="63040"/>
                  <a:pt x="40214" y="61076"/>
                  <a:pt x="37817" y="59256"/>
                </a:cubicBezTo>
                <a:cubicBezTo>
                  <a:pt x="36205" y="58016"/>
                  <a:pt x="31804" y="55397"/>
                  <a:pt x="24612" y="51398"/>
                </a:cubicBezTo>
                <a:cubicBezTo>
                  <a:pt x="17421" y="47398"/>
                  <a:pt x="12306" y="44201"/>
                  <a:pt x="9268" y="41806"/>
                </a:cubicBezTo>
                <a:cubicBezTo>
                  <a:pt x="6231" y="39412"/>
                  <a:pt x="3926" y="36769"/>
                  <a:pt x="2356" y="33879"/>
                </a:cubicBezTo>
                <a:cubicBezTo>
                  <a:pt x="785" y="30988"/>
                  <a:pt x="0" y="27809"/>
                  <a:pt x="0" y="24341"/>
                </a:cubicBezTo>
                <a:cubicBezTo>
                  <a:pt x="0" y="18313"/>
                  <a:pt x="2314" y="13122"/>
                  <a:pt x="6943" y="8767"/>
                </a:cubicBezTo>
                <a:cubicBezTo>
                  <a:pt x="11572" y="4410"/>
                  <a:pt x="17462" y="2232"/>
                  <a:pt x="24612" y="2232"/>
                </a:cubicBezTo>
                <a:cubicBezTo>
                  <a:pt x="29076" y="2232"/>
                  <a:pt x="33808" y="3327"/>
                  <a:pt x="38809" y="5518"/>
                </a:cubicBezTo>
                <a:cubicBezTo>
                  <a:pt x="41124" y="6551"/>
                  <a:pt x="42756" y="7067"/>
                  <a:pt x="43707" y="7067"/>
                </a:cubicBezTo>
                <a:cubicBezTo>
                  <a:pt x="44781" y="7067"/>
                  <a:pt x="45660" y="6747"/>
                  <a:pt x="46342" y="6107"/>
                </a:cubicBezTo>
                <a:cubicBezTo>
                  <a:pt x="47024" y="5466"/>
                  <a:pt x="47571" y="4174"/>
                  <a:pt x="47985" y="2232"/>
                </a:cubicBezTo>
                <a:lnTo>
                  <a:pt x="50278" y="2232"/>
                </a:lnTo>
                <a:close/>
                <a:moveTo>
                  <a:pt x="76173" y="52820"/>
                </a:moveTo>
                <a:cubicBezTo>
                  <a:pt x="76132" y="61213"/>
                  <a:pt x="78178" y="67795"/>
                  <a:pt x="82311" y="72568"/>
                </a:cubicBezTo>
                <a:cubicBezTo>
                  <a:pt x="86444" y="77340"/>
                  <a:pt x="91300" y="79726"/>
                  <a:pt x="96880" y="79726"/>
                </a:cubicBezTo>
                <a:cubicBezTo>
                  <a:pt x="100599" y="79726"/>
                  <a:pt x="103833" y="78699"/>
                  <a:pt x="106582" y="76644"/>
                </a:cubicBezTo>
                <a:cubicBezTo>
                  <a:pt x="109330" y="74589"/>
                  <a:pt x="111635" y="71070"/>
                  <a:pt x="113494" y="66087"/>
                </a:cubicBezTo>
                <a:lnTo>
                  <a:pt x="115416" y="67333"/>
                </a:lnTo>
                <a:cubicBezTo>
                  <a:pt x="114548" y="73025"/>
                  <a:pt x="112027" y="78208"/>
                  <a:pt x="107853" y="82882"/>
                </a:cubicBezTo>
                <a:cubicBezTo>
                  <a:pt x="103678" y="87556"/>
                  <a:pt x="98450" y="89893"/>
                  <a:pt x="92168" y="89893"/>
                </a:cubicBezTo>
                <a:cubicBezTo>
                  <a:pt x="85348" y="89893"/>
                  <a:pt x="79511" y="87244"/>
                  <a:pt x="74654" y="81945"/>
                </a:cubicBezTo>
                <a:cubicBezTo>
                  <a:pt x="69798" y="76644"/>
                  <a:pt x="67370" y="69518"/>
                  <a:pt x="67370" y="60568"/>
                </a:cubicBezTo>
                <a:cubicBezTo>
                  <a:pt x="67370" y="50876"/>
                  <a:pt x="69860" y="43318"/>
                  <a:pt x="74840" y="37895"/>
                </a:cubicBezTo>
                <a:cubicBezTo>
                  <a:pt x="79821" y="32470"/>
                  <a:pt x="86072" y="29758"/>
                  <a:pt x="93594" y="29758"/>
                </a:cubicBezTo>
                <a:cubicBezTo>
                  <a:pt x="99959" y="29758"/>
                  <a:pt x="105187" y="31850"/>
                  <a:pt x="109279" y="36035"/>
                </a:cubicBezTo>
                <a:cubicBezTo>
                  <a:pt x="113370" y="40218"/>
                  <a:pt x="115416" y="45813"/>
                  <a:pt x="115416" y="52820"/>
                </a:cubicBezTo>
                <a:lnTo>
                  <a:pt x="76173" y="52820"/>
                </a:lnTo>
                <a:moveTo>
                  <a:pt x="76173" y="49224"/>
                </a:moveTo>
                <a:lnTo>
                  <a:pt x="102459" y="49224"/>
                </a:lnTo>
                <a:cubicBezTo>
                  <a:pt x="102253" y="45617"/>
                  <a:pt x="101819" y="43076"/>
                  <a:pt x="101157" y="41601"/>
                </a:cubicBezTo>
                <a:cubicBezTo>
                  <a:pt x="100124" y="39305"/>
                  <a:pt x="98585" y="37501"/>
                  <a:pt x="96539" y="36190"/>
                </a:cubicBezTo>
                <a:cubicBezTo>
                  <a:pt x="94493" y="34878"/>
                  <a:pt x="92354" y="34222"/>
                  <a:pt x="90122" y="34222"/>
                </a:cubicBezTo>
                <a:cubicBezTo>
                  <a:pt x="86692" y="34222"/>
                  <a:pt x="83623" y="35543"/>
                  <a:pt x="80916" y="38187"/>
                </a:cubicBezTo>
                <a:cubicBezTo>
                  <a:pt x="78209" y="40831"/>
                  <a:pt x="76628" y="44510"/>
                  <a:pt x="76173" y="49224"/>
                </a:cubicBezTo>
                <a:close/>
                <a:moveTo>
                  <a:pt x="142401" y="0"/>
                </a:moveTo>
                <a:lnTo>
                  <a:pt x="142401" y="75263"/>
                </a:lnTo>
                <a:cubicBezTo>
                  <a:pt x="142401" y="78838"/>
                  <a:pt x="142659" y="81208"/>
                  <a:pt x="143176" y="82373"/>
                </a:cubicBezTo>
                <a:cubicBezTo>
                  <a:pt x="143692" y="83536"/>
                  <a:pt x="144488" y="84420"/>
                  <a:pt x="145562" y="85023"/>
                </a:cubicBezTo>
                <a:cubicBezTo>
                  <a:pt x="146637" y="85625"/>
                  <a:pt x="148642" y="85926"/>
                  <a:pt x="151576" y="85926"/>
                </a:cubicBezTo>
                <a:lnTo>
                  <a:pt x="151576" y="88158"/>
                </a:lnTo>
                <a:lnTo>
                  <a:pt x="123740" y="88158"/>
                </a:lnTo>
                <a:lnTo>
                  <a:pt x="123740" y="85926"/>
                </a:lnTo>
                <a:cubicBezTo>
                  <a:pt x="126344" y="85926"/>
                  <a:pt x="128121" y="85656"/>
                  <a:pt x="129072" y="85116"/>
                </a:cubicBezTo>
                <a:cubicBezTo>
                  <a:pt x="130022" y="84575"/>
                  <a:pt x="130766" y="83681"/>
                  <a:pt x="131304" y="82435"/>
                </a:cubicBezTo>
                <a:cubicBezTo>
                  <a:pt x="131841" y="81187"/>
                  <a:pt x="132109" y="78796"/>
                  <a:pt x="132109" y="75263"/>
                </a:cubicBezTo>
                <a:lnTo>
                  <a:pt x="132109" y="23806"/>
                </a:lnTo>
                <a:cubicBezTo>
                  <a:pt x="132109" y="17400"/>
                  <a:pt x="131965" y="13463"/>
                  <a:pt x="131675" y="11996"/>
                </a:cubicBezTo>
                <a:cubicBezTo>
                  <a:pt x="131386" y="10529"/>
                  <a:pt x="130921" y="9527"/>
                  <a:pt x="130281" y="8989"/>
                </a:cubicBezTo>
                <a:cubicBezTo>
                  <a:pt x="129640" y="8452"/>
                  <a:pt x="128824" y="8183"/>
                  <a:pt x="127832" y="8183"/>
                </a:cubicBezTo>
                <a:cubicBezTo>
                  <a:pt x="126757" y="8183"/>
                  <a:pt x="125393" y="8514"/>
                  <a:pt x="123740" y="9175"/>
                </a:cubicBezTo>
                <a:lnTo>
                  <a:pt x="122686" y="6943"/>
                </a:lnTo>
                <a:lnTo>
                  <a:pt x="139611" y="0"/>
                </a:lnTo>
                <a:lnTo>
                  <a:pt x="142401" y="0"/>
                </a:lnTo>
                <a:close/>
                <a:moveTo>
                  <a:pt x="167589" y="52820"/>
                </a:moveTo>
                <a:cubicBezTo>
                  <a:pt x="167548" y="61213"/>
                  <a:pt x="169594" y="67795"/>
                  <a:pt x="173727" y="72568"/>
                </a:cubicBezTo>
                <a:cubicBezTo>
                  <a:pt x="177860" y="77340"/>
                  <a:pt x="182716" y="79726"/>
                  <a:pt x="188296" y="79726"/>
                </a:cubicBezTo>
                <a:cubicBezTo>
                  <a:pt x="192015" y="79726"/>
                  <a:pt x="195250" y="78699"/>
                  <a:pt x="197998" y="76644"/>
                </a:cubicBezTo>
                <a:cubicBezTo>
                  <a:pt x="200746" y="74589"/>
                  <a:pt x="203051" y="71070"/>
                  <a:pt x="204911" y="66087"/>
                </a:cubicBezTo>
                <a:lnTo>
                  <a:pt x="206832" y="67333"/>
                </a:lnTo>
                <a:cubicBezTo>
                  <a:pt x="205964" y="73025"/>
                  <a:pt x="203443" y="78208"/>
                  <a:pt x="199269" y="82882"/>
                </a:cubicBezTo>
                <a:cubicBezTo>
                  <a:pt x="195095" y="87556"/>
                  <a:pt x="189866" y="89893"/>
                  <a:pt x="183584" y="89893"/>
                </a:cubicBezTo>
                <a:cubicBezTo>
                  <a:pt x="176765" y="89893"/>
                  <a:pt x="170927" y="87244"/>
                  <a:pt x="166070" y="81945"/>
                </a:cubicBezTo>
                <a:cubicBezTo>
                  <a:pt x="161214" y="76644"/>
                  <a:pt x="158786" y="69518"/>
                  <a:pt x="158786" y="60568"/>
                </a:cubicBezTo>
                <a:cubicBezTo>
                  <a:pt x="158786" y="50876"/>
                  <a:pt x="161276" y="43318"/>
                  <a:pt x="166256" y="37895"/>
                </a:cubicBezTo>
                <a:cubicBezTo>
                  <a:pt x="171237" y="32470"/>
                  <a:pt x="177488" y="29758"/>
                  <a:pt x="185010" y="29758"/>
                </a:cubicBezTo>
                <a:cubicBezTo>
                  <a:pt x="191375" y="29758"/>
                  <a:pt x="196603" y="31850"/>
                  <a:pt x="200695" y="36035"/>
                </a:cubicBezTo>
                <a:cubicBezTo>
                  <a:pt x="204787" y="40218"/>
                  <a:pt x="206832" y="45813"/>
                  <a:pt x="206832" y="52820"/>
                </a:cubicBezTo>
                <a:lnTo>
                  <a:pt x="167589" y="52820"/>
                </a:lnTo>
                <a:moveTo>
                  <a:pt x="167589" y="49224"/>
                </a:moveTo>
                <a:lnTo>
                  <a:pt x="193875" y="49224"/>
                </a:lnTo>
                <a:cubicBezTo>
                  <a:pt x="193669" y="45617"/>
                  <a:pt x="193235" y="43076"/>
                  <a:pt x="192573" y="41601"/>
                </a:cubicBezTo>
                <a:cubicBezTo>
                  <a:pt x="191540" y="39305"/>
                  <a:pt x="190001" y="37501"/>
                  <a:pt x="187955" y="36190"/>
                </a:cubicBezTo>
                <a:cubicBezTo>
                  <a:pt x="185909" y="34878"/>
                  <a:pt x="183770" y="34222"/>
                  <a:pt x="181538" y="34222"/>
                </a:cubicBezTo>
                <a:cubicBezTo>
                  <a:pt x="178108" y="34222"/>
                  <a:pt x="175039" y="35543"/>
                  <a:pt x="172332" y="38187"/>
                </a:cubicBezTo>
                <a:cubicBezTo>
                  <a:pt x="169625" y="40831"/>
                  <a:pt x="168044" y="44510"/>
                  <a:pt x="167589" y="49224"/>
                </a:cubicBezTo>
                <a:close/>
                <a:moveTo>
                  <a:pt x="262521" y="66583"/>
                </a:moveTo>
                <a:cubicBezTo>
                  <a:pt x="260992" y="74064"/>
                  <a:pt x="257995" y="79819"/>
                  <a:pt x="253531" y="83849"/>
                </a:cubicBezTo>
                <a:cubicBezTo>
                  <a:pt x="249068" y="87879"/>
                  <a:pt x="244129" y="89893"/>
                  <a:pt x="238715" y="89893"/>
                </a:cubicBezTo>
                <a:cubicBezTo>
                  <a:pt x="232267" y="89893"/>
                  <a:pt x="226646" y="87190"/>
                  <a:pt x="221852" y="81782"/>
                </a:cubicBezTo>
                <a:cubicBezTo>
                  <a:pt x="217057" y="76373"/>
                  <a:pt x="214660" y="69064"/>
                  <a:pt x="214660" y="59857"/>
                </a:cubicBezTo>
                <a:cubicBezTo>
                  <a:pt x="214660" y="50938"/>
                  <a:pt x="217316" y="43693"/>
                  <a:pt x="222627" y="38119"/>
                </a:cubicBezTo>
                <a:cubicBezTo>
                  <a:pt x="227938" y="32545"/>
                  <a:pt x="234313" y="29758"/>
                  <a:pt x="241752" y="29758"/>
                </a:cubicBezTo>
                <a:cubicBezTo>
                  <a:pt x="247332" y="29758"/>
                  <a:pt x="251920" y="31241"/>
                  <a:pt x="255515" y="34206"/>
                </a:cubicBezTo>
                <a:cubicBezTo>
                  <a:pt x="259111" y="37170"/>
                  <a:pt x="260909" y="40249"/>
                  <a:pt x="260909" y="43441"/>
                </a:cubicBezTo>
                <a:cubicBezTo>
                  <a:pt x="260909" y="45017"/>
                  <a:pt x="260403" y="46293"/>
                  <a:pt x="259390" y="47268"/>
                </a:cubicBezTo>
                <a:cubicBezTo>
                  <a:pt x="258377" y="48242"/>
                  <a:pt x="256962" y="48728"/>
                  <a:pt x="255143" y="48728"/>
                </a:cubicBezTo>
                <a:cubicBezTo>
                  <a:pt x="252705" y="48728"/>
                  <a:pt x="250866" y="47937"/>
                  <a:pt x="249626" y="46353"/>
                </a:cubicBezTo>
                <a:cubicBezTo>
                  <a:pt x="248923" y="45478"/>
                  <a:pt x="248458" y="43810"/>
                  <a:pt x="248231" y="41351"/>
                </a:cubicBezTo>
                <a:cubicBezTo>
                  <a:pt x="248004" y="38892"/>
                  <a:pt x="247167" y="37016"/>
                  <a:pt x="245720" y="35725"/>
                </a:cubicBezTo>
                <a:cubicBezTo>
                  <a:pt x="244273" y="34475"/>
                  <a:pt x="242269" y="33850"/>
                  <a:pt x="239706" y="33850"/>
                </a:cubicBezTo>
                <a:cubicBezTo>
                  <a:pt x="235573" y="33850"/>
                  <a:pt x="232246" y="35379"/>
                  <a:pt x="229725" y="38437"/>
                </a:cubicBezTo>
                <a:cubicBezTo>
                  <a:pt x="226377" y="42488"/>
                  <a:pt x="224704" y="47840"/>
                  <a:pt x="224704" y="54494"/>
                </a:cubicBezTo>
                <a:cubicBezTo>
                  <a:pt x="224704" y="61272"/>
                  <a:pt x="226367" y="67255"/>
                  <a:pt x="229694" y="72442"/>
                </a:cubicBezTo>
                <a:cubicBezTo>
                  <a:pt x="233021" y="77629"/>
                  <a:pt x="237516" y="80222"/>
                  <a:pt x="243178" y="80222"/>
                </a:cubicBezTo>
                <a:cubicBezTo>
                  <a:pt x="247229" y="80222"/>
                  <a:pt x="250866" y="78838"/>
                  <a:pt x="254089" y="76068"/>
                </a:cubicBezTo>
                <a:cubicBezTo>
                  <a:pt x="256363" y="74167"/>
                  <a:pt x="258574" y="70716"/>
                  <a:pt x="260723" y="65715"/>
                </a:cubicBezTo>
                <a:lnTo>
                  <a:pt x="262521" y="66583"/>
                </a:lnTo>
                <a:close/>
                <a:moveTo>
                  <a:pt x="287025" y="12647"/>
                </a:moveTo>
                <a:lnTo>
                  <a:pt x="287025" y="31370"/>
                </a:lnTo>
                <a:lnTo>
                  <a:pt x="300292" y="31370"/>
                </a:lnTo>
                <a:lnTo>
                  <a:pt x="300292" y="35585"/>
                </a:lnTo>
                <a:lnTo>
                  <a:pt x="287025" y="35709"/>
                </a:lnTo>
                <a:lnTo>
                  <a:pt x="287025" y="72585"/>
                </a:lnTo>
                <a:cubicBezTo>
                  <a:pt x="287025" y="76267"/>
                  <a:pt x="287552" y="78750"/>
                  <a:pt x="288606" y="80034"/>
                </a:cubicBezTo>
                <a:cubicBezTo>
                  <a:pt x="289660" y="81317"/>
                  <a:pt x="291014" y="81958"/>
                  <a:pt x="292667" y="81958"/>
                </a:cubicBezTo>
                <a:cubicBezTo>
                  <a:pt x="294031" y="81958"/>
                  <a:pt x="295353" y="81529"/>
                  <a:pt x="296635" y="80672"/>
                </a:cubicBezTo>
                <a:cubicBezTo>
                  <a:pt x="297916" y="79814"/>
                  <a:pt x="298908" y="78548"/>
                  <a:pt x="299610" y="76874"/>
                </a:cubicBezTo>
                <a:lnTo>
                  <a:pt x="302028" y="76874"/>
                </a:lnTo>
                <a:cubicBezTo>
                  <a:pt x="300582" y="80945"/>
                  <a:pt x="298536" y="84009"/>
                  <a:pt x="295891" y="86065"/>
                </a:cubicBezTo>
                <a:cubicBezTo>
                  <a:pt x="293245" y="88121"/>
                  <a:pt x="290518" y="89150"/>
                  <a:pt x="287707" y="89150"/>
                </a:cubicBezTo>
                <a:cubicBezTo>
                  <a:pt x="285806" y="89150"/>
                  <a:pt x="283946" y="88621"/>
                  <a:pt x="282128" y="87563"/>
                </a:cubicBezTo>
                <a:cubicBezTo>
                  <a:pt x="280309" y="86505"/>
                  <a:pt x="278966" y="84991"/>
                  <a:pt x="278098" y="83022"/>
                </a:cubicBezTo>
                <a:cubicBezTo>
                  <a:pt x="277230" y="81052"/>
                  <a:pt x="276796" y="78014"/>
                  <a:pt x="276796" y="73908"/>
                </a:cubicBezTo>
                <a:lnTo>
                  <a:pt x="276796" y="35585"/>
                </a:lnTo>
                <a:lnTo>
                  <a:pt x="267807" y="35585"/>
                </a:lnTo>
                <a:lnTo>
                  <a:pt x="267807" y="33598"/>
                </a:lnTo>
                <a:cubicBezTo>
                  <a:pt x="270080" y="32694"/>
                  <a:pt x="272405" y="31163"/>
                  <a:pt x="274781" y="29006"/>
                </a:cubicBezTo>
                <a:cubicBezTo>
                  <a:pt x="277158" y="26849"/>
                  <a:pt x="279276" y="24278"/>
                  <a:pt x="281136" y="21294"/>
                </a:cubicBezTo>
                <a:cubicBezTo>
                  <a:pt x="282086" y="19718"/>
                  <a:pt x="283409" y="16836"/>
                  <a:pt x="285103" y="12647"/>
                </a:cubicBezTo>
                <a:lnTo>
                  <a:pt x="287025" y="126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7ADCA-12F0-40F2-B8EF-6FDB0885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02" y="2122449"/>
            <a:ext cx="706109" cy="307670"/>
          </a:xfrm>
          <a:custGeom xmlns:a="http://schemas.openxmlformats.org/drawingml/2006/main">
            <a:pathLst>
              <a:path w="706109" h="307670">
                <a:moveTo>
                  <a:pt x="0" y="0"/>
                </a:moveTo>
                <a:lnTo>
                  <a:pt x="706109" y="0"/>
                </a:lnTo>
                <a:lnTo>
                  <a:pt x="706109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Exclude">
            <a:extLst xmlns:a="http://schemas.openxmlformats.org/drawingml/2006/main">
              <a:ext uri="{FF2B5EF4-FFF2-40B4-BE49-F238E27FC236}">
                <a16:creationId xmlns:a16="http://schemas.microsoft.com/office/drawing/2014/main" id="{BC67E5EC-8497-4F68-A8BB-45752635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17" y="2227692"/>
            <a:ext cx="409470" cy="89893"/>
          </a:xfrm>
          <a:custGeom xmlns:a="http://schemas.openxmlformats.org/drawingml/2006/main">
            <a:pathLst>
              <a:path w="409470" h="89893">
                <a:moveTo>
                  <a:pt x="23930" y="8679"/>
                </a:moveTo>
                <a:lnTo>
                  <a:pt x="23930" y="41785"/>
                </a:lnTo>
                <a:lnTo>
                  <a:pt x="42405" y="41785"/>
                </a:lnTo>
                <a:cubicBezTo>
                  <a:pt x="47199" y="41785"/>
                  <a:pt x="50402" y="41058"/>
                  <a:pt x="52014" y="39604"/>
                </a:cubicBezTo>
                <a:cubicBezTo>
                  <a:pt x="54163" y="37693"/>
                  <a:pt x="55362" y="34329"/>
                  <a:pt x="55610" y="29510"/>
                </a:cubicBezTo>
                <a:lnTo>
                  <a:pt x="57904" y="29510"/>
                </a:lnTo>
                <a:lnTo>
                  <a:pt x="57904" y="58896"/>
                </a:lnTo>
                <a:lnTo>
                  <a:pt x="55610" y="58896"/>
                </a:lnTo>
                <a:cubicBezTo>
                  <a:pt x="55031" y="54804"/>
                  <a:pt x="54453" y="52180"/>
                  <a:pt x="53874" y="51022"/>
                </a:cubicBezTo>
                <a:cubicBezTo>
                  <a:pt x="53130" y="49576"/>
                  <a:pt x="51911" y="48439"/>
                  <a:pt x="50216" y="47613"/>
                </a:cubicBezTo>
                <a:cubicBezTo>
                  <a:pt x="48522" y="46786"/>
                  <a:pt x="45918" y="46373"/>
                  <a:pt x="42405" y="46373"/>
                </a:cubicBezTo>
                <a:lnTo>
                  <a:pt x="23930" y="46373"/>
                </a:lnTo>
                <a:lnTo>
                  <a:pt x="23930" y="74131"/>
                </a:lnTo>
                <a:cubicBezTo>
                  <a:pt x="23930" y="77857"/>
                  <a:pt x="24096" y="80124"/>
                  <a:pt x="24426" y="80931"/>
                </a:cubicBezTo>
                <a:cubicBezTo>
                  <a:pt x="24757" y="81739"/>
                  <a:pt x="25335" y="82380"/>
                  <a:pt x="26162" y="82857"/>
                </a:cubicBezTo>
                <a:cubicBezTo>
                  <a:pt x="26989" y="83332"/>
                  <a:pt x="28559" y="83570"/>
                  <a:pt x="30874" y="83570"/>
                </a:cubicBezTo>
                <a:lnTo>
                  <a:pt x="45133" y="83570"/>
                </a:lnTo>
                <a:cubicBezTo>
                  <a:pt x="49886" y="83570"/>
                  <a:pt x="53337" y="83239"/>
                  <a:pt x="55486" y="82578"/>
                </a:cubicBezTo>
                <a:cubicBezTo>
                  <a:pt x="57635" y="81917"/>
                  <a:pt x="59702" y="80615"/>
                  <a:pt x="61686" y="78672"/>
                </a:cubicBezTo>
                <a:cubicBezTo>
                  <a:pt x="64248" y="76110"/>
                  <a:pt x="66872" y="72245"/>
                  <a:pt x="69559" y="67079"/>
                </a:cubicBezTo>
                <a:lnTo>
                  <a:pt x="72039" y="67079"/>
                </a:lnTo>
                <a:lnTo>
                  <a:pt x="64785" y="88158"/>
                </a:lnTo>
                <a:lnTo>
                  <a:pt x="0" y="88158"/>
                </a:lnTo>
                <a:lnTo>
                  <a:pt x="0" y="85802"/>
                </a:lnTo>
                <a:lnTo>
                  <a:pt x="2976" y="85802"/>
                </a:lnTo>
                <a:cubicBezTo>
                  <a:pt x="4960" y="85802"/>
                  <a:pt x="6840" y="85326"/>
                  <a:pt x="8617" y="84376"/>
                </a:cubicBezTo>
                <a:cubicBezTo>
                  <a:pt x="9940" y="83715"/>
                  <a:pt x="10839" y="82723"/>
                  <a:pt x="11314" y="81400"/>
                </a:cubicBezTo>
                <a:cubicBezTo>
                  <a:pt x="11789" y="80078"/>
                  <a:pt x="12027" y="77370"/>
                  <a:pt x="12027" y="73279"/>
                </a:cubicBezTo>
                <a:lnTo>
                  <a:pt x="12027" y="18723"/>
                </a:lnTo>
                <a:cubicBezTo>
                  <a:pt x="12027" y="13418"/>
                  <a:pt x="11490" y="10149"/>
                  <a:pt x="10415" y="8916"/>
                </a:cubicBezTo>
                <a:cubicBezTo>
                  <a:pt x="8927" y="7270"/>
                  <a:pt x="6448" y="6448"/>
                  <a:pt x="2976" y="6448"/>
                </a:cubicBezTo>
                <a:lnTo>
                  <a:pt x="0" y="6448"/>
                </a:lnTo>
                <a:lnTo>
                  <a:pt x="0" y="4092"/>
                </a:lnTo>
                <a:lnTo>
                  <a:pt x="64785" y="4092"/>
                </a:lnTo>
                <a:lnTo>
                  <a:pt x="65715" y="22566"/>
                </a:lnTo>
                <a:lnTo>
                  <a:pt x="63297" y="22566"/>
                </a:lnTo>
                <a:cubicBezTo>
                  <a:pt x="62429" y="18125"/>
                  <a:pt x="61469" y="15073"/>
                  <a:pt x="60415" y="13412"/>
                </a:cubicBezTo>
                <a:cubicBezTo>
                  <a:pt x="59361" y="11751"/>
                  <a:pt x="57800" y="10485"/>
                  <a:pt x="55734" y="9613"/>
                </a:cubicBezTo>
                <a:cubicBezTo>
                  <a:pt x="54081" y="8991"/>
                  <a:pt x="51167" y="8679"/>
                  <a:pt x="46993" y="8679"/>
                </a:cubicBezTo>
                <a:lnTo>
                  <a:pt x="23930" y="8679"/>
                </a:lnTo>
                <a:close/>
                <a:moveTo>
                  <a:pt x="76520" y="31370"/>
                </a:moveTo>
                <a:lnTo>
                  <a:pt x="103240" y="31370"/>
                </a:lnTo>
                <a:lnTo>
                  <a:pt x="103240" y="33602"/>
                </a:lnTo>
                <a:cubicBezTo>
                  <a:pt x="101545" y="33602"/>
                  <a:pt x="100357" y="33894"/>
                  <a:pt x="99675" y="34479"/>
                </a:cubicBezTo>
                <a:cubicBezTo>
                  <a:pt x="98993" y="35063"/>
                  <a:pt x="98652" y="35835"/>
                  <a:pt x="98652" y="36794"/>
                </a:cubicBezTo>
                <a:cubicBezTo>
                  <a:pt x="98652" y="37797"/>
                  <a:pt x="99376" y="39341"/>
                  <a:pt x="100822" y="41429"/>
                </a:cubicBezTo>
                <a:cubicBezTo>
                  <a:pt x="101277" y="42076"/>
                  <a:pt x="101959" y="43088"/>
                  <a:pt x="102868" y="44464"/>
                </a:cubicBezTo>
                <a:lnTo>
                  <a:pt x="106898" y="50935"/>
                </a:lnTo>
                <a:lnTo>
                  <a:pt x="111547" y="44488"/>
                </a:lnTo>
                <a:cubicBezTo>
                  <a:pt x="114523" y="40436"/>
                  <a:pt x="116011" y="37862"/>
                  <a:pt x="116011" y="36765"/>
                </a:cubicBezTo>
                <a:cubicBezTo>
                  <a:pt x="116011" y="35879"/>
                  <a:pt x="115660" y="35131"/>
                  <a:pt x="114957" y="34520"/>
                </a:cubicBezTo>
                <a:cubicBezTo>
                  <a:pt x="114254" y="33908"/>
                  <a:pt x="113118" y="33602"/>
                  <a:pt x="111547" y="33602"/>
                </a:cubicBezTo>
                <a:lnTo>
                  <a:pt x="111547" y="31370"/>
                </a:lnTo>
                <a:lnTo>
                  <a:pt x="130766" y="31370"/>
                </a:lnTo>
                <a:lnTo>
                  <a:pt x="130766" y="33602"/>
                </a:lnTo>
                <a:cubicBezTo>
                  <a:pt x="128741" y="33726"/>
                  <a:pt x="126984" y="34284"/>
                  <a:pt x="125496" y="35277"/>
                </a:cubicBezTo>
                <a:cubicBezTo>
                  <a:pt x="123471" y="36684"/>
                  <a:pt x="120702" y="39745"/>
                  <a:pt x="117189" y="44460"/>
                </a:cubicBezTo>
                <a:lnTo>
                  <a:pt x="109439" y="54802"/>
                </a:lnTo>
                <a:lnTo>
                  <a:pt x="123574" y="75187"/>
                </a:lnTo>
                <a:cubicBezTo>
                  <a:pt x="127046" y="80194"/>
                  <a:pt x="129526" y="83205"/>
                  <a:pt x="131014" y="84219"/>
                </a:cubicBezTo>
                <a:cubicBezTo>
                  <a:pt x="132502" y="85233"/>
                  <a:pt x="134424" y="85802"/>
                  <a:pt x="136779" y="85926"/>
                </a:cubicBezTo>
                <a:lnTo>
                  <a:pt x="136779" y="88158"/>
                </a:lnTo>
                <a:lnTo>
                  <a:pt x="109997" y="88158"/>
                </a:lnTo>
                <a:lnTo>
                  <a:pt x="109997" y="85926"/>
                </a:lnTo>
                <a:cubicBezTo>
                  <a:pt x="111857" y="85926"/>
                  <a:pt x="113304" y="85512"/>
                  <a:pt x="114337" y="84684"/>
                </a:cubicBezTo>
                <a:cubicBezTo>
                  <a:pt x="115122" y="84104"/>
                  <a:pt x="115515" y="83337"/>
                  <a:pt x="115515" y="82384"/>
                </a:cubicBezTo>
                <a:cubicBezTo>
                  <a:pt x="115515" y="81432"/>
                  <a:pt x="114192" y="79031"/>
                  <a:pt x="111547" y="75179"/>
                </a:cubicBezTo>
                <a:lnTo>
                  <a:pt x="103240" y="63032"/>
                </a:lnTo>
                <a:lnTo>
                  <a:pt x="94127" y="75129"/>
                </a:lnTo>
                <a:cubicBezTo>
                  <a:pt x="91316" y="78914"/>
                  <a:pt x="89911" y="81161"/>
                  <a:pt x="89911" y="81869"/>
                </a:cubicBezTo>
                <a:cubicBezTo>
                  <a:pt x="89911" y="82867"/>
                  <a:pt x="90376" y="83773"/>
                  <a:pt x="91306" y="84585"/>
                </a:cubicBezTo>
                <a:cubicBezTo>
                  <a:pt x="92236" y="85396"/>
                  <a:pt x="93631" y="85843"/>
                  <a:pt x="95490" y="85926"/>
                </a:cubicBezTo>
                <a:lnTo>
                  <a:pt x="95490" y="88158"/>
                </a:lnTo>
                <a:lnTo>
                  <a:pt x="76954" y="88158"/>
                </a:lnTo>
                <a:lnTo>
                  <a:pt x="76954" y="85926"/>
                </a:lnTo>
                <a:cubicBezTo>
                  <a:pt x="78442" y="85719"/>
                  <a:pt x="79744" y="85202"/>
                  <a:pt x="80860" y="84374"/>
                </a:cubicBezTo>
                <a:cubicBezTo>
                  <a:pt x="82430" y="83174"/>
                  <a:pt x="85075" y="80112"/>
                  <a:pt x="88795" y="75187"/>
                </a:cubicBezTo>
                <a:lnTo>
                  <a:pt x="100698" y="59345"/>
                </a:lnTo>
                <a:lnTo>
                  <a:pt x="89911" y="43718"/>
                </a:lnTo>
                <a:cubicBezTo>
                  <a:pt x="86852" y="39250"/>
                  <a:pt x="84486" y="36446"/>
                  <a:pt x="82812" y="35308"/>
                </a:cubicBezTo>
                <a:cubicBezTo>
                  <a:pt x="81138" y="34171"/>
                  <a:pt x="79041" y="33602"/>
                  <a:pt x="76520" y="33602"/>
                </a:cubicBezTo>
                <a:lnTo>
                  <a:pt x="76520" y="31370"/>
                </a:lnTo>
                <a:close/>
                <a:moveTo>
                  <a:pt x="190530" y="66583"/>
                </a:moveTo>
                <a:cubicBezTo>
                  <a:pt x="189000" y="74064"/>
                  <a:pt x="186004" y="79819"/>
                  <a:pt x="181540" y="83849"/>
                </a:cubicBezTo>
                <a:cubicBezTo>
                  <a:pt x="177077" y="87879"/>
                  <a:pt x="172138" y="89893"/>
                  <a:pt x="166723" y="89893"/>
                </a:cubicBezTo>
                <a:cubicBezTo>
                  <a:pt x="160276" y="89893"/>
                  <a:pt x="154655" y="87190"/>
                  <a:pt x="149860" y="81782"/>
                </a:cubicBezTo>
                <a:cubicBezTo>
                  <a:pt x="145066" y="76373"/>
                  <a:pt x="142669" y="69064"/>
                  <a:pt x="142669" y="59857"/>
                </a:cubicBezTo>
                <a:cubicBezTo>
                  <a:pt x="142669" y="50938"/>
                  <a:pt x="145324" y="43693"/>
                  <a:pt x="150635" y="38119"/>
                </a:cubicBezTo>
                <a:cubicBezTo>
                  <a:pt x="155946" y="32545"/>
                  <a:pt x="162322" y="29758"/>
                  <a:pt x="169761" y="29758"/>
                </a:cubicBezTo>
                <a:cubicBezTo>
                  <a:pt x="175341" y="29758"/>
                  <a:pt x="179928" y="31241"/>
                  <a:pt x="183524" y="34206"/>
                </a:cubicBezTo>
                <a:cubicBezTo>
                  <a:pt x="187120" y="37170"/>
                  <a:pt x="188918" y="40249"/>
                  <a:pt x="188918" y="43441"/>
                </a:cubicBezTo>
                <a:cubicBezTo>
                  <a:pt x="188918" y="45017"/>
                  <a:pt x="188411" y="46293"/>
                  <a:pt x="187399" y="47268"/>
                </a:cubicBezTo>
                <a:cubicBezTo>
                  <a:pt x="186386" y="48242"/>
                  <a:pt x="184971" y="48728"/>
                  <a:pt x="183152" y="48728"/>
                </a:cubicBezTo>
                <a:cubicBezTo>
                  <a:pt x="180714" y="48728"/>
                  <a:pt x="178874" y="47937"/>
                  <a:pt x="177634" y="46353"/>
                </a:cubicBezTo>
                <a:cubicBezTo>
                  <a:pt x="176932" y="45478"/>
                  <a:pt x="176467" y="43810"/>
                  <a:pt x="176240" y="41351"/>
                </a:cubicBezTo>
                <a:cubicBezTo>
                  <a:pt x="176012" y="38892"/>
                  <a:pt x="175175" y="37016"/>
                  <a:pt x="173729" y="35725"/>
                </a:cubicBezTo>
                <a:cubicBezTo>
                  <a:pt x="172282" y="34475"/>
                  <a:pt x="170278" y="33850"/>
                  <a:pt x="167715" y="33850"/>
                </a:cubicBezTo>
                <a:cubicBezTo>
                  <a:pt x="163582" y="33850"/>
                  <a:pt x="160255" y="35379"/>
                  <a:pt x="157734" y="38437"/>
                </a:cubicBezTo>
                <a:cubicBezTo>
                  <a:pt x="154386" y="42488"/>
                  <a:pt x="152712" y="47840"/>
                  <a:pt x="152712" y="54494"/>
                </a:cubicBezTo>
                <a:cubicBezTo>
                  <a:pt x="152712" y="61272"/>
                  <a:pt x="154376" y="67255"/>
                  <a:pt x="157703" y="72442"/>
                </a:cubicBezTo>
                <a:cubicBezTo>
                  <a:pt x="161030" y="77629"/>
                  <a:pt x="165525" y="80222"/>
                  <a:pt x="171187" y="80222"/>
                </a:cubicBezTo>
                <a:cubicBezTo>
                  <a:pt x="175237" y="80222"/>
                  <a:pt x="178874" y="78838"/>
                  <a:pt x="182098" y="76068"/>
                </a:cubicBezTo>
                <a:cubicBezTo>
                  <a:pt x="184371" y="74167"/>
                  <a:pt x="186582" y="70716"/>
                  <a:pt x="188732" y="65715"/>
                </a:cubicBezTo>
                <a:lnTo>
                  <a:pt x="190530" y="66583"/>
                </a:lnTo>
                <a:close/>
                <a:moveTo>
                  <a:pt x="218072" y="0"/>
                </a:moveTo>
                <a:lnTo>
                  <a:pt x="218072" y="75263"/>
                </a:lnTo>
                <a:cubicBezTo>
                  <a:pt x="218072" y="78838"/>
                  <a:pt x="218330" y="81208"/>
                  <a:pt x="218847" y="82373"/>
                </a:cubicBezTo>
                <a:cubicBezTo>
                  <a:pt x="219363" y="83536"/>
                  <a:pt x="220159" y="84420"/>
                  <a:pt x="221234" y="85023"/>
                </a:cubicBezTo>
                <a:cubicBezTo>
                  <a:pt x="222308" y="85625"/>
                  <a:pt x="224313" y="85926"/>
                  <a:pt x="227247" y="85926"/>
                </a:cubicBezTo>
                <a:lnTo>
                  <a:pt x="227247" y="88158"/>
                </a:lnTo>
                <a:lnTo>
                  <a:pt x="199411" y="88158"/>
                </a:lnTo>
                <a:lnTo>
                  <a:pt x="199411" y="85926"/>
                </a:lnTo>
                <a:cubicBezTo>
                  <a:pt x="202015" y="85926"/>
                  <a:pt x="203792" y="85656"/>
                  <a:pt x="204743" y="85116"/>
                </a:cubicBezTo>
                <a:cubicBezTo>
                  <a:pt x="205693" y="84575"/>
                  <a:pt x="206437" y="83681"/>
                  <a:pt x="206975" y="82435"/>
                </a:cubicBezTo>
                <a:cubicBezTo>
                  <a:pt x="207512" y="81187"/>
                  <a:pt x="207781" y="78796"/>
                  <a:pt x="207781" y="75263"/>
                </a:cubicBezTo>
                <a:lnTo>
                  <a:pt x="207781" y="23806"/>
                </a:lnTo>
                <a:cubicBezTo>
                  <a:pt x="207781" y="17400"/>
                  <a:pt x="207636" y="13463"/>
                  <a:pt x="207347" y="11996"/>
                </a:cubicBezTo>
                <a:cubicBezTo>
                  <a:pt x="207057" y="10529"/>
                  <a:pt x="206592" y="9527"/>
                  <a:pt x="205952" y="8989"/>
                </a:cubicBezTo>
                <a:cubicBezTo>
                  <a:pt x="205311" y="8452"/>
                  <a:pt x="204495" y="8183"/>
                  <a:pt x="203503" y="8183"/>
                </a:cubicBezTo>
                <a:cubicBezTo>
                  <a:pt x="202428" y="8183"/>
                  <a:pt x="201064" y="8514"/>
                  <a:pt x="199411" y="9175"/>
                </a:cubicBezTo>
                <a:lnTo>
                  <a:pt x="198357" y="6943"/>
                </a:lnTo>
                <a:lnTo>
                  <a:pt x="215282" y="0"/>
                </a:lnTo>
                <a:lnTo>
                  <a:pt x="218072" y="0"/>
                </a:lnTo>
                <a:close/>
                <a:moveTo>
                  <a:pt x="283496" y="31370"/>
                </a:moveTo>
                <a:lnTo>
                  <a:pt x="283496" y="65963"/>
                </a:lnTo>
                <a:cubicBezTo>
                  <a:pt x="283496" y="72453"/>
                  <a:pt x="283650" y="76423"/>
                  <a:pt x="283960" y="77872"/>
                </a:cubicBezTo>
                <a:cubicBezTo>
                  <a:pt x="284270" y="79320"/>
                  <a:pt x="284766" y="80332"/>
                  <a:pt x="285448" y="80908"/>
                </a:cubicBezTo>
                <a:cubicBezTo>
                  <a:pt x="286130" y="81484"/>
                  <a:pt x="286926" y="81772"/>
                  <a:pt x="287835" y="81772"/>
                </a:cubicBezTo>
                <a:cubicBezTo>
                  <a:pt x="289116" y="81772"/>
                  <a:pt x="290563" y="81421"/>
                  <a:pt x="292175" y="80718"/>
                </a:cubicBezTo>
                <a:lnTo>
                  <a:pt x="293043" y="82950"/>
                </a:lnTo>
                <a:lnTo>
                  <a:pt x="276056" y="89893"/>
                </a:lnTo>
                <a:lnTo>
                  <a:pt x="273266" y="89893"/>
                </a:lnTo>
                <a:lnTo>
                  <a:pt x="273266" y="77923"/>
                </a:lnTo>
                <a:cubicBezTo>
                  <a:pt x="268389" y="83188"/>
                  <a:pt x="264670" y="86500"/>
                  <a:pt x="262107" y="87857"/>
                </a:cubicBezTo>
                <a:cubicBezTo>
                  <a:pt x="259545" y="89215"/>
                  <a:pt x="256837" y="89893"/>
                  <a:pt x="253986" y="89893"/>
                </a:cubicBezTo>
                <a:cubicBezTo>
                  <a:pt x="250803" y="89893"/>
                  <a:pt x="248044" y="88974"/>
                  <a:pt x="245709" y="87135"/>
                </a:cubicBezTo>
                <a:cubicBezTo>
                  <a:pt x="243374" y="85295"/>
                  <a:pt x="241752" y="82929"/>
                  <a:pt x="240843" y="80036"/>
                </a:cubicBezTo>
                <a:cubicBezTo>
                  <a:pt x="239933" y="77143"/>
                  <a:pt x="239479" y="73051"/>
                  <a:pt x="239479" y="67761"/>
                </a:cubicBezTo>
                <a:lnTo>
                  <a:pt x="239479" y="42405"/>
                </a:lnTo>
                <a:cubicBezTo>
                  <a:pt x="239479" y="39699"/>
                  <a:pt x="239189" y="37826"/>
                  <a:pt x="238611" y="36787"/>
                </a:cubicBezTo>
                <a:cubicBezTo>
                  <a:pt x="238032" y="35746"/>
                  <a:pt x="237175" y="34944"/>
                  <a:pt x="236038" y="34382"/>
                </a:cubicBezTo>
                <a:cubicBezTo>
                  <a:pt x="234901" y="33820"/>
                  <a:pt x="232845" y="33560"/>
                  <a:pt x="229869" y="33602"/>
                </a:cubicBezTo>
                <a:lnTo>
                  <a:pt x="229869" y="31370"/>
                </a:lnTo>
                <a:lnTo>
                  <a:pt x="249770" y="31370"/>
                </a:lnTo>
                <a:lnTo>
                  <a:pt x="249770" y="69419"/>
                </a:lnTo>
                <a:cubicBezTo>
                  <a:pt x="249770" y="74716"/>
                  <a:pt x="250690" y="78192"/>
                  <a:pt x="252529" y="79848"/>
                </a:cubicBezTo>
                <a:cubicBezTo>
                  <a:pt x="254368" y="81503"/>
                  <a:pt x="256589" y="82330"/>
                  <a:pt x="259193" y="82330"/>
                </a:cubicBezTo>
                <a:cubicBezTo>
                  <a:pt x="260970" y="82330"/>
                  <a:pt x="262985" y="81771"/>
                  <a:pt x="265238" y="80654"/>
                </a:cubicBezTo>
                <a:cubicBezTo>
                  <a:pt x="267490" y="79537"/>
                  <a:pt x="270166" y="77406"/>
                  <a:pt x="273266" y="74261"/>
                </a:cubicBezTo>
                <a:lnTo>
                  <a:pt x="273266" y="42157"/>
                </a:lnTo>
                <a:cubicBezTo>
                  <a:pt x="273266" y="38862"/>
                  <a:pt x="272677" y="36634"/>
                  <a:pt x="271499" y="35471"/>
                </a:cubicBezTo>
                <a:cubicBezTo>
                  <a:pt x="270321" y="34309"/>
                  <a:pt x="267873" y="33686"/>
                  <a:pt x="264153" y="33602"/>
                </a:cubicBezTo>
                <a:lnTo>
                  <a:pt x="264153" y="31370"/>
                </a:lnTo>
                <a:lnTo>
                  <a:pt x="283496" y="31370"/>
                </a:lnTo>
                <a:close/>
                <a:moveTo>
                  <a:pt x="337308" y="81776"/>
                </a:moveTo>
                <a:cubicBezTo>
                  <a:pt x="334538" y="84668"/>
                  <a:pt x="331831" y="86744"/>
                  <a:pt x="329186" y="88005"/>
                </a:cubicBezTo>
                <a:cubicBezTo>
                  <a:pt x="326541" y="89264"/>
                  <a:pt x="323689" y="89893"/>
                  <a:pt x="320631" y="89893"/>
                </a:cubicBezTo>
                <a:cubicBezTo>
                  <a:pt x="314431" y="89893"/>
                  <a:pt x="309017" y="87306"/>
                  <a:pt x="304388" y="82130"/>
                </a:cubicBezTo>
                <a:cubicBezTo>
                  <a:pt x="299759" y="76954"/>
                  <a:pt x="297444" y="70302"/>
                  <a:pt x="297444" y="62176"/>
                </a:cubicBezTo>
                <a:cubicBezTo>
                  <a:pt x="297444" y="54050"/>
                  <a:pt x="300007" y="46616"/>
                  <a:pt x="305132" y="39873"/>
                </a:cubicBezTo>
                <a:cubicBezTo>
                  <a:pt x="310257" y="33129"/>
                  <a:pt x="316849" y="29758"/>
                  <a:pt x="324908" y="29758"/>
                </a:cubicBezTo>
                <a:cubicBezTo>
                  <a:pt x="329909" y="29758"/>
                  <a:pt x="334042" y="31348"/>
                  <a:pt x="337308" y="34530"/>
                </a:cubicBezTo>
                <a:lnTo>
                  <a:pt x="337308" y="23930"/>
                </a:lnTo>
                <a:cubicBezTo>
                  <a:pt x="337308" y="17469"/>
                  <a:pt x="337153" y="13497"/>
                  <a:pt x="336843" y="12016"/>
                </a:cubicBezTo>
                <a:cubicBezTo>
                  <a:pt x="336533" y="10534"/>
                  <a:pt x="336047" y="9525"/>
                  <a:pt x="335386" y="8989"/>
                </a:cubicBezTo>
                <a:cubicBezTo>
                  <a:pt x="334724" y="8452"/>
                  <a:pt x="333898" y="8183"/>
                  <a:pt x="332906" y="8183"/>
                </a:cubicBezTo>
                <a:cubicBezTo>
                  <a:pt x="331831" y="8183"/>
                  <a:pt x="330405" y="8514"/>
                  <a:pt x="328628" y="9175"/>
                </a:cubicBezTo>
                <a:lnTo>
                  <a:pt x="327822" y="6943"/>
                </a:lnTo>
                <a:lnTo>
                  <a:pt x="344747" y="0"/>
                </a:lnTo>
                <a:lnTo>
                  <a:pt x="347537" y="0"/>
                </a:lnTo>
                <a:lnTo>
                  <a:pt x="347537" y="65715"/>
                </a:lnTo>
                <a:cubicBezTo>
                  <a:pt x="347537" y="72342"/>
                  <a:pt x="347692" y="76386"/>
                  <a:pt x="348002" y="77847"/>
                </a:cubicBezTo>
                <a:cubicBezTo>
                  <a:pt x="348312" y="79308"/>
                  <a:pt x="348808" y="80327"/>
                  <a:pt x="349490" y="80906"/>
                </a:cubicBezTo>
                <a:cubicBezTo>
                  <a:pt x="350172" y="81483"/>
                  <a:pt x="350967" y="81772"/>
                  <a:pt x="351877" y="81772"/>
                </a:cubicBezTo>
                <a:cubicBezTo>
                  <a:pt x="352992" y="81772"/>
                  <a:pt x="354480" y="81421"/>
                  <a:pt x="356340" y="80718"/>
                </a:cubicBezTo>
                <a:lnTo>
                  <a:pt x="357022" y="82950"/>
                </a:lnTo>
                <a:lnTo>
                  <a:pt x="340159" y="89893"/>
                </a:lnTo>
                <a:lnTo>
                  <a:pt x="337308" y="89893"/>
                </a:lnTo>
                <a:lnTo>
                  <a:pt x="337308" y="81776"/>
                </a:lnTo>
                <a:moveTo>
                  <a:pt x="337308" y="77446"/>
                </a:moveTo>
                <a:lnTo>
                  <a:pt x="337308" y="48258"/>
                </a:lnTo>
                <a:cubicBezTo>
                  <a:pt x="337060" y="45454"/>
                  <a:pt x="336316" y="42898"/>
                  <a:pt x="335076" y="40590"/>
                </a:cubicBezTo>
                <a:cubicBezTo>
                  <a:pt x="333836" y="38280"/>
                  <a:pt x="332193" y="36539"/>
                  <a:pt x="330147" y="35365"/>
                </a:cubicBezTo>
                <a:cubicBezTo>
                  <a:pt x="328101" y="34189"/>
                  <a:pt x="326107" y="33602"/>
                  <a:pt x="324165" y="33602"/>
                </a:cubicBezTo>
                <a:cubicBezTo>
                  <a:pt x="320527" y="33602"/>
                  <a:pt x="317283" y="35230"/>
                  <a:pt x="314431" y="38488"/>
                </a:cubicBezTo>
                <a:cubicBezTo>
                  <a:pt x="310670" y="42774"/>
                  <a:pt x="308790" y="49040"/>
                  <a:pt x="308790" y="57286"/>
                </a:cubicBezTo>
                <a:cubicBezTo>
                  <a:pt x="308790" y="65614"/>
                  <a:pt x="310608" y="71994"/>
                  <a:pt x="314245" y="76427"/>
                </a:cubicBezTo>
                <a:cubicBezTo>
                  <a:pt x="317882" y="80858"/>
                  <a:pt x="321933" y="83074"/>
                  <a:pt x="326396" y="83074"/>
                </a:cubicBezTo>
                <a:cubicBezTo>
                  <a:pt x="330157" y="83074"/>
                  <a:pt x="333794" y="81198"/>
                  <a:pt x="337308" y="77446"/>
                </a:cubicBezTo>
                <a:close/>
                <a:moveTo>
                  <a:pt x="370227" y="52820"/>
                </a:moveTo>
                <a:cubicBezTo>
                  <a:pt x="370186" y="61213"/>
                  <a:pt x="372232" y="67795"/>
                  <a:pt x="376365" y="72568"/>
                </a:cubicBezTo>
                <a:cubicBezTo>
                  <a:pt x="380498" y="77340"/>
                  <a:pt x="385354" y="79726"/>
                  <a:pt x="390934" y="79726"/>
                </a:cubicBezTo>
                <a:cubicBezTo>
                  <a:pt x="394653" y="79726"/>
                  <a:pt x="397888" y="78699"/>
                  <a:pt x="400636" y="76644"/>
                </a:cubicBezTo>
                <a:cubicBezTo>
                  <a:pt x="403385" y="74589"/>
                  <a:pt x="405689" y="71070"/>
                  <a:pt x="407549" y="66087"/>
                </a:cubicBezTo>
                <a:lnTo>
                  <a:pt x="409470" y="67333"/>
                </a:lnTo>
                <a:cubicBezTo>
                  <a:pt x="408602" y="73025"/>
                  <a:pt x="406081" y="78208"/>
                  <a:pt x="401907" y="82882"/>
                </a:cubicBezTo>
                <a:cubicBezTo>
                  <a:pt x="397733" y="87556"/>
                  <a:pt x="392504" y="89893"/>
                  <a:pt x="386222" y="89893"/>
                </a:cubicBezTo>
                <a:cubicBezTo>
                  <a:pt x="379403" y="89893"/>
                  <a:pt x="373565" y="87244"/>
                  <a:pt x="368708" y="81945"/>
                </a:cubicBezTo>
                <a:cubicBezTo>
                  <a:pt x="363852" y="76644"/>
                  <a:pt x="361424" y="69518"/>
                  <a:pt x="361424" y="60568"/>
                </a:cubicBezTo>
                <a:cubicBezTo>
                  <a:pt x="361424" y="50876"/>
                  <a:pt x="363914" y="43318"/>
                  <a:pt x="368894" y="37895"/>
                </a:cubicBezTo>
                <a:cubicBezTo>
                  <a:pt x="373875" y="32470"/>
                  <a:pt x="380126" y="29758"/>
                  <a:pt x="387648" y="29758"/>
                </a:cubicBezTo>
                <a:cubicBezTo>
                  <a:pt x="394013" y="29758"/>
                  <a:pt x="399241" y="31850"/>
                  <a:pt x="403333" y="36035"/>
                </a:cubicBezTo>
                <a:cubicBezTo>
                  <a:pt x="407425" y="40218"/>
                  <a:pt x="409470" y="45813"/>
                  <a:pt x="409470" y="52820"/>
                </a:cubicBezTo>
                <a:lnTo>
                  <a:pt x="370227" y="52820"/>
                </a:lnTo>
                <a:moveTo>
                  <a:pt x="370227" y="49224"/>
                </a:moveTo>
                <a:lnTo>
                  <a:pt x="396513" y="49224"/>
                </a:lnTo>
                <a:cubicBezTo>
                  <a:pt x="396307" y="45617"/>
                  <a:pt x="395873" y="43076"/>
                  <a:pt x="395211" y="41601"/>
                </a:cubicBezTo>
                <a:cubicBezTo>
                  <a:pt x="394178" y="39305"/>
                  <a:pt x="392639" y="37501"/>
                  <a:pt x="390593" y="36190"/>
                </a:cubicBezTo>
                <a:cubicBezTo>
                  <a:pt x="388547" y="34878"/>
                  <a:pt x="386408" y="34222"/>
                  <a:pt x="384176" y="34222"/>
                </a:cubicBezTo>
                <a:cubicBezTo>
                  <a:pt x="380746" y="34222"/>
                  <a:pt x="377677" y="35543"/>
                  <a:pt x="374970" y="38187"/>
                </a:cubicBezTo>
                <a:cubicBezTo>
                  <a:pt x="372263" y="40831"/>
                  <a:pt x="370682" y="44510"/>
                  <a:pt x="370227" y="49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C4BF20-5BE3-4E87-A1E8-C1ACA8BF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65" y="1744962"/>
            <a:ext cx="10" cy="144825"/>
          </a:xfrm>
          <a:custGeom xmlns:a="http://schemas.openxmlformats.org/drawingml/2006/main">
            <a:pathLst>
              <a:path w="1" h="144825">
                <a:moveTo>
                  <a:pt x="0" y="0"/>
                </a:moveTo>
                <a:lnTo>
                  <a:pt x="0" y="14482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FA156-6D52-4A62-A36E-2386F919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65" y="1744962"/>
            <a:ext cx="10" cy="117616"/>
          </a:xfrm>
          <a:custGeom xmlns:a="http://schemas.openxmlformats.org/drawingml/2006/main">
            <a:pathLst>
              <a:path w="1" h="117616" fill="none">
                <a:moveTo>
                  <a:pt x="0" y="0"/>
                </a:moveTo>
                <a:lnTo>
                  <a:pt x="0" y="117616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0A418-4971-4E92-959F-D6AD5692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637" y="1853649"/>
            <a:ext cx="17857" cy="24531"/>
          </a:xfrm>
          <a:custGeom xmlns:a="http://schemas.openxmlformats.org/drawingml/2006/main">
            <a:pathLst>
              <a:path w="17857" h="24531">
                <a:moveTo>
                  <a:pt x="8929" y="8929"/>
                </a:moveTo>
                <a:lnTo>
                  <a:pt x="17857" y="0"/>
                </a:lnTo>
                <a:lnTo>
                  <a:pt x="8929" y="24531"/>
                </a:lnTo>
                <a:lnTo>
                  <a:pt x="0" y="0"/>
                </a:lnTo>
                <a:lnTo>
                  <a:pt x="8929" y="8929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20D01-78E8-42CF-A52D-5B4D4CE2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637" y="1853649"/>
            <a:ext cx="17857" cy="24531"/>
          </a:xfrm>
          <a:custGeom xmlns:a="http://schemas.openxmlformats.org/drawingml/2006/main">
            <a:pathLst>
              <a:path w="17857" h="24531" fill="none">
                <a:moveTo>
                  <a:pt x="8929" y="8929"/>
                </a:moveTo>
                <a:lnTo>
                  <a:pt x="0" y="0"/>
                </a:lnTo>
                <a:lnTo>
                  <a:pt x="8929" y="24531"/>
                </a:lnTo>
                <a:lnTo>
                  <a:pt x="17857" y="0"/>
                </a:lnTo>
                <a:lnTo>
                  <a:pt x="8929" y="89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1322E-F7B0-446B-A739-0CD6BC26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001" y="1921132"/>
            <a:ext cx="827735" cy="487857"/>
          </a:xfrm>
          <a:custGeom xmlns:a="http://schemas.openxmlformats.org/drawingml/2006/main">
            <a:pathLst>
              <a:path w="827735" h="487857">
                <a:moveTo>
                  <a:pt x="0" y="81309"/>
                </a:moveTo>
                <a:lnTo>
                  <a:pt x="0" y="81309"/>
                </a:lnTo>
                <a:cubicBezTo>
                  <a:pt x="0" y="36404"/>
                  <a:pt x="36403" y="0"/>
                  <a:pt x="81309" y="0"/>
                </a:cubicBezTo>
                <a:lnTo>
                  <a:pt x="746425" y="0"/>
                </a:lnTo>
                <a:cubicBezTo>
                  <a:pt x="767990" y="0"/>
                  <a:pt x="788671" y="8567"/>
                  <a:pt x="803920" y="23815"/>
                </a:cubicBezTo>
                <a:cubicBezTo>
                  <a:pt x="819168" y="39063"/>
                  <a:pt x="827735" y="59745"/>
                  <a:pt x="827735" y="81309"/>
                </a:cubicBezTo>
                <a:lnTo>
                  <a:pt x="827735" y="406547"/>
                </a:lnTo>
                <a:cubicBezTo>
                  <a:pt x="827735" y="451453"/>
                  <a:pt x="791332" y="487857"/>
                  <a:pt x="746425" y="487857"/>
                </a:cubicBezTo>
                <a:lnTo>
                  <a:pt x="81309" y="487857"/>
                </a:lnTo>
                <a:cubicBezTo>
                  <a:pt x="36403" y="487857"/>
                  <a:pt x="0" y="451453"/>
                  <a:pt x="0" y="406547"/>
                </a:cubicBezTo>
                <a:lnTo>
                  <a:pt x="0" y="813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6D84C-716A-42C8-B823-5562B70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001" y="1921132"/>
            <a:ext cx="827735" cy="487857"/>
          </a:xfrm>
          <a:custGeom xmlns:a="http://schemas.openxmlformats.org/drawingml/2006/main">
            <a:pathLst>
              <a:path w="827735" h="487857" fill="none">
                <a:moveTo>
                  <a:pt x="0" y="81309"/>
                </a:moveTo>
                <a:lnTo>
                  <a:pt x="0" y="81309"/>
                </a:lnTo>
                <a:cubicBezTo>
                  <a:pt x="0" y="36404"/>
                  <a:pt x="36403" y="0"/>
                  <a:pt x="81309" y="0"/>
                </a:cubicBezTo>
                <a:lnTo>
                  <a:pt x="746425" y="0"/>
                </a:lnTo>
                <a:cubicBezTo>
                  <a:pt x="767990" y="0"/>
                  <a:pt x="788671" y="8567"/>
                  <a:pt x="803920" y="23815"/>
                </a:cubicBezTo>
                <a:cubicBezTo>
                  <a:pt x="819168" y="39063"/>
                  <a:pt x="827735" y="59745"/>
                  <a:pt x="827735" y="81309"/>
                </a:cubicBezTo>
                <a:lnTo>
                  <a:pt x="827735" y="406547"/>
                </a:lnTo>
                <a:cubicBezTo>
                  <a:pt x="827735" y="451453"/>
                  <a:pt x="791332" y="487857"/>
                  <a:pt x="746425" y="487857"/>
                </a:cubicBezTo>
                <a:lnTo>
                  <a:pt x="81309" y="487857"/>
                </a:lnTo>
                <a:cubicBezTo>
                  <a:pt x="36403" y="487857"/>
                  <a:pt x="0" y="451453"/>
                  <a:pt x="0" y="406547"/>
                </a:cubicBezTo>
                <a:lnTo>
                  <a:pt x="0" y="813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86" name="Text Key2">
            <a:extLst xmlns:a="http://schemas.openxmlformats.org/drawingml/2006/main">
              <a:ext uri="{FF2B5EF4-FFF2-40B4-BE49-F238E27FC236}">
                <a16:creationId xmlns:a16="http://schemas.microsoft.com/office/drawing/2014/main" id="{84673FBE-A5FB-450C-B0F7-09D174BD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639" y="1979460"/>
            <a:ext cx="299247" cy="113204"/>
          </a:xfrm>
          <a:custGeom xmlns:a="http://schemas.openxmlformats.org/drawingml/2006/main">
            <a:pathLst>
              <a:path w="299247" h="113204">
                <a:moveTo>
                  <a:pt x="35833" y="39129"/>
                </a:moveTo>
                <a:lnTo>
                  <a:pt x="66831" y="69950"/>
                </a:lnTo>
                <a:cubicBezTo>
                  <a:pt x="71915" y="75021"/>
                  <a:pt x="76254" y="78476"/>
                  <a:pt x="79850" y="80315"/>
                </a:cubicBezTo>
                <a:cubicBezTo>
                  <a:pt x="83446" y="82154"/>
                  <a:pt x="87042" y="83198"/>
                  <a:pt x="90637" y="83446"/>
                </a:cubicBezTo>
                <a:lnTo>
                  <a:pt x="90637" y="85802"/>
                </a:lnTo>
                <a:lnTo>
                  <a:pt x="50650" y="85802"/>
                </a:lnTo>
                <a:lnTo>
                  <a:pt x="50650" y="83446"/>
                </a:lnTo>
                <a:cubicBezTo>
                  <a:pt x="53047" y="83446"/>
                  <a:pt x="54773" y="83043"/>
                  <a:pt x="55827" y="82237"/>
                </a:cubicBezTo>
                <a:cubicBezTo>
                  <a:pt x="56881" y="81431"/>
                  <a:pt x="57408" y="80532"/>
                  <a:pt x="57408" y="79540"/>
                </a:cubicBezTo>
                <a:cubicBezTo>
                  <a:pt x="57408" y="78548"/>
                  <a:pt x="57212" y="77660"/>
                  <a:pt x="56819" y="76874"/>
                </a:cubicBezTo>
                <a:cubicBezTo>
                  <a:pt x="56426" y="76089"/>
                  <a:pt x="55135" y="74622"/>
                  <a:pt x="52944" y="72473"/>
                </a:cubicBezTo>
                <a:lnTo>
                  <a:pt x="23930" y="43769"/>
                </a:lnTo>
                <a:lnTo>
                  <a:pt x="23930" y="70923"/>
                </a:lnTo>
                <a:cubicBezTo>
                  <a:pt x="23930" y="75159"/>
                  <a:pt x="24199" y="77956"/>
                  <a:pt x="24736" y="79314"/>
                </a:cubicBezTo>
                <a:cubicBezTo>
                  <a:pt x="25150" y="80342"/>
                  <a:pt x="26017" y="81226"/>
                  <a:pt x="27340" y="81966"/>
                </a:cubicBezTo>
                <a:cubicBezTo>
                  <a:pt x="29117" y="82953"/>
                  <a:pt x="30998" y="83446"/>
                  <a:pt x="32982" y="83446"/>
                </a:cubicBezTo>
                <a:lnTo>
                  <a:pt x="35833" y="83446"/>
                </a:lnTo>
                <a:lnTo>
                  <a:pt x="35833" y="85802"/>
                </a:lnTo>
                <a:lnTo>
                  <a:pt x="0" y="85802"/>
                </a:lnTo>
                <a:lnTo>
                  <a:pt x="0" y="83446"/>
                </a:lnTo>
                <a:lnTo>
                  <a:pt x="2976" y="83446"/>
                </a:lnTo>
                <a:cubicBezTo>
                  <a:pt x="6448" y="83446"/>
                  <a:pt x="8969" y="82439"/>
                  <a:pt x="10539" y="80424"/>
                </a:cubicBezTo>
                <a:cubicBezTo>
                  <a:pt x="11531" y="79108"/>
                  <a:pt x="12027" y="75941"/>
                  <a:pt x="12027" y="70923"/>
                </a:cubicBezTo>
                <a:lnTo>
                  <a:pt x="12027" y="16615"/>
                </a:lnTo>
                <a:cubicBezTo>
                  <a:pt x="12027" y="12378"/>
                  <a:pt x="11758" y="9562"/>
                  <a:pt x="11221" y="8164"/>
                </a:cubicBezTo>
                <a:cubicBezTo>
                  <a:pt x="10808" y="7176"/>
                  <a:pt x="9961" y="6312"/>
                  <a:pt x="8679" y="5572"/>
                </a:cubicBezTo>
                <a:cubicBezTo>
                  <a:pt x="6861" y="4585"/>
                  <a:pt x="4960" y="4092"/>
                  <a:pt x="2976" y="4092"/>
                </a:cubicBezTo>
                <a:lnTo>
                  <a:pt x="0" y="4092"/>
                </a:lnTo>
                <a:lnTo>
                  <a:pt x="0" y="1736"/>
                </a:lnTo>
                <a:lnTo>
                  <a:pt x="35833" y="1736"/>
                </a:lnTo>
                <a:lnTo>
                  <a:pt x="35833" y="4092"/>
                </a:lnTo>
                <a:lnTo>
                  <a:pt x="32982" y="4092"/>
                </a:lnTo>
                <a:cubicBezTo>
                  <a:pt x="31039" y="4092"/>
                  <a:pt x="29159" y="4564"/>
                  <a:pt x="27340" y="5510"/>
                </a:cubicBezTo>
                <a:cubicBezTo>
                  <a:pt x="26059" y="6169"/>
                  <a:pt x="25170" y="7156"/>
                  <a:pt x="24674" y="8472"/>
                </a:cubicBezTo>
                <a:cubicBezTo>
                  <a:pt x="24178" y="9788"/>
                  <a:pt x="23930" y="12502"/>
                  <a:pt x="23930" y="16615"/>
                </a:cubicBezTo>
                <a:lnTo>
                  <a:pt x="23930" y="42285"/>
                </a:lnTo>
                <a:cubicBezTo>
                  <a:pt x="24757" y="41502"/>
                  <a:pt x="27588" y="38886"/>
                  <a:pt x="32424" y="34437"/>
                </a:cubicBezTo>
                <a:cubicBezTo>
                  <a:pt x="44699" y="23230"/>
                  <a:pt x="52118" y="15751"/>
                  <a:pt x="54680" y="12002"/>
                </a:cubicBezTo>
                <a:cubicBezTo>
                  <a:pt x="55796" y="10354"/>
                  <a:pt x="56354" y="8912"/>
                  <a:pt x="56354" y="7676"/>
                </a:cubicBezTo>
                <a:cubicBezTo>
                  <a:pt x="56354" y="6728"/>
                  <a:pt x="55920" y="5893"/>
                  <a:pt x="55052" y="5173"/>
                </a:cubicBezTo>
                <a:cubicBezTo>
                  <a:pt x="54184" y="4452"/>
                  <a:pt x="52717" y="4092"/>
                  <a:pt x="50650" y="4092"/>
                </a:cubicBezTo>
                <a:lnTo>
                  <a:pt x="48728" y="4092"/>
                </a:lnTo>
                <a:lnTo>
                  <a:pt x="48728" y="1736"/>
                </a:lnTo>
                <a:lnTo>
                  <a:pt x="79602" y="1736"/>
                </a:lnTo>
                <a:lnTo>
                  <a:pt x="79602" y="4092"/>
                </a:lnTo>
                <a:cubicBezTo>
                  <a:pt x="77784" y="4133"/>
                  <a:pt x="76130" y="4381"/>
                  <a:pt x="74643" y="4836"/>
                </a:cubicBezTo>
                <a:cubicBezTo>
                  <a:pt x="73155" y="5289"/>
                  <a:pt x="71336" y="6165"/>
                  <a:pt x="69187" y="7465"/>
                </a:cubicBezTo>
                <a:cubicBezTo>
                  <a:pt x="67038" y="8764"/>
                  <a:pt x="64393" y="10858"/>
                  <a:pt x="61252" y="13746"/>
                </a:cubicBezTo>
                <a:cubicBezTo>
                  <a:pt x="60342" y="14570"/>
                  <a:pt x="56147" y="18790"/>
                  <a:pt x="48666" y="26406"/>
                </a:cubicBezTo>
                <a:lnTo>
                  <a:pt x="35833" y="39129"/>
                </a:lnTo>
                <a:close/>
                <a:moveTo>
                  <a:pt x="103077" y="50464"/>
                </a:moveTo>
                <a:cubicBezTo>
                  <a:pt x="103036" y="58857"/>
                  <a:pt x="105082" y="65439"/>
                  <a:pt x="109215" y="70212"/>
                </a:cubicBezTo>
                <a:cubicBezTo>
                  <a:pt x="113348" y="74984"/>
                  <a:pt x="118204" y="77370"/>
                  <a:pt x="123784" y="77370"/>
                </a:cubicBezTo>
                <a:cubicBezTo>
                  <a:pt x="127503" y="77370"/>
                  <a:pt x="130738" y="76343"/>
                  <a:pt x="133486" y="74288"/>
                </a:cubicBezTo>
                <a:cubicBezTo>
                  <a:pt x="136234" y="72233"/>
                  <a:pt x="138539" y="68714"/>
                  <a:pt x="140399" y="63731"/>
                </a:cubicBezTo>
                <a:lnTo>
                  <a:pt x="142320" y="64977"/>
                </a:lnTo>
                <a:cubicBezTo>
                  <a:pt x="141452" y="70669"/>
                  <a:pt x="138931" y="75852"/>
                  <a:pt x="134757" y="80526"/>
                </a:cubicBezTo>
                <a:cubicBezTo>
                  <a:pt x="130583" y="85201"/>
                  <a:pt x="125354" y="87538"/>
                  <a:pt x="119072" y="87538"/>
                </a:cubicBezTo>
                <a:cubicBezTo>
                  <a:pt x="112253" y="87538"/>
                  <a:pt x="106415" y="84888"/>
                  <a:pt x="101558" y="79589"/>
                </a:cubicBezTo>
                <a:cubicBezTo>
                  <a:pt x="96702" y="74288"/>
                  <a:pt x="94274" y="67162"/>
                  <a:pt x="94274" y="58212"/>
                </a:cubicBezTo>
                <a:cubicBezTo>
                  <a:pt x="94274" y="48520"/>
                  <a:pt x="96764" y="40962"/>
                  <a:pt x="101744" y="35539"/>
                </a:cubicBezTo>
                <a:cubicBezTo>
                  <a:pt x="106725" y="30114"/>
                  <a:pt x="112976" y="27402"/>
                  <a:pt x="120498" y="27402"/>
                </a:cubicBezTo>
                <a:cubicBezTo>
                  <a:pt x="126863" y="27402"/>
                  <a:pt x="132091" y="29494"/>
                  <a:pt x="136183" y="33679"/>
                </a:cubicBezTo>
                <a:cubicBezTo>
                  <a:pt x="140275" y="37862"/>
                  <a:pt x="142320" y="43458"/>
                  <a:pt x="142320" y="50464"/>
                </a:cubicBezTo>
                <a:lnTo>
                  <a:pt x="103077" y="50464"/>
                </a:lnTo>
                <a:moveTo>
                  <a:pt x="103077" y="46869"/>
                </a:moveTo>
                <a:lnTo>
                  <a:pt x="129363" y="46869"/>
                </a:lnTo>
                <a:cubicBezTo>
                  <a:pt x="129157" y="43261"/>
                  <a:pt x="128723" y="40720"/>
                  <a:pt x="128061" y="39245"/>
                </a:cubicBezTo>
                <a:cubicBezTo>
                  <a:pt x="127028" y="36949"/>
                  <a:pt x="125489" y="35145"/>
                  <a:pt x="123443" y="33834"/>
                </a:cubicBezTo>
                <a:cubicBezTo>
                  <a:pt x="121397" y="32522"/>
                  <a:pt x="119258" y="31866"/>
                  <a:pt x="117026" y="31866"/>
                </a:cubicBezTo>
                <a:cubicBezTo>
                  <a:pt x="113596" y="31866"/>
                  <a:pt x="110527" y="33188"/>
                  <a:pt x="107820" y="35831"/>
                </a:cubicBezTo>
                <a:cubicBezTo>
                  <a:pt x="105113" y="38475"/>
                  <a:pt x="103532" y="42154"/>
                  <a:pt x="103077" y="46869"/>
                </a:cubicBezTo>
                <a:close/>
                <a:moveTo>
                  <a:pt x="146552" y="29014"/>
                </a:moveTo>
                <a:lnTo>
                  <a:pt x="173024" y="29014"/>
                </a:lnTo>
                <a:lnTo>
                  <a:pt x="173024" y="31246"/>
                </a:lnTo>
                <a:lnTo>
                  <a:pt x="171723" y="31246"/>
                </a:lnTo>
                <a:cubicBezTo>
                  <a:pt x="169863" y="31246"/>
                  <a:pt x="168468" y="31651"/>
                  <a:pt x="167538" y="32460"/>
                </a:cubicBezTo>
                <a:cubicBezTo>
                  <a:pt x="166608" y="33270"/>
                  <a:pt x="166143" y="34277"/>
                  <a:pt x="166143" y="35481"/>
                </a:cubicBezTo>
                <a:cubicBezTo>
                  <a:pt x="166143" y="37100"/>
                  <a:pt x="166825" y="39343"/>
                  <a:pt x="168189" y="42207"/>
                </a:cubicBezTo>
                <a:lnTo>
                  <a:pt x="182014" y="70923"/>
                </a:lnTo>
                <a:lnTo>
                  <a:pt x="194723" y="39481"/>
                </a:lnTo>
                <a:cubicBezTo>
                  <a:pt x="195426" y="37777"/>
                  <a:pt x="195777" y="36092"/>
                  <a:pt x="195777" y="34427"/>
                </a:cubicBezTo>
                <a:cubicBezTo>
                  <a:pt x="195777" y="33679"/>
                  <a:pt x="195632" y="33118"/>
                  <a:pt x="195343" y="32743"/>
                </a:cubicBezTo>
                <a:cubicBezTo>
                  <a:pt x="195012" y="32286"/>
                  <a:pt x="194496" y="31923"/>
                  <a:pt x="193793" y="31653"/>
                </a:cubicBezTo>
                <a:cubicBezTo>
                  <a:pt x="193090" y="31381"/>
                  <a:pt x="191850" y="31246"/>
                  <a:pt x="190073" y="31246"/>
                </a:cubicBezTo>
                <a:lnTo>
                  <a:pt x="190073" y="29014"/>
                </a:lnTo>
                <a:lnTo>
                  <a:pt x="208548" y="29014"/>
                </a:lnTo>
                <a:lnTo>
                  <a:pt x="208548" y="31246"/>
                </a:lnTo>
                <a:cubicBezTo>
                  <a:pt x="207019" y="31411"/>
                  <a:pt x="205841" y="31743"/>
                  <a:pt x="205014" y="32242"/>
                </a:cubicBezTo>
                <a:cubicBezTo>
                  <a:pt x="204188" y="32739"/>
                  <a:pt x="203278" y="33672"/>
                  <a:pt x="202286" y="35041"/>
                </a:cubicBezTo>
                <a:cubicBezTo>
                  <a:pt x="201914" y="35622"/>
                  <a:pt x="201212" y="37219"/>
                  <a:pt x="200179" y="39832"/>
                </a:cubicBezTo>
                <a:lnTo>
                  <a:pt x="177054" y="96469"/>
                </a:lnTo>
                <a:cubicBezTo>
                  <a:pt x="174822" y="101985"/>
                  <a:pt x="171898" y="106153"/>
                  <a:pt x="168282" y="108973"/>
                </a:cubicBezTo>
                <a:cubicBezTo>
                  <a:pt x="164665" y="111793"/>
                  <a:pt x="161183" y="113204"/>
                  <a:pt x="157836" y="113204"/>
                </a:cubicBezTo>
                <a:cubicBezTo>
                  <a:pt x="155397" y="113204"/>
                  <a:pt x="153393" y="112497"/>
                  <a:pt x="151822" y="111084"/>
                </a:cubicBezTo>
                <a:cubicBezTo>
                  <a:pt x="150251" y="109673"/>
                  <a:pt x="149466" y="108054"/>
                  <a:pt x="149466" y="106227"/>
                </a:cubicBezTo>
                <a:cubicBezTo>
                  <a:pt x="149466" y="104482"/>
                  <a:pt x="150034" y="103080"/>
                  <a:pt x="151171" y="102021"/>
                </a:cubicBezTo>
                <a:cubicBezTo>
                  <a:pt x="152308" y="100962"/>
                  <a:pt x="153868" y="100433"/>
                  <a:pt x="155852" y="100433"/>
                </a:cubicBezTo>
                <a:cubicBezTo>
                  <a:pt x="157216" y="100433"/>
                  <a:pt x="159076" y="100875"/>
                  <a:pt x="161431" y="101760"/>
                </a:cubicBezTo>
                <a:cubicBezTo>
                  <a:pt x="163085" y="102363"/>
                  <a:pt x="164118" y="102665"/>
                  <a:pt x="164531" y="102665"/>
                </a:cubicBezTo>
                <a:cubicBezTo>
                  <a:pt x="165771" y="102665"/>
                  <a:pt x="167125" y="102028"/>
                  <a:pt x="168592" y="100756"/>
                </a:cubicBezTo>
                <a:cubicBezTo>
                  <a:pt x="170059" y="99484"/>
                  <a:pt x="171537" y="97022"/>
                  <a:pt x="173024" y="93371"/>
                </a:cubicBezTo>
                <a:lnTo>
                  <a:pt x="177054" y="83452"/>
                </a:lnTo>
                <a:lnTo>
                  <a:pt x="156658" y="40725"/>
                </a:lnTo>
                <a:cubicBezTo>
                  <a:pt x="156038" y="39436"/>
                  <a:pt x="155046" y="37835"/>
                  <a:pt x="153682" y="35923"/>
                </a:cubicBezTo>
                <a:cubicBezTo>
                  <a:pt x="152649" y="34468"/>
                  <a:pt x="151801" y="33491"/>
                  <a:pt x="151140" y="32991"/>
                </a:cubicBezTo>
                <a:cubicBezTo>
                  <a:pt x="150189" y="32326"/>
                  <a:pt x="148660" y="31744"/>
                  <a:pt x="146552" y="31246"/>
                </a:cubicBezTo>
                <a:lnTo>
                  <a:pt x="146552" y="29014"/>
                </a:lnTo>
                <a:close/>
                <a:moveTo>
                  <a:pt x="299247" y="69435"/>
                </a:moveTo>
                <a:lnTo>
                  <a:pt x="293358" y="85802"/>
                </a:lnTo>
                <a:lnTo>
                  <a:pt x="243761" y="85802"/>
                </a:lnTo>
                <a:lnTo>
                  <a:pt x="243761" y="83461"/>
                </a:lnTo>
                <a:cubicBezTo>
                  <a:pt x="258351" y="70167"/>
                  <a:pt x="268622" y="59309"/>
                  <a:pt x="274573" y="50887"/>
                </a:cubicBezTo>
                <a:cubicBezTo>
                  <a:pt x="280525" y="42463"/>
                  <a:pt x="283500" y="34759"/>
                  <a:pt x="283500" y="27774"/>
                </a:cubicBezTo>
                <a:cubicBezTo>
                  <a:pt x="283500" y="22460"/>
                  <a:pt x="281868" y="18094"/>
                  <a:pt x="278603" y="14676"/>
                </a:cubicBezTo>
                <a:cubicBezTo>
                  <a:pt x="275338" y="11257"/>
                  <a:pt x="271432" y="9547"/>
                  <a:pt x="266886" y="9547"/>
                </a:cubicBezTo>
                <a:cubicBezTo>
                  <a:pt x="262753" y="9547"/>
                  <a:pt x="259043" y="10746"/>
                  <a:pt x="255758" y="13143"/>
                </a:cubicBezTo>
                <a:cubicBezTo>
                  <a:pt x="252472" y="15539"/>
                  <a:pt x="250044" y="19052"/>
                  <a:pt x="248473" y="23682"/>
                </a:cubicBezTo>
                <a:lnTo>
                  <a:pt x="246179" y="23682"/>
                </a:lnTo>
                <a:cubicBezTo>
                  <a:pt x="247212" y="16056"/>
                  <a:pt x="249868" y="10202"/>
                  <a:pt x="254146" y="6122"/>
                </a:cubicBezTo>
                <a:cubicBezTo>
                  <a:pt x="258423" y="2041"/>
                  <a:pt x="263765" y="0"/>
                  <a:pt x="270171" y="0"/>
                </a:cubicBezTo>
                <a:cubicBezTo>
                  <a:pt x="276991" y="0"/>
                  <a:pt x="282684" y="2191"/>
                  <a:pt x="287251" y="6572"/>
                </a:cubicBezTo>
                <a:cubicBezTo>
                  <a:pt x="291818" y="10953"/>
                  <a:pt x="294102" y="16119"/>
                  <a:pt x="294102" y="22070"/>
                </a:cubicBezTo>
                <a:cubicBezTo>
                  <a:pt x="294102" y="26327"/>
                  <a:pt x="293110" y="30584"/>
                  <a:pt x="291126" y="34841"/>
                </a:cubicBezTo>
                <a:cubicBezTo>
                  <a:pt x="288068" y="41537"/>
                  <a:pt x="283108" y="48625"/>
                  <a:pt x="276247" y="56106"/>
                </a:cubicBezTo>
                <a:cubicBezTo>
                  <a:pt x="265956" y="67325"/>
                  <a:pt x="259529" y="74041"/>
                  <a:pt x="256966" y="76254"/>
                </a:cubicBezTo>
                <a:lnTo>
                  <a:pt x="278913" y="76254"/>
                </a:lnTo>
                <a:cubicBezTo>
                  <a:pt x="283377" y="76254"/>
                  <a:pt x="286507" y="76089"/>
                  <a:pt x="288305" y="75759"/>
                </a:cubicBezTo>
                <a:cubicBezTo>
                  <a:pt x="290103" y="75428"/>
                  <a:pt x="291725" y="74756"/>
                  <a:pt x="293172" y="73744"/>
                </a:cubicBezTo>
                <a:cubicBezTo>
                  <a:pt x="294618" y="72731"/>
                  <a:pt x="295879" y="71295"/>
                  <a:pt x="296954" y="69435"/>
                </a:cubicBezTo>
                <a:lnTo>
                  <a:pt x="299247" y="694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Key3">
            <a:extLst xmlns:a="http://schemas.openxmlformats.org/drawingml/2006/main">
              <a:ext uri="{FF2B5EF4-FFF2-40B4-BE49-F238E27FC236}">
                <a16:creationId xmlns:a16="http://schemas.microsoft.com/office/drawing/2014/main" id="{4E2AA628-54E7-4A44-A424-2AE7A9C1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639" y="2129635"/>
            <a:ext cx="293978" cy="113204"/>
          </a:xfrm>
          <a:custGeom xmlns:a="http://schemas.openxmlformats.org/drawingml/2006/main">
            <a:pathLst>
              <a:path w="293978" h="113204">
                <a:moveTo>
                  <a:pt x="35833" y="39129"/>
                </a:moveTo>
                <a:lnTo>
                  <a:pt x="66831" y="69950"/>
                </a:lnTo>
                <a:cubicBezTo>
                  <a:pt x="71915" y="75021"/>
                  <a:pt x="76254" y="78476"/>
                  <a:pt x="79850" y="80315"/>
                </a:cubicBezTo>
                <a:cubicBezTo>
                  <a:pt x="83446" y="82154"/>
                  <a:pt x="87042" y="83198"/>
                  <a:pt x="90637" y="83446"/>
                </a:cubicBezTo>
                <a:lnTo>
                  <a:pt x="90637" y="85802"/>
                </a:lnTo>
                <a:lnTo>
                  <a:pt x="50650" y="85802"/>
                </a:lnTo>
                <a:lnTo>
                  <a:pt x="50650" y="83446"/>
                </a:lnTo>
                <a:cubicBezTo>
                  <a:pt x="53047" y="83446"/>
                  <a:pt x="54773" y="83043"/>
                  <a:pt x="55827" y="82237"/>
                </a:cubicBezTo>
                <a:cubicBezTo>
                  <a:pt x="56881" y="81431"/>
                  <a:pt x="57408" y="80532"/>
                  <a:pt x="57408" y="79540"/>
                </a:cubicBezTo>
                <a:cubicBezTo>
                  <a:pt x="57408" y="78548"/>
                  <a:pt x="57212" y="77660"/>
                  <a:pt x="56819" y="76874"/>
                </a:cubicBezTo>
                <a:cubicBezTo>
                  <a:pt x="56426" y="76089"/>
                  <a:pt x="55135" y="74622"/>
                  <a:pt x="52944" y="72473"/>
                </a:cubicBezTo>
                <a:lnTo>
                  <a:pt x="23930" y="43769"/>
                </a:lnTo>
                <a:lnTo>
                  <a:pt x="23930" y="70923"/>
                </a:lnTo>
                <a:cubicBezTo>
                  <a:pt x="23930" y="75159"/>
                  <a:pt x="24199" y="77956"/>
                  <a:pt x="24736" y="79314"/>
                </a:cubicBezTo>
                <a:cubicBezTo>
                  <a:pt x="25150" y="80342"/>
                  <a:pt x="26017" y="81226"/>
                  <a:pt x="27340" y="81966"/>
                </a:cubicBezTo>
                <a:cubicBezTo>
                  <a:pt x="29117" y="82953"/>
                  <a:pt x="30998" y="83446"/>
                  <a:pt x="32982" y="83446"/>
                </a:cubicBezTo>
                <a:lnTo>
                  <a:pt x="35833" y="83446"/>
                </a:lnTo>
                <a:lnTo>
                  <a:pt x="35833" y="85802"/>
                </a:lnTo>
                <a:lnTo>
                  <a:pt x="0" y="85802"/>
                </a:lnTo>
                <a:lnTo>
                  <a:pt x="0" y="83446"/>
                </a:lnTo>
                <a:lnTo>
                  <a:pt x="2976" y="83446"/>
                </a:lnTo>
                <a:cubicBezTo>
                  <a:pt x="6448" y="83446"/>
                  <a:pt x="8969" y="82439"/>
                  <a:pt x="10539" y="80424"/>
                </a:cubicBezTo>
                <a:cubicBezTo>
                  <a:pt x="11531" y="79108"/>
                  <a:pt x="12027" y="75941"/>
                  <a:pt x="12027" y="70923"/>
                </a:cubicBezTo>
                <a:lnTo>
                  <a:pt x="12027" y="16615"/>
                </a:lnTo>
                <a:cubicBezTo>
                  <a:pt x="12027" y="12378"/>
                  <a:pt x="11758" y="9562"/>
                  <a:pt x="11221" y="8164"/>
                </a:cubicBezTo>
                <a:cubicBezTo>
                  <a:pt x="10808" y="7176"/>
                  <a:pt x="9961" y="6312"/>
                  <a:pt x="8679" y="5572"/>
                </a:cubicBezTo>
                <a:cubicBezTo>
                  <a:pt x="6861" y="4585"/>
                  <a:pt x="4960" y="4092"/>
                  <a:pt x="2976" y="4092"/>
                </a:cubicBezTo>
                <a:lnTo>
                  <a:pt x="0" y="4092"/>
                </a:lnTo>
                <a:lnTo>
                  <a:pt x="0" y="1736"/>
                </a:lnTo>
                <a:lnTo>
                  <a:pt x="35833" y="1736"/>
                </a:lnTo>
                <a:lnTo>
                  <a:pt x="35833" y="4092"/>
                </a:lnTo>
                <a:lnTo>
                  <a:pt x="32982" y="4092"/>
                </a:lnTo>
                <a:cubicBezTo>
                  <a:pt x="31039" y="4092"/>
                  <a:pt x="29159" y="4564"/>
                  <a:pt x="27340" y="5510"/>
                </a:cubicBezTo>
                <a:cubicBezTo>
                  <a:pt x="26059" y="6169"/>
                  <a:pt x="25170" y="7156"/>
                  <a:pt x="24674" y="8472"/>
                </a:cubicBezTo>
                <a:cubicBezTo>
                  <a:pt x="24178" y="9788"/>
                  <a:pt x="23930" y="12502"/>
                  <a:pt x="23930" y="16615"/>
                </a:cubicBezTo>
                <a:lnTo>
                  <a:pt x="23930" y="42285"/>
                </a:lnTo>
                <a:cubicBezTo>
                  <a:pt x="24757" y="41502"/>
                  <a:pt x="27588" y="38886"/>
                  <a:pt x="32424" y="34437"/>
                </a:cubicBezTo>
                <a:cubicBezTo>
                  <a:pt x="44699" y="23230"/>
                  <a:pt x="52118" y="15751"/>
                  <a:pt x="54680" y="12002"/>
                </a:cubicBezTo>
                <a:cubicBezTo>
                  <a:pt x="55796" y="10354"/>
                  <a:pt x="56354" y="8912"/>
                  <a:pt x="56354" y="7676"/>
                </a:cubicBezTo>
                <a:cubicBezTo>
                  <a:pt x="56354" y="6728"/>
                  <a:pt x="55920" y="5893"/>
                  <a:pt x="55052" y="5173"/>
                </a:cubicBezTo>
                <a:cubicBezTo>
                  <a:pt x="54184" y="4452"/>
                  <a:pt x="52717" y="4092"/>
                  <a:pt x="50650" y="4092"/>
                </a:cubicBezTo>
                <a:lnTo>
                  <a:pt x="48728" y="4092"/>
                </a:lnTo>
                <a:lnTo>
                  <a:pt x="48728" y="1736"/>
                </a:lnTo>
                <a:lnTo>
                  <a:pt x="79602" y="1736"/>
                </a:lnTo>
                <a:lnTo>
                  <a:pt x="79602" y="4092"/>
                </a:lnTo>
                <a:cubicBezTo>
                  <a:pt x="77784" y="4133"/>
                  <a:pt x="76130" y="4381"/>
                  <a:pt x="74643" y="4836"/>
                </a:cubicBezTo>
                <a:cubicBezTo>
                  <a:pt x="73155" y="5289"/>
                  <a:pt x="71336" y="6165"/>
                  <a:pt x="69187" y="7465"/>
                </a:cubicBezTo>
                <a:cubicBezTo>
                  <a:pt x="67038" y="8764"/>
                  <a:pt x="64393" y="10858"/>
                  <a:pt x="61252" y="13746"/>
                </a:cubicBezTo>
                <a:cubicBezTo>
                  <a:pt x="60342" y="14570"/>
                  <a:pt x="56147" y="18790"/>
                  <a:pt x="48666" y="26406"/>
                </a:cubicBezTo>
                <a:lnTo>
                  <a:pt x="35833" y="39129"/>
                </a:lnTo>
                <a:close/>
                <a:moveTo>
                  <a:pt x="103077" y="50464"/>
                </a:moveTo>
                <a:cubicBezTo>
                  <a:pt x="103036" y="58857"/>
                  <a:pt x="105082" y="65439"/>
                  <a:pt x="109215" y="70212"/>
                </a:cubicBezTo>
                <a:cubicBezTo>
                  <a:pt x="113348" y="74984"/>
                  <a:pt x="118204" y="77370"/>
                  <a:pt x="123784" y="77370"/>
                </a:cubicBezTo>
                <a:cubicBezTo>
                  <a:pt x="127503" y="77370"/>
                  <a:pt x="130738" y="76343"/>
                  <a:pt x="133486" y="74288"/>
                </a:cubicBezTo>
                <a:cubicBezTo>
                  <a:pt x="136234" y="72233"/>
                  <a:pt x="138539" y="68714"/>
                  <a:pt x="140399" y="63731"/>
                </a:cubicBezTo>
                <a:lnTo>
                  <a:pt x="142320" y="64977"/>
                </a:lnTo>
                <a:cubicBezTo>
                  <a:pt x="141452" y="70669"/>
                  <a:pt x="138931" y="75852"/>
                  <a:pt x="134757" y="80526"/>
                </a:cubicBezTo>
                <a:cubicBezTo>
                  <a:pt x="130583" y="85201"/>
                  <a:pt x="125354" y="87538"/>
                  <a:pt x="119072" y="87538"/>
                </a:cubicBezTo>
                <a:cubicBezTo>
                  <a:pt x="112253" y="87538"/>
                  <a:pt x="106415" y="84888"/>
                  <a:pt x="101558" y="79589"/>
                </a:cubicBezTo>
                <a:cubicBezTo>
                  <a:pt x="96702" y="74288"/>
                  <a:pt x="94274" y="67162"/>
                  <a:pt x="94274" y="58212"/>
                </a:cubicBezTo>
                <a:cubicBezTo>
                  <a:pt x="94274" y="48520"/>
                  <a:pt x="96764" y="40962"/>
                  <a:pt x="101744" y="35539"/>
                </a:cubicBezTo>
                <a:cubicBezTo>
                  <a:pt x="106725" y="30114"/>
                  <a:pt x="112976" y="27402"/>
                  <a:pt x="120498" y="27402"/>
                </a:cubicBezTo>
                <a:cubicBezTo>
                  <a:pt x="126863" y="27402"/>
                  <a:pt x="132091" y="29494"/>
                  <a:pt x="136183" y="33679"/>
                </a:cubicBezTo>
                <a:cubicBezTo>
                  <a:pt x="140275" y="37862"/>
                  <a:pt x="142320" y="43458"/>
                  <a:pt x="142320" y="50464"/>
                </a:cubicBezTo>
                <a:lnTo>
                  <a:pt x="103077" y="50464"/>
                </a:lnTo>
                <a:moveTo>
                  <a:pt x="103077" y="46869"/>
                </a:moveTo>
                <a:lnTo>
                  <a:pt x="129363" y="46869"/>
                </a:lnTo>
                <a:cubicBezTo>
                  <a:pt x="129157" y="43261"/>
                  <a:pt x="128723" y="40720"/>
                  <a:pt x="128061" y="39245"/>
                </a:cubicBezTo>
                <a:cubicBezTo>
                  <a:pt x="127028" y="36949"/>
                  <a:pt x="125489" y="35145"/>
                  <a:pt x="123443" y="33834"/>
                </a:cubicBezTo>
                <a:cubicBezTo>
                  <a:pt x="121397" y="32522"/>
                  <a:pt x="119258" y="31866"/>
                  <a:pt x="117026" y="31866"/>
                </a:cubicBezTo>
                <a:cubicBezTo>
                  <a:pt x="113596" y="31866"/>
                  <a:pt x="110527" y="33188"/>
                  <a:pt x="107820" y="35831"/>
                </a:cubicBezTo>
                <a:cubicBezTo>
                  <a:pt x="105113" y="38475"/>
                  <a:pt x="103532" y="42154"/>
                  <a:pt x="103077" y="46869"/>
                </a:cubicBezTo>
                <a:close/>
                <a:moveTo>
                  <a:pt x="146552" y="29014"/>
                </a:moveTo>
                <a:lnTo>
                  <a:pt x="173024" y="29014"/>
                </a:lnTo>
                <a:lnTo>
                  <a:pt x="173024" y="31246"/>
                </a:lnTo>
                <a:lnTo>
                  <a:pt x="171723" y="31246"/>
                </a:lnTo>
                <a:cubicBezTo>
                  <a:pt x="169863" y="31246"/>
                  <a:pt x="168468" y="31651"/>
                  <a:pt x="167538" y="32460"/>
                </a:cubicBezTo>
                <a:cubicBezTo>
                  <a:pt x="166608" y="33270"/>
                  <a:pt x="166143" y="34277"/>
                  <a:pt x="166143" y="35481"/>
                </a:cubicBezTo>
                <a:cubicBezTo>
                  <a:pt x="166143" y="37100"/>
                  <a:pt x="166825" y="39343"/>
                  <a:pt x="168189" y="42207"/>
                </a:cubicBezTo>
                <a:lnTo>
                  <a:pt x="182014" y="70923"/>
                </a:lnTo>
                <a:lnTo>
                  <a:pt x="194723" y="39481"/>
                </a:lnTo>
                <a:cubicBezTo>
                  <a:pt x="195426" y="37777"/>
                  <a:pt x="195777" y="36092"/>
                  <a:pt x="195777" y="34427"/>
                </a:cubicBezTo>
                <a:cubicBezTo>
                  <a:pt x="195777" y="33679"/>
                  <a:pt x="195632" y="33118"/>
                  <a:pt x="195343" y="32743"/>
                </a:cubicBezTo>
                <a:cubicBezTo>
                  <a:pt x="195012" y="32286"/>
                  <a:pt x="194496" y="31923"/>
                  <a:pt x="193793" y="31653"/>
                </a:cubicBezTo>
                <a:cubicBezTo>
                  <a:pt x="193090" y="31381"/>
                  <a:pt x="191850" y="31246"/>
                  <a:pt x="190073" y="31246"/>
                </a:cubicBezTo>
                <a:lnTo>
                  <a:pt x="190073" y="29014"/>
                </a:lnTo>
                <a:lnTo>
                  <a:pt x="208548" y="29014"/>
                </a:lnTo>
                <a:lnTo>
                  <a:pt x="208548" y="31246"/>
                </a:lnTo>
                <a:cubicBezTo>
                  <a:pt x="207019" y="31411"/>
                  <a:pt x="205841" y="31743"/>
                  <a:pt x="205014" y="32242"/>
                </a:cubicBezTo>
                <a:cubicBezTo>
                  <a:pt x="204188" y="32739"/>
                  <a:pt x="203278" y="33672"/>
                  <a:pt x="202286" y="35041"/>
                </a:cubicBezTo>
                <a:cubicBezTo>
                  <a:pt x="201914" y="35622"/>
                  <a:pt x="201212" y="37219"/>
                  <a:pt x="200179" y="39832"/>
                </a:cubicBezTo>
                <a:lnTo>
                  <a:pt x="177054" y="96469"/>
                </a:lnTo>
                <a:cubicBezTo>
                  <a:pt x="174822" y="101985"/>
                  <a:pt x="171898" y="106153"/>
                  <a:pt x="168282" y="108973"/>
                </a:cubicBezTo>
                <a:cubicBezTo>
                  <a:pt x="164665" y="111793"/>
                  <a:pt x="161183" y="113204"/>
                  <a:pt x="157836" y="113204"/>
                </a:cubicBezTo>
                <a:cubicBezTo>
                  <a:pt x="155397" y="113204"/>
                  <a:pt x="153393" y="112497"/>
                  <a:pt x="151822" y="111084"/>
                </a:cubicBezTo>
                <a:cubicBezTo>
                  <a:pt x="150251" y="109673"/>
                  <a:pt x="149466" y="108054"/>
                  <a:pt x="149466" y="106227"/>
                </a:cubicBezTo>
                <a:cubicBezTo>
                  <a:pt x="149466" y="104482"/>
                  <a:pt x="150034" y="103080"/>
                  <a:pt x="151171" y="102021"/>
                </a:cubicBezTo>
                <a:cubicBezTo>
                  <a:pt x="152308" y="100962"/>
                  <a:pt x="153868" y="100433"/>
                  <a:pt x="155852" y="100433"/>
                </a:cubicBezTo>
                <a:cubicBezTo>
                  <a:pt x="157216" y="100433"/>
                  <a:pt x="159076" y="100875"/>
                  <a:pt x="161431" y="101760"/>
                </a:cubicBezTo>
                <a:cubicBezTo>
                  <a:pt x="163085" y="102363"/>
                  <a:pt x="164118" y="102665"/>
                  <a:pt x="164531" y="102665"/>
                </a:cubicBezTo>
                <a:cubicBezTo>
                  <a:pt x="165771" y="102665"/>
                  <a:pt x="167125" y="102028"/>
                  <a:pt x="168592" y="100756"/>
                </a:cubicBezTo>
                <a:cubicBezTo>
                  <a:pt x="170059" y="99484"/>
                  <a:pt x="171537" y="97022"/>
                  <a:pt x="173024" y="93371"/>
                </a:cubicBezTo>
                <a:lnTo>
                  <a:pt x="177054" y="83452"/>
                </a:lnTo>
                <a:lnTo>
                  <a:pt x="156658" y="40725"/>
                </a:lnTo>
                <a:cubicBezTo>
                  <a:pt x="156038" y="39436"/>
                  <a:pt x="155046" y="37835"/>
                  <a:pt x="153682" y="35923"/>
                </a:cubicBezTo>
                <a:cubicBezTo>
                  <a:pt x="152649" y="34468"/>
                  <a:pt x="151801" y="33491"/>
                  <a:pt x="151140" y="32991"/>
                </a:cubicBezTo>
                <a:cubicBezTo>
                  <a:pt x="150189" y="32326"/>
                  <a:pt x="148660" y="31744"/>
                  <a:pt x="146552" y="31246"/>
                </a:cubicBezTo>
                <a:lnTo>
                  <a:pt x="146552" y="29014"/>
                </a:lnTo>
                <a:close/>
                <a:moveTo>
                  <a:pt x="247481" y="17731"/>
                </a:moveTo>
                <a:cubicBezTo>
                  <a:pt x="249878" y="12068"/>
                  <a:pt x="252906" y="7698"/>
                  <a:pt x="256563" y="4619"/>
                </a:cubicBezTo>
                <a:cubicBezTo>
                  <a:pt x="260221" y="1540"/>
                  <a:pt x="264778" y="0"/>
                  <a:pt x="270233" y="0"/>
                </a:cubicBezTo>
                <a:cubicBezTo>
                  <a:pt x="276970" y="0"/>
                  <a:pt x="282137" y="2191"/>
                  <a:pt x="285732" y="6572"/>
                </a:cubicBezTo>
                <a:cubicBezTo>
                  <a:pt x="288460" y="9837"/>
                  <a:pt x="289824" y="13329"/>
                  <a:pt x="289824" y="17049"/>
                </a:cubicBezTo>
                <a:cubicBezTo>
                  <a:pt x="289824" y="23166"/>
                  <a:pt x="285980" y="29489"/>
                  <a:pt x="278293" y="36019"/>
                </a:cubicBezTo>
                <a:cubicBezTo>
                  <a:pt x="283459" y="38045"/>
                  <a:pt x="287365" y="40938"/>
                  <a:pt x="290010" y="44699"/>
                </a:cubicBezTo>
                <a:cubicBezTo>
                  <a:pt x="292655" y="48460"/>
                  <a:pt x="293978" y="52882"/>
                  <a:pt x="293978" y="57966"/>
                </a:cubicBezTo>
                <a:cubicBezTo>
                  <a:pt x="293978" y="65240"/>
                  <a:pt x="291663" y="71543"/>
                  <a:pt x="287034" y="76874"/>
                </a:cubicBezTo>
                <a:cubicBezTo>
                  <a:pt x="281000" y="83818"/>
                  <a:pt x="272259" y="87290"/>
                  <a:pt x="260810" y="87290"/>
                </a:cubicBezTo>
                <a:cubicBezTo>
                  <a:pt x="255148" y="87290"/>
                  <a:pt x="251294" y="86587"/>
                  <a:pt x="249248" y="85182"/>
                </a:cubicBezTo>
                <a:cubicBezTo>
                  <a:pt x="247202" y="83777"/>
                  <a:pt x="246179" y="82268"/>
                  <a:pt x="246179" y="80656"/>
                </a:cubicBezTo>
                <a:cubicBezTo>
                  <a:pt x="246179" y="79458"/>
                  <a:pt x="246665" y="78404"/>
                  <a:pt x="247636" y="77494"/>
                </a:cubicBezTo>
                <a:cubicBezTo>
                  <a:pt x="248607" y="76585"/>
                  <a:pt x="249775" y="76130"/>
                  <a:pt x="251139" y="76130"/>
                </a:cubicBezTo>
                <a:cubicBezTo>
                  <a:pt x="252172" y="76130"/>
                  <a:pt x="253226" y="76294"/>
                  <a:pt x="254301" y="76621"/>
                </a:cubicBezTo>
                <a:cubicBezTo>
                  <a:pt x="255003" y="76826"/>
                  <a:pt x="256594" y="77573"/>
                  <a:pt x="259074" y="78860"/>
                </a:cubicBezTo>
                <a:cubicBezTo>
                  <a:pt x="261554" y="80148"/>
                  <a:pt x="263269" y="80914"/>
                  <a:pt x="264220" y="81160"/>
                </a:cubicBezTo>
                <a:cubicBezTo>
                  <a:pt x="265749" y="81609"/>
                  <a:pt x="267382" y="81834"/>
                  <a:pt x="269118" y="81834"/>
                </a:cubicBezTo>
                <a:cubicBezTo>
                  <a:pt x="273333" y="81834"/>
                  <a:pt x="277001" y="80202"/>
                  <a:pt x="280122" y="76936"/>
                </a:cubicBezTo>
                <a:cubicBezTo>
                  <a:pt x="283242" y="73671"/>
                  <a:pt x="284802" y="69807"/>
                  <a:pt x="284802" y="65343"/>
                </a:cubicBezTo>
                <a:cubicBezTo>
                  <a:pt x="284802" y="62078"/>
                  <a:pt x="284079" y="58896"/>
                  <a:pt x="282633" y="55796"/>
                </a:cubicBezTo>
                <a:cubicBezTo>
                  <a:pt x="281558" y="53481"/>
                  <a:pt x="280380" y="51725"/>
                  <a:pt x="279099" y="50526"/>
                </a:cubicBezTo>
                <a:cubicBezTo>
                  <a:pt x="277322" y="48873"/>
                  <a:pt x="274883" y="47375"/>
                  <a:pt x="271783" y="46032"/>
                </a:cubicBezTo>
                <a:cubicBezTo>
                  <a:pt x="268684" y="44688"/>
                  <a:pt x="265522" y="44017"/>
                  <a:pt x="262298" y="44017"/>
                </a:cubicBezTo>
                <a:lnTo>
                  <a:pt x="260314" y="44017"/>
                </a:lnTo>
                <a:lnTo>
                  <a:pt x="260314" y="42157"/>
                </a:lnTo>
                <a:cubicBezTo>
                  <a:pt x="263579" y="41745"/>
                  <a:pt x="266855" y="40570"/>
                  <a:pt x="270140" y="38631"/>
                </a:cubicBezTo>
                <a:cubicBezTo>
                  <a:pt x="273426" y="36691"/>
                  <a:pt x="275813" y="34360"/>
                  <a:pt x="277301" y="31637"/>
                </a:cubicBezTo>
                <a:cubicBezTo>
                  <a:pt x="278789" y="28914"/>
                  <a:pt x="279533" y="25923"/>
                  <a:pt x="279533" y="22663"/>
                </a:cubicBezTo>
                <a:cubicBezTo>
                  <a:pt x="279533" y="18415"/>
                  <a:pt x="278200" y="14982"/>
                  <a:pt x="275534" y="12362"/>
                </a:cubicBezTo>
                <a:cubicBezTo>
                  <a:pt x="272868" y="9742"/>
                  <a:pt x="269552" y="8431"/>
                  <a:pt x="265584" y="8431"/>
                </a:cubicBezTo>
                <a:cubicBezTo>
                  <a:pt x="259178" y="8431"/>
                  <a:pt x="253825" y="11862"/>
                  <a:pt x="249527" y="18723"/>
                </a:cubicBezTo>
                <a:lnTo>
                  <a:pt x="247481" y="17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(">
            <a:extLst xmlns:a="http://schemas.openxmlformats.org/drawingml/2006/main">
              <a:ext uri="{FF2B5EF4-FFF2-40B4-BE49-F238E27FC236}">
                <a16:creationId xmlns:a16="http://schemas.microsoft.com/office/drawing/2014/main" id="{15A20B67-D386-4231-9D5F-375F6BDA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808" y="2281989"/>
            <a:ext cx="28518" cy="96093"/>
          </a:xfrm>
          <a:custGeom xmlns:a="http://schemas.openxmlformats.org/drawingml/2006/main">
            <a:pathLst>
              <a:path w="28518" h="96093">
                <a:moveTo>
                  <a:pt x="28518" y="94130"/>
                </a:moveTo>
                <a:lnTo>
                  <a:pt x="28518" y="96093"/>
                </a:lnTo>
                <a:cubicBezTo>
                  <a:pt x="23317" y="93476"/>
                  <a:pt x="18978" y="90410"/>
                  <a:pt x="15499" y="86897"/>
                </a:cubicBezTo>
                <a:cubicBezTo>
                  <a:pt x="10539" y="81903"/>
                  <a:pt x="6716" y="76014"/>
                  <a:pt x="4030" y="69229"/>
                </a:cubicBezTo>
                <a:cubicBezTo>
                  <a:pt x="1343" y="62443"/>
                  <a:pt x="0" y="55400"/>
                  <a:pt x="0" y="48098"/>
                </a:cubicBezTo>
                <a:cubicBezTo>
                  <a:pt x="0" y="37421"/>
                  <a:pt x="2635" y="27683"/>
                  <a:pt x="7904" y="18883"/>
                </a:cubicBezTo>
                <a:cubicBezTo>
                  <a:pt x="13174" y="10083"/>
                  <a:pt x="20045" y="3789"/>
                  <a:pt x="28518" y="0"/>
                </a:cubicBezTo>
                <a:lnTo>
                  <a:pt x="28518" y="2170"/>
                </a:lnTo>
                <a:cubicBezTo>
                  <a:pt x="24282" y="4511"/>
                  <a:pt x="20803" y="7712"/>
                  <a:pt x="18082" y="11774"/>
                </a:cubicBezTo>
                <a:cubicBezTo>
                  <a:pt x="15361" y="15836"/>
                  <a:pt x="13329" y="20983"/>
                  <a:pt x="11986" y="27214"/>
                </a:cubicBezTo>
                <a:cubicBezTo>
                  <a:pt x="10643" y="33443"/>
                  <a:pt x="9971" y="39949"/>
                  <a:pt x="9971" y="46731"/>
                </a:cubicBezTo>
                <a:cubicBezTo>
                  <a:pt x="9971" y="54097"/>
                  <a:pt x="10539" y="60792"/>
                  <a:pt x="11676" y="66817"/>
                </a:cubicBezTo>
                <a:cubicBezTo>
                  <a:pt x="12571" y="71566"/>
                  <a:pt x="13656" y="75378"/>
                  <a:pt x="14931" y="78252"/>
                </a:cubicBezTo>
                <a:cubicBezTo>
                  <a:pt x="16205" y="81127"/>
                  <a:pt x="17918" y="83889"/>
                  <a:pt x="20071" y="86539"/>
                </a:cubicBezTo>
                <a:cubicBezTo>
                  <a:pt x="22224" y="89190"/>
                  <a:pt x="25039" y="91720"/>
                  <a:pt x="28518" y="941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PriorQuery">
            <a:extLst xmlns:a="http://schemas.openxmlformats.org/drawingml/2006/main">
              <a:ext uri="{FF2B5EF4-FFF2-40B4-BE49-F238E27FC236}">
                <a16:creationId xmlns:a16="http://schemas.microsoft.com/office/drawing/2014/main" id="{A209DA25-7802-4BCE-880B-BD1A37EB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601" y="2274643"/>
            <a:ext cx="549870" cy="105929"/>
          </a:xfrm>
          <a:custGeom xmlns:a="http://schemas.openxmlformats.org/drawingml/2006/main">
            <a:pathLst>
              <a:path w="549870" h="105929">
                <a:moveTo>
                  <a:pt x="21936" y="44756"/>
                </a:moveTo>
                <a:lnTo>
                  <a:pt x="21936" y="67172"/>
                </a:lnTo>
                <a:cubicBezTo>
                  <a:pt x="21936" y="71998"/>
                  <a:pt x="22466" y="74995"/>
                  <a:pt x="23527" y="76163"/>
                </a:cubicBezTo>
                <a:cubicBezTo>
                  <a:pt x="24967" y="77822"/>
                  <a:pt x="27145" y="78651"/>
                  <a:pt x="30063" y="78651"/>
                </a:cubicBezTo>
                <a:lnTo>
                  <a:pt x="33018" y="78651"/>
                </a:lnTo>
                <a:lnTo>
                  <a:pt x="33018" y="80811"/>
                </a:lnTo>
                <a:lnTo>
                  <a:pt x="0" y="80811"/>
                </a:lnTo>
                <a:lnTo>
                  <a:pt x="0" y="78651"/>
                </a:lnTo>
                <a:lnTo>
                  <a:pt x="2898" y="78651"/>
                </a:lnTo>
                <a:cubicBezTo>
                  <a:pt x="6156" y="78651"/>
                  <a:pt x="8486" y="77596"/>
                  <a:pt x="9888" y="75485"/>
                </a:cubicBezTo>
                <a:cubicBezTo>
                  <a:pt x="10646" y="74316"/>
                  <a:pt x="11025" y="71545"/>
                  <a:pt x="11025" y="67172"/>
                </a:cubicBezTo>
                <a:lnTo>
                  <a:pt x="11025" y="17390"/>
                </a:lnTo>
                <a:cubicBezTo>
                  <a:pt x="11025" y="12564"/>
                  <a:pt x="10513" y="9567"/>
                  <a:pt x="9490" y="8398"/>
                </a:cubicBezTo>
                <a:cubicBezTo>
                  <a:pt x="8013" y="6740"/>
                  <a:pt x="5816" y="5910"/>
                  <a:pt x="2898" y="5910"/>
                </a:cubicBezTo>
                <a:lnTo>
                  <a:pt x="0" y="5910"/>
                </a:lnTo>
                <a:lnTo>
                  <a:pt x="0" y="3751"/>
                </a:lnTo>
                <a:lnTo>
                  <a:pt x="28244" y="3751"/>
                </a:lnTo>
                <a:cubicBezTo>
                  <a:pt x="35139" y="3751"/>
                  <a:pt x="40576" y="4462"/>
                  <a:pt x="44554" y="5885"/>
                </a:cubicBezTo>
                <a:cubicBezTo>
                  <a:pt x="48532" y="7307"/>
                  <a:pt x="51885" y="9707"/>
                  <a:pt x="54613" y="13083"/>
                </a:cubicBezTo>
                <a:cubicBezTo>
                  <a:pt x="57341" y="16460"/>
                  <a:pt x="58704" y="20462"/>
                  <a:pt x="58704" y="25090"/>
                </a:cubicBezTo>
                <a:cubicBezTo>
                  <a:pt x="58704" y="31387"/>
                  <a:pt x="56630" y="36509"/>
                  <a:pt x="52482" y="40455"/>
                </a:cubicBezTo>
                <a:cubicBezTo>
                  <a:pt x="48333" y="44400"/>
                  <a:pt x="42470" y="46373"/>
                  <a:pt x="34893" y="46373"/>
                </a:cubicBezTo>
                <a:cubicBezTo>
                  <a:pt x="33037" y="46373"/>
                  <a:pt x="31029" y="46238"/>
                  <a:pt x="28869" y="45969"/>
                </a:cubicBezTo>
                <a:cubicBezTo>
                  <a:pt x="26710" y="45699"/>
                  <a:pt x="24399" y="45295"/>
                  <a:pt x="21936" y="44756"/>
                </a:cubicBezTo>
                <a:moveTo>
                  <a:pt x="21936" y="41487"/>
                </a:moveTo>
                <a:cubicBezTo>
                  <a:pt x="23944" y="41866"/>
                  <a:pt x="25725" y="42150"/>
                  <a:pt x="27278" y="42339"/>
                </a:cubicBezTo>
                <a:cubicBezTo>
                  <a:pt x="28831" y="42528"/>
                  <a:pt x="30157" y="42622"/>
                  <a:pt x="31256" y="42622"/>
                </a:cubicBezTo>
                <a:cubicBezTo>
                  <a:pt x="35196" y="42622"/>
                  <a:pt x="38596" y="41100"/>
                  <a:pt x="41457" y="38056"/>
                </a:cubicBezTo>
                <a:cubicBezTo>
                  <a:pt x="44317" y="35011"/>
                  <a:pt x="45747" y="31067"/>
                  <a:pt x="45747" y="26225"/>
                </a:cubicBezTo>
                <a:cubicBezTo>
                  <a:pt x="45747" y="22897"/>
                  <a:pt x="45065" y="19805"/>
                  <a:pt x="43702" y="16949"/>
                </a:cubicBezTo>
                <a:cubicBezTo>
                  <a:pt x="42338" y="14094"/>
                  <a:pt x="40405" y="11957"/>
                  <a:pt x="37905" y="10538"/>
                </a:cubicBezTo>
                <a:cubicBezTo>
                  <a:pt x="35405" y="9120"/>
                  <a:pt x="32563" y="8411"/>
                  <a:pt x="29381" y="8411"/>
                </a:cubicBezTo>
                <a:cubicBezTo>
                  <a:pt x="27448" y="8411"/>
                  <a:pt x="24967" y="8770"/>
                  <a:pt x="21936" y="9489"/>
                </a:cubicBezTo>
                <a:lnTo>
                  <a:pt x="21936" y="41487"/>
                </a:lnTo>
                <a:close/>
                <a:moveTo>
                  <a:pt x="81646" y="27278"/>
                </a:moveTo>
                <a:lnTo>
                  <a:pt x="81646" y="38985"/>
                </a:lnTo>
                <a:cubicBezTo>
                  <a:pt x="86003" y="31180"/>
                  <a:pt x="90473" y="27278"/>
                  <a:pt x="95057" y="27278"/>
                </a:cubicBezTo>
                <a:cubicBezTo>
                  <a:pt x="97141" y="27278"/>
                  <a:pt x="98865" y="27913"/>
                  <a:pt x="100229" y="29182"/>
                </a:cubicBezTo>
                <a:cubicBezTo>
                  <a:pt x="101593" y="30451"/>
                  <a:pt x="102275" y="31919"/>
                  <a:pt x="102275" y="33586"/>
                </a:cubicBezTo>
                <a:cubicBezTo>
                  <a:pt x="102275" y="35064"/>
                  <a:pt x="101782" y="36314"/>
                  <a:pt x="100797" y="37337"/>
                </a:cubicBezTo>
                <a:cubicBezTo>
                  <a:pt x="99812" y="38360"/>
                  <a:pt x="98638" y="38871"/>
                  <a:pt x="97274" y="38871"/>
                </a:cubicBezTo>
                <a:cubicBezTo>
                  <a:pt x="95948" y="38871"/>
                  <a:pt x="94461" y="38227"/>
                  <a:pt x="92813" y="36939"/>
                </a:cubicBezTo>
                <a:cubicBezTo>
                  <a:pt x="91165" y="35651"/>
                  <a:pt x="89943" y="35007"/>
                  <a:pt x="89147" y="35007"/>
                </a:cubicBezTo>
                <a:cubicBezTo>
                  <a:pt x="88465" y="35007"/>
                  <a:pt x="87726" y="35383"/>
                  <a:pt x="86931" y="36134"/>
                </a:cubicBezTo>
                <a:cubicBezTo>
                  <a:pt x="85226" y="37677"/>
                  <a:pt x="83464" y="40216"/>
                  <a:pt x="81646" y="43751"/>
                </a:cubicBezTo>
                <a:lnTo>
                  <a:pt x="81646" y="68650"/>
                </a:lnTo>
                <a:cubicBezTo>
                  <a:pt x="81646" y="71531"/>
                  <a:pt x="82006" y="73711"/>
                  <a:pt x="82725" y="75188"/>
                </a:cubicBezTo>
                <a:cubicBezTo>
                  <a:pt x="83218" y="76213"/>
                  <a:pt x="84089" y="77065"/>
                  <a:pt x="85340" y="77746"/>
                </a:cubicBezTo>
                <a:cubicBezTo>
                  <a:pt x="86590" y="78425"/>
                  <a:pt x="88389" y="78765"/>
                  <a:pt x="90738" y="78765"/>
                </a:cubicBezTo>
                <a:lnTo>
                  <a:pt x="90738" y="80811"/>
                </a:lnTo>
                <a:lnTo>
                  <a:pt x="64085" y="80811"/>
                </a:lnTo>
                <a:lnTo>
                  <a:pt x="64085" y="78765"/>
                </a:lnTo>
                <a:cubicBezTo>
                  <a:pt x="66737" y="78765"/>
                  <a:pt x="68708" y="78344"/>
                  <a:pt x="69996" y="77501"/>
                </a:cubicBezTo>
                <a:cubicBezTo>
                  <a:pt x="70943" y="76887"/>
                  <a:pt x="71606" y="75910"/>
                  <a:pt x="71985" y="74569"/>
                </a:cubicBezTo>
                <a:cubicBezTo>
                  <a:pt x="72174" y="73916"/>
                  <a:pt x="72269" y="72057"/>
                  <a:pt x="72269" y="68990"/>
                </a:cubicBezTo>
                <a:lnTo>
                  <a:pt x="72269" y="48987"/>
                </a:lnTo>
                <a:cubicBezTo>
                  <a:pt x="72269" y="42925"/>
                  <a:pt x="72146" y="39316"/>
                  <a:pt x="71899" y="38161"/>
                </a:cubicBezTo>
                <a:cubicBezTo>
                  <a:pt x="71653" y="37005"/>
                  <a:pt x="71199" y="36162"/>
                  <a:pt x="70536" y="35632"/>
                </a:cubicBezTo>
                <a:cubicBezTo>
                  <a:pt x="69873" y="35101"/>
                  <a:pt x="69049" y="34836"/>
                  <a:pt x="68063" y="34836"/>
                </a:cubicBezTo>
                <a:cubicBezTo>
                  <a:pt x="66889" y="34836"/>
                  <a:pt x="65563" y="35120"/>
                  <a:pt x="64085" y="35689"/>
                </a:cubicBezTo>
                <a:lnTo>
                  <a:pt x="63517" y="33643"/>
                </a:lnTo>
                <a:lnTo>
                  <a:pt x="79259" y="27278"/>
                </a:lnTo>
                <a:lnTo>
                  <a:pt x="81646" y="27278"/>
                </a:lnTo>
                <a:close/>
                <a:moveTo>
                  <a:pt x="118413" y="0"/>
                </a:moveTo>
                <a:cubicBezTo>
                  <a:pt x="120004" y="0"/>
                  <a:pt x="121359" y="562"/>
                  <a:pt x="122476" y="1685"/>
                </a:cubicBezTo>
                <a:cubicBezTo>
                  <a:pt x="123594" y="2808"/>
                  <a:pt x="124153" y="4169"/>
                  <a:pt x="124153" y="5768"/>
                </a:cubicBezTo>
                <a:cubicBezTo>
                  <a:pt x="124153" y="7368"/>
                  <a:pt x="123594" y="8739"/>
                  <a:pt x="122476" y="9881"/>
                </a:cubicBezTo>
                <a:cubicBezTo>
                  <a:pt x="121359" y="11022"/>
                  <a:pt x="120004" y="11593"/>
                  <a:pt x="118413" y="11593"/>
                </a:cubicBezTo>
                <a:cubicBezTo>
                  <a:pt x="116822" y="11593"/>
                  <a:pt x="115458" y="11022"/>
                  <a:pt x="114321" y="9881"/>
                </a:cubicBezTo>
                <a:cubicBezTo>
                  <a:pt x="113185" y="8739"/>
                  <a:pt x="112616" y="7368"/>
                  <a:pt x="112616" y="5768"/>
                </a:cubicBezTo>
                <a:cubicBezTo>
                  <a:pt x="112616" y="4169"/>
                  <a:pt x="113175" y="2808"/>
                  <a:pt x="114293" y="1685"/>
                </a:cubicBezTo>
                <a:cubicBezTo>
                  <a:pt x="115411" y="562"/>
                  <a:pt x="116784" y="0"/>
                  <a:pt x="118413" y="0"/>
                </a:cubicBezTo>
                <a:moveTo>
                  <a:pt x="123130" y="27278"/>
                </a:moveTo>
                <a:lnTo>
                  <a:pt x="123130" y="68990"/>
                </a:lnTo>
                <a:cubicBezTo>
                  <a:pt x="123130" y="72268"/>
                  <a:pt x="123367" y="74450"/>
                  <a:pt x="123840" y="75536"/>
                </a:cubicBezTo>
                <a:cubicBezTo>
                  <a:pt x="124314" y="76622"/>
                  <a:pt x="125015" y="77432"/>
                  <a:pt x="125943" y="77966"/>
                </a:cubicBezTo>
                <a:cubicBezTo>
                  <a:pt x="126871" y="78499"/>
                  <a:pt x="128567" y="78765"/>
                  <a:pt x="131029" y="78765"/>
                </a:cubicBezTo>
                <a:lnTo>
                  <a:pt x="131029" y="80811"/>
                </a:lnTo>
                <a:lnTo>
                  <a:pt x="105740" y="80811"/>
                </a:lnTo>
                <a:lnTo>
                  <a:pt x="105740" y="78765"/>
                </a:lnTo>
                <a:cubicBezTo>
                  <a:pt x="108279" y="78765"/>
                  <a:pt x="109983" y="78518"/>
                  <a:pt x="110855" y="78023"/>
                </a:cubicBezTo>
                <a:cubicBezTo>
                  <a:pt x="111726" y="77527"/>
                  <a:pt x="112418" y="76707"/>
                  <a:pt x="112929" y="75565"/>
                </a:cubicBezTo>
                <a:cubicBezTo>
                  <a:pt x="113441" y="74421"/>
                  <a:pt x="113696" y="72230"/>
                  <a:pt x="113696" y="68990"/>
                </a:cubicBezTo>
                <a:lnTo>
                  <a:pt x="113696" y="49100"/>
                </a:lnTo>
                <a:cubicBezTo>
                  <a:pt x="113696" y="43432"/>
                  <a:pt x="113526" y="39760"/>
                  <a:pt x="113185" y="38086"/>
                </a:cubicBezTo>
                <a:cubicBezTo>
                  <a:pt x="112920" y="36868"/>
                  <a:pt x="112503" y="36022"/>
                  <a:pt x="111935" y="35548"/>
                </a:cubicBezTo>
                <a:cubicBezTo>
                  <a:pt x="111366" y="35074"/>
                  <a:pt x="110590" y="34836"/>
                  <a:pt x="109605" y="34836"/>
                </a:cubicBezTo>
                <a:cubicBezTo>
                  <a:pt x="108544" y="34836"/>
                  <a:pt x="107256" y="35120"/>
                  <a:pt x="105740" y="35689"/>
                </a:cubicBezTo>
                <a:lnTo>
                  <a:pt x="104945" y="33643"/>
                </a:lnTo>
                <a:lnTo>
                  <a:pt x="120629" y="27278"/>
                </a:lnTo>
                <a:lnTo>
                  <a:pt x="123130" y="27278"/>
                </a:lnTo>
                <a:close/>
                <a:moveTo>
                  <a:pt x="162870" y="27278"/>
                </a:moveTo>
                <a:cubicBezTo>
                  <a:pt x="170751" y="27278"/>
                  <a:pt x="177078" y="30268"/>
                  <a:pt x="181851" y="36248"/>
                </a:cubicBezTo>
                <a:cubicBezTo>
                  <a:pt x="185905" y="41357"/>
                  <a:pt x="187932" y="47223"/>
                  <a:pt x="187932" y="53847"/>
                </a:cubicBezTo>
                <a:cubicBezTo>
                  <a:pt x="187932" y="58503"/>
                  <a:pt x="186814" y="63215"/>
                  <a:pt x="184579" y="67984"/>
                </a:cubicBezTo>
                <a:cubicBezTo>
                  <a:pt x="182344" y="72751"/>
                  <a:pt x="179266" y="76346"/>
                  <a:pt x="175344" y="78769"/>
                </a:cubicBezTo>
                <a:cubicBezTo>
                  <a:pt x="171423" y="81191"/>
                  <a:pt x="167057" y="82402"/>
                  <a:pt x="162245" y="82402"/>
                </a:cubicBezTo>
                <a:cubicBezTo>
                  <a:pt x="154403" y="82402"/>
                  <a:pt x="148171" y="79280"/>
                  <a:pt x="143548" y="73034"/>
                </a:cubicBezTo>
                <a:cubicBezTo>
                  <a:pt x="139646" y="67774"/>
                  <a:pt x="137695" y="61870"/>
                  <a:pt x="137695" y="55323"/>
                </a:cubicBezTo>
                <a:cubicBezTo>
                  <a:pt x="137695" y="50554"/>
                  <a:pt x="138879" y="45814"/>
                  <a:pt x="141247" y="41102"/>
                </a:cubicBezTo>
                <a:cubicBezTo>
                  <a:pt x="143615" y="36390"/>
                  <a:pt x="146731" y="32908"/>
                  <a:pt x="150595" y="30656"/>
                </a:cubicBezTo>
                <a:cubicBezTo>
                  <a:pt x="154460" y="28404"/>
                  <a:pt x="158551" y="27278"/>
                  <a:pt x="162870" y="27278"/>
                </a:cubicBezTo>
                <a:moveTo>
                  <a:pt x="161109" y="31029"/>
                </a:moveTo>
                <a:cubicBezTo>
                  <a:pt x="159101" y="31029"/>
                  <a:pt x="157083" y="31624"/>
                  <a:pt x="155056" y="32813"/>
                </a:cubicBezTo>
                <a:cubicBezTo>
                  <a:pt x="153029" y="34002"/>
                  <a:pt x="151391" y="36088"/>
                  <a:pt x="150141" y="39070"/>
                </a:cubicBezTo>
                <a:cubicBezTo>
                  <a:pt x="148890" y="42052"/>
                  <a:pt x="148265" y="45884"/>
                  <a:pt x="148265" y="50564"/>
                </a:cubicBezTo>
                <a:cubicBezTo>
                  <a:pt x="148265" y="58114"/>
                  <a:pt x="149771" y="64626"/>
                  <a:pt x="152783" y="70100"/>
                </a:cubicBezTo>
                <a:cubicBezTo>
                  <a:pt x="155795" y="75574"/>
                  <a:pt x="159764" y="78310"/>
                  <a:pt x="164689" y="78310"/>
                </a:cubicBezTo>
                <a:cubicBezTo>
                  <a:pt x="168364" y="78310"/>
                  <a:pt x="171395" y="76800"/>
                  <a:pt x="173782" y="73780"/>
                </a:cubicBezTo>
                <a:cubicBezTo>
                  <a:pt x="176168" y="70760"/>
                  <a:pt x="177362" y="65569"/>
                  <a:pt x="177362" y="58209"/>
                </a:cubicBezTo>
                <a:cubicBezTo>
                  <a:pt x="177362" y="48998"/>
                  <a:pt x="175373" y="41750"/>
                  <a:pt x="171395" y="36465"/>
                </a:cubicBezTo>
                <a:cubicBezTo>
                  <a:pt x="168705" y="32841"/>
                  <a:pt x="165276" y="31029"/>
                  <a:pt x="161109" y="31029"/>
                </a:cubicBezTo>
                <a:close/>
                <a:moveTo>
                  <a:pt x="210834" y="27278"/>
                </a:moveTo>
                <a:lnTo>
                  <a:pt x="210834" y="38985"/>
                </a:lnTo>
                <a:cubicBezTo>
                  <a:pt x="215191" y="31180"/>
                  <a:pt x="219661" y="27278"/>
                  <a:pt x="224246" y="27278"/>
                </a:cubicBezTo>
                <a:cubicBezTo>
                  <a:pt x="226329" y="27278"/>
                  <a:pt x="228053" y="27913"/>
                  <a:pt x="229417" y="29182"/>
                </a:cubicBezTo>
                <a:cubicBezTo>
                  <a:pt x="230781" y="30451"/>
                  <a:pt x="231463" y="31919"/>
                  <a:pt x="231463" y="33586"/>
                </a:cubicBezTo>
                <a:cubicBezTo>
                  <a:pt x="231463" y="35064"/>
                  <a:pt x="230970" y="36314"/>
                  <a:pt x="229985" y="37337"/>
                </a:cubicBezTo>
                <a:cubicBezTo>
                  <a:pt x="229000" y="38360"/>
                  <a:pt x="227826" y="38871"/>
                  <a:pt x="226462" y="38871"/>
                </a:cubicBezTo>
                <a:cubicBezTo>
                  <a:pt x="225136" y="38871"/>
                  <a:pt x="223649" y="38227"/>
                  <a:pt x="222001" y="36939"/>
                </a:cubicBezTo>
                <a:cubicBezTo>
                  <a:pt x="220353" y="35651"/>
                  <a:pt x="219131" y="35007"/>
                  <a:pt x="218335" y="35007"/>
                </a:cubicBezTo>
                <a:cubicBezTo>
                  <a:pt x="217653" y="35007"/>
                  <a:pt x="216915" y="35383"/>
                  <a:pt x="216119" y="36134"/>
                </a:cubicBezTo>
                <a:cubicBezTo>
                  <a:pt x="214414" y="37677"/>
                  <a:pt x="212652" y="40216"/>
                  <a:pt x="210834" y="43751"/>
                </a:cubicBezTo>
                <a:lnTo>
                  <a:pt x="210834" y="68650"/>
                </a:lnTo>
                <a:cubicBezTo>
                  <a:pt x="210834" y="71531"/>
                  <a:pt x="211194" y="73711"/>
                  <a:pt x="211914" y="75188"/>
                </a:cubicBezTo>
                <a:cubicBezTo>
                  <a:pt x="212406" y="76213"/>
                  <a:pt x="213278" y="77065"/>
                  <a:pt x="214528" y="77746"/>
                </a:cubicBezTo>
                <a:cubicBezTo>
                  <a:pt x="215778" y="78425"/>
                  <a:pt x="217578" y="78765"/>
                  <a:pt x="219927" y="78765"/>
                </a:cubicBezTo>
                <a:lnTo>
                  <a:pt x="219927" y="80811"/>
                </a:lnTo>
                <a:lnTo>
                  <a:pt x="193274" y="80811"/>
                </a:lnTo>
                <a:lnTo>
                  <a:pt x="193274" y="78765"/>
                </a:lnTo>
                <a:cubicBezTo>
                  <a:pt x="195926" y="78765"/>
                  <a:pt x="197896" y="78344"/>
                  <a:pt x="199184" y="77501"/>
                </a:cubicBezTo>
                <a:cubicBezTo>
                  <a:pt x="200131" y="76887"/>
                  <a:pt x="200794" y="75910"/>
                  <a:pt x="201173" y="74569"/>
                </a:cubicBezTo>
                <a:cubicBezTo>
                  <a:pt x="201362" y="73916"/>
                  <a:pt x="201457" y="72057"/>
                  <a:pt x="201457" y="68990"/>
                </a:cubicBezTo>
                <a:lnTo>
                  <a:pt x="201457" y="48987"/>
                </a:lnTo>
                <a:cubicBezTo>
                  <a:pt x="201457" y="42925"/>
                  <a:pt x="201334" y="39316"/>
                  <a:pt x="201088" y="38161"/>
                </a:cubicBezTo>
                <a:cubicBezTo>
                  <a:pt x="200842" y="37005"/>
                  <a:pt x="200387" y="36162"/>
                  <a:pt x="199724" y="35632"/>
                </a:cubicBezTo>
                <a:cubicBezTo>
                  <a:pt x="199061" y="35101"/>
                  <a:pt x="198237" y="34836"/>
                  <a:pt x="197252" y="34836"/>
                </a:cubicBezTo>
                <a:cubicBezTo>
                  <a:pt x="196077" y="34836"/>
                  <a:pt x="194751" y="35120"/>
                  <a:pt x="193274" y="35689"/>
                </a:cubicBezTo>
                <a:lnTo>
                  <a:pt x="192705" y="33643"/>
                </a:lnTo>
                <a:lnTo>
                  <a:pt x="208447" y="27278"/>
                </a:lnTo>
                <a:lnTo>
                  <a:pt x="210834" y="27278"/>
                </a:lnTo>
                <a:close/>
                <a:moveTo>
                  <a:pt x="311080" y="81720"/>
                </a:moveTo>
                <a:cubicBezTo>
                  <a:pt x="314944" y="88388"/>
                  <a:pt x="319121" y="93294"/>
                  <a:pt x="323610" y="96439"/>
                </a:cubicBezTo>
                <a:cubicBezTo>
                  <a:pt x="328100" y="99583"/>
                  <a:pt x="333205" y="101383"/>
                  <a:pt x="338926" y="101838"/>
                </a:cubicBezTo>
                <a:lnTo>
                  <a:pt x="338926" y="103656"/>
                </a:lnTo>
                <a:cubicBezTo>
                  <a:pt x="333698" y="103467"/>
                  <a:pt x="328109" y="102415"/>
                  <a:pt x="322161" y="100502"/>
                </a:cubicBezTo>
                <a:cubicBezTo>
                  <a:pt x="316213" y="98589"/>
                  <a:pt x="310578" y="95937"/>
                  <a:pt x="305255" y="92546"/>
                </a:cubicBezTo>
                <a:cubicBezTo>
                  <a:pt x="299932" y="89155"/>
                  <a:pt x="295338" y="85547"/>
                  <a:pt x="291474" y="81720"/>
                </a:cubicBezTo>
                <a:cubicBezTo>
                  <a:pt x="286018" y="79523"/>
                  <a:pt x="281699" y="77193"/>
                  <a:pt x="278517" y="74730"/>
                </a:cubicBezTo>
                <a:cubicBezTo>
                  <a:pt x="273894" y="71055"/>
                  <a:pt x="270305" y="66537"/>
                  <a:pt x="267747" y="61176"/>
                </a:cubicBezTo>
                <a:cubicBezTo>
                  <a:pt x="265190" y="55816"/>
                  <a:pt x="263911" y="49479"/>
                  <a:pt x="263911" y="42167"/>
                </a:cubicBezTo>
                <a:cubicBezTo>
                  <a:pt x="263911" y="30650"/>
                  <a:pt x="267643" y="21084"/>
                  <a:pt x="275107" y="13468"/>
                </a:cubicBezTo>
                <a:cubicBezTo>
                  <a:pt x="282570" y="5853"/>
                  <a:pt x="291606" y="2046"/>
                  <a:pt x="302214" y="2046"/>
                </a:cubicBezTo>
                <a:cubicBezTo>
                  <a:pt x="312292" y="2046"/>
                  <a:pt x="321015" y="5863"/>
                  <a:pt x="328384" y="13497"/>
                </a:cubicBezTo>
                <a:cubicBezTo>
                  <a:pt x="335753" y="21131"/>
                  <a:pt x="339437" y="30763"/>
                  <a:pt x="339437" y="42394"/>
                </a:cubicBezTo>
                <a:cubicBezTo>
                  <a:pt x="339437" y="51828"/>
                  <a:pt x="336814" y="60106"/>
                  <a:pt x="331566" y="67229"/>
                </a:cubicBezTo>
                <a:cubicBezTo>
                  <a:pt x="326319" y="74351"/>
                  <a:pt x="319490" y="79182"/>
                  <a:pt x="311080" y="81720"/>
                </a:cubicBezTo>
                <a:moveTo>
                  <a:pt x="301532" y="6479"/>
                </a:moveTo>
                <a:cubicBezTo>
                  <a:pt x="294637" y="6479"/>
                  <a:pt x="289087" y="8939"/>
                  <a:pt x="284881" y="13861"/>
                </a:cubicBezTo>
                <a:cubicBezTo>
                  <a:pt x="279577" y="20032"/>
                  <a:pt x="276925" y="29477"/>
                  <a:pt x="276925" y="42196"/>
                </a:cubicBezTo>
                <a:cubicBezTo>
                  <a:pt x="276925" y="54651"/>
                  <a:pt x="279615" y="64247"/>
                  <a:pt x="284995" y="70985"/>
                </a:cubicBezTo>
                <a:cubicBezTo>
                  <a:pt x="289162" y="76172"/>
                  <a:pt x="294675" y="78765"/>
                  <a:pt x="301532" y="78765"/>
                </a:cubicBezTo>
                <a:cubicBezTo>
                  <a:pt x="308655" y="78765"/>
                  <a:pt x="314395" y="76172"/>
                  <a:pt x="318751" y="70985"/>
                </a:cubicBezTo>
                <a:cubicBezTo>
                  <a:pt x="323866" y="64853"/>
                  <a:pt x="326423" y="55806"/>
                  <a:pt x="326423" y="43842"/>
                </a:cubicBezTo>
                <a:cubicBezTo>
                  <a:pt x="326423" y="34644"/>
                  <a:pt x="325022" y="26903"/>
                  <a:pt x="322218" y="20618"/>
                </a:cubicBezTo>
                <a:cubicBezTo>
                  <a:pt x="320059" y="15772"/>
                  <a:pt x="317189" y="12205"/>
                  <a:pt x="313608" y="9915"/>
                </a:cubicBezTo>
                <a:cubicBezTo>
                  <a:pt x="310028" y="7624"/>
                  <a:pt x="306003" y="6479"/>
                  <a:pt x="301532" y="6479"/>
                </a:cubicBezTo>
                <a:close/>
                <a:moveTo>
                  <a:pt x="393121" y="28756"/>
                </a:moveTo>
                <a:lnTo>
                  <a:pt x="393121" y="60466"/>
                </a:lnTo>
                <a:cubicBezTo>
                  <a:pt x="393121" y="66415"/>
                  <a:pt x="393263" y="70054"/>
                  <a:pt x="393547" y="71383"/>
                </a:cubicBezTo>
                <a:cubicBezTo>
                  <a:pt x="393831" y="72710"/>
                  <a:pt x="394286" y="73637"/>
                  <a:pt x="394911" y="74165"/>
                </a:cubicBezTo>
                <a:cubicBezTo>
                  <a:pt x="395536" y="74694"/>
                  <a:pt x="396266" y="74958"/>
                  <a:pt x="397099" y="74958"/>
                </a:cubicBezTo>
                <a:cubicBezTo>
                  <a:pt x="398274" y="74958"/>
                  <a:pt x="399600" y="74636"/>
                  <a:pt x="401077" y="73991"/>
                </a:cubicBezTo>
                <a:lnTo>
                  <a:pt x="401873" y="76037"/>
                </a:lnTo>
                <a:lnTo>
                  <a:pt x="386302" y="82402"/>
                </a:lnTo>
                <a:lnTo>
                  <a:pt x="383744" y="82402"/>
                </a:lnTo>
                <a:lnTo>
                  <a:pt x="383744" y="71429"/>
                </a:lnTo>
                <a:cubicBezTo>
                  <a:pt x="379274" y="76256"/>
                  <a:pt x="375864" y="79291"/>
                  <a:pt x="373515" y="80536"/>
                </a:cubicBezTo>
                <a:cubicBezTo>
                  <a:pt x="371166" y="81780"/>
                  <a:pt x="368685" y="82402"/>
                  <a:pt x="366070" y="82402"/>
                </a:cubicBezTo>
                <a:cubicBezTo>
                  <a:pt x="363153" y="82402"/>
                  <a:pt x="360624" y="81559"/>
                  <a:pt x="358484" y="79873"/>
                </a:cubicBezTo>
                <a:cubicBezTo>
                  <a:pt x="356343" y="78187"/>
                  <a:pt x="354856" y="76018"/>
                  <a:pt x="354023" y="73366"/>
                </a:cubicBezTo>
                <a:cubicBezTo>
                  <a:pt x="353189" y="70714"/>
                  <a:pt x="352772" y="66964"/>
                  <a:pt x="352772" y="62114"/>
                </a:cubicBezTo>
                <a:lnTo>
                  <a:pt x="352772" y="38871"/>
                </a:lnTo>
                <a:cubicBezTo>
                  <a:pt x="352772" y="36391"/>
                  <a:pt x="352507" y="34674"/>
                  <a:pt x="351977" y="33721"/>
                </a:cubicBezTo>
                <a:cubicBezTo>
                  <a:pt x="351446" y="32767"/>
                  <a:pt x="350660" y="32032"/>
                  <a:pt x="349618" y="31517"/>
                </a:cubicBezTo>
                <a:cubicBezTo>
                  <a:pt x="348577" y="31002"/>
                  <a:pt x="346692" y="30763"/>
                  <a:pt x="343964" y="30801"/>
                </a:cubicBezTo>
                <a:lnTo>
                  <a:pt x="343964" y="28756"/>
                </a:lnTo>
                <a:lnTo>
                  <a:pt x="362206" y="28756"/>
                </a:lnTo>
                <a:lnTo>
                  <a:pt x="362206" y="63634"/>
                </a:lnTo>
                <a:cubicBezTo>
                  <a:pt x="362206" y="68490"/>
                  <a:pt x="363049" y="71676"/>
                  <a:pt x="364735" y="73194"/>
                </a:cubicBezTo>
                <a:cubicBezTo>
                  <a:pt x="366421" y="74711"/>
                  <a:pt x="368457" y="75469"/>
                  <a:pt x="370844" y="75469"/>
                </a:cubicBezTo>
                <a:cubicBezTo>
                  <a:pt x="372473" y="75469"/>
                  <a:pt x="374320" y="74957"/>
                  <a:pt x="376385" y="73933"/>
                </a:cubicBezTo>
                <a:cubicBezTo>
                  <a:pt x="378450" y="72909"/>
                  <a:pt x="380903" y="70955"/>
                  <a:pt x="383744" y="68072"/>
                </a:cubicBezTo>
                <a:lnTo>
                  <a:pt x="383744" y="38644"/>
                </a:lnTo>
                <a:cubicBezTo>
                  <a:pt x="383744" y="35624"/>
                  <a:pt x="383204" y="33581"/>
                  <a:pt x="382125" y="32515"/>
                </a:cubicBezTo>
                <a:cubicBezTo>
                  <a:pt x="381045" y="31450"/>
                  <a:pt x="378800" y="30878"/>
                  <a:pt x="375390" y="30801"/>
                </a:cubicBezTo>
                <a:lnTo>
                  <a:pt x="375390" y="28756"/>
                </a:lnTo>
                <a:lnTo>
                  <a:pt x="393121" y="28756"/>
                </a:lnTo>
                <a:close/>
                <a:moveTo>
                  <a:pt x="414432" y="48418"/>
                </a:moveTo>
                <a:cubicBezTo>
                  <a:pt x="414394" y="56112"/>
                  <a:pt x="416269" y="62146"/>
                  <a:pt x="420058" y="66520"/>
                </a:cubicBezTo>
                <a:cubicBezTo>
                  <a:pt x="423847" y="70895"/>
                  <a:pt x="428298" y="73082"/>
                  <a:pt x="433413" y="73082"/>
                </a:cubicBezTo>
                <a:cubicBezTo>
                  <a:pt x="436823" y="73082"/>
                  <a:pt x="439787" y="72140"/>
                  <a:pt x="442307" y="70257"/>
                </a:cubicBezTo>
                <a:cubicBezTo>
                  <a:pt x="444826" y="68373"/>
                  <a:pt x="446938" y="65147"/>
                  <a:pt x="448643" y="60580"/>
                </a:cubicBezTo>
                <a:lnTo>
                  <a:pt x="450405" y="61722"/>
                </a:lnTo>
                <a:cubicBezTo>
                  <a:pt x="449609" y="66939"/>
                  <a:pt x="447298" y="71690"/>
                  <a:pt x="443472" y="75975"/>
                </a:cubicBezTo>
                <a:cubicBezTo>
                  <a:pt x="439645" y="80260"/>
                  <a:pt x="434853" y="82402"/>
                  <a:pt x="429094" y="82402"/>
                </a:cubicBezTo>
                <a:cubicBezTo>
                  <a:pt x="422843" y="82402"/>
                  <a:pt x="417491" y="79973"/>
                  <a:pt x="413040" y="75116"/>
                </a:cubicBezTo>
                <a:cubicBezTo>
                  <a:pt x="408588" y="70257"/>
                  <a:pt x="406362" y="63725"/>
                  <a:pt x="406362" y="55520"/>
                </a:cubicBezTo>
                <a:cubicBezTo>
                  <a:pt x="406362" y="46636"/>
                  <a:pt x="408645" y="39708"/>
                  <a:pt x="413210" y="34737"/>
                </a:cubicBezTo>
                <a:cubicBezTo>
                  <a:pt x="417775" y="29764"/>
                  <a:pt x="423506" y="27278"/>
                  <a:pt x="430401" y="27278"/>
                </a:cubicBezTo>
                <a:cubicBezTo>
                  <a:pt x="436235" y="27278"/>
                  <a:pt x="441028" y="29196"/>
                  <a:pt x="444779" y="33032"/>
                </a:cubicBezTo>
                <a:cubicBezTo>
                  <a:pt x="448529" y="36867"/>
                  <a:pt x="450405" y="41995"/>
                  <a:pt x="450405" y="48418"/>
                </a:cubicBezTo>
                <a:lnTo>
                  <a:pt x="414432" y="48418"/>
                </a:lnTo>
                <a:moveTo>
                  <a:pt x="414432" y="45122"/>
                </a:moveTo>
                <a:lnTo>
                  <a:pt x="438528" y="45122"/>
                </a:lnTo>
                <a:cubicBezTo>
                  <a:pt x="438338" y="41816"/>
                  <a:pt x="437940" y="39486"/>
                  <a:pt x="437334" y="38134"/>
                </a:cubicBezTo>
                <a:cubicBezTo>
                  <a:pt x="436387" y="36029"/>
                  <a:pt x="434976" y="34376"/>
                  <a:pt x="433100" y="33174"/>
                </a:cubicBezTo>
                <a:cubicBezTo>
                  <a:pt x="431225" y="31971"/>
                  <a:pt x="429264" y="31370"/>
                  <a:pt x="427219" y="31370"/>
                </a:cubicBezTo>
                <a:cubicBezTo>
                  <a:pt x="424074" y="31370"/>
                  <a:pt x="421261" y="32581"/>
                  <a:pt x="418779" y="35005"/>
                </a:cubicBezTo>
                <a:cubicBezTo>
                  <a:pt x="416298" y="37428"/>
                  <a:pt x="414849" y="40801"/>
                  <a:pt x="414432" y="45122"/>
                </a:cubicBezTo>
                <a:close/>
                <a:moveTo>
                  <a:pt x="472470" y="27278"/>
                </a:moveTo>
                <a:lnTo>
                  <a:pt x="472470" y="38985"/>
                </a:lnTo>
                <a:cubicBezTo>
                  <a:pt x="476826" y="31180"/>
                  <a:pt x="481297" y="27278"/>
                  <a:pt x="485881" y="27278"/>
                </a:cubicBezTo>
                <a:cubicBezTo>
                  <a:pt x="487965" y="27278"/>
                  <a:pt x="489689" y="27913"/>
                  <a:pt x="491053" y="29182"/>
                </a:cubicBezTo>
                <a:cubicBezTo>
                  <a:pt x="492417" y="30451"/>
                  <a:pt x="493098" y="31919"/>
                  <a:pt x="493098" y="33586"/>
                </a:cubicBezTo>
                <a:cubicBezTo>
                  <a:pt x="493098" y="35064"/>
                  <a:pt x="492606" y="36314"/>
                  <a:pt x="491621" y="37337"/>
                </a:cubicBezTo>
                <a:cubicBezTo>
                  <a:pt x="490636" y="38360"/>
                  <a:pt x="489461" y="38871"/>
                  <a:pt x="488098" y="38871"/>
                </a:cubicBezTo>
                <a:cubicBezTo>
                  <a:pt x="486771" y="38871"/>
                  <a:pt x="485284" y="38227"/>
                  <a:pt x="483636" y="36939"/>
                </a:cubicBezTo>
                <a:cubicBezTo>
                  <a:pt x="481988" y="35651"/>
                  <a:pt x="480767" y="35007"/>
                  <a:pt x="479971" y="35007"/>
                </a:cubicBezTo>
                <a:cubicBezTo>
                  <a:pt x="479289" y="35007"/>
                  <a:pt x="478550" y="35383"/>
                  <a:pt x="477755" y="36134"/>
                </a:cubicBezTo>
                <a:cubicBezTo>
                  <a:pt x="476050" y="37677"/>
                  <a:pt x="474288" y="40216"/>
                  <a:pt x="472470" y="43751"/>
                </a:cubicBezTo>
                <a:lnTo>
                  <a:pt x="472470" y="68650"/>
                </a:lnTo>
                <a:cubicBezTo>
                  <a:pt x="472470" y="71531"/>
                  <a:pt x="472829" y="73711"/>
                  <a:pt x="473549" y="75188"/>
                </a:cubicBezTo>
                <a:cubicBezTo>
                  <a:pt x="474042" y="76213"/>
                  <a:pt x="474913" y="77065"/>
                  <a:pt x="476163" y="77746"/>
                </a:cubicBezTo>
                <a:cubicBezTo>
                  <a:pt x="477414" y="78425"/>
                  <a:pt x="479213" y="78765"/>
                  <a:pt x="481562" y="78765"/>
                </a:cubicBezTo>
                <a:lnTo>
                  <a:pt x="481562" y="80811"/>
                </a:lnTo>
                <a:lnTo>
                  <a:pt x="454909" y="80811"/>
                </a:lnTo>
                <a:lnTo>
                  <a:pt x="454909" y="78765"/>
                </a:lnTo>
                <a:cubicBezTo>
                  <a:pt x="457561" y="78765"/>
                  <a:pt x="459531" y="78344"/>
                  <a:pt x="460820" y="77501"/>
                </a:cubicBezTo>
                <a:cubicBezTo>
                  <a:pt x="461767" y="76887"/>
                  <a:pt x="462430" y="75910"/>
                  <a:pt x="462809" y="74569"/>
                </a:cubicBezTo>
                <a:cubicBezTo>
                  <a:pt x="462998" y="73916"/>
                  <a:pt x="463093" y="72057"/>
                  <a:pt x="463093" y="68990"/>
                </a:cubicBezTo>
                <a:lnTo>
                  <a:pt x="463093" y="48987"/>
                </a:lnTo>
                <a:cubicBezTo>
                  <a:pt x="463093" y="42925"/>
                  <a:pt x="462970" y="39316"/>
                  <a:pt x="462723" y="38161"/>
                </a:cubicBezTo>
                <a:cubicBezTo>
                  <a:pt x="462477" y="37005"/>
                  <a:pt x="462022" y="36162"/>
                  <a:pt x="461359" y="35632"/>
                </a:cubicBezTo>
                <a:cubicBezTo>
                  <a:pt x="460696" y="35101"/>
                  <a:pt x="459872" y="34836"/>
                  <a:pt x="458887" y="34836"/>
                </a:cubicBezTo>
                <a:cubicBezTo>
                  <a:pt x="457713" y="34836"/>
                  <a:pt x="456387" y="35120"/>
                  <a:pt x="454909" y="35689"/>
                </a:cubicBezTo>
                <a:lnTo>
                  <a:pt x="454341" y="33643"/>
                </a:lnTo>
                <a:lnTo>
                  <a:pt x="470083" y="27278"/>
                </a:lnTo>
                <a:lnTo>
                  <a:pt x="472470" y="27278"/>
                </a:lnTo>
                <a:close/>
                <a:moveTo>
                  <a:pt x="493041" y="28756"/>
                </a:moveTo>
                <a:lnTo>
                  <a:pt x="517307" y="28756"/>
                </a:lnTo>
                <a:lnTo>
                  <a:pt x="517307" y="30801"/>
                </a:lnTo>
                <a:lnTo>
                  <a:pt x="516113" y="30801"/>
                </a:lnTo>
                <a:cubicBezTo>
                  <a:pt x="514408" y="30801"/>
                  <a:pt x="513130" y="31173"/>
                  <a:pt x="512277" y="31915"/>
                </a:cubicBezTo>
                <a:cubicBezTo>
                  <a:pt x="511425" y="32657"/>
                  <a:pt x="510999" y="33580"/>
                  <a:pt x="510999" y="34683"/>
                </a:cubicBezTo>
                <a:cubicBezTo>
                  <a:pt x="510999" y="36168"/>
                  <a:pt x="511624" y="38223"/>
                  <a:pt x="512874" y="40849"/>
                </a:cubicBezTo>
                <a:lnTo>
                  <a:pt x="525547" y="67172"/>
                </a:lnTo>
                <a:lnTo>
                  <a:pt x="537197" y="38351"/>
                </a:lnTo>
                <a:cubicBezTo>
                  <a:pt x="537841" y="36788"/>
                  <a:pt x="538163" y="35243"/>
                  <a:pt x="538163" y="33717"/>
                </a:cubicBezTo>
                <a:cubicBezTo>
                  <a:pt x="538163" y="33032"/>
                  <a:pt x="538030" y="32517"/>
                  <a:pt x="537765" y="32174"/>
                </a:cubicBezTo>
                <a:cubicBezTo>
                  <a:pt x="537462" y="31755"/>
                  <a:pt x="536989" y="31422"/>
                  <a:pt x="536344" y="31174"/>
                </a:cubicBezTo>
                <a:cubicBezTo>
                  <a:pt x="535700" y="30926"/>
                  <a:pt x="534564" y="30801"/>
                  <a:pt x="532935" y="30801"/>
                </a:cubicBezTo>
                <a:lnTo>
                  <a:pt x="532935" y="28756"/>
                </a:lnTo>
                <a:lnTo>
                  <a:pt x="549870" y="28756"/>
                </a:lnTo>
                <a:lnTo>
                  <a:pt x="549870" y="30801"/>
                </a:lnTo>
                <a:cubicBezTo>
                  <a:pt x="548468" y="30953"/>
                  <a:pt x="547388" y="31257"/>
                  <a:pt x="546631" y="31714"/>
                </a:cubicBezTo>
                <a:cubicBezTo>
                  <a:pt x="545873" y="32170"/>
                  <a:pt x="545039" y="33025"/>
                  <a:pt x="544130" y="34280"/>
                </a:cubicBezTo>
                <a:cubicBezTo>
                  <a:pt x="543789" y="34813"/>
                  <a:pt x="543145" y="36277"/>
                  <a:pt x="542198" y="38672"/>
                </a:cubicBezTo>
                <a:lnTo>
                  <a:pt x="521001" y="90589"/>
                </a:lnTo>
                <a:cubicBezTo>
                  <a:pt x="518955" y="95646"/>
                  <a:pt x="516274" y="99466"/>
                  <a:pt x="512959" y="102051"/>
                </a:cubicBezTo>
                <a:cubicBezTo>
                  <a:pt x="509644" y="104637"/>
                  <a:pt x="506452" y="105929"/>
                  <a:pt x="503384" y="105929"/>
                </a:cubicBezTo>
                <a:cubicBezTo>
                  <a:pt x="501148" y="105929"/>
                  <a:pt x="499311" y="105282"/>
                  <a:pt x="497871" y="103987"/>
                </a:cubicBezTo>
                <a:cubicBezTo>
                  <a:pt x="496432" y="102692"/>
                  <a:pt x="495712" y="101208"/>
                  <a:pt x="495712" y="99534"/>
                </a:cubicBezTo>
                <a:cubicBezTo>
                  <a:pt x="495712" y="97935"/>
                  <a:pt x="496233" y="96650"/>
                  <a:pt x="497274" y="95679"/>
                </a:cubicBezTo>
                <a:cubicBezTo>
                  <a:pt x="498316" y="94708"/>
                  <a:pt x="499747" y="94223"/>
                  <a:pt x="501565" y="94223"/>
                </a:cubicBezTo>
                <a:cubicBezTo>
                  <a:pt x="502815" y="94223"/>
                  <a:pt x="504520" y="94628"/>
                  <a:pt x="506680" y="95439"/>
                </a:cubicBezTo>
                <a:cubicBezTo>
                  <a:pt x="508195" y="95992"/>
                  <a:pt x="509142" y="96268"/>
                  <a:pt x="509521" y="96268"/>
                </a:cubicBezTo>
                <a:cubicBezTo>
                  <a:pt x="510658" y="96268"/>
                  <a:pt x="511898" y="95685"/>
                  <a:pt x="513243" y="94519"/>
                </a:cubicBezTo>
                <a:cubicBezTo>
                  <a:pt x="514588" y="93353"/>
                  <a:pt x="515943" y="91096"/>
                  <a:pt x="517307" y="87749"/>
                </a:cubicBezTo>
                <a:lnTo>
                  <a:pt x="521001" y="78657"/>
                </a:lnTo>
                <a:lnTo>
                  <a:pt x="502304" y="39491"/>
                </a:lnTo>
                <a:cubicBezTo>
                  <a:pt x="501736" y="38309"/>
                  <a:pt x="500826" y="36842"/>
                  <a:pt x="499576" y="35088"/>
                </a:cubicBezTo>
                <a:cubicBezTo>
                  <a:pt x="498629" y="33755"/>
                  <a:pt x="497852" y="32860"/>
                  <a:pt x="497246" y="32401"/>
                </a:cubicBezTo>
                <a:cubicBezTo>
                  <a:pt x="496375" y="31792"/>
                  <a:pt x="494973" y="31258"/>
                  <a:pt x="493041" y="30801"/>
                </a:cubicBezTo>
                <a:lnTo>
                  <a:pt x="493041" y="287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)">
            <a:extLst xmlns:a="http://schemas.openxmlformats.org/drawingml/2006/main">
              <a:ext uri="{FF2B5EF4-FFF2-40B4-BE49-F238E27FC236}">
                <a16:creationId xmlns:a16="http://schemas.microsoft.com/office/drawing/2014/main" id="{5BE500C7-5DE5-49E0-A0AB-A47FB5AD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44" y="2281989"/>
            <a:ext cx="28518" cy="96093"/>
          </a:xfrm>
          <a:custGeom xmlns:a="http://schemas.openxmlformats.org/drawingml/2006/main">
            <a:pathLst>
              <a:path w="28518" h="96093">
                <a:moveTo>
                  <a:pt x="0" y="2170"/>
                </a:moveTo>
                <a:lnTo>
                  <a:pt x="0" y="0"/>
                </a:lnTo>
                <a:cubicBezTo>
                  <a:pt x="5235" y="2583"/>
                  <a:pt x="9592" y="5631"/>
                  <a:pt x="13071" y="9144"/>
                </a:cubicBezTo>
                <a:cubicBezTo>
                  <a:pt x="17996" y="14173"/>
                  <a:pt x="21802" y="20071"/>
                  <a:pt x="24488" y="26839"/>
                </a:cubicBezTo>
                <a:cubicBezTo>
                  <a:pt x="27175" y="33607"/>
                  <a:pt x="28518" y="40659"/>
                  <a:pt x="28518" y="47995"/>
                </a:cubicBezTo>
                <a:cubicBezTo>
                  <a:pt x="28518" y="58672"/>
                  <a:pt x="25892" y="68411"/>
                  <a:pt x="20639" y="77210"/>
                </a:cubicBezTo>
                <a:cubicBezTo>
                  <a:pt x="15387" y="86010"/>
                  <a:pt x="8507" y="92305"/>
                  <a:pt x="0" y="96093"/>
                </a:cubicBezTo>
                <a:lnTo>
                  <a:pt x="0" y="94130"/>
                </a:lnTo>
                <a:cubicBezTo>
                  <a:pt x="4236" y="91755"/>
                  <a:pt x="7724" y="88545"/>
                  <a:pt x="10462" y="84500"/>
                </a:cubicBezTo>
                <a:cubicBezTo>
                  <a:pt x="13200" y="80455"/>
                  <a:pt x="15232" y="75309"/>
                  <a:pt x="16558" y="69062"/>
                </a:cubicBezTo>
                <a:cubicBezTo>
                  <a:pt x="17884" y="62814"/>
                  <a:pt x="18547" y="56300"/>
                  <a:pt x="18547" y="49519"/>
                </a:cubicBezTo>
                <a:cubicBezTo>
                  <a:pt x="18547" y="42186"/>
                  <a:pt x="17979" y="35491"/>
                  <a:pt x="16842" y="29433"/>
                </a:cubicBezTo>
                <a:cubicBezTo>
                  <a:pt x="15981" y="24683"/>
                  <a:pt x="14905" y="20879"/>
                  <a:pt x="13613" y="18022"/>
                </a:cubicBezTo>
                <a:cubicBezTo>
                  <a:pt x="12322" y="15165"/>
                  <a:pt x="10608" y="12411"/>
                  <a:pt x="8473" y="9761"/>
                </a:cubicBezTo>
                <a:cubicBezTo>
                  <a:pt x="6337" y="7110"/>
                  <a:pt x="3513" y="4580"/>
                  <a:pt x="0" y="21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AF4A5B-3622-4357-A354-F9D72B5B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958" y="788563"/>
            <a:ext cx="1328205" cy="116271"/>
          </a:xfrm>
          <a:custGeom xmlns:a="http://schemas.openxmlformats.org/drawingml/2006/main">
            <a:pathLst>
              <a:path w="1328205" h="116271">
                <a:moveTo>
                  <a:pt x="0" y="116271"/>
                </a:moveTo>
                <a:lnTo>
                  <a:pt x="0" y="0"/>
                </a:lnTo>
                <a:lnTo>
                  <a:pt x="1328205" y="0"/>
                </a:lnTo>
                <a:lnTo>
                  <a:pt x="1328205" y="10275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D4B3A-F6A2-428F-96EE-9CC8922E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958" y="788563"/>
            <a:ext cx="1328205" cy="89062"/>
          </a:xfrm>
          <a:custGeom xmlns:a="http://schemas.openxmlformats.org/drawingml/2006/main">
            <a:pathLst>
              <a:path w="1328205" h="89062" fill="none">
                <a:moveTo>
                  <a:pt x="0" y="89062"/>
                </a:moveTo>
                <a:lnTo>
                  <a:pt x="0" y="0"/>
                </a:lnTo>
                <a:lnTo>
                  <a:pt x="1328205" y="0"/>
                </a:lnTo>
                <a:lnTo>
                  <a:pt x="1328205" y="75548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F719B-C5BE-4296-9041-89CD3023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029" y="868696"/>
            <a:ext cx="17857" cy="24531"/>
          </a:xfrm>
          <a:custGeom xmlns:a="http://schemas.openxmlformats.org/drawingml/2006/main">
            <a:pathLst>
              <a:path w="17857" h="24531">
                <a:moveTo>
                  <a:pt x="8929" y="8929"/>
                </a:moveTo>
                <a:lnTo>
                  <a:pt x="17857" y="0"/>
                </a:lnTo>
                <a:lnTo>
                  <a:pt x="8929" y="24531"/>
                </a:lnTo>
                <a:lnTo>
                  <a:pt x="0" y="0"/>
                </a:lnTo>
                <a:lnTo>
                  <a:pt x="8929" y="8929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05040-06B0-422B-939C-584F0598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029" y="868696"/>
            <a:ext cx="17857" cy="24531"/>
          </a:xfrm>
          <a:custGeom xmlns:a="http://schemas.openxmlformats.org/drawingml/2006/main">
            <a:pathLst>
              <a:path w="17857" h="24531" fill="none">
                <a:moveTo>
                  <a:pt x="8929" y="8929"/>
                </a:moveTo>
                <a:lnTo>
                  <a:pt x="0" y="0"/>
                </a:lnTo>
                <a:lnTo>
                  <a:pt x="8929" y="24531"/>
                </a:lnTo>
                <a:lnTo>
                  <a:pt x="17857" y="0"/>
                </a:lnTo>
                <a:lnTo>
                  <a:pt x="8929" y="89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6D09A-88BE-43B4-9999-976E028B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234" y="855182"/>
            <a:ext cx="17857" cy="24531"/>
          </a:xfrm>
          <a:custGeom xmlns:a="http://schemas.openxmlformats.org/drawingml/2006/main">
            <a:pathLst>
              <a:path w="17857" h="24531">
                <a:moveTo>
                  <a:pt x="8928" y="8929"/>
                </a:moveTo>
                <a:lnTo>
                  <a:pt x="17857" y="0"/>
                </a:lnTo>
                <a:lnTo>
                  <a:pt x="8928" y="24531"/>
                </a:lnTo>
                <a:lnTo>
                  <a:pt x="0" y="0"/>
                </a:lnTo>
                <a:lnTo>
                  <a:pt x="8928" y="8929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516BE-65BF-4782-A0C3-3B0A7CC2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234" y="855182"/>
            <a:ext cx="17857" cy="24531"/>
          </a:xfrm>
          <a:custGeom xmlns:a="http://schemas.openxmlformats.org/drawingml/2006/main">
            <a:pathLst>
              <a:path w="17857" h="24531" fill="none">
                <a:moveTo>
                  <a:pt x="8928" y="8929"/>
                </a:moveTo>
                <a:lnTo>
                  <a:pt x="0" y="0"/>
                </a:lnTo>
                <a:lnTo>
                  <a:pt x="8928" y="24531"/>
                </a:lnTo>
                <a:lnTo>
                  <a:pt x="17857" y="0"/>
                </a:lnTo>
                <a:lnTo>
                  <a:pt x="8928" y="89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F5300-425E-435F-89D1-2024A034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053" y="891241"/>
            <a:ext cx="1248247" cy="360600"/>
          </a:xfrm>
          <a:custGeom xmlns:a="http://schemas.openxmlformats.org/drawingml/2006/main">
            <a:pathLst>
              <a:path w="1248247" h="360600">
                <a:moveTo>
                  <a:pt x="0" y="60100"/>
                </a:moveTo>
                <a:lnTo>
                  <a:pt x="0" y="60100"/>
                </a:lnTo>
                <a:cubicBezTo>
                  <a:pt x="0" y="26908"/>
                  <a:pt x="26907" y="0"/>
                  <a:pt x="60100" y="0"/>
                </a:cubicBezTo>
                <a:lnTo>
                  <a:pt x="1188147" y="0"/>
                </a:lnTo>
                <a:cubicBezTo>
                  <a:pt x="1204086" y="0"/>
                  <a:pt x="1219373" y="6332"/>
                  <a:pt x="1230644" y="17603"/>
                </a:cubicBezTo>
                <a:cubicBezTo>
                  <a:pt x="1241915" y="28874"/>
                  <a:pt x="1248247" y="44160"/>
                  <a:pt x="1248247" y="60100"/>
                </a:cubicBezTo>
                <a:lnTo>
                  <a:pt x="1248247" y="300500"/>
                </a:lnTo>
                <a:cubicBezTo>
                  <a:pt x="1248247" y="333692"/>
                  <a:pt x="1221339" y="360600"/>
                  <a:pt x="1188147" y="360600"/>
                </a:cubicBezTo>
                <a:lnTo>
                  <a:pt x="60100" y="360600"/>
                </a:lnTo>
                <a:cubicBezTo>
                  <a:pt x="26907" y="360600"/>
                  <a:pt x="0" y="333692"/>
                  <a:pt x="0" y="300500"/>
                </a:cubicBezTo>
                <a:lnTo>
                  <a:pt x="0" y="601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3C068-3ADE-4583-9D7E-1EA08E39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053" y="891241"/>
            <a:ext cx="1248247" cy="360600"/>
          </a:xfrm>
          <a:custGeom xmlns:a="http://schemas.openxmlformats.org/drawingml/2006/main">
            <a:pathLst>
              <a:path w="1248247" h="360600" fill="none">
                <a:moveTo>
                  <a:pt x="0" y="60100"/>
                </a:moveTo>
                <a:lnTo>
                  <a:pt x="0" y="60100"/>
                </a:lnTo>
                <a:cubicBezTo>
                  <a:pt x="0" y="26908"/>
                  <a:pt x="26907" y="0"/>
                  <a:pt x="60100" y="0"/>
                </a:cubicBezTo>
                <a:lnTo>
                  <a:pt x="1188147" y="0"/>
                </a:lnTo>
                <a:cubicBezTo>
                  <a:pt x="1204086" y="0"/>
                  <a:pt x="1219373" y="6332"/>
                  <a:pt x="1230644" y="17603"/>
                </a:cubicBezTo>
                <a:cubicBezTo>
                  <a:pt x="1241915" y="28874"/>
                  <a:pt x="1248247" y="44160"/>
                  <a:pt x="1248247" y="60100"/>
                </a:cubicBezTo>
                <a:lnTo>
                  <a:pt x="1248247" y="300500"/>
                </a:lnTo>
                <a:cubicBezTo>
                  <a:pt x="1248247" y="333692"/>
                  <a:pt x="1221339" y="360600"/>
                  <a:pt x="1188147" y="360600"/>
                </a:cubicBezTo>
                <a:lnTo>
                  <a:pt x="60100" y="360600"/>
                </a:lnTo>
                <a:cubicBezTo>
                  <a:pt x="26907" y="360600"/>
                  <a:pt x="0" y="333692"/>
                  <a:pt x="0" y="300500"/>
                </a:cubicBezTo>
                <a:lnTo>
                  <a:pt x="0" y="601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99" name="Text Candidatepapers">
            <a:extLst xmlns:a="http://schemas.openxmlformats.org/drawingml/2006/main">
              <a:ext uri="{FF2B5EF4-FFF2-40B4-BE49-F238E27FC236}">
                <a16:creationId xmlns:a16="http://schemas.microsoft.com/office/drawing/2014/main" id="{29C533A9-12CF-4968-94C3-B66231DA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23" y="943605"/>
            <a:ext cx="940258" cy="124921"/>
          </a:xfrm>
          <a:custGeom xmlns:a="http://schemas.openxmlformats.org/drawingml/2006/main">
            <a:pathLst>
              <a:path w="940258" h="124921">
                <a:moveTo>
                  <a:pt x="77841" y="2418"/>
                </a:moveTo>
                <a:lnTo>
                  <a:pt x="79923" y="33447"/>
                </a:lnTo>
                <a:lnTo>
                  <a:pt x="77841" y="33447"/>
                </a:lnTo>
                <a:cubicBezTo>
                  <a:pt x="75065" y="24155"/>
                  <a:pt x="71102" y="17466"/>
                  <a:pt x="65953" y="13382"/>
                </a:cubicBezTo>
                <a:cubicBezTo>
                  <a:pt x="60804" y="9296"/>
                  <a:pt x="54625" y="7253"/>
                  <a:pt x="47416" y="7253"/>
                </a:cubicBezTo>
                <a:cubicBezTo>
                  <a:pt x="41372" y="7253"/>
                  <a:pt x="35909" y="8785"/>
                  <a:pt x="31029" y="11848"/>
                </a:cubicBezTo>
                <a:cubicBezTo>
                  <a:pt x="26148" y="14909"/>
                  <a:pt x="22309" y="19793"/>
                  <a:pt x="19511" y="26500"/>
                </a:cubicBezTo>
                <a:cubicBezTo>
                  <a:pt x="16712" y="33205"/>
                  <a:pt x="15313" y="41541"/>
                  <a:pt x="15313" y="51509"/>
                </a:cubicBezTo>
                <a:cubicBezTo>
                  <a:pt x="15313" y="59735"/>
                  <a:pt x="16634" y="66865"/>
                  <a:pt x="19275" y="72900"/>
                </a:cubicBezTo>
                <a:cubicBezTo>
                  <a:pt x="21917" y="78935"/>
                  <a:pt x="25891" y="83562"/>
                  <a:pt x="31197" y="86782"/>
                </a:cubicBezTo>
                <a:cubicBezTo>
                  <a:pt x="36503" y="90000"/>
                  <a:pt x="42558" y="91609"/>
                  <a:pt x="49364" y="91609"/>
                </a:cubicBezTo>
                <a:cubicBezTo>
                  <a:pt x="55274" y="91609"/>
                  <a:pt x="60491" y="90340"/>
                  <a:pt x="65013" y="87802"/>
                </a:cubicBezTo>
                <a:cubicBezTo>
                  <a:pt x="69535" y="85262"/>
                  <a:pt x="74505" y="80218"/>
                  <a:pt x="79923" y="72669"/>
                </a:cubicBezTo>
                <a:lnTo>
                  <a:pt x="82005" y="74012"/>
                </a:lnTo>
                <a:cubicBezTo>
                  <a:pt x="77438" y="82140"/>
                  <a:pt x="72110" y="88091"/>
                  <a:pt x="66020" y="91863"/>
                </a:cubicBezTo>
                <a:cubicBezTo>
                  <a:pt x="59931" y="95634"/>
                  <a:pt x="52700" y="97519"/>
                  <a:pt x="44327" y="97519"/>
                </a:cubicBezTo>
                <a:cubicBezTo>
                  <a:pt x="29238" y="97519"/>
                  <a:pt x="17552" y="91930"/>
                  <a:pt x="9268" y="80752"/>
                </a:cubicBezTo>
                <a:cubicBezTo>
                  <a:pt x="3089" y="72436"/>
                  <a:pt x="0" y="62645"/>
                  <a:pt x="0" y="51377"/>
                </a:cubicBezTo>
                <a:cubicBezTo>
                  <a:pt x="0" y="42300"/>
                  <a:pt x="2037" y="33962"/>
                  <a:pt x="6112" y="26361"/>
                </a:cubicBezTo>
                <a:cubicBezTo>
                  <a:pt x="10186" y="18761"/>
                  <a:pt x="15794" y="12870"/>
                  <a:pt x="22936" y="8689"/>
                </a:cubicBezTo>
                <a:cubicBezTo>
                  <a:pt x="30077" y="4508"/>
                  <a:pt x="37879" y="2418"/>
                  <a:pt x="46342" y="2418"/>
                </a:cubicBezTo>
                <a:cubicBezTo>
                  <a:pt x="52924" y="2418"/>
                  <a:pt x="59416" y="4030"/>
                  <a:pt x="65819" y="7253"/>
                </a:cubicBezTo>
                <a:cubicBezTo>
                  <a:pt x="67699" y="8239"/>
                  <a:pt x="69042" y="8731"/>
                  <a:pt x="69848" y="8731"/>
                </a:cubicBezTo>
                <a:cubicBezTo>
                  <a:pt x="71057" y="8731"/>
                  <a:pt x="72110" y="8306"/>
                  <a:pt x="73005" y="7455"/>
                </a:cubicBezTo>
                <a:cubicBezTo>
                  <a:pt x="74169" y="6246"/>
                  <a:pt x="74998" y="4567"/>
                  <a:pt x="75490" y="2418"/>
                </a:cubicBezTo>
                <a:lnTo>
                  <a:pt x="77841" y="2418"/>
                </a:lnTo>
                <a:close/>
                <a:moveTo>
                  <a:pt x="125792" y="86710"/>
                </a:moveTo>
                <a:cubicBezTo>
                  <a:pt x="119479" y="91589"/>
                  <a:pt x="115517" y="94409"/>
                  <a:pt x="113905" y="95168"/>
                </a:cubicBezTo>
                <a:cubicBezTo>
                  <a:pt x="111487" y="96288"/>
                  <a:pt x="108912" y="96848"/>
                  <a:pt x="106181" y="96848"/>
                </a:cubicBezTo>
                <a:cubicBezTo>
                  <a:pt x="101927" y="96848"/>
                  <a:pt x="98424" y="95392"/>
                  <a:pt x="95670" y="92482"/>
                </a:cubicBezTo>
                <a:cubicBezTo>
                  <a:pt x="92917" y="89572"/>
                  <a:pt x="91540" y="85743"/>
                  <a:pt x="91540" y="80997"/>
                </a:cubicBezTo>
                <a:cubicBezTo>
                  <a:pt x="91540" y="77997"/>
                  <a:pt x="92211" y="75400"/>
                  <a:pt x="93555" y="73207"/>
                </a:cubicBezTo>
                <a:cubicBezTo>
                  <a:pt x="95390" y="70162"/>
                  <a:pt x="98581" y="67296"/>
                  <a:pt x="103125" y="64610"/>
                </a:cubicBezTo>
                <a:cubicBezTo>
                  <a:pt x="107670" y="61923"/>
                  <a:pt x="115225" y="58655"/>
                  <a:pt x="125792" y="54804"/>
                </a:cubicBezTo>
                <a:lnTo>
                  <a:pt x="125792" y="52395"/>
                </a:lnTo>
                <a:cubicBezTo>
                  <a:pt x="125792" y="46283"/>
                  <a:pt x="124818" y="42090"/>
                  <a:pt x="122871" y="39814"/>
                </a:cubicBezTo>
                <a:cubicBezTo>
                  <a:pt x="120923" y="37539"/>
                  <a:pt x="118091" y="36402"/>
                  <a:pt x="114375" y="36402"/>
                </a:cubicBezTo>
                <a:cubicBezTo>
                  <a:pt x="111554" y="36402"/>
                  <a:pt x="109315" y="37163"/>
                  <a:pt x="107659" y="38685"/>
                </a:cubicBezTo>
                <a:cubicBezTo>
                  <a:pt x="105957" y="40208"/>
                  <a:pt x="105106" y="41954"/>
                  <a:pt x="105106" y="43924"/>
                </a:cubicBezTo>
                <a:lnTo>
                  <a:pt x="105241" y="47819"/>
                </a:lnTo>
                <a:cubicBezTo>
                  <a:pt x="105241" y="49879"/>
                  <a:pt x="104715" y="51468"/>
                  <a:pt x="103662" y="52588"/>
                </a:cubicBezTo>
                <a:cubicBezTo>
                  <a:pt x="102610" y="53707"/>
                  <a:pt x="101233" y="54267"/>
                  <a:pt x="99532" y="54267"/>
                </a:cubicBezTo>
                <a:cubicBezTo>
                  <a:pt x="97875" y="54267"/>
                  <a:pt x="96521" y="53683"/>
                  <a:pt x="95469" y="52516"/>
                </a:cubicBezTo>
                <a:cubicBezTo>
                  <a:pt x="94416" y="51348"/>
                  <a:pt x="93890" y="49754"/>
                  <a:pt x="93890" y="47733"/>
                </a:cubicBezTo>
                <a:cubicBezTo>
                  <a:pt x="93890" y="43870"/>
                  <a:pt x="95860" y="40322"/>
                  <a:pt x="99801" y="37088"/>
                </a:cubicBezTo>
                <a:cubicBezTo>
                  <a:pt x="103741" y="33855"/>
                  <a:pt x="109270" y="32238"/>
                  <a:pt x="116390" y="32238"/>
                </a:cubicBezTo>
                <a:cubicBezTo>
                  <a:pt x="121852" y="32238"/>
                  <a:pt x="126330" y="33154"/>
                  <a:pt x="129822" y="34987"/>
                </a:cubicBezTo>
                <a:cubicBezTo>
                  <a:pt x="132464" y="36374"/>
                  <a:pt x="134411" y="38543"/>
                  <a:pt x="135665" y="41496"/>
                </a:cubicBezTo>
                <a:cubicBezTo>
                  <a:pt x="136471" y="43418"/>
                  <a:pt x="136874" y="47353"/>
                  <a:pt x="136874" y="53301"/>
                </a:cubicBezTo>
                <a:lnTo>
                  <a:pt x="136874" y="74164"/>
                </a:lnTo>
                <a:cubicBezTo>
                  <a:pt x="136874" y="80022"/>
                  <a:pt x="136986" y="83611"/>
                  <a:pt x="137210" y="84930"/>
                </a:cubicBezTo>
                <a:cubicBezTo>
                  <a:pt x="137434" y="86250"/>
                  <a:pt x="137803" y="87134"/>
                  <a:pt x="138318" y="87581"/>
                </a:cubicBezTo>
                <a:cubicBezTo>
                  <a:pt x="138833" y="88028"/>
                  <a:pt x="139426" y="88251"/>
                  <a:pt x="140098" y="88251"/>
                </a:cubicBezTo>
                <a:cubicBezTo>
                  <a:pt x="140814" y="88251"/>
                  <a:pt x="141441" y="88094"/>
                  <a:pt x="141978" y="87781"/>
                </a:cubicBezTo>
                <a:cubicBezTo>
                  <a:pt x="142919" y="87199"/>
                  <a:pt x="144732" y="85564"/>
                  <a:pt x="147418" y="82878"/>
                </a:cubicBezTo>
                <a:lnTo>
                  <a:pt x="147418" y="86639"/>
                </a:lnTo>
                <a:cubicBezTo>
                  <a:pt x="142404" y="93355"/>
                  <a:pt x="137613" y="96713"/>
                  <a:pt x="133046" y="96713"/>
                </a:cubicBezTo>
                <a:cubicBezTo>
                  <a:pt x="130852" y="96713"/>
                  <a:pt x="129106" y="95958"/>
                  <a:pt x="127807" y="94446"/>
                </a:cubicBezTo>
                <a:cubicBezTo>
                  <a:pt x="126509" y="92934"/>
                  <a:pt x="125837" y="90355"/>
                  <a:pt x="125792" y="86710"/>
                </a:cubicBezTo>
                <a:moveTo>
                  <a:pt x="125792" y="82355"/>
                </a:moveTo>
                <a:lnTo>
                  <a:pt x="125792" y="58968"/>
                </a:lnTo>
                <a:cubicBezTo>
                  <a:pt x="119031" y="61649"/>
                  <a:pt x="114666" y="63548"/>
                  <a:pt x="112696" y="64664"/>
                </a:cubicBezTo>
                <a:cubicBezTo>
                  <a:pt x="109159" y="66630"/>
                  <a:pt x="106629" y="68686"/>
                  <a:pt x="105106" y="70831"/>
                </a:cubicBezTo>
                <a:cubicBezTo>
                  <a:pt x="103584" y="72974"/>
                  <a:pt x="102823" y="75319"/>
                  <a:pt x="102823" y="77866"/>
                </a:cubicBezTo>
                <a:cubicBezTo>
                  <a:pt x="102823" y="81083"/>
                  <a:pt x="103786" y="83752"/>
                  <a:pt x="105711" y="85875"/>
                </a:cubicBezTo>
                <a:cubicBezTo>
                  <a:pt x="107636" y="87996"/>
                  <a:pt x="109853" y="89057"/>
                  <a:pt x="112360" y="89057"/>
                </a:cubicBezTo>
                <a:cubicBezTo>
                  <a:pt x="115763" y="89057"/>
                  <a:pt x="120240" y="86823"/>
                  <a:pt x="125792" y="82355"/>
                </a:cubicBezTo>
                <a:close/>
                <a:moveTo>
                  <a:pt x="169801" y="45200"/>
                </a:moveTo>
                <a:cubicBezTo>
                  <a:pt x="177010" y="36558"/>
                  <a:pt x="183882" y="32238"/>
                  <a:pt x="190420" y="32238"/>
                </a:cubicBezTo>
                <a:cubicBezTo>
                  <a:pt x="193778" y="32238"/>
                  <a:pt x="196666" y="33075"/>
                  <a:pt x="199083" y="34750"/>
                </a:cubicBezTo>
                <a:cubicBezTo>
                  <a:pt x="201501" y="36423"/>
                  <a:pt x="203427" y="39181"/>
                  <a:pt x="204859" y="43021"/>
                </a:cubicBezTo>
                <a:cubicBezTo>
                  <a:pt x="205844" y="45701"/>
                  <a:pt x="206337" y="49809"/>
                  <a:pt x="206337" y="55346"/>
                </a:cubicBezTo>
                <a:lnTo>
                  <a:pt x="206337" y="81535"/>
                </a:lnTo>
                <a:cubicBezTo>
                  <a:pt x="206337" y="85452"/>
                  <a:pt x="206650" y="88109"/>
                  <a:pt x="207277" y="89506"/>
                </a:cubicBezTo>
                <a:cubicBezTo>
                  <a:pt x="207770" y="90632"/>
                  <a:pt x="208564" y="91511"/>
                  <a:pt x="209661" y="92142"/>
                </a:cubicBezTo>
                <a:cubicBezTo>
                  <a:pt x="210758" y="92772"/>
                  <a:pt x="212784" y="93086"/>
                  <a:pt x="215740" y="93086"/>
                </a:cubicBezTo>
                <a:lnTo>
                  <a:pt x="215740" y="95504"/>
                </a:lnTo>
                <a:lnTo>
                  <a:pt x="185315" y="95504"/>
                </a:lnTo>
                <a:lnTo>
                  <a:pt x="185315" y="93086"/>
                </a:lnTo>
                <a:lnTo>
                  <a:pt x="186591" y="93086"/>
                </a:lnTo>
                <a:cubicBezTo>
                  <a:pt x="189457" y="93086"/>
                  <a:pt x="191461" y="92648"/>
                  <a:pt x="192602" y="91771"/>
                </a:cubicBezTo>
                <a:cubicBezTo>
                  <a:pt x="193744" y="90892"/>
                  <a:pt x="194539" y="89597"/>
                  <a:pt x="194987" y="87886"/>
                </a:cubicBezTo>
                <a:cubicBezTo>
                  <a:pt x="195166" y="87210"/>
                  <a:pt x="195255" y="85093"/>
                  <a:pt x="195255" y="81535"/>
                </a:cubicBezTo>
                <a:lnTo>
                  <a:pt x="195255" y="56391"/>
                </a:lnTo>
                <a:cubicBezTo>
                  <a:pt x="195255" y="50802"/>
                  <a:pt x="194528" y="46745"/>
                  <a:pt x="193072" y="44220"/>
                </a:cubicBezTo>
                <a:cubicBezTo>
                  <a:pt x="191617" y="41694"/>
                  <a:pt x="189166" y="40431"/>
                  <a:pt x="185718" y="40431"/>
                </a:cubicBezTo>
                <a:cubicBezTo>
                  <a:pt x="180390" y="40431"/>
                  <a:pt x="175084" y="43342"/>
                  <a:pt x="169801" y="49163"/>
                </a:cubicBezTo>
                <a:lnTo>
                  <a:pt x="169801" y="81535"/>
                </a:lnTo>
                <a:cubicBezTo>
                  <a:pt x="169801" y="85722"/>
                  <a:pt x="170047" y="88312"/>
                  <a:pt x="170540" y="89304"/>
                </a:cubicBezTo>
                <a:cubicBezTo>
                  <a:pt x="171166" y="90610"/>
                  <a:pt x="172028" y="91567"/>
                  <a:pt x="173125" y="92176"/>
                </a:cubicBezTo>
                <a:cubicBezTo>
                  <a:pt x="174222" y="92783"/>
                  <a:pt x="176450" y="93086"/>
                  <a:pt x="179808" y="93086"/>
                </a:cubicBezTo>
                <a:lnTo>
                  <a:pt x="179808" y="95504"/>
                </a:lnTo>
                <a:lnTo>
                  <a:pt x="149384" y="95504"/>
                </a:lnTo>
                <a:lnTo>
                  <a:pt x="149384" y="93086"/>
                </a:lnTo>
                <a:lnTo>
                  <a:pt x="150727" y="93086"/>
                </a:lnTo>
                <a:cubicBezTo>
                  <a:pt x="153861" y="93086"/>
                  <a:pt x="155977" y="92288"/>
                  <a:pt x="157074" y="90690"/>
                </a:cubicBezTo>
                <a:cubicBezTo>
                  <a:pt x="158171" y="89090"/>
                  <a:pt x="158719" y="86039"/>
                  <a:pt x="158719" y="81535"/>
                </a:cubicBezTo>
                <a:lnTo>
                  <a:pt x="158719" y="58834"/>
                </a:lnTo>
                <a:cubicBezTo>
                  <a:pt x="158719" y="51446"/>
                  <a:pt x="158551" y="46946"/>
                  <a:pt x="158215" y="45334"/>
                </a:cubicBezTo>
                <a:cubicBezTo>
                  <a:pt x="157880" y="43722"/>
                  <a:pt x="157365" y="42625"/>
                  <a:pt x="156671" y="42043"/>
                </a:cubicBezTo>
                <a:cubicBezTo>
                  <a:pt x="155977" y="41461"/>
                  <a:pt x="155048" y="41170"/>
                  <a:pt x="153883" y="41170"/>
                </a:cubicBezTo>
                <a:cubicBezTo>
                  <a:pt x="152630" y="41170"/>
                  <a:pt x="151130" y="41506"/>
                  <a:pt x="149384" y="42178"/>
                </a:cubicBezTo>
                <a:lnTo>
                  <a:pt x="148376" y="39760"/>
                </a:lnTo>
                <a:lnTo>
                  <a:pt x="166913" y="32238"/>
                </a:lnTo>
                <a:lnTo>
                  <a:pt x="169801" y="32238"/>
                </a:lnTo>
                <a:lnTo>
                  <a:pt x="169801" y="45200"/>
                </a:lnTo>
                <a:close/>
                <a:moveTo>
                  <a:pt x="264096" y="88591"/>
                </a:moveTo>
                <a:cubicBezTo>
                  <a:pt x="261096" y="91724"/>
                  <a:pt x="258164" y="93973"/>
                  <a:pt x="255298" y="95338"/>
                </a:cubicBezTo>
                <a:cubicBezTo>
                  <a:pt x="252433" y="96703"/>
                  <a:pt x="249343" y="97385"/>
                  <a:pt x="246030" y="97385"/>
                </a:cubicBezTo>
                <a:cubicBezTo>
                  <a:pt x="239314" y="97385"/>
                  <a:pt x="233448" y="94582"/>
                  <a:pt x="228433" y="88975"/>
                </a:cubicBezTo>
                <a:cubicBezTo>
                  <a:pt x="223419" y="83367"/>
                  <a:pt x="220911" y="76161"/>
                  <a:pt x="220911" y="67357"/>
                </a:cubicBezTo>
                <a:cubicBezTo>
                  <a:pt x="220911" y="58555"/>
                  <a:pt x="223687" y="50501"/>
                  <a:pt x="229239" y="43196"/>
                </a:cubicBezTo>
                <a:cubicBezTo>
                  <a:pt x="234791" y="35890"/>
                  <a:pt x="241933" y="32238"/>
                  <a:pt x="250664" y="32238"/>
                </a:cubicBezTo>
                <a:cubicBezTo>
                  <a:pt x="256082" y="32238"/>
                  <a:pt x="260559" y="33961"/>
                  <a:pt x="264096" y="37407"/>
                </a:cubicBezTo>
                <a:lnTo>
                  <a:pt x="264096" y="25925"/>
                </a:lnTo>
                <a:cubicBezTo>
                  <a:pt x="264096" y="18924"/>
                  <a:pt x="263928" y="14622"/>
                  <a:pt x="263593" y="13017"/>
                </a:cubicBezTo>
                <a:cubicBezTo>
                  <a:pt x="263257" y="11412"/>
                  <a:pt x="262731" y="10319"/>
                  <a:pt x="262014" y="9738"/>
                </a:cubicBezTo>
                <a:cubicBezTo>
                  <a:pt x="261298" y="9156"/>
                  <a:pt x="260402" y="8865"/>
                  <a:pt x="259328" y="8865"/>
                </a:cubicBezTo>
                <a:cubicBezTo>
                  <a:pt x="258164" y="8865"/>
                  <a:pt x="256619" y="9224"/>
                  <a:pt x="254694" y="9940"/>
                </a:cubicBezTo>
                <a:lnTo>
                  <a:pt x="253821" y="7522"/>
                </a:lnTo>
                <a:lnTo>
                  <a:pt x="272156" y="0"/>
                </a:lnTo>
                <a:lnTo>
                  <a:pt x="275178" y="0"/>
                </a:lnTo>
                <a:lnTo>
                  <a:pt x="275178" y="71192"/>
                </a:lnTo>
                <a:cubicBezTo>
                  <a:pt x="275178" y="78371"/>
                  <a:pt x="275346" y="82752"/>
                  <a:pt x="275682" y="84334"/>
                </a:cubicBezTo>
                <a:cubicBezTo>
                  <a:pt x="276018" y="85917"/>
                  <a:pt x="276555" y="87022"/>
                  <a:pt x="277294" y="87648"/>
                </a:cubicBezTo>
                <a:cubicBezTo>
                  <a:pt x="278033" y="88274"/>
                  <a:pt x="278894" y="88587"/>
                  <a:pt x="279879" y="88587"/>
                </a:cubicBezTo>
                <a:cubicBezTo>
                  <a:pt x="281088" y="88587"/>
                  <a:pt x="282700" y="88206"/>
                  <a:pt x="284715" y="87445"/>
                </a:cubicBezTo>
                <a:lnTo>
                  <a:pt x="285454" y="89863"/>
                </a:lnTo>
                <a:lnTo>
                  <a:pt x="267186" y="97385"/>
                </a:lnTo>
                <a:lnTo>
                  <a:pt x="264096" y="97385"/>
                </a:lnTo>
                <a:lnTo>
                  <a:pt x="264096" y="88591"/>
                </a:lnTo>
                <a:moveTo>
                  <a:pt x="264096" y="83900"/>
                </a:moveTo>
                <a:lnTo>
                  <a:pt x="264096" y="52279"/>
                </a:lnTo>
                <a:cubicBezTo>
                  <a:pt x="263828" y="49242"/>
                  <a:pt x="263022" y="46473"/>
                  <a:pt x="261679" y="43972"/>
                </a:cubicBezTo>
                <a:cubicBezTo>
                  <a:pt x="260335" y="41470"/>
                  <a:pt x="258556" y="39584"/>
                  <a:pt x="256339" y="38312"/>
                </a:cubicBezTo>
                <a:cubicBezTo>
                  <a:pt x="254123" y="37038"/>
                  <a:pt x="251962" y="36402"/>
                  <a:pt x="249858" y="36402"/>
                </a:cubicBezTo>
                <a:cubicBezTo>
                  <a:pt x="245918" y="36402"/>
                  <a:pt x="242403" y="38166"/>
                  <a:pt x="239314" y="41695"/>
                </a:cubicBezTo>
                <a:cubicBezTo>
                  <a:pt x="235239" y="46339"/>
                  <a:pt x="233202" y="53127"/>
                  <a:pt x="233202" y="62060"/>
                </a:cubicBezTo>
                <a:cubicBezTo>
                  <a:pt x="233202" y="71082"/>
                  <a:pt x="235172" y="77994"/>
                  <a:pt x="239112" y="82796"/>
                </a:cubicBezTo>
                <a:cubicBezTo>
                  <a:pt x="243052" y="87597"/>
                  <a:pt x="247440" y="89997"/>
                  <a:pt x="252276" y="89997"/>
                </a:cubicBezTo>
                <a:cubicBezTo>
                  <a:pt x="256350" y="89997"/>
                  <a:pt x="260291" y="87965"/>
                  <a:pt x="264096" y="83900"/>
                </a:cubicBezTo>
                <a:close/>
                <a:moveTo>
                  <a:pt x="305065" y="0"/>
                </a:moveTo>
                <a:cubicBezTo>
                  <a:pt x="306946" y="0"/>
                  <a:pt x="308546" y="664"/>
                  <a:pt x="309867" y="1992"/>
                </a:cubicBezTo>
                <a:cubicBezTo>
                  <a:pt x="311188" y="3318"/>
                  <a:pt x="311848" y="4927"/>
                  <a:pt x="311848" y="6817"/>
                </a:cubicBezTo>
                <a:cubicBezTo>
                  <a:pt x="311848" y="8707"/>
                  <a:pt x="311188" y="10328"/>
                  <a:pt x="309867" y="11678"/>
                </a:cubicBezTo>
                <a:cubicBezTo>
                  <a:pt x="308546" y="13027"/>
                  <a:pt x="306946" y="13701"/>
                  <a:pt x="305065" y="13701"/>
                </a:cubicBezTo>
                <a:cubicBezTo>
                  <a:pt x="303185" y="13701"/>
                  <a:pt x="301573" y="13027"/>
                  <a:pt x="300229" y="11678"/>
                </a:cubicBezTo>
                <a:cubicBezTo>
                  <a:pt x="298886" y="10328"/>
                  <a:pt x="298215" y="8707"/>
                  <a:pt x="298215" y="6817"/>
                </a:cubicBezTo>
                <a:cubicBezTo>
                  <a:pt x="298215" y="4927"/>
                  <a:pt x="298875" y="3318"/>
                  <a:pt x="300196" y="1992"/>
                </a:cubicBezTo>
                <a:cubicBezTo>
                  <a:pt x="301517" y="664"/>
                  <a:pt x="303140" y="0"/>
                  <a:pt x="305065" y="0"/>
                </a:cubicBezTo>
                <a:moveTo>
                  <a:pt x="310640" y="32238"/>
                </a:moveTo>
                <a:lnTo>
                  <a:pt x="310640" y="81535"/>
                </a:lnTo>
                <a:cubicBezTo>
                  <a:pt x="310640" y="85408"/>
                  <a:pt x="310919" y="87986"/>
                  <a:pt x="311479" y="89271"/>
                </a:cubicBezTo>
                <a:cubicBezTo>
                  <a:pt x="312039" y="90554"/>
                  <a:pt x="312867" y="91511"/>
                  <a:pt x="313964" y="92142"/>
                </a:cubicBezTo>
                <a:cubicBezTo>
                  <a:pt x="315061" y="92772"/>
                  <a:pt x="317065" y="93086"/>
                  <a:pt x="319975" y="93086"/>
                </a:cubicBezTo>
                <a:lnTo>
                  <a:pt x="319975" y="95504"/>
                </a:lnTo>
                <a:lnTo>
                  <a:pt x="290088" y="95504"/>
                </a:lnTo>
                <a:lnTo>
                  <a:pt x="290088" y="93086"/>
                </a:lnTo>
                <a:cubicBezTo>
                  <a:pt x="293088" y="93086"/>
                  <a:pt x="295103" y="92794"/>
                  <a:pt x="296133" y="92209"/>
                </a:cubicBezTo>
                <a:cubicBezTo>
                  <a:pt x="297162" y="91623"/>
                  <a:pt x="297979" y="90655"/>
                  <a:pt x="298584" y="89304"/>
                </a:cubicBezTo>
                <a:cubicBezTo>
                  <a:pt x="299188" y="87953"/>
                  <a:pt x="299491" y="85363"/>
                  <a:pt x="299491" y="81535"/>
                </a:cubicBezTo>
                <a:lnTo>
                  <a:pt x="299491" y="58028"/>
                </a:lnTo>
                <a:cubicBezTo>
                  <a:pt x="299491" y="51329"/>
                  <a:pt x="299289" y="46990"/>
                  <a:pt x="298886" y="45011"/>
                </a:cubicBezTo>
                <a:cubicBezTo>
                  <a:pt x="298573" y="43571"/>
                  <a:pt x="298080" y="42572"/>
                  <a:pt x="297409" y="42012"/>
                </a:cubicBezTo>
                <a:cubicBezTo>
                  <a:pt x="296737" y="41451"/>
                  <a:pt x="295819" y="41170"/>
                  <a:pt x="294655" y="41170"/>
                </a:cubicBezTo>
                <a:cubicBezTo>
                  <a:pt x="293401" y="41170"/>
                  <a:pt x="291879" y="41506"/>
                  <a:pt x="290088" y="42178"/>
                </a:cubicBezTo>
                <a:lnTo>
                  <a:pt x="289148" y="39760"/>
                </a:lnTo>
                <a:lnTo>
                  <a:pt x="307684" y="32238"/>
                </a:lnTo>
                <a:lnTo>
                  <a:pt x="310640" y="32238"/>
                </a:lnTo>
                <a:close/>
                <a:moveTo>
                  <a:pt x="370971" y="88591"/>
                </a:moveTo>
                <a:cubicBezTo>
                  <a:pt x="367971" y="91724"/>
                  <a:pt x="365038" y="93973"/>
                  <a:pt x="362173" y="95338"/>
                </a:cubicBezTo>
                <a:cubicBezTo>
                  <a:pt x="359307" y="96703"/>
                  <a:pt x="356218" y="97385"/>
                  <a:pt x="352904" y="97385"/>
                </a:cubicBezTo>
                <a:cubicBezTo>
                  <a:pt x="346188" y="97385"/>
                  <a:pt x="340323" y="94582"/>
                  <a:pt x="335308" y="88975"/>
                </a:cubicBezTo>
                <a:cubicBezTo>
                  <a:pt x="330293" y="83367"/>
                  <a:pt x="327786" y="76161"/>
                  <a:pt x="327786" y="67357"/>
                </a:cubicBezTo>
                <a:cubicBezTo>
                  <a:pt x="327786" y="58555"/>
                  <a:pt x="330562" y="50501"/>
                  <a:pt x="336114" y="43196"/>
                </a:cubicBezTo>
                <a:cubicBezTo>
                  <a:pt x="341666" y="35890"/>
                  <a:pt x="348807" y="32238"/>
                  <a:pt x="357539" y="32238"/>
                </a:cubicBezTo>
                <a:cubicBezTo>
                  <a:pt x="362956" y="32238"/>
                  <a:pt x="367434" y="33961"/>
                  <a:pt x="370971" y="37407"/>
                </a:cubicBezTo>
                <a:lnTo>
                  <a:pt x="370971" y="25925"/>
                </a:lnTo>
                <a:cubicBezTo>
                  <a:pt x="370971" y="18924"/>
                  <a:pt x="370803" y="14622"/>
                  <a:pt x="370467" y="13017"/>
                </a:cubicBezTo>
                <a:cubicBezTo>
                  <a:pt x="370131" y="11412"/>
                  <a:pt x="369605" y="10319"/>
                  <a:pt x="368889" y="9738"/>
                </a:cubicBezTo>
                <a:cubicBezTo>
                  <a:pt x="368172" y="9156"/>
                  <a:pt x="367277" y="8865"/>
                  <a:pt x="366202" y="8865"/>
                </a:cubicBezTo>
                <a:cubicBezTo>
                  <a:pt x="365038" y="8865"/>
                  <a:pt x="363494" y="9224"/>
                  <a:pt x="361568" y="9940"/>
                </a:cubicBezTo>
                <a:lnTo>
                  <a:pt x="360695" y="7522"/>
                </a:lnTo>
                <a:lnTo>
                  <a:pt x="379030" y="0"/>
                </a:lnTo>
                <a:lnTo>
                  <a:pt x="382053" y="0"/>
                </a:lnTo>
                <a:lnTo>
                  <a:pt x="382053" y="71192"/>
                </a:lnTo>
                <a:cubicBezTo>
                  <a:pt x="382053" y="78371"/>
                  <a:pt x="382221" y="82752"/>
                  <a:pt x="382556" y="84334"/>
                </a:cubicBezTo>
                <a:cubicBezTo>
                  <a:pt x="382892" y="85917"/>
                  <a:pt x="383429" y="87022"/>
                  <a:pt x="384168" y="87648"/>
                </a:cubicBezTo>
                <a:cubicBezTo>
                  <a:pt x="384907" y="88274"/>
                  <a:pt x="385769" y="88587"/>
                  <a:pt x="386754" y="88587"/>
                </a:cubicBezTo>
                <a:cubicBezTo>
                  <a:pt x="387963" y="88587"/>
                  <a:pt x="389575" y="88206"/>
                  <a:pt x="391590" y="87445"/>
                </a:cubicBezTo>
                <a:lnTo>
                  <a:pt x="392328" y="89863"/>
                </a:lnTo>
                <a:lnTo>
                  <a:pt x="374060" y="97385"/>
                </a:lnTo>
                <a:lnTo>
                  <a:pt x="370971" y="97385"/>
                </a:lnTo>
                <a:lnTo>
                  <a:pt x="370971" y="88591"/>
                </a:lnTo>
                <a:moveTo>
                  <a:pt x="370971" y="83900"/>
                </a:moveTo>
                <a:lnTo>
                  <a:pt x="370971" y="52279"/>
                </a:lnTo>
                <a:cubicBezTo>
                  <a:pt x="370702" y="49242"/>
                  <a:pt x="369896" y="46473"/>
                  <a:pt x="368553" y="43972"/>
                </a:cubicBezTo>
                <a:cubicBezTo>
                  <a:pt x="367210" y="41470"/>
                  <a:pt x="365430" y="39584"/>
                  <a:pt x="363214" y="38312"/>
                </a:cubicBezTo>
                <a:cubicBezTo>
                  <a:pt x="360997" y="37038"/>
                  <a:pt x="358837" y="36402"/>
                  <a:pt x="356733" y="36402"/>
                </a:cubicBezTo>
                <a:cubicBezTo>
                  <a:pt x="352792" y="36402"/>
                  <a:pt x="349278" y="38166"/>
                  <a:pt x="346188" y="41695"/>
                </a:cubicBezTo>
                <a:cubicBezTo>
                  <a:pt x="342114" y="46339"/>
                  <a:pt x="340076" y="53127"/>
                  <a:pt x="340076" y="62060"/>
                </a:cubicBezTo>
                <a:cubicBezTo>
                  <a:pt x="340076" y="71082"/>
                  <a:pt x="342046" y="77994"/>
                  <a:pt x="345987" y="82796"/>
                </a:cubicBezTo>
                <a:cubicBezTo>
                  <a:pt x="349927" y="87597"/>
                  <a:pt x="354315" y="89997"/>
                  <a:pt x="359150" y="89997"/>
                </a:cubicBezTo>
                <a:cubicBezTo>
                  <a:pt x="363225" y="89997"/>
                  <a:pt x="367165" y="87965"/>
                  <a:pt x="370971" y="83900"/>
                </a:cubicBezTo>
                <a:close/>
                <a:moveTo>
                  <a:pt x="431148" y="86710"/>
                </a:moveTo>
                <a:cubicBezTo>
                  <a:pt x="424835" y="91589"/>
                  <a:pt x="420872" y="94409"/>
                  <a:pt x="419260" y="95168"/>
                </a:cubicBezTo>
                <a:cubicBezTo>
                  <a:pt x="416842" y="96288"/>
                  <a:pt x="414268" y="96848"/>
                  <a:pt x="411537" y="96848"/>
                </a:cubicBezTo>
                <a:cubicBezTo>
                  <a:pt x="407283" y="96848"/>
                  <a:pt x="403779" y="95392"/>
                  <a:pt x="401026" y="92482"/>
                </a:cubicBezTo>
                <a:cubicBezTo>
                  <a:pt x="398272" y="89572"/>
                  <a:pt x="396895" y="85743"/>
                  <a:pt x="396895" y="80997"/>
                </a:cubicBezTo>
                <a:cubicBezTo>
                  <a:pt x="396895" y="77997"/>
                  <a:pt x="397567" y="75400"/>
                  <a:pt x="398910" y="73207"/>
                </a:cubicBezTo>
                <a:cubicBezTo>
                  <a:pt x="400746" y="70162"/>
                  <a:pt x="403936" y="67296"/>
                  <a:pt x="408481" y="64610"/>
                </a:cubicBezTo>
                <a:cubicBezTo>
                  <a:pt x="413025" y="61923"/>
                  <a:pt x="420581" y="58655"/>
                  <a:pt x="431148" y="54804"/>
                </a:cubicBezTo>
                <a:lnTo>
                  <a:pt x="431148" y="52395"/>
                </a:lnTo>
                <a:cubicBezTo>
                  <a:pt x="431148" y="46283"/>
                  <a:pt x="430174" y="42090"/>
                  <a:pt x="428226" y="39814"/>
                </a:cubicBezTo>
                <a:cubicBezTo>
                  <a:pt x="426279" y="37539"/>
                  <a:pt x="423447" y="36402"/>
                  <a:pt x="419730" y="36402"/>
                </a:cubicBezTo>
                <a:cubicBezTo>
                  <a:pt x="416910" y="36402"/>
                  <a:pt x="414671" y="37163"/>
                  <a:pt x="413014" y="38685"/>
                </a:cubicBezTo>
                <a:cubicBezTo>
                  <a:pt x="411313" y="40208"/>
                  <a:pt x="410462" y="41954"/>
                  <a:pt x="410462" y="43924"/>
                </a:cubicBezTo>
                <a:lnTo>
                  <a:pt x="410596" y="47819"/>
                </a:lnTo>
                <a:cubicBezTo>
                  <a:pt x="410596" y="49879"/>
                  <a:pt x="410070" y="51468"/>
                  <a:pt x="409018" y="52588"/>
                </a:cubicBezTo>
                <a:cubicBezTo>
                  <a:pt x="407966" y="53707"/>
                  <a:pt x="406589" y="54267"/>
                  <a:pt x="404888" y="54267"/>
                </a:cubicBezTo>
                <a:cubicBezTo>
                  <a:pt x="403231" y="54267"/>
                  <a:pt x="401876" y="53683"/>
                  <a:pt x="400824" y="52516"/>
                </a:cubicBezTo>
                <a:cubicBezTo>
                  <a:pt x="399772" y="51348"/>
                  <a:pt x="399246" y="49754"/>
                  <a:pt x="399246" y="47733"/>
                </a:cubicBezTo>
                <a:cubicBezTo>
                  <a:pt x="399246" y="43870"/>
                  <a:pt x="401216" y="40322"/>
                  <a:pt x="405156" y="37088"/>
                </a:cubicBezTo>
                <a:cubicBezTo>
                  <a:pt x="409096" y="33855"/>
                  <a:pt x="414626" y="32238"/>
                  <a:pt x="421745" y="32238"/>
                </a:cubicBezTo>
                <a:cubicBezTo>
                  <a:pt x="427208" y="32238"/>
                  <a:pt x="431685" y="33154"/>
                  <a:pt x="435178" y="34987"/>
                </a:cubicBezTo>
                <a:cubicBezTo>
                  <a:pt x="437819" y="36374"/>
                  <a:pt x="439767" y="38543"/>
                  <a:pt x="441021" y="41496"/>
                </a:cubicBezTo>
                <a:cubicBezTo>
                  <a:pt x="441827" y="43418"/>
                  <a:pt x="442230" y="47353"/>
                  <a:pt x="442230" y="53301"/>
                </a:cubicBezTo>
                <a:lnTo>
                  <a:pt x="442230" y="74164"/>
                </a:lnTo>
                <a:cubicBezTo>
                  <a:pt x="442230" y="80022"/>
                  <a:pt x="442342" y="83611"/>
                  <a:pt x="442565" y="84930"/>
                </a:cubicBezTo>
                <a:cubicBezTo>
                  <a:pt x="442789" y="86250"/>
                  <a:pt x="443159" y="87134"/>
                  <a:pt x="443674" y="87581"/>
                </a:cubicBezTo>
                <a:cubicBezTo>
                  <a:pt x="444189" y="88028"/>
                  <a:pt x="444782" y="88251"/>
                  <a:pt x="445453" y="88251"/>
                </a:cubicBezTo>
                <a:cubicBezTo>
                  <a:pt x="446170" y="88251"/>
                  <a:pt x="446797" y="88094"/>
                  <a:pt x="447334" y="87781"/>
                </a:cubicBezTo>
                <a:cubicBezTo>
                  <a:pt x="448274" y="87199"/>
                  <a:pt x="450088" y="85564"/>
                  <a:pt x="452774" y="82878"/>
                </a:cubicBezTo>
                <a:lnTo>
                  <a:pt x="452774" y="86639"/>
                </a:lnTo>
                <a:cubicBezTo>
                  <a:pt x="447759" y="93355"/>
                  <a:pt x="442968" y="96713"/>
                  <a:pt x="438401" y="96713"/>
                </a:cubicBezTo>
                <a:cubicBezTo>
                  <a:pt x="436207" y="96713"/>
                  <a:pt x="434461" y="95958"/>
                  <a:pt x="433163" y="94446"/>
                </a:cubicBezTo>
                <a:cubicBezTo>
                  <a:pt x="431864" y="92934"/>
                  <a:pt x="431193" y="90355"/>
                  <a:pt x="431148" y="86710"/>
                </a:cubicBezTo>
                <a:moveTo>
                  <a:pt x="431148" y="82355"/>
                </a:moveTo>
                <a:lnTo>
                  <a:pt x="431148" y="58968"/>
                </a:lnTo>
                <a:cubicBezTo>
                  <a:pt x="424387" y="61649"/>
                  <a:pt x="420021" y="63548"/>
                  <a:pt x="418051" y="64664"/>
                </a:cubicBezTo>
                <a:cubicBezTo>
                  <a:pt x="414514" y="66630"/>
                  <a:pt x="411984" y="68686"/>
                  <a:pt x="410462" y="70831"/>
                </a:cubicBezTo>
                <a:cubicBezTo>
                  <a:pt x="408940" y="72974"/>
                  <a:pt x="408179" y="75319"/>
                  <a:pt x="408179" y="77866"/>
                </a:cubicBezTo>
                <a:cubicBezTo>
                  <a:pt x="408179" y="81083"/>
                  <a:pt x="409141" y="83752"/>
                  <a:pt x="411066" y="85875"/>
                </a:cubicBezTo>
                <a:cubicBezTo>
                  <a:pt x="412992" y="87996"/>
                  <a:pt x="415208" y="89057"/>
                  <a:pt x="417716" y="89057"/>
                </a:cubicBezTo>
                <a:cubicBezTo>
                  <a:pt x="421118" y="89057"/>
                  <a:pt x="425596" y="86823"/>
                  <a:pt x="431148" y="82355"/>
                </a:cubicBezTo>
                <a:close/>
                <a:moveTo>
                  <a:pt x="475090" y="13701"/>
                </a:moveTo>
                <a:lnTo>
                  <a:pt x="475090" y="33984"/>
                </a:lnTo>
                <a:lnTo>
                  <a:pt x="489462" y="33984"/>
                </a:lnTo>
                <a:lnTo>
                  <a:pt x="489462" y="38551"/>
                </a:lnTo>
                <a:lnTo>
                  <a:pt x="475090" y="38685"/>
                </a:lnTo>
                <a:lnTo>
                  <a:pt x="475090" y="78634"/>
                </a:lnTo>
                <a:cubicBezTo>
                  <a:pt x="475090" y="82623"/>
                  <a:pt x="475661" y="85313"/>
                  <a:pt x="476802" y="86704"/>
                </a:cubicBezTo>
                <a:cubicBezTo>
                  <a:pt x="477944" y="88093"/>
                  <a:pt x="479411" y="88788"/>
                  <a:pt x="481202" y="88788"/>
                </a:cubicBezTo>
                <a:cubicBezTo>
                  <a:pt x="482679" y="88788"/>
                  <a:pt x="484112" y="88324"/>
                  <a:pt x="485500" y="87394"/>
                </a:cubicBezTo>
                <a:cubicBezTo>
                  <a:pt x="486888" y="86465"/>
                  <a:pt x="487963" y="85094"/>
                  <a:pt x="488724" y="83281"/>
                </a:cubicBezTo>
                <a:lnTo>
                  <a:pt x="491343" y="83281"/>
                </a:lnTo>
                <a:cubicBezTo>
                  <a:pt x="489776" y="87691"/>
                  <a:pt x="487560" y="91010"/>
                  <a:pt x="484694" y="93238"/>
                </a:cubicBezTo>
                <a:cubicBezTo>
                  <a:pt x="481828" y="95465"/>
                  <a:pt x="478873" y="96579"/>
                  <a:pt x="475829" y="96579"/>
                </a:cubicBezTo>
                <a:cubicBezTo>
                  <a:pt x="473769" y="96579"/>
                  <a:pt x="471754" y="96006"/>
                  <a:pt x="469784" y="94860"/>
                </a:cubicBezTo>
                <a:cubicBezTo>
                  <a:pt x="467814" y="93714"/>
                  <a:pt x="466359" y="92074"/>
                  <a:pt x="465419" y="89940"/>
                </a:cubicBezTo>
                <a:cubicBezTo>
                  <a:pt x="464478" y="87807"/>
                  <a:pt x="464008" y="84516"/>
                  <a:pt x="464008" y="80068"/>
                </a:cubicBezTo>
                <a:lnTo>
                  <a:pt x="464008" y="38551"/>
                </a:lnTo>
                <a:lnTo>
                  <a:pt x="454270" y="38551"/>
                </a:lnTo>
                <a:lnTo>
                  <a:pt x="454270" y="36398"/>
                </a:lnTo>
                <a:cubicBezTo>
                  <a:pt x="456732" y="35418"/>
                  <a:pt x="459251" y="33760"/>
                  <a:pt x="461825" y="31423"/>
                </a:cubicBezTo>
                <a:cubicBezTo>
                  <a:pt x="464400" y="29087"/>
                  <a:pt x="466695" y="26302"/>
                  <a:pt x="468709" y="23068"/>
                </a:cubicBezTo>
                <a:cubicBezTo>
                  <a:pt x="469739" y="21361"/>
                  <a:pt x="471172" y="18239"/>
                  <a:pt x="473008" y="13701"/>
                </a:cubicBezTo>
                <a:lnTo>
                  <a:pt x="475090" y="13701"/>
                </a:lnTo>
                <a:close/>
                <a:moveTo>
                  <a:pt x="505668" y="57222"/>
                </a:moveTo>
                <a:cubicBezTo>
                  <a:pt x="505624" y="66314"/>
                  <a:pt x="507840" y="73445"/>
                  <a:pt x="512317" y="78615"/>
                </a:cubicBezTo>
                <a:cubicBezTo>
                  <a:pt x="516795" y="83785"/>
                  <a:pt x="522056" y="86370"/>
                  <a:pt x="528101" y="86370"/>
                </a:cubicBezTo>
                <a:cubicBezTo>
                  <a:pt x="532130" y="86370"/>
                  <a:pt x="535634" y="85257"/>
                  <a:pt x="538611" y="83031"/>
                </a:cubicBezTo>
                <a:cubicBezTo>
                  <a:pt x="541589" y="80805"/>
                  <a:pt x="544085" y="76993"/>
                  <a:pt x="546100" y="71595"/>
                </a:cubicBezTo>
                <a:lnTo>
                  <a:pt x="548182" y="72944"/>
                </a:lnTo>
                <a:cubicBezTo>
                  <a:pt x="547242" y="79110"/>
                  <a:pt x="544510" y="84726"/>
                  <a:pt x="539988" y="89789"/>
                </a:cubicBezTo>
                <a:cubicBezTo>
                  <a:pt x="535466" y="94853"/>
                  <a:pt x="529802" y="97385"/>
                  <a:pt x="522996" y="97385"/>
                </a:cubicBezTo>
                <a:cubicBezTo>
                  <a:pt x="515608" y="97385"/>
                  <a:pt x="509284" y="94514"/>
                  <a:pt x="504023" y="88773"/>
                </a:cubicBezTo>
                <a:cubicBezTo>
                  <a:pt x="498762" y="83031"/>
                  <a:pt x="496131" y="75312"/>
                  <a:pt x="496131" y="65615"/>
                </a:cubicBezTo>
                <a:cubicBezTo>
                  <a:pt x="496131" y="55115"/>
                  <a:pt x="498829" y="46928"/>
                  <a:pt x="504224" y="41053"/>
                </a:cubicBezTo>
                <a:cubicBezTo>
                  <a:pt x="509620" y="35176"/>
                  <a:pt x="516392" y="32238"/>
                  <a:pt x="524541" y="32238"/>
                </a:cubicBezTo>
                <a:cubicBezTo>
                  <a:pt x="531436" y="32238"/>
                  <a:pt x="537100" y="34504"/>
                  <a:pt x="541533" y="39038"/>
                </a:cubicBezTo>
                <a:cubicBezTo>
                  <a:pt x="545966" y="43570"/>
                  <a:pt x="548182" y="49631"/>
                  <a:pt x="548182" y="57222"/>
                </a:cubicBezTo>
                <a:lnTo>
                  <a:pt x="505668" y="57222"/>
                </a:lnTo>
                <a:moveTo>
                  <a:pt x="505668" y="53327"/>
                </a:moveTo>
                <a:lnTo>
                  <a:pt x="534145" y="53327"/>
                </a:lnTo>
                <a:cubicBezTo>
                  <a:pt x="533921" y="49419"/>
                  <a:pt x="533451" y="46666"/>
                  <a:pt x="532735" y="45068"/>
                </a:cubicBezTo>
                <a:cubicBezTo>
                  <a:pt x="531615" y="42580"/>
                  <a:pt x="529948" y="40626"/>
                  <a:pt x="527731" y="39206"/>
                </a:cubicBezTo>
                <a:cubicBezTo>
                  <a:pt x="525515" y="37784"/>
                  <a:pt x="523198" y="37073"/>
                  <a:pt x="520780" y="37073"/>
                </a:cubicBezTo>
                <a:cubicBezTo>
                  <a:pt x="517064" y="37073"/>
                  <a:pt x="513739" y="38505"/>
                  <a:pt x="510806" y="41370"/>
                </a:cubicBezTo>
                <a:cubicBezTo>
                  <a:pt x="507874" y="44234"/>
                  <a:pt x="506161" y="48219"/>
                  <a:pt x="505668" y="53327"/>
                </a:cubicBezTo>
                <a:close/>
                <a:moveTo>
                  <a:pt x="586213" y="39894"/>
                </a:moveTo>
                <a:lnTo>
                  <a:pt x="605153" y="32372"/>
                </a:lnTo>
                <a:lnTo>
                  <a:pt x="607705" y="32372"/>
                </a:lnTo>
                <a:lnTo>
                  <a:pt x="607705" y="46812"/>
                </a:lnTo>
                <a:cubicBezTo>
                  <a:pt x="610884" y="41419"/>
                  <a:pt x="614074" y="37642"/>
                  <a:pt x="617276" y="35480"/>
                </a:cubicBezTo>
                <a:cubicBezTo>
                  <a:pt x="620477" y="33319"/>
                  <a:pt x="623846" y="32238"/>
                  <a:pt x="627384" y="32238"/>
                </a:cubicBezTo>
                <a:cubicBezTo>
                  <a:pt x="633562" y="32238"/>
                  <a:pt x="638712" y="34653"/>
                  <a:pt x="642831" y="39483"/>
                </a:cubicBezTo>
                <a:cubicBezTo>
                  <a:pt x="647890" y="45387"/>
                  <a:pt x="650420" y="53081"/>
                  <a:pt x="650420" y="62563"/>
                </a:cubicBezTo>
                <a:cubicBezTo>
                  <a:pt x="650420" y="73164"/>
                  <a:pt x="647375" y="81931"/>
                  <a:pt x="641286" y="88864"/>
                </a:cubicBezTo>
                <a:cubicBezTo>
                  <a:pt x="636271" y="94544"/>
                  <a:pt x="629958" y="97385"/>
                  <a:pt x="622346" y="97385"/>
                </a:cubicBezTo>
                <a:cubicBezTo>
                  <a:pt x="619033" y="97385"/>
                  <a:pt x="616168" y="96915"/>
                  <a:pt x="613750" y="95974"/>
                </a:cubicBezTo>
                <a:cubicBezTo>
                  <a:pt x="611959" y="95303"/>
                  <a:pt x="609944" y="93960"/>
                  <a:pt x="607705" y="91945"/>
                </a:cubicBezTo>
                <a:lnTo>
                  <a:pt x="607705" y="110683"/>
                </a:lnTo>
                <a:cubicBezTo>
                  <a:pt x="607705" y="114916"/>
                  <a:pt x="607963" y="117606"/>
                  <a:pt x="608477" y="118755"/>
                </a:cubicBezTo>
                <a:cubicBezTo>
                  <a:pt x="608992" y="119904"/>
                  <a:pt x="609888" y="120815"/>
                  <a:pt x="611164" y="121490"/>
                </a:cubicBezTo>
                <a:cubicBezTo>
                  <a:pt x="612440" y="122165"/>
                  <a:pt x="614757" y="122503"/>
                  <a:pt x="618115" y="122503"/>
                </a:cubicBezTo>
                <a:lnTo>
                  <a:pt x="618115" y="124921"/>
                </a:lnTo>
                <a:lnTo>
                  <a:pt x="585878" y="124921"/>
                </a:lnTo>
                <a:lnTo>
                  <a:pt x="585878" y="122503"/>
                </a:lnTo>
                <a:lnTo>
                  <a:pt x="587557" y="122503"/>
                </a:lnTo>
                <a:cubicBezTo>
                  <a:pt x="590019" y="122548"/>
                  <a:pt x="592124" y="122075"/>
                  <a:pt x="593870" y="121085"/>
                </a:cubicBezTo>
                <a:cubicBezTo>
                  <a:pt x="594720" y="120589"/>
                  <a:pt x="595381" y="119790"/>
                  <a:pt x="595851" y="118688"/>
                </a:cubicBezTo>
                <a:cubicBezTo>
                  <a:pt x="596321" y="117585"/>
                  <a:pt x="596556" y="114783"/>
                  <a:pt x="596556" y="110280"/>
                </a:cubicBezTo>
                <a:lnTo>
                  <a:pt x="596556" y="51983"/>
                </a:lnTo>
                <a:cubicBezTo>
                  <a:pt x="596556" y="47972"/>
                  <a:pt x="596377" y="45425"/>
                  <a:pt x="596019" y="44344"/>
                </a:cubicBezTo>
                <a:cubicBezTo>
                  <a:pt x="595661" y="43261"/>
                  <a:pt x="595090" y="42450"/>
                  <a:pt x="594306" y="41911"/>
                </a:cubicBezTo>
                <a:cubicBezTo>
                  <a:pt x="593523" y="41372"/>
                  <a:pt x="592459" y="41103"/>
                  <a:pt x="591116" y="41103"/>
                </a:cubicBezTo>
                <a:cubicBezTo>
                  <a:pt x="590042" y="41103"/>
                  <a:pt x="588676" y="41417"/>
                  <a:pt x="587019" y="42043"/>
                </a:cubicBezTo>
                <a:lnTo>
                  <a:pt x="586213" y="39894"/>
                </a:lnTo>
                <a:moveTo>
                  <a:pt x="607705" y="50774"/>
                </a:moveTo>
                <a:lnTo>
                  <a:pt x="607705" y="73744"/>
                </a:lnTo>
                <a:cubicBezTo>
                  <a:pt x="607705" y="78714"/>
                  <a:pt x="607907" y="81982"/>
                  <a:pt x="608310" y="83549"/>
                </a:cubicBezTo>
                <a:cubicBezTo>
                  <a:pt x="608936" y="86146"/>
                  <a:pt x="610470" y="88430"/>
                  <a:pt x="612910" y="90400"/>
                </a:cubicBezTo>
                <a:cubicBezTo>
                  <a:pt x="615350" y="92370"/>
                  <a:pt x="618429" y="93355"/>
                  <a:pt x="622145" y="93355"/>
                </a:cubicBezTo>
                <a:cubicBezTo>
                  <a:pt x="626622" y="93355"/>
                  <a:pt x="630249" y="91609"/>
                  <a:pt x="633025" y="88116"/>
                </a:cubicBezTo>
                <a:cubicBezTo>
                  <a:pt x="636652" y="83549"/>
                  <a:pt x="638465" y="77124"/>
                  <a:pt x="638465" y="68841"/>
                </a:cubicBezTo>
                <a:cubicBezTo>
                  <a:pt x="638465" y="59438"/>
                  <a:pt x="636406" y="52207"/>
                  <a:pt x="632286" y="47148"/>
                </a:cubicBezTo>
                <a:cubicBezTo>
                  <a:pt x="629421" y="43655"/>
                  <a:pt x="626018" y="41909"/>
                  <a:pt x="622078" y="41909"/>
                </a:cubicBezTo>
                <a:cubicBezTo>
                  <a:pt x="619929" y="41909"/>
                  <a:pt x="617802" y="42446"/>
                  <a:pt x="615697" y="43521"/>
                </a:cubicBezTo>
                <a:cubicBezTo>
                  <a:pt x="614086" y="44327"/>
                  <a:pt x="611421" y="46745"/>
                  <a:pt x="607705" y="50774"/>
                </a:cubicBezTo>
                <a:close/>
                <a:moveTo>
                  <a:pt x="694277" y="86710"/>
                </a:moveTo>
                <a:cubicBezTo>
                  <a:pt x="687964" y="91589"/>
                  <a:pt x="684001" y="94409"/>
                  <a:pt x="682389" y="95168"/>
                </a:cubicBezTo>
                <a:cubicBezTo>
                  <a:pt x="679971" y="96288"/>
                  <a:pt x="677397" y="96848"/>
                  <a:pt x="674666" y="96848"/>
                </a:cubicBezTo>
                <a:cubicBezTo>
                  <a:pt x="670412" y="96848"/>
                  <a:pt x="666908" y="95392"/>
                  <a:pt x="664155" y="92482"/>
                </a:cubicBezTo>
                <a:cubicBezTo>
                  <a:pt x="661401" y="89572"/>
                  <a:pt x="660024" y="85743"/>
                  <a:pt x="660024" y="80997"/>
                </a:cubicBezTo>
                <a:cubicBezTo>
                  <a:pt x="660024" y="77997"/>
                  <a:pt x="660696" y="75400"/>
                  <a:pt x="662039" y="73207"/>
                </a:cubicBezTo>
                <a:cubicBezTo>
                  <a:pt x="663875" y="70162"/>
                  <a:pt x="667065" y="67296"/>
                  <a:pt x="671610" y="64610"/>
                </a:cubicBezTo>
                <a:cubicBezTo>
                  <a:pt x="676154" y="61923"/>
                  <a:pt x="683710" y="58655"/>
                  <a:pt x="694277" y="54804"/>
                </a:cubicBezTo>
                <a:lnTo>
                  <a:pt x="694277" y="52395"/>
                </a:lnTo>
                <a:cubicBezTo>
                  <a:pt x="694277" y="46283"/>
                  <a:pt x="693303" y="42090"/>
                  <a:pt x="691355" y="39814"/>
                </a:cubicBezTo>
                <a:cubicBezTo>
                  <a:pt x="689408" y="37539"/>
                  <a:pt x="686576" y="36402"/>
                  <a:pt x="682859" y="36402"/>
                </a:cubicBezTo>
                <a:cubicBezTo>
                  <a:pt x="680038" y="36402"/>
                  <a:pt x="677800" y="37163"/>
                  <a:pt x="676143" y="38685"/>
                </a:cubicBezTo>
                <a:cubicBezTo>
                  <a:pt x="674442" y="40208"/>
                  <a:pt x="673591" y="41954"/>
                  <a:pt x="673591" y="43924"/>
                </a:cubicBezTo>
                <a:lnTo>
                  <a:pt x="673725" y="47819"/>
                </a:lnTo>
                <a:cubicBezTo>
                  <a:pt x="673725" y="49879"/>
                  <a:pt x="673199" y="51468"/>
                  <a:pt x="672147" y="52588"/>
                </a:cubicBezTo>
                <a:cubicBezTo>
                  <a:pt x="671095" y="53707"/>
                  <a:pt x="669718" y="54267"/>
                  <a:pt x="668016" y="54267"/>
                </a:cubicBezTo>
                <a:cubicBezTo>
                  <a:pt x="666360" y="54267"/>
                  <a:pt x="665005" y="53683"/>
                  <a:pt x="663953" y="52516"/>
                </a:cubicBezTo>
                <a:cubicBezTo>
                  <a:pt x="662901" y="51348"/>
                  <a:pt x="662375" y="49754"/>
                  <a:pt x="662375" y="47733"/>
                </a:cubicBezTo>
                <a:cubicBezTo>
                  <a:pt x="662375" y="43870"/>
                  <a:pt x="664345" y="40322"/>
                  <a:pt x="668285" y="37088"/>
                </a:cubicBezTo>
                <a:cubicBezTo>
                  <a:pt x="672225" y="33855"/>
                  <a:pt x="677755" y="32238"/>
                  <a:pt x="684874" y="32238"/>
                </a:cubicBezTo>
                <a:cubicBezTo>
                  <a:pt x="690337" y="32238"/>
                  <a:pt x="694814" y="33154"/>
                  <a:pt x="698307" y="34987"/>
                </a:cubicBezTo>
                <a:cubicBezTo>
                  <a:pt x="700948" y="36374"/>
                  <a:pt x="702896" y="38543"/>
                  <a:pt x="704150" y="41496"/>
                </a:cubicBezTo>
                <a:cubicBezTo>
                  <a:pt x="704956" y="43418"/>
                  <a:pt x="705359" y="47353"/>
                  <a:pt x="705359" y="53301"/>
                </a:cubicBezTo>
                <a:lnTo>
                  <a:pt x="705359" y="74164"/>
                </a:lnTo>
                <a:cubicBezTo>
                  <a:pt x="705359" y="80022"/>
                  <a:pt x="705470" y="83611"/>
                  <a:pt x="705694" y="84930"/>
                </a:cubicBezTo>
                <a:cubicBezTo>
                  <a:pt x="705918" y="86250"/>
                  <a:pt x="706288" y="87134"/>
                  <a:pt x="706802" y="87581"/>
                </a:cubicBezTo>
                <a:cubicBezTo>
                  <a:pt x="707317" y="88028"/>
                  <a:pt x="707911" y="88251"/>
                  <a:pt x="708582" y="88251"/>
                </a:cubicBezTo>
                <a:cubicBezTo>
                  <a:pt x="709299" y="88251"/>
                  <a:pt x="709926" y="88094"/>
                  <a:pt x="710463" y="87781"/>
                </a:cubicBezTo>
                <a:cubicBezTo>
                  <a:pt x="711403" y="87199"/>
                  <a:pt x="713216" y="85564"/>
                  <a:pt x="715903" y="82878"/>
                </a:cubicBezTo>
                <a:lnTo>
                  <a:pt x="715903" y="86639"/>
                </a:lnTo>
                <a:cubicBezTo>
                  <a:pt x="710888" y="93355"/>
                  <a:pt x="706097" y="96713"/>
                  <a:pt x="701530" y="96713"/>
                </a:cubicBezTo>
                <a:cubicBezTo>
                  <a:pt x="699336" y="96713"/>
                  <a:pt x="697590" y="95958"/>
                  <a:pt x="696292" y="94446"/>
                </a:cubicBezTo>
                <a:cubicBezTo>
                  <a:pt x="694993" y="92934"/>
                  <a:pt x="694322" y="90355"/>
                  <a:pt x="694277" y="86710"/>
                </a:cubicBezTo>
                <a:moveTo>
                  <a:pt x="694277" y="82355"/>
                </a:moveTo>
                <a:lnTo>
                  <a:pt x="694277" y="58968"/>
                </a:lnTo>
                <a:cubicBezTo>
                  <a:pt x="687516" y="61649"/>
                  <a:pt x="683150" y="63548"/>
                  <a:pt x="681180" y="64664"/>
                </a:cubicBezTo>
                <a:cubicBezTo>
                  <a:pt x="677643" y="66630"/>
                  <a:pt x="675113" y="68686"/>
                  <a:pt x="673591" y="70831"/>
                </a:cubicBezTo>
                <a:cubicBezTo>
                  <a:pt x="672069" y="72974"/>
                  <a:pt x="671307" y="75319"/>
                  <a:pt x="671307" y="77866"/>
                </a:cubicBezTo>
                <a:cubicBezTo>
                  <a:pt x="671307" y="81083"/>
                  <a:pt x="672270" y="83752"/>
                  <a:pt x="674195" y="85875"/>
                </a:cubicBezTo>
                <a:cubicBezTo>
                  <a:pt x="676121" y="87996"/>
                  <a:pt x="678337" y="89057"/>
                  <a:pt x="680844" y="89057"/>
                </a:cubicBezTo>
                <a:cubicBezTo>
                  <a:pt x="684247" y="89057"/>
                  <a:pt x="688725" y="86823"/>
                  <a:pt x="694277" y="82355"/>
                </a:cubicBezTo>
                <a:close/>
                <a:moveTo>
                  <a:pt x="715921" y="39894"/>
                </a:moveTo>
                <a:lnTo>
                  <a:pt x="734861" y="32372"/>
                </a:lnTo>
                <a:lnTo>
                  <a:pt x="737413" y="32372"/>
                </a:lnTo>
                <a:lnTo>
                  <a:pt x="737413" y="46812"/>
                </a:lnTo>
                <a:cubicBezTo>
                  <a:pt x="740592" y="41419"/>
                  <a:pt x="743782" y="37642"/>
                  <a:pt x="746983" y="35480"/>
                </a:cubicBezTo>
                <a:cubicBezTo>
                  <a:pt x="750185" y="33319"/>
                  <a:pt x="753554" y="32238"/>
                  <a:pt x="757091" y="32238"/>
                </a:cubicBezTo>
                <a:cubicBezTo>
                  <a:pt x="763270" y="32238"/>
                  <a:pt x="768419" y="34653"/>
                  <a:pt x="772538" y="39483"/>
                </a:cubicBezTo>
                <a:cubicBezTo>
                  <a:pt x="777598" y="45387"/>
                  <a:pt x="780128" y="53081"/>
                  <a:pt x="780128" y="62563"/>
                </a:cubicBezTo>
                <a:cubicBezTo>
                  <a:pt x="780128" y="73164"/>
                  <a:pt x="777083" y="81931"/>
                  <a:pt x="770994" y="88864"/>
                </a:cubicBezTo>
                <a:cubicBezTo>
                  <a:pt x="765979" y="94544"/>
                  <a:pt x="759666" y="97385"/>
                  <a:pt x="752054" y="97385"/>
                </a:cubicBezTo>
                <a:cubicBezTo>
                  <a:pt x="748741" y="97385"/>
                  <a:pt x="745875" y="96915"/>
                  <a:pt x="743457" y="95974"/>
                </a:cubicBezTo>
                <a:cubicBezTo>
                  <a:pt x="741666" y="95303"/>
                  <a:pt x="739652" y="93960"/>
                  <a:pt x="737413" y="91945"/>
                </a:cubicBezTo>
                <a:lnTo>
                  <a:pt x="737413" y="110683"/>
                </a:lnTo>
                <a:cubicBezTo>
                  <a:pt x="737413" y="114916"/>
                  <a:pt x="737670" y="117606"/>
                  <a:pt x="738185" y="118755"/>
                </a:cubicBezTo>
                <a:cubicBezTo>
                  <a:pt x="738700" y="119904"/>
                  <a:pt x="739596" y="120815"/>
                  <a:pt x="740872" y="121490"/>
                </a:cubicBezTo>
                <a:cubicBezTo>
                  <a:pt x="742148" y="122165"/>
                  <a:pt x="744465" y="122503"/>
                  <a:pt x="747823" y="122503"/>
                </a:cubicBezTo>
                <a:lnTo>
                  <a:pt x="747823" y="124921"/>
                </a:lnTo>
                <a:lnTo>
                  <a:pt x="715585" y="124921"/>
                </a:lnTo>
                <a:lnTo>
                  <a:pt x="715585" y="122503"/>
                </a:lnTo>
                <a:lnTo>
                  <a:pt x="717264" y="122503"/>
                </a:lnTo>
                <a:cubicBezTo>
                  <a:pt x="719727" y="122548"/>
                  <a:pt x="721831" y="122075"/>
                  <a:pt x="723577" y="121085"/>
                </a:cubicBezTo>
                <a:cubicBezTo>
                  <a:pt x="724428" y="120589"/>
                  <a:pt x="725089" y="119790"/>
                  <a:pt x="725559" y="118688"/>
                </a:cubicBezTo>
                <a:cubicBezTo>
                  <a:pt x="726029" y="117585"/>
                  <a:pt x="726264" y="114783"/>
                  <a:pt x="726264" y="110280"/>
                </a:cubicBezTo>
                <a:lnTo>
                  <a:pt x="726264" y="51983"/>
                </a:lnTo>
                <a:cubicBezTo>
                  <a:pt x="726264" y="47972"/>
                  <a:pt x="726085" y="45425"/>
                  <a:pt x="725727" y="44344"/>
                </a:cubicBezTo>
                <a:cubicBezTo>
                  <a:pt x="725368" y="43261"/>
                  <a:pt x="724798" y="42450"/>
                  <a:pt x="724014" y="41911"/>
                </a:cubicBezTo>
                <a:cubicBezTo>
                  <a:pt x="723230" y="41372"/>
                  <a:pt x="722167" y="41103"/>
                  <a:pt x="720824" y="41103"/>
                </a:cubicBezTo>
                <a:cubicBezTo>
                  <a:pt x="719749" y="41103"/>
                  <a:pt x="718384" y="41417"/>
                  <a:pt x="716727" y="42043"/>
                </a:cubicBezTo>
                <a:lnTo>
                  <a:pt x="715921" y="39894"/>
                </a:lnTo>
                <a:moveTo>
                  <a:pt x="737413" y="50774"/>
                </a:moveTo>
                <a:lnTo>
                  <a:pt x="737413" y="73744"/>
                </a:lnTo>
                <a:cubicBezTo>
                  <a:pt x="737413" y="78714"/>
                  <a:pt x="737614" y="81982"/>
                  <a:pt x="738017" y="83549"/>
                </a:cubicBezTo>
                <a:cubicBezTo>
                  <a:pt x="738644" y="86146"/>
                  <a:pt x="740178" y="88430"/>
                  <a:pt x="742618" y="90400"/>
                </a:cubicBezTo>
                <a:cubicBezTo>
                  <a:pt x="745058" y="92370"/>
                  <a:pt x="748136" y="93355"/>
                  <a:pt x="751853" y="93355"/>
                </a:cubicBezTo>
                <a:cubicBezTo>
                  <a:pt x="756330" y="93355"/>
                  <a:pt x="759957" y="91609"/>
                  <a:pt x="762733" y="88116"/>
                </a:cubicBezTo>
                <a:cubicBezTo>
                  <a:pt x="766360" y="83549"/>
                  <a:pt x="768173" y="77124"/>
                  <a:pt x="768173" y="68841"/>
                </a:cubicBezTo>
                <a:cubicBezTo>
                  <a:pt x="768173" y="59438"/>
                  <a:pt x="766113" y="52207"/>
                  <a:pt x="761994" y="47148"/>
                </a:cubicBezTo>
                <a:cubicBezTo>
                  <a:pt x="759128" y="43655"/>
                  <a:pt x="755726" y="41909"/>
                  <a:pt x="751785" y="41909"/>
                </a:cubicBezTo>
                <a:cubicBezTo>
                  <a:pt x="749636" y="41909"/>
                  <a:pt x="747509" y="42446"/>
                  <a:pt x="745405" y="43521"/>
                </a:cubicBezTo>
                <a:cubicBezTo>
                  <a:pt x="743793" y="44327"/>
                  <a:pt x="741129" y="46745"/>
                  <a:pt x="737413" y="50774"/>
                </a:cubicBezTo>
                <a:close/>
                <a:moveTo>
                  <a:pt x="799470" y="57222"/>
                </a:moveTo>
                <a:cubicBezTo>
                  <a:pt x="799426" y="66314"/>
                  <a:pt x="801642" y="73445"/>
                  <a:pt x="806119" y="78615"/>
                </a:cubicBezTo>
                <a:cubicBezTo>
                  <a:pt x="810597" y="83785"/>
                  <a:pt x="815858" y="86370"/>
                  <a:pt x="821902" y="86370"/>
                </a:cubicBezTo>
                <a:cubicBezTo>
                  <a:pt x="825932" y="86370"/>
                  <a:pt x="829436" y="85257"/>
                  <a:pt x="832413" y="83031"/>
                </a:cubicBezTo>
                <a:cubicBezTo>
                  <a:pt x="835391" y="80805"/>
                  <a:pt x="837887" y="76993"/>
                  <a:pt x="839902" y="71595"/>
                </a:cubicBezTo>
                <a:lnTo>
                  <a:pt x="841984" y="72944"/>
                </a:lnTo>
                <a:cubicBezTo>
                  <a:pt x="841044" y="79110"/>
                  <a:pt x="838312" y="84726"/>
                  <a:pt x="833790" y="89789"/>
                </a:cubicBezTo>
                <a:cubicBezTo>
                  <a:pt x="829268" y="94853"/>
                  <a:pt x="823604" y="97385"/>
                  <a:pt x="816798" y="97385"/>
                </a:cubicBezTo>
                <a:cubicBezTo>
                  <a:pt x="809410" y="97385"/>
                  <a:pt x="803086" y="94514"/>
                  <a:pt x="797825" y="88773"/>
                </a:cubicBezTo>
                <a:cubicBezTo>
                  <a:pt x="792564" y="83031"/>
                  <a:pt x="789933" y="75312"/>
                  <a:pt x="789933" y="65615"/>
                </a:cubicBezTo>
                <a:cubicBezTo>
                  <a:pt x="789933" y="55115"/>
                  <a:pt x="792631" y="46928"/>
                  <a:pt x="798026" y="41053"/>
                </a:cubicBezTo>
                <a:cubicBezTo>
                  <a:pt x="803422" y="35176"/>
                  <a:pt x="810194" y="32238"/>
                  <a:pt x="818343" y="32238"/>
                </a:cubicBezTo>
                <a:cubicBezTo>
                  <a:pt x="825238" y="32238"/>
                  <a:pt x="830902" y="34504"/>
                  <a:pt x="835335" y="39038"/>
                </a:cubicBezTo>
                <a:cubicBezTo>
                  <a:pt x="839767" y="43570"/>
                  <a:pt x="841984" y="49631"/>
                  <a:pt x="841984" y="57222"/>
                </a:cubicBezTo>
                <a:lnTo>
                  <a:pt x="799470" y="57222"/>
                </a:lnTo>
                <a:moveTo>
                  <a:pt x="799470" y="53327"/>
                </a:moveTo>
                <a:lnTo>
                  <a:pt x="827947" y="53327"/>
                </a:lnTo>
                <a:cubicBezTo>
                  <a:pt x="827723" y="49419"/>
                  <a:pt x="827253" y="46666"/>
                  <a:pt x="826537" y="45068"/>
                </a:cubicBezTo>
                <a:cubicBezTo>
                  <a:pt x="825417" y="42580"/>
                  <a:pt x="823749" y="40626"/>
                  <a:pt x="821533" y="39206"/>
                </a:cubicBezTo>
                <a:cubicBezTo>
                  <a:pt x="819317" y="37784"/>
                  <a:pt x="817000" y="37073"/>
                  <a:pt x="814582" y="37073"/>
                </a:cubicBezTo>
                <a:cubicBezTo>
                  <a:pt x="810865" y="37073"/>
                  <a:pt x="807541" y="38505"/>
                  <a:pt x="804608" y="41370"/>
                </a:cubicBezTo>
                <a:cubicBezTo>
                  <a:pt x="801675" y="44234"/>
                  <a:pt x="799963" y="48219"/>
                  <a:pt x="799470" y="53327"/>
                </a:cubicBezTo>
                <a:close/>
                <a:moveTo>
                  <a:pt x="868060" y="32238"/>
                </a:moveTo>
                <a:lnTo>
                  <a:pt x="868060" y="46073"/>
                </a:lnTo>
                <a:cubicBezTo>
                  <a:pt x="873209" y="36850"/>
                  <a:pt x="878493" y="32238"/>
                  <a:pt x="883910" y="32238"/>
                </a:cubicBezTo>
                <a:cubicBezTo>
                  <a:pt x="886373" y="32238"/>
                  <a:pt x="888410" y="32988"/>
                  <a:pt x="890022" y="34488"/>
                </a:cubicBezTo>
                <a:cubicBezTo>
                  <a:pt x="891634" y="35988"/>
                  <a:pt x="892440" y="37723"/>
                  <a:pt x="892440" y="39693"/>
                </a:cubicBezTo>
                <a:cubicBezTo>
                  <a:pt x="892440" y="41439"/>
                  <a:pt x="891858" y="42916"/>
                  <a:pt x="890694" y="44125"/>
                </a:cubicBezTo>
                <a:cubicBezTo>
                  <a:pt x="889530" y="45334"/>
                  <a:pt x="888142" y="45939"/>
                  <a:pt x="886530" y="45939"/>
                </a:cubicBezTo>
                <a:cubicBezTo>
                  <a:pt x="884963" y="45939"/>
                  <a:pt x="883205" y="45178"/>
                  <a:pt x="881257" y="43655"/>
                </a:cubicBezTo>
                <a:cubicBezTo>
                  <a:pt x="879310" y="42133"/>
                  <a:pt x="877866" y="41372"/>
                  <a:pt x="876925" y="41372"/>
                </a:cubicBezTo>
                <a:cubicBezTo>
                  <a:pt x="876120" y="41372"/>
                  <a:pt x="875246" y="41816"/>
                  <a:pt x="874306" y="42705"/>
                </a:cubicBezTo>
                <a:cubicBezTo>
                  <a:pt x="872291" y="44528"/>
                  <a:pt x="870209" y="47528"/>
                  <a:pt x="868060" y="51706"/>
                </a:cubicBezTo>
                <a:lnTo>
                  <a:pt x="868060" y="81132"/>
                </a:lnTo>
                <a:cubicBezTo>
                  <a:pt x="868060" y="84537"/>
                  <a:pt x="868485" y="87113"/>
                  <a:pt x="869336" y="88859"/>
                </a:cubicBezTo>
                <a:cubicBezTo>
                  <a:pt x="869918" y="90070"/>
                  <a:pt x="870948" y="91077"/>
                  <a:pt x="872426" y="91882"/>
                </a:cubicBezTo>
                <a:cubicBezTo>
                  <a:pt x="873903" y="92685"/>
                  <a:pt x="876030" y="93086"/>
                  <a:pt x="878806" y="93086"/>
                </a:cubicBezTo>
                <a:lnTo>
                  <a:pt x="878806" y="95504"/>
                </a:lnTo>
                <a:lnTo>
                  <a:pt x="847307" y="95504"/>
                </a:lnTo>
                <a:lnTo>
                  <a:pt x="847307" y="93086"/>
                </a:lnTo>
                <a:cubicBezTo>
                  <a:pt x="850441" y="93086"/>
                  <a:pt x="852770" y="92588"/>
                  <a:pt x="854292" y="91592"/>
                </a:cubicBezTo>
                <a:cubicBezTo>
                  <a:pt x="855411" y="90867"/>
                  <a:pt x="856195" y="89712"/>
                  <a:pt x="856643" y="88127"/>
                </a:cubicBezTo>
                <a:cubicBezTo>
                  <a:pt x="856866" y="87356"/>
                  <a:pt x="856978" y="85159"/>
                  <a:pt x="856978" y="81535"/>
                </a:cubicBezTo>
                <a:lnTo>
                  <a:pt x="856978" y="57894"/>
                </a:lnTo>
                <a:cubicBezTo>
                  <a:pt x="856978" y="50730"/>
                  <a:pt x="856833" y="46465"/>
                  <a:pt x="856542" y="45099"/>
                </a:cubicBezTo>
                <a:cubicBezTo>
                  <a:pt x="856251" y="43734"/>
                  <a:pt x="855714" y="42737"/>
                  <a:pt x="854930" y="42111"/>
                </a:cubicBezTo>
                <a:cubicBezTo>
                  <a:pt x="854146" y="41484"/>
                  <a:pt x="853173" y="41170"/>
                  <a:pt x="852008" y="41170"/>
                </a:cubicBezTo>
                <a:cubicBezTo>
                  <a:pt x="850620" y="41170"/>
                  <a:pt x="849053" y="41506"/>
                  <a:pt x="847307" y="42178"/>
                </a:cubicBezTo>
                <a:lnTo>
                  <a:pt x="846635" y="39760"/>
                </a:lnTo>
                <a:lnTo>
                  <a:pt x="865239" y="32238"/>
                </a:lnTo>
                <a:lnTo>
                  <a:pt x="868060" y="32238"/>
                </a:lnTo>
                <a:close/>
                <a:moveTo>
                  <a:pt x="935624" y="32238"/>
                </a:moveTo>
                <a:lnTo>
                  <a:pt x="935624" y="53192"/>
                </a:lnTo>
                <a:lnTo>
                  <a:pt x="933408" y="53192"/>
                </a:lnTo>
                <a:cubicBezTo>
                  <a:pt x="931706" y="46637"/>
                  <a:pt x="929523" y="42178"/>
                  <a:pt x="926859" y="39814"/>
                </a:cubicBezTo>
                <a:cubicBezTo>
                  <a:pt x="924195" y="37450"/>
                  <a:pt x="920804" y="36267"/>
                  <a:pt x="916684" y="36267"/>
                </a:cubicBezTo>
                <a:cubicBezTo>
                  <a:pt x="913550" y="36267"/>
                  <a:pt x="911020" y="37093"/>
                  <a:pt x="909095" y="38744"/>
                </a:cubicBezTo>
                <a:cubicBezTo>
                  <a:pt x="907170" y="40395"/>
                  <a:pt x="906207" y="42225"/>
                  <a:pt x="906207" y="44232"/>
                </a:cubicBezTo>
                <a:cubicBezTo>
                  <a:pt x="906207" y="46730"/>
                  <a:pt x="906923" y="48872"/>
                  <a:pt x="908356" y="50657"/>
                </a:cubicBezTo>
                <a:cubicBezTo>
                  <a:pt x="909744" y="52486"/>
                  <a:pt x="912565" y="54426"/>
                  <a:pt x="916819" y="56479"/>
                </a:cubicBezTo>
                <a:lnTo>
                  <a:pt x="926624" y="61231"/>
                </a:lnTo>
                <a:cubicBezTo>
                  <a:pt x="935714" y="65658"/>
                  <a:pt x="940258" y="71493"/>
                  <a:pt x="940258" y="78737"/>
                </a:cubicBezTo>
                <a:cubicBezTo>
                  <a:pt x="940258" y="84327"/>
                  <a:pt x="938143" y="88832"/>
                  <a:pt x="933911" y="92253"/>
                </a:cubicBezTo>
                <a:cubicBezTo>
                  <a:pt x="929680" y="95674"/>
                  <a:pt x="924945" y="97385"/>
                  <a:pt x="919707" y="97385"/>
                </a:cubicBezTo>
                <a:cubicBezTo>
                  <a:pt x="915946" y="97385"/>
                  <a:pt x="911647" y="96747"/>
                  <a:pt x="906812" y="95471"/>
                </a:cubicBezTo>
                <a:cubicBezTo>
                  <a:pt x="905334" y="95045"/>
                  <a:pt x="904125" y="94833"/>
                  <a:pt x="903185" y="94833"/>
                </a:cubicBezTo>
                <a:cubicBezTo>
                  <a:pt x="902155" y="94833"/>
                  <a:pt x="901349" y="95370"/>
                  <a:pt x="900767" y="96445"/>
                </a:cubicBezTo>
                <a:lnTo>
                  <a:pt x="898551" y="96445"/>
                </a:lnTo>
                <a:lnTo>
                  <a:pt x="898551" y="74415"/>
                </a:lnTo>
                <a:lnTo>
                  <a:pt x="900767" y="74415"/>
                </a:lnTo>
                <a:cubicBezTo>
                  <a:pt x="902021" y="80684"/>
                  <a:pt x="904416" y="85408"/>
                  <a:pt x="907953" y="88587"/>
                </a:cubicBezTo>
                <a:cubicBezTo>
                  <a:pt x="911490" y="91766"/>
                  <a:pt x="915453" y="93355"/>
                  <a:pt x="919841" y="93355"/>
                </a:cubicBezTo>
                <a:cubicBezTo>
                  <a:pt x="922930" y="93355"/>
                  <a:pt x="925449" y="92453"/>
                  <a:pt x="927397" y="90650"/>
                </a:cubicBezTo>
                <a:cubicBezTo>
                  <a:pt x="929344" y="88845"/>
                  <a:pt x="930318" y="86673"/>
                  <a:pt x="930318" y="84133"/>
                </a:cubicBezTo>
                <a:cubicBezTo>
                  <a:pt x="930318" y="81059"/>
                  <a:pt x="929232" y="78475"/>
                  <a:pt x="927061" y="76382"/>
                </a:cubicBezTo>
                <a:cubicBezTo>
                  <a:pt x="924889" y="74287"/>
                  <a:pt x="920557" y="71642"/>
                  <a:pt x="914065" y="68446"/>
                </a:cubicBezTo>
                <a:cubicBezTo>
                  <a:pt x="907573" y="65249"/>
                  <a:pt x="903319" y="62350"/>
                  <a:pt x="901304" y="59749"/>
                </a:cubicBezTo>
                <a:cubicBezTo>
                  <a:pt x="899289" y="57193"/>
                  <a:pt x="898282" y="53964"/>
                  <a:pt x="898282" y="50063"/>
                </a:cubicBezTo>
                <a:cubicBezTo>
                  <a:pt x="898282" y="44995"/>
                  <a:pt x="900017" y="40758"/>
                  <a:pt x="903487" y="37350"/>
                </a:cubicBezTo>
                <a:cubicBezTo>
                  <a:pt x="906957" y="33942"/>
                  <a:pt x="911446" y="32238"/>
                  <a:pt x="916953" y="32238"/>
                </a:cubicBezTo>
                <a:cubicBezTo>
                  <a:pt x="919371" y="32238"/>
                  <a:pt x="922304" y="32753"/>
                  <a:pt x="925751" y="33782"/>
                </a:cubicBezTo>
                <a:cubicBezTo>
                  <a:pt x="928035" y="34454"/>
                  <a:pt x="929557" y="34790"/>
                  <a:pt x="930318" y="34790"/>
                </a:cubicBezTo>
                <a:cubicBezTo>
                  <a:pt x="931035" y="34790"/>
                  <a:pt x="931594" y="34633"/>
                  <a:pt x="931997" y="34320"/>
                </a:cubicBezTo>
                <a:cubicBezTo>
                  <a:pt x="932400" y="34006"/>
                  <a:pt x="932870" y="33312"/>
                  <a:pt x="933408" y="32238"/>
                </a:cubicBezTo>
                <a:lnTo>
                  <a:pt x="935624" y="32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7">
            <a:extLst xmlns:a="http://schemas.openxmlformats.org/drawingml/2006/main">
              <a:ext uri="{FF2B5EF4-FFF2-40B4-BE49-F238E27FC236}">
                <a16:creationId xmlns:a16="http://schemas.microsoft.com/office/drawing/2014/main" id="{607F0A68-2366-4B95-9E0D-0741BDEA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746" y="1112515"/>
            <a:ext cx="59976" cy="92952"/>
          </a:xfrm>
          <a:custGeom xmlns:a="http://schemas.openxmlformats.org/drawingml/2006/main">
            <a:pathLst>
              <a:path w="59976" h="92952">
                <a:moveTo>
                  <a:pt x="12291" y="0"/>
                </a:moveTo>
                <a:lnTo>
                  <a:pt x="59976" y="0"/>
                </a:lnTo>
                <a:lnTo>
                  <a:pt x="59976" y="3035"/>
                </a:lnTo>
                <a:lnTo>
                  <a:pt x="6515" y="92952"/>
                </a:lnTo>
                <a:lnTo>
                  <a:pt x="1142" y="89934"/>
                </a:lnTo>
                <a:lnTo>
                  <a:pt x="44999" y="16253"/>
                </a:lnTo>
                <a:lnTo>
                  <a:pt x="23037" y="16253"/>
                </a:lnTo>
                <a:cubicBezTo>
                  <a:pt x="17171" y="16253"/>
                  <a:pt x="12862" y="16851"/>
                  <a:pt x="10108" y="18048"/>
                </a:cubicBezTo>
                <a:cubicBezTo>
                  <a:pt x="7354" y="19244"/>
                  <a:pt x="4836" y="21332"/>
                  <a:pt x="2552" y="24313"/>
                </a:cubicBezTo>
                <a:lnTo>
                  <a:pt x="0" y="24313"/>
                </a:lnTo>
                <a:lnTo>
                  <a:pt x="122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,056">
            <a:extLst xmlns:a="http://schemas.openxmlformats.org/drawingml/2006/main">
              <a:ext uri="{FF2B5EF4-FFF2-40B4-BE49-F238E27FC236}">
                <a16:creationId xmlns:a16="http://schemas.microsoft.com/office/drawing/2014/main" id="{31085420-9398-44E7-A2DF-BA3D6B00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438" y="1109828"/>
            <a:ext cx="246014" cy="115787"/>
          </a:xfrm>
          <a:custGeom xmlns:a="http://schemas.openxmlformats.org/drawingml/2006/main">
            <a:pathLst>
              <a:path w="246014" h="115787">
                <a:moveTo>
                  <a:pt x="1545" y="115787"/>
                </a:moveTo>
                <a:lnTo>
                  <a:pt x="0" y="112966"/>
                </a:lnTo>
                <a:cubicBezTo>
                  <a:pt x="6851" y="109071"/>
                  <a:pt x="11104" y="106116"/>
                  <a:pt x="12761" y="104101"/>
                </a:cubicBezTo>
                <a:cubicBezTo>
                  <a:pt x="14059" y="102534"/>
                  <a:pt x="14708" y="100967"/>
                  <a:pt x="14708" y="99400"/>
                </a:cubicBezTo>
                <a:cubicBezTo>
                  <a:pt x="14708" y="97653"/>
                  <a:pt x="13556" y="95717"/>
                  <a:pt x="11250" y="93590"/>
                </a:cubicBezTo>
                <a:cubicBezTo>
                  <a:pt x="8944" y="91463"/>
                  <a:pt x="7410" y="89661"/>
                  <a:pt x="6649" y="88184"/>
                </a:cubicBezTo>
                <a:cubicBezTo>
                  <a:pt x="6067" y="87064"/>
                  <a:pt x="5776" y="85631"/>
                  <a:pt x="5776" y="83885"/>
                </a:cubicBezTo>
                <a:cubicBezTo>
                  <a:pt x="5776" y="80975"/>
                  <a:pt x="6862" y="78468"/>
                  <a:pt x="9033" y="76363"/>
                </a:cubicBezTo>
                <a:cubicBezTo>
                  <a:pt x="11205" y="74259"/>
                  <a:pt x="13835" y="73207"/>
                  <a:pt x="16925" y="73207"/>
                </a:cubicBezTo>
                <a:cubicBezTo>
                  <a:pt x="19925" y="73207"/>
                  <a:pt x="22533" y="74393"/>
                  <a:pt x="24749" y="76766"/>
                </a:cubicBezTo>
                <a:cubicBezTo>
                  <a:pt x="26966" y="79139"/>
                  <a:pt x="28074" y="82094"/>
                  <a:pt x="28074" y="85631"/>
                </a:cubicBezTo>
                <a:cubicBezTo>
                  <a:pt x="28074" y="91228"/>
                  <a:pt x="25936" y="96736"/>
                  <a:pt x="21660" y="102153"/>
                </a:cubicBezTo>
                <a:cubicBezTo>
                  <a:pt x="17384" y="107571"/>
                  <a:pt x="10679" y="112116"/>
                  <a:pt x="1545" y="115787"/>
                </a:cubicBezTo>
                <a:close/>
                <a:moveTo>
                  <a:pt x="86974" y="806"/>
                </a:moveTo>
                <a:cubicBezTo>
                  <a:pt x="91318" y="806"/>
                  <a:pt x="95034" y="2071"/>
                  <a:pt x="98123" y="4601"/>
                </a:cubicBezTo>
                <a:cubicBezTo>
                  <a:pt x="101213" y="7130"/>
                  <a:pt x="103440" y="10500"/>
                  <a:pt x="104806" y="14708"/>
                </a:cubicBezTo>
                <a:cubicBezTo>
                  <a:pt x="106172" y="18917"/>
                  <a:pt x="106854" y="23081"/>
                  <a:pt x="106854" y="27201"/>
                </a:cubicBezTo>
                <a:cubicBezTo>
                  <a:pt x="106854" y="34320"/>
                  <a:pt x="105925" y="41663"/>
                  <a:pt x="104067" y="49230"/>
                </a:cubicBezTo>
                <a:cubicBezTo>
                  <a:pt x="102209" y="56797"/>
                  <a:pt x="99623" y="63759"/>
                  <a:pt x="96310" y="70117"/>
                </a:cubicBezTo>
                <a:cubicBezTo>
                  <a:pt x="92997" y="76475"/>
                  <a:pt x="89325" y="81803"/>
                  <a:pt x="85295" y="86102"/>
                </a:cubicBezTo>
                <a:cubicBezTo>
                  <a:pt x="82743" y="88788"/>
                  <a:pt x="79643" y="91049"/>
                  <a:pt x="75993" y="92885"/>
                </a:cubicBezTo>
                <a:cubicBezTo>
                  <a:pt x="72344" y="94721"/>
                  <a:pt x="68617" y="95639"/>
                  <a:pt x="64811" y="95639"/>
                </a:cubicBezTo>
                <a:cubicBezTo>
                  <a:pt x="61274" y="95639"/>
                  <a:pt x="58061" y="94564"/>
                  <a:pt x="55173" y="92415"/>
                </a:cubicBezTo>
                <a:cubicBezTo>
                  <a:pt x="52285" y="90266"/>
                  <a:pt x="50013" y="87131"/>
                  <a:pt x="48356" y="83012"/>
                </a:cubicBezTo>
                <a:cubicBezTo>
                  <a:pt x="46700" y="78893"/>
                  <a:pt x="45871" y="74483"/>
                  <a:pt x="45871" y="69781"/>
                </a:cubicBezTo>
                <a:cubicBezTo>
                  <a:pt x="45871" y="59483"/>
                  <a:pt x="47729" y="49163"/>
                  <a:pt x="51446" y="38820"/>
                </a:cubicBezTo>
                <a:cubicBezTo>
                  <a:pt x="54535" y="30223"/>
                  <a:pt x="58375" y="22801"/>
                  <a:pt x="62964" y="16555"/>
                </a:cubicBezTo>
                <a:cubicBezTo>
                  <a:pt x="67553" y="10309"/>
                  <a:pt x="71740" y="6123"/>
                  <a:pt x="75523" y="3996"/>
                </a:cubicBezTo>
                <a:cubicBezTo>
                  <a:pt x="79307" y="1869"/>
                  <a:pt x="83124" y="806"/>
                  <a:pt x="86974" y="806"/>
                </a:cubicBezTo>
                <a:moveTo>
                  <a:pt x="87445" y="5373"/>
                </a:moveTo>
                <a:cubicBezTo>
                  <a:pt x="86101" y="5373"/>
                  <a:pt x="84937" y="5630"/>
                  <a:pt x="83952" y="6145"/>
                </a:cubicBezTo>
                <a:cubicBezTo>
                  <a:pt x="82967" y="6659"/>
                  <a:pt x="81904" y="7699"/>
                  <a:pt x="80762" y="9266"/>
                </a:cubicBezTo>
                <a:cubicBezTo>
                  <a:pt x="79620" y="10832"/>
                  <a:pt x="78199" y="14165"/>
                  <a:pt x="76497" y="19265"/>
                </a:cubicBezTo>
                <a:cubicBezTo>
                  <a:pt x="73318" y="28571"/>
                  <a:pt x="69803" y="39935"/>
                  <a:pt x="65953" y="53356"/>
                </a:cubicBezTo>
                <a:cubicBezTo>
                  <a:pt x="62998" y="63691"/>
                  <a:pt x="61229" y="70312"/>
                  <a:pt x="60647" y="73221"/>
                </a:cubicBezTo>
                <a:cubicBezTo>
                  <a:pt x="59796" y="77381"/>
                  <a:pt x="59371" y="81027"/>
                  <a:pt x="59371" y="84160"/>
                </a:cubicBezTo>
                <a:cubicBezTo>
                  <a:pt x="59371" y="86351"/>
                  <a:pt x="59964" y="88074"/>
                  <a:pt x="61151" y="89327"/>
                </a:cubicBezTo>
                <a:cubicBezTo>
                  <a:pt x="62337" y="90580"/>
                  <a:pt x="63804" y="91206"/>
                  <a:pt x="65550" y="91206"/>
                </a:cubicBezTo>
                <a:cubicBezTo>
                  <a:pt x="67385" y="91206"/>
                  <a:pt x="68885" y="90714"/>
                  <a:pt x="70050" y="89730"/>
                </a:cubicBezTo>
                <a:cubicBezTo>
                  <a:pt x="72423" y="87717"/>
                  <a:pt x="74393" y="84316"/>
                  <a:pt x="75960" y="79528"/>
                </a:cubicBezTo>
                <a:cubicBezTo>
                  <a:pt x="79631" y="68300"/>
                  <a:pt x="84266" y="52842"/>
                  <a:pt x="89862" y="33157"/>
                </a:cubicBezTo>
                <a:cubicBezTo>
                  <a:pt x="92325" y="24478"/>
                  <a:pt x="93556" y="17654"/>
                  <a:pt x="93556" y="12687"/>
                </a:cubicBezTo>
                <a:cubicBezTo>
                  <a:pt x="93556" y="10407"/>
                  <a:pt x="92963" y="8618"/>
                  <a:pt x="91776" y="7321"/>
                </a:cubicBezTo>
                <a:cubicBezTo>
                  <a:pt x="90590" y="6022"/>
                  <a:pt x="89146" y="5373"/>
                  <a:pt x="87445" y="5373"/>
                </a:cubicBezTo>
                <a:close/>
                <a:moveTo>
                  <a:pt x="141980" y="2686"/>
                </a:moveTo>
                <a:lnTo>
                  <a:pt x="176367" y="2686"/>
                </a:lnTo>
                <a:lnTo>
                  <a:pt x="171867" y="18402"/>
                </a:lnTo>
                <a:lnTo>
                  <a:pt x="139965" y="18402"/>
                </a:lnTo>
                <a:lnTo>
                  <a:pt x="135936" y="26596"/>
                </a:lnTo>
                <a:cubicBezTo>
                  <a:pt x="142383" y="27627"/>
                  <a:pt x="147723" y="29353"/>
                  <a:pt x="151954" y="31774"/>
                </a:cubicBezTo>
                <a:cubicBezTo>
                  <a:pt x="156185" y="34193"/>
                  <a:pt x="159599" y="37700"/>
                  <a:pt x="162196" y="42293"/>
                </a:cubicBezTo>
                <a:cubicBezTo>
                  <a:pt x="164793" y="46887"/>
                  <a:pt x="166091" y="51873"/>
                  <a:pt x="166091" y="57251"/>
                </a:cubicBezTo>
                <a:cubicBezTo>
                  <a:pt x="166091" y="63706"/>
                  <a:pt x="164356" y="69958"/>
                  <a:pt x="160886" y="76008"/>
                </a:cubicBezTo>
                <a:cubicBezTo>
                  <a:pt x="157416" y="82059"/>
                  <a:pt x="152592" y="86866"/>
                  <a:pt x="146413" y="90429"/>
                </a:cubicBezTo>
                <a:cubicBezTo>
                  <a:pt x="140234" y="93992"/>
                  <a:pt x="133697" y="95773"/>
                  <a:pt x="126802" y="95773"/>
                </a:cubicBezTo>
                <a:cubicBezTo>
                  <a:pt x="121832" y="95773"/>
                  <a:pt x="118171" y="94840"/>
                  <a:pt x="115821" y="92975"/>
                </a:cubicBezTo>
                <a:cubicBezTo>
                  <a:pt x="113470" y="91109"/>
                  <a:pt x="112295" y="88984"/>
                  <a:pt x="112295" y="86601"/>
                </a:cubicBezTo>
                <a:cubicBezTo>
                  <a:pt x="112295" y="84623"/>
                  <a:pt x="113000" y="82925"/>
                  <a:pt x="114410" y="81509"/>
                </a:cubicBezTo>
                <a:cubicBezTo>
                  <a:pt x="115821" y="80093"/>
                  <a:pt x="117488" y="79385"/>
                  <a:pt x="119414" y="79385"/>
                </a:cubicBezTo>
                <a:cubicBezTo>
                  <a:pt x="121026" y="79385"/>
                  <a:pt x="122458" y="79656"/>
                  <a:pt x="123712" y="80198"/>
                </a:cubicBezTo>
                <a:cubicBezTo>
                  <a:pt x="124473" y="80559"/>
                  <a:pt x="126757" y="82295"/>
                  <a:pt x="130563" y="85407"/>
                </a:cubicBezTo>
                <a:cubicBezTo>
                  <a:pt x="132981" y="87392"/>
                  <a:pt x="135466" y="88385"/>
                  <a:pt x="138018" y="88385"/>
                </a:cubicBezTo>
                <a:cubicBezTo>
                  <a:pt x="141421" y="88385"/>
                  <a:pt x="144286" y="86905"/>
                  <a:pt x="146614" y="83946"/>
                </a:cubicBezTo>
                <a:cubicBezTo>
                  <a:pt x="149749" y="80090"/>
                  <a:pt x="151316" y="75180"/>
                  <a:pt x="151316" y="69217"/>
                </a:cubicBezTo>
                <a:cubicBezTo>
                  <a:pt x="151316" y="63837"/>
                  <a:pt x="150017" y="58849"/>
                  <a:pt x="147420" y="54252"/>
                </a:cubicBezTo>
                <a:cubicBezTo>
                  <a:pt x="144823" y="49656"/>
                  <a:pt x="141286" y="46170"/>
                  <a:pt x="136809" y="43794"/>
                </a:cubicBezTo>
                <a:cubicBezTo>
                  <a:pt x="133361" y="41955"/>
                  <a:pt x="128906" y="40969"/>
                  <a:pt x="123444" y="40834"/>
                </a:cubicBezTo>
                <a:lnTo>
                  <a:pt x="141980" y="2686"/>
                </a:lnTo>
                <a:close/>
                <a:moveTo>
                  <a:pt x="246014" y="0"/>
                </a:moveTo>
                <a:lnTo>
                  <a:pt x="246014" y="2686"/>
                </a:lnTo>
                <a:cubicBezTo>
                  <a:pt x="239209" y="4559"/>
                  <a:pt x="233164" y="7947"/>
                  <a:pt x="227881" y="12853"/>
                </a:cubicBezTo>
                <a:cubicBezTo>
                  <a:pt x="221343" y="18952"/>
                  <a:pt x="215724" y="27272"/>
                  <a:pt x="211023" y="37812"/>
                </a:cubicBezTo>
                <a:cubicBezTo>
                  <a:pt x="215187" y="36424"/>
                  <a:pt x="218791" y="35730"/>
                  <a:pt x="221836" y="35730"/>
                </a:cubicBezTo>
                <a:cubicBezTo>
                  <a:pt x="226895" y="35730"/>
                  <a:pt x="231116" y="37622"/>
                  <a:pt x="234496" y="41405"/>
                </a:cubicBezTo>
                <a:cubicBezTo>
                  <a:pt x="237876" y="45189"/>
                  <a:pt x="239567" y="50551"/>
                  <a:pt x="239567" y="57491"/>
                </a:cubicBezTo>
                <a:cubicBezTo>
                  <a:pt x="239567" y="66446"/>
                  <a:pt x="237059" y="74639"/>
                  <a:pt x="232045" y="82072"/>
                </a:cubicBezTo>
                <a:cubicBezTo>
                  <a:pt x="225866" y="91116"/>
                  <a:pt x="217672" y="95639"/>
                  <a:pt x="207463" y="95639"/>
                </a:cubicBezTo>
                <a:cubicBezTo>
                  <a:pt x="200478" y="95639"/>
                  <a:pt x="194837" y="93242"/>
                  <a:pt x="190538" y="88448"/>
                </a:cubicBezTo>
                <a:cubicBezTo>
                  <a:pt x="186240" y="83653"/>
                  <a:pt x="184091" y="76865"/>
                  <a:pt x="184091" y="68083"/>
                </a:cubicBezTo>
                <a:cubicBezTo>
                  <a:pt x="184091" y="58584"/>
                  <a:pt x="186184" y="49421"/>
                  <a:pt x="190371" y="40595"/>
                </a:cubicBezTo>
                <a:cubicBezTo>
                  <a:pt x="194557" y="31768"/>
                  <a:pt x="199874" y="24318"/>
                  <a:pt x="206322" y="18247"/>
                </a:cubicBezTo>
                <a:cubicBezTo>
                  <a:pt x="212769" y="12176"/>
                  <a:pt x="219687" y="7572"/>
                  <a:pt x="227075" y="4435"/>
                </a:cubicBezTo>
                <a:cubicBezTo>
                  <a:pt x="232851" y="1971"/>
                  <a:pt x="239164" y="493"/>
                  <a:pt x="246014" y="0"/>
                </a:cubicBezTo>
                <a:moveTo>
                  <a:pt x="208807" y="42916"/>
                </a:moveTo>
                <a:cubicBezTo>
                  <a:pt x="205762" y="50886"/>
                  <a:pt x="203254" y="59035"/>
                  <a:pt x="201284" y="67363"/>
                </a:cubicBezTo>
                <a:cubicBezTo>
                  <a:pt x="199941" y="73005"/>
                  <a:pt x="199270" y="77684"/>
                  <a:pt x="199270" y="81400"/>
                </a:cubicBezTo>
                <a:cubicBezTo>
                  <a:pt x="199270" y="84803"/>
                  <a:pt x="199997" y="87333"/>
                  <a:pt x="201452" y="88990"/>
                </a:cubicBezTo>
                <a:cubicBezTo>
                  <a:pt x="202907" y="90646"/>
                  <a:pt x="204732" y="91475"/>
                  <a:pt x="206926" y="91475"/>
                </a:cubicBezTo>
                <a:cubicBezTo>
                  <a:pt x="208672" y="91475"/>
                  <a:pt x="210239" y="90848"/>
                  <a:pt x="211627" y="89594"/>
                </a:cubicBezTo>
                <a:cubicBezTo>
                  <a:pt x="213911" y="87534"/>
                  <a:pt x="216038" y="83415"/>
                  <a:pt x="218008" y="77236"/>
                </a:cubicBezTo>
                <a:cubicBezTo>
                  <a:pt x="221097" y="67475"/>
                  <a:pt x="222642" y="59349"/>
                  <a:pt x="222642" y="52856"/>
                </a:cubicBezTo>
                <a:cubicBezTo>
                  <a:pt x="222642" y="49543"/>
                  <a:pt x="221724" y="46767"/>
                  <a:pt x="219888" y="44528"/>
                </a:cubicBezTo>
                <a:cubicBezTo>
                  <a:pt x="218455" y="42782"/>
                  <a:pt x="216754" y="41909"/>
                  <a:pt x="214784" y="41909"/>
                </a:cubicBezTo>
                <a:cubicBezTo>
                  <a:pt x="213217" y="41909"/>
                  <a:pt x="211224" y="42245"/>
                  <a:pt x="208807" y="429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56FC2-7E4E-4664-93FF-2B3B996D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148" y="2288275"/>
            <a:ext cx="1196893" cy="184692"/>
          </a:xfrm>
          <a:custGeom xmlns:a="http://schemas.openxmlformats.org/drawingml/2006/main">
            <a:pathLst>
              <a:path w="1196893" h="184692">
                <a:moveTo>
                  <a:pt x="0" y="30782"/>
                </a:moveTo>
                <a:lnTo>
                  <a:pt x="0" y="30782"/>
                </a:lnTo>
                <a:cubicBezTo>
                  <a:pt x="0" y="13782"/>
                  <a:pt x="13782" y="0"/>
                  <a:pt x="30782" y="0"/>
                </a:cubicBezTo>
                <a:lnTo>
                  <a:pt x="1166112" y="0"/>
                </a:lnTo>
                <a:cubicBezTo>
                  <a:pt x="1174275" y="0"/>
                  <a:pt x="1182105" y="3243"/>
                  <a:pt x="1187877" y="9016"/>
                </a:cubicBezTo>
                <a:cubicBezTo>
                  <a:pt x="1193649" y="14789"/>
                  <a:pt x="1196893" y="22618"/>
                  <a:pt x="1196893" y="30782"/>
                </a:cubicBezTo>
                <a:lnTo>
                  <a:pt x="1196893" y="153910"/>
                </a:lnTo>
                <a:cubicBezTo>
                  <a:pt x="1196893" y="170910"/>
                  <a:pt x="1183111" y="184692"/>
                  <a:pt x="1166112" y="184692"/>
                </a:cubicBezTo>
                <a:lnTo>
                  <a:pt x="30782" y="184692"/>
                </a:lnTo>
                <a:cubicBezTo>
                  <a:pt x="13782" y="184692"/>
                  <a:pt x="0" y="170910"/>
                  <a:pt x="0" y="153910"/>
                </a:cubicBezTo>
                <a:lnTo>
                  <a:pt x="0" y="307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0C36A-0D2C-4064-A39B-8164093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148" y="2288275"/>
            <a:ext cx="1196893" cy="184692"/>
          </a:xfrm>
          <a:custGeom xmlns:a="http://schemas.openxmlformats.org/drawingml/2006/main">
            <a:pathLst>
              <a:path w="1196893" h="184692" fill="none">
                <a:moveTo>
                  <a:pt x="0" y="30782"/>
                </a:moveTo>
                <a:lnTo>
                  <a:pt x="0" y="30782"/>
                </a:lnTo>
                <a:cubicBezTo>
                  <a:pt x="0" y="13782"/>
                  <a:pt x="13782" y="0"/>
                  <a:pt x="30782" y="0"/>
                </a:cubicBezTo>
                <a:lnTo>
                  <a:pt x="1166112" y="0"/>
                </a:lnTo>
                <a:cubicBezTo>
                  <a:pt x="1174275" y="0"/>
                  <a:pt x="1182105" y="3243"/>
                  <a:pt x="1187877" y="9016"/>
                </a:cubicBezTo>
                <a:cubicBezTo>
                  <a:pt x="1193649" y="14789"/>
                  <a:pt x="1196893" y="22618"/>
                  <a:pt x="1196893" y="30782"/>
                </a:cubicBezTo>
                <a:lnTo>
                  <a:pt x="1196893" y="153910"/>
                </a:lnTo>
                <a:cubicBezTo>
                  <a:pt x="1196893" y="170910"/>
                  <a:pt x="1183111" y="184692"/>
                  <a:pt x="1166112" y="184692"/>
                </a:cubicBezTo>
                <a:lnTo>
                  <a:pt x="30782" y="184692"/>
                </a:lnTo>
                <a:cubicBezTo>
                  <a:pt x="13782" y="184692"/>
                  <a:pt x="0" y="170910"/>
                  <a:pt x="0" y="153910"/>
                </a:cubicBezTo>
                <a:lnTo>
                  <a:pt x="0" y="307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104" name="Text Addedpapers1">
            <a:extLst xmlns:a="http://schemas.openxmlformats.org/drawingml/2006/main">
              <a:ext uri="{FF2B5EF4-FFF2-40B4-BE49-F238E27FC236}">
                <a16:creationId xmlns:a16="http://schemas.microsoft.com/office/drawing/2014/main" id="{376CB0DA-60A6-4D4E-9D5F-F31F7A75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174" y="2330584"/>
            <a:ext cx="919863" cy="134530"/>
          </a:xfrm>
          <a:custGeom xmlns:a="http://schemas.openxmlformats.org/drawingml/2006/main">
            <a:pathLst>
              <a:path w="919863" h="134530">
                <a:moveTo>
                  <a:pt x="66614" y="70013"/>
                </a:moveTo>
                <a:lnTo>
                  <a:pt x="28642" y="70013"/>
                </a:lnTo>
                <a:lnTo>
                  <a:pt x="21988" y="85492"/>
                </a:lnTo>
                <a:cubicBezTo>
                  <a:pt x="20348" y="89283"/>
                  <a:pt x="19529" y="92113"/>
                  <a:pt x="19529" y="93983"/>
                </a:cubicBezTo>
                <a:cubicBezTo>
                  <a:pt x="19529" y="95472"/>
                  <a:pt x="20240" y="96780"/>
                  <a:pt x="21662" y="97907"/>
                </a:cubicBezTo>
                <a:cubicBezTo>
                  <a:pt x="23085" y="99034"/>
                  <a:pt x="26159" y="99766"/>
                  <a:pt x="30884" y="100102"/>
                </a:cubicBezTo>
                <a:lnTo>
                  <a:pt x="30884" y="102850"/>
                </a:lnTo>
                <a:lnTo>
                  <a:pt x="0" y="102850"/>
                </a:lnTo>
                <a:lnTo>
                  <a:pt x="0" y="100102"/>
                </a:lnTo>
                <a:cubicBezTo>
                  <a:pt x="4099" y="99380"/>
                  <a:pt x="6751" y="98442"/>
                  <a:pt x="7956" y="97288"/>
                </a:cubicBezTo>
                <a:cubicBezTo>
                  <a:pt x="10415" y="94978"/>
                  <a:pt x="13140" y="90287"/>
                  <a:pt x="16129" y="83216"/>
                </a:cubicBezTo>
                <a:lnTo>
                  <a:pt x="50630" y="2604"/>
                </a:lnTo>
                <a:lnTo>
                  <a:pt x="53161" y="2604"/>
                </a:lnTo>
                <a:lnTo>
                  <a:pt x="87300" y="84117"/>
                </a:lnTo>
                <a:cubicBezTo>
                  <a:pt x="90048" y="90645"/>
                  <a:pt x="92544" y="94881"/>
                  <a:pt x="94786" y="96827"/>
                </a:cubicBezTo>
                <a:cubicBezTo>
                  <a:pt x="97028" y="98771"/>
                  <a:pt x="100150" y="99862"/>
                  <a:pt x="104152" y="100102"/>
                </a:cubicBezTo>
                <a:lnTo>
                  <a:pt x="104152" y="102850"/>
                </a:lnTo>
                <a:lnTo>
                  <a:pt x="65457" y="102850"/>
                </a:lnTo>
                <a:lnTo>
                  <a:pt x="65457" y="100102"/>
                </a:lnTo>
                <a:cubicBezTo>
                  <a:pt x="69362" y="99911"/>
                  <a:pt x="72002" y="99263"/>
                  <a:pt x="73377" y="98158"/>
                </a:cubicBezTo>
                <a:cubicBezTo>
                  <a:pt x="74751" y="97054"/>
                  <a:pt x="75438" y="95709"/>
                  <a:pt x="75438" y="94126"/>
                </a:cubicBezTo>
                <a:cubicBezTo>
                  <a:pt x="75438" y="92013"/>
                  <a:pt x="74474" y="88677"/>
                  <a:pt x="72545" y="84117"/>
                </a:cubicBezTo>
                <a:lnTo>
                  <a:pt x="66614" y="70013"/>
                </a:lnTo>
                <a:moveTo>
                  <a:pt x="64589" y="64661"/>
                </a:moveTo>
                <a:lnTo>
                  <a:pt x="47953" y="25025"/>
                </a:lnTo>
                <a:lnTo>
                  <a:pt x="30884" y="64661"/>
                </a:lnTo>
                <a:lnTo>
                  <a:pt x="64589" y="64661"/>
                </a:lnTo>
                <a:close/>
                <a:moveTo>
                  <a:pt x="157216" y="95405"/>
                </a:moveTo>
                <a:cubicBezTo>
                  <a:pt x="153985" y="98779"/>
                  <a:pt x="150827" y="101201"/>
                  <a:pt x="147741" y="102672"/>
                </a:cubicBezTo>
                <a:cubicBezTo>
                  <a:pt x="144655" y="104141"/>
                  <a:pt x="141328" y="104876"/>
                  <a:pt x="137760" y="104876"/>
                </a:cubicBezTo>
                <a:cubicBezTo>
                  <a:pt x="130527" y="104876"/>
                  <a:pt x="124210" y="101857"/>
                  <a:pt x="118810" y="95819"/>
                </a:cubicBezTo>
                <a:cubicBezTo>
                  <a:pt x="113410" y="89779"/>
                  <a:pt x="110709" y="82019"/>
                  <a:pt x="110709" y="72538"/>
                </a:cubicBezTo>
                <a:cubicBezTo>
                  <a:pt x="110709" y="63059"/>
                  <a:pt x="113699" y="54385"/>
                  <a:pt x="119678" y="46518"/>
                </a:cubicBezTo>
                <a:cubicBezTo>
                  <a:pt x="125657" y="38651"/>
                  <a:pt x="133348" y="34717"/>
                  <a:pt x="142751" y="34717"/>
                </a:cubicBezTo>
                <a:cubicBezTo>
                  <a:pt x="148585" y="34717"/>
                  <a:pt x="153407" y="36573"/>
                  <a:pt x="157216" y="40284"/>
                </a:cubicBezTo>
                <a:lnTo>
                  <a:pt x="157216" y="27919"/>
                </a:lnTo>
                <a:cubicBezTo>
                  <a:pt x="157216" y="20380"/>
                  <a:pt x="157035" y="15746"/>
                  <a:pt x="156674" y="14018"/>
                </a:cubicBezTo>
                <a:cubicBezTo>
                  <a:pt x="156312" y="12290"/>
                  <a:pt x="155745" y="11113"/>
                  <a:pt x="154974" y="10488"/>
                </a:cubicBezTo>
                <a:cubicBezTo>
                  <a:pt x="154202" y="9861"/>
                  <a:pt x="153238" y="9547"/>
                  <a:pt x="152081" y="9547"/>
                </a:cubicBezTo>
                <a:cubicBezTo>
                  <a:pt x="150827" y="9547"/>
                  <a:pt x="149164" y="9933"/>
                  <a:pt x="147090" y="10705"/>
                </a:cubicBezTo>
                <a:lnTo>
                  <a:pt x="146150" y="8101"/>
                </a:lnTo>
                <a:lnTo>
                  <a:pt x="165895" y="0"/>
                </a:lnTo>
                <a:lnTo>
                  <a:pt x="169150" y="0"/>
                </a:lnTo>
                <a:lnTo>
                  <a:pt x="169150" y="76668"/>
                </a:lnTo>
                <a:cubicBezTo>
                  <a:pt x="169150" y="84399"/>
                  <a:pt x="169331" y="89117"/>
                  <a:pt x="169693" y="90821"/>
                </a:cubicBezTo>
                <a:cubicBezTo>
                  <a:pt x="170054" y="92526"/>
                  <a:pt x="170633" y="93715"/>
                  <a:pt x="171429" y="94390"/>
                </a:cubicBezTo>
                <a:cubicBezTo>
                  <a:pt x="172224" y="95064"/>
                  <a:pt x="173152" y="95401"/>
                  <a:pt x="174213" y="95401"/>
                </a:cubicBezTo>
                <a:cubicBezTo>
                  <a:pt x="175515" y="95401"/>
                  <a:pt x="177251" y="94991"/>
                  <a:pt x="179421" y="94171"/>
                </a:cubicBezTo>
                <a:lnTo>
                  <a:pt x="180216" y="96775"/>
                </a:lnTo>
                <a:lnTo>
                  <a:pt x="160543" y="104876"/>
                </a:lnTo>
                <a:lnTo>
                  <a:pt x="157216" y="104876"/>
                </a:lnTo>
                <a:lnTo>
                  <a:pt x="157216" y="95405"/>
                </a:lnTo>
                <a:moveTo>
                  <a:pt x="157216" y="90353"/>
                </a:moveTo>
                <a:lnTo>
                  <a:pt x="157216" y="56301"/>
                </a:lnTo>
                <a:cubicBezTo>
                  <a:pt x="156927" y="53029"/>
                  <a:pt x="156059" y="50047"/>
                  <a:pt x="154612" y="47354"/>
                </a:cubicBezTo>
                <a:cubicBezTo>
                  <a:pt x="153166" y="44660"/>
                  <a:pt x="151249" y="42628"/>
                  <a:pt x="148862" y="41259"/>
                </a:cubicBezTo>
                <a:cubicBezTo>
                  <a:pt x="146475" y="39887"/>
                  <a:pt x="144149" y="39202"/>
                  <a:pt x="141883" y="39202"/>
                </a:cubicBezTo>
                <a:cubicBezTo>
                  <a:pt x="137639" y="39202"/>
                  <a:pt x="133854" y="41102"/>
                  <a:pt x="130527" y="44902"/>
                </a:cubicBezTo>
                <a:cubicBezTo>
                  <a:pt x="126139" y="49903"/>
                  <a:pt x="123945" y="57214"/>
                  <a:pt x="123945" y="66833"/>
                </a:cubicBezTo>
                <a:cubicBezTo>
                  <a:pt x="123945" y="76549"/>
                  <a:pt x="126067" y="83993"/>
                  <a:pt x="130310" y="89165"/>
                </a:cubicBezTo>
                <a:cubicBezTo>
                  <a:pt x="134553" y="94334"/>
                  <a:pt x="139279" y="96919"/>
                  <a:pt x="144486" y="96919"/>
                </a:cubicBezTo>
                <a:cubicBezTo>
                  <a:pt x="148874" y="96919"/>
                  <a:pt x="153118" y="94731"/>
                  <a:pt x="157216" y="90353"/>
                </a:cubicBezTo>
                <a:close/>
                <a:moveTo>
                  <a:pt x="231280" y="95405"/>
                </a:moveTo>
                <a:cubicBezTo>
                  <a:pt x="228049" y="98779"/>
                  <a:pt x="224891" y="101201"/>
                  <a:pt x="221805" y="102672"/>
                </a:cubicBezTo>
                <a:cubicBezTo>
                  <a:pt x="218719" y="104141"/>
                  <a:pt x="215392" y="104876"/>
                  <a:pt x="211824" y="104876"/>
                </a:cubicBezTo>
                <a:cubicBezTo>
                  <a:pt x="204591" y="104876"/>
                  <a:pt x="198274" y="101857"/>
                  <a:pt x="192874" y="95819"/>
                </a:cubicBezTo>
                <a:cubicBezTo>
                  <a:pt x="187473" y="89779"/>
                  <a:pt x="184773" y="82019"/>
                  <a:pt x="184773" y="72538"/>
                </a:cubicBezTo>
                <a:cubicBezTo>
                  <a:pt x="184773" y="63059"/>
                  <a:pt x="187763" y="54385"/>
                  <a:pt x="193742" y="46518"/>
                </a:cubicBezTo>
                <a:cubicBezTo>
                  <a:pt x="199721" y="38651"/>
                  <a:pt x="207412" y="34717"/>
                  <a:pt x="216814" y="34717"/>
                </a:cubicBezTo>
                <a:cubicBezTo>
                  <a:pt x="222649" y="34717"/>
                  <a:pt x="227471" y="36573"/>
                  <a:pt x="231280" y="40284"/>
                </a:cubicBezTo>
                <a:lnTo>
                  <a:pt x="231280" y="27919"/>
                </a:lnTo>
                <a:cubicBezTo>
                  <a:pt x="231280" y="20380"/>
                  <a:pt x="231099" y="15746"/>
                  <a:pt x="230738" y="14018"/>
                </a:cubicBezTo>
                <a:cubicBezTo>
                  <a:pt x="230376" y="12290"/>
                  <a:pt x="229809" y="11113"/>
                  <a:pt x="229038" y="10488"/>
                </a:cubicBezTo>
                <a:cubicBezTo>
                  <a:pt x="228266" y="9861"/>
                  <a:pt x="227302" y="9547"/>
                  <a:pt x="226145" y="9547"/>
                </a:cubicBezTo>
                <a:cubicBezTo>
                  <a:pt x="224891" y="9547"/>
                  <a:pt x="223227" y="9933"/>
                  <a:pt x="221154" y="10705"/>
                </a:cubicBezTo>
                <a:lnTo>
                  <a:pt x="220214" y="8101"/>
                </a:lnTo>
                <a:lnTo>
                  <a:pt x="239959" y="0"/>
                </a:lnTo>
                <a:lnTo>
                  <a:pt x="243214" y="0"/>
                </a:lnTo>
                <a:lnTo>
                  <a:pt x="243214" y="76668"/>
                </a:lnTo>
                <a:cubicBezTo>
                  <a:pt x="243214" y="84399"/>
                  <a:pt x="243395" y="89117"/>
                  <a:pt x="243757" y="90821"/>
                </a:cubicBezTo>
                <a:cubicBezTo>
                  <a:pt x="244118" y="92526"/>
                  <a:pt x="244697" y="93715"/>
                  <a:pt x="245492" y="94390"/>
                </a:cubicBezTo>
                <a:cubicBezTo>
                  <a:pt x="246288" y="95064"/>
                  <a:pt x="247216" y="95401"/>
                  <a:pt x="248277" y="95401"/>
                </a:cubicBezTo>
                <a:cubicBezTo>
                  <a:pt x="249579" y="95401"/>
                  <a:pt x="251315" y="94991"/>
                  <a:pt x="253485" y="94171"/>
                </a:cubicBezTo>
                <a:lnTo>
                  <a:pt x="254280" y="96775"/>
                </a:lnTo>
                <a:lnTo>
                  <a:pt x="234607" y="104876"/>
                </a:lnTo>
                <a:lnTo>
                  <a:pt x="231280" y="104876"/>
                </a:lnTo>
                <a:lnTo>
                  <a:pt x="231280" y="95405"/>
                </a:lnTo>
                <a:moveTo>
                  <a:pt x="231280" y="90353"/>
                </a:moveTo>
                <a:lnTo>
                  <a:pt x="231280" y="56301"/>
                </a:lnTo>
                <a:cubicBezTo>
                  <a:pt x="230991" y="53029"/>
                  <a:pt x="230123" y="50047"/>
                  <a:pt x="228676" y="47354"/>
                </a:cubicBezTo>
                <a:cubicBezTo>
                  <a:pt x="227230" y="44660"/>
                  <a:pt x="225313" y="42628"/>
                  <a:pt x="222926" y="41259"/>
                </a:cubicBezTo>
                <a:cubicBezTo>
                  <a:pt x="220539" y="39887"/>
                  <a:pt x="218213" y="39202"/>
                  <a:pt x="215946" y="39202"/>
                </a:cubicBezTo>
                <a:cubicBezTo>
                  <a:pt x="211703" y="39202"/>
                  <a:pt x="207918" y="41102"/>
                  <a:pt x="204591" y="44902"/>
                </a:cubicBezTo>
                <a:cubicBezTo>
                  <a:pt x="200203" y="49903"/>
                  <a:pt x="198009" y="57214"/>
                  <a:pt x="198009" y="66833"/>
                </a:cubicBezTo>
                <a:cubicBezTo>
                  <a:pt x="198009" y="76549"/>
                  <a:pt x="200131" y="83993"/>
                  <a:pt x="204374" y="89165"/>
                </a:cubicBezTo>
                <a:cubicBezTo>
                  <a:pt x="208617" y="94334"/>
                  <a:pt x="213343" y="96919"/>
                  <a:pt x="218550" y="96919"/>
                </a:cubicBezTo>
                <a:cubicBezTo>
                  <a:pt x="222938" y="96919"/>
                  <a:pt x="227181" y="94731"/>
                  <a:pt x="231280" y="90353"/>
                </a:cubicBezTo>
                <a:close/>
                <a:moveTo>
                  <a:pt x="269686" y="61623"/>
                </a:moveTo>
                <a:cubicBezTo>
                  <a:pt x="269638" y="71415"/>
                  <a:pt x="272024" y="79094"/>
                  <a:pt x="276846" y="84662"/>
                </a:cubicBezTo>
                <a:cubicBezTo>
                  <a:pt x="281668" y="90230"/>
                  <a:pt x="287334" y="93014"/>
                  <a:pt x="293843" y="93014"/>
                </a:cubicBezTo>
                <a:cubicBezTo>
                  <a:pt x="298183" y="93014"/>
                  <a:pt x="301956" y="91815"/>
                  <a:pt x="305163" y="89418"/>
                </a:cubicBezTo>
                <a:cubicBezTo>
                  <a:pt x="308369" y="87020"/>
                  <a:pt x="311057" y="82915"/>
                  <a:pt x="313227" y="77102"/>
                </a:cubicBezTo>
                <a:lnTo>
                  <a:pt x="315469" y="78555"/>
                </a:lnTo>
                <a:cubicBezTo>
                  <a:pt x="314457" y="85196"/>
                  <a:pt x="311516" y="91242"/>
                  <a:pt x="306645" y="96696"/>
                </a:cubicBezTo>
                <a:cubicBezTo>
                  <a:pt x="301775" y="102149"/>
                  <a:pt x="295676" y="104876"/>
                  <a:pt x="288346" y="104876"/>
                </a:cubicBezTo>
                <a:cubicBezTo>
                  <a:pt x="280390" y="104876"/>
                  <a:pt x="273579" y="101784"/>
                  <a:pt x="267914" y="95602"/>
                </a:cubicBezTo>
                <a:cubicBezTo>
                  <a:pt x="262248" y="89418"/>
                  <a:pt x="259415" y="81104"/>
                  <a:pt x="259415" y="70662"/>
                </a:cubicBezTo>
                <a:cubicBezTo>
                  <a:pt x="259415" y="59355"/>
                  <a:pt x="262320" y="50538"/>
                  <a:pt x="268131" y="44210"/>
                </a:cubicBezTo>
                <a:cubicBezTo>
                  <a:pt x="273941" y="37882"/>
                  <a:pt x="281234" y="34717"/>
                  <a:pt x="290010" y="34717"/>
                </a:cubicBezTo>
                <a:cubicBezTo>
                  <a:pt x="297436" y="34717"/>
                  <a:pt x="303535" y="37158"/>
                  <a:pt x="308309" y="42041"/>
                </a:cubicBezTo>
                <a:cubicBezTo>
                  <a:pt x="313083" y="46921"/>
                  <a:pt x="315469" y="53449"/>
                  <a:pt x="315469" y="61623"/>
                </a:cubicBezTo>
                <a:lnTo>
                  <a:pt x="269686" y="61623"/>
                </a:lnTo>
                <a:moveTo>
                  <a:pt x="269686" y="57428"/>
                </a:moveTo>
                <a:lnTo>
                  <a:pt x="300353" y="57428"/>
                </a:lnTo>
                <a:cubicBezTo>
                  <a:pt x="300112" y="53220"/>
                  <a:pt x="299606" y="50255"/>
                  <a:pt x="298834" y="48534"/>
                </a:cubicBezTo>
                <a:cubicBezTo>
                  <a:pt x="297629" y="45855"/>
                  <a:pt x="295832" y="43751"/>
                  <a:pt x="293446" y="42221"/>
                </a:cubicBezTo>
                <a:cubicBezTo>
                  <a:pt x="291059" y="40690"/>
                  <a:pt x="288563" y="39925"/>
                  <a:pt x="285960" y="39925"/>
                </a:cubicBezTo>
                <a:cubicBezTo>
                  <a:pt x="281957" y="39925"/>
                  <a:pt x="278377" y="41467"/>
                  <a:pt x="275219" y="44552"/>
                </a:cubicBezTo>
                <a:cubicBezTo>
                  <a:pt x="272061" y="47636"/>
                  <a:pt x="270216" y="51928"/>
                  <a:pt x="269686" y="57428"/>
                </a:cubicBezTo>
                <a:close/>
                <a:moveTo>
                  <a:pt x="370964" y="95405"/>
                </a:moveTo>
                <a:cubicBezTo>
                  <a:pt x="367733" y="98779"/>
                  <a:pt x="364575" y="101201"/>
                  <a:pt x="361489" y="102672"/>
                </a:cubicBezTo>
                <a:cubicBezTo>
                  <a:pt x="358403" y="104141"/>
                  <a:pt x="355076" y="104876"/>
                  <a:pt x="351508" y="104876"/>
                </a:cubicBezTo>
                <a:cubicBezTo>
                  <a:pt x="344275" y="104876"/>
                  <a:pt x="337958" y="101857"/>
                  <a:pt x="332558" y="95819"/>
                </a:cubicBezTo>
                <a:cubicBezTo>
                  <a:pt x="327157" y="89779"/>
                  <a:pt x="324457" y="82019"/>
                  <a:pt x="324457" y="72538"/>
                </a:cubicBezTo>
                <a:cubicBezTo>
                  <a:pt x="324457" y="63059"/>
                  <a:pt x="327447" y="54385"/>
                  <a:pt x="333426" y="46518"/>
                </a:cubicBezTo>
                <a:cubicBezTo>
                  <a:pt x="339405" y="38651"/>
                  <a:pt x="347096" y="34717"/>
                  <a:pt x="356498" y="34717"/>
                </a:cubicBezTo>
                <a:cubicBezTo>
                  <a:pt x="362333" y="34717"/>
                  <a:pt x="367155" y="36573"/>
                  <a:pt x="370964" y="40284"/>
                </a:cubicBezTo>
                <a:lnTo>
                  <a:pt x="370964" y="27919"/>
                </a:lnTo>
                <a:cubicBezTo>
                  <a:pt x="370964" y="20380"/>
                  <a:pt x="370783" y="15746"/>
                  <a:pt x="370422" y="14018"/>
                </a:cubicBezTo>
                <a:cubicBezTo>
                  <a:pt x="370060" y="12290"/>
                  <a:pt x="369493" y="11113"/>
                  <a:pt x="368722" y="10488"/>
                </a:cubicBezTo>
                <a:cubicBezTo>
                  <a:pt x="367950" y="9861"/>
                  <a:pt x="366986" y="9547"/>
                  <a:pt x="365829" y="9547"/>
                </a:cubicBezTo>
                <a:cubicBezTo>
                  <a:pt x="364575" y="9547"/>
                  <a:pt x="362911" y="9933"/>
                  <a:pt x="360838" y="10705"/>
                </a:cubicBezTo>
                <a:lnTo>
                  <a:pt x="359898" y="8101"/>
                </a:lnTo>
                <a:lnTo>
                  <a:pt x="379643" y="0"/>
                </a:lnTo>
                <a:lnTo>
                  <a:pt x="382898" y="0"/>
                </a:lnTo>
                <a:lnTo>
                  <a:pt x="382898" y="76668"/>
                </a:lnTo>
                <a:cubicBezTo>
                  <a:pt x="382898" y="84399"/>
                  <a:pt x="383079" y="89117"/>
                  <a:pt x="383441" y="90821"/>
                </a:cubicBezTo>
                <a:cubicBezTo>
                  <a:pt x="383802" y="92526"/>
                  <a:pt x="384381" y="93715"/>
                  <a:pt x="385176" y="94390"/>
                </a:cubicBezTo>
                <a:cubicBezTo>
                  <a:pt x="385972" y="95064"/>
                  <a:pt x="386900" y="95401"/>
                  <a:pt x="387961" y="95401"/>
                </a:cubicBezTo>
                <a:cubicBezTo>
                  <a:pt x="389263" y="95401"/>
                  <a:pt x="390999" y="94991"/>
                  <a:pt x="393169" y="94171"/>
                </a:cubicBezTo>
                <a:lnTo>
                  <a:pt x="393964" y="96775"/>
                </a:lnTo>
                <a:lnTo>
                  <a:pt x="374291" y="104876"/>
                </a:lnTo>
                <a:lnTo>
                  <a:pt x="370964" y="104876"/>
                </a:lnTo>
                <a:lnTo>
                  <a:pt x="370964" y="95405"/>
                </a:lnTo>
                <a:moveTo>
                  <a:pt x="370964" y="90353"/>
                </a:moveTo>
                <a:lnTo>
                  <a:pt x="370964" y="56301"/>
                </a:lnTo>
                <a:cubicBezTo>
                  <a:pt x="370675" y="53029"/>
                  <a:pt x="369807" y="50047"/>
                  <a:pt x="368360" y="47354"/>
                </a:cubicBezTo>
                <a:cubicBezTo>
                  <a:pt x="366914" y="44660"/>
                  <a:pt x="364997" y="42628"/>
                  <a:pt x="362610" y="41259"/>
                </a:cubicBezTo>
                <a:cubicBezTo>
                  <a:pt x="360223" y="39887"/>
                  <a:pt x="357897" y="39202"/>
                  <a:pt x="355630" y="39202"/>
                </a:cubicBezTo>
                <a:cubicBezTo>
                  <a:pt x="351387" y="39202"/>
                  <a:pt x="347602" y="41102"/>
                  <a:pt x="344275" y="44902"/>
                </a:cubicBezTo>
                <a:cubicBezTo>
                  <a:pt x="339887" y="49903"/>
                  <a:pt x="337693" y="57214"/>
                  <a:pt x="337693" y="66833"/>
                </a:cubicBezTo>
                <a:cubicBezTo>
                  <a:pt x="337693" y="76549"/>
                  <a:pt x="339815" y="83993"/>
                  <a:pt x="344058" y="89165"/>
                </a:cubicBezTo>
                <a:cubicBezTo>
                  <a:pt x="348301" y="94334"/>
                  <a:pt x="353027" y="96919"/>
                  <a:pt x="358234" y="96919"/>
                </a:cubicBezTo>
                <a:cubicBezTo>
                  <a:pt x="362622" y="96919"/>
                  <a:pt x="366865" y="94731"/>
                  <a:pt x="370964" y="90353"/>
                </a:cubicBezTo>
                <a:close/>
                <a:moveTo>
                  <a:pt x="430490" y="42963"/>
                </a:moveTo>
                <a:lnTo>
                  <a:pt x="450887" y="34862"/>
                </a:lnTo>
                <a:lnTo>
                  <a:pt x="453635" y="34862"/>
                </a:lnTo>
                <a:lnTo>
                  <a:pt x="453635" y="50413"/>
                </a:lnTo>
                <a:cubicBezTo>
                  <a:pt x="457059" y="44605"/>
                  <a:pt x="460494" y="40538"/>
                  <a:pt x="463942" y="38210"/>
                </a:cubicBezTo>
                <a:cubicBezTo>
                  <a:pt x="467389" y="35881"/>
                  <a:pt x="471018" y="34717"/>
                  <a:pt x="474827" y="34717"/>
                </a:cubicBezTo>
                <a:cubicBezTo>
                  <a:pt x="481481" y="34717"/>
                  <a:pt x="487026" y="37318"/>
                  <a:pt x="491463" y="42520"/>
                </a:cubicBezTo>
                <a:cubicBezTo>
                  <a:pt x="496911" y="48879"/>
                  <a:pt x="499636" y="57164"/>
                  <a:pt x="499636" y="67376"/>
                </a:cubicBezTo>
                <a:cubicBezTo>
                  <a:pt x="499636" y="78792"/>
                  <a:pt x="496357" y="88233"/>
                  <a:pt x="489799" y="95699"/>
                </a:cubicBezTo>
                <a:cubicBezTo>
                  <a:pt x="484398" y="101817"/>
                  <a:pt x="477600" y="104876"/>
                  <a:pt x="469402" y="104876"/>
                </a:cubicBezTo>
                <a:cubicBezTo>
                  <a:pt x="465834" y="104876"/>
                  <a:pt x="462748" y="104369"/>
                  <a:pt x="460145" y="103357"/>
                </a:cubicBezTo>
                <a:cubicBezTo>
                  <a:pt x="458216" y="102633"/>
                  <a:pt x="456046" y="101187"/>
                  <a:pt x="453635" y="99017"/>
                </a:cubicBezTo>
                <a:lnTo>
                  <a:pt x="453635" y="119196"/>
                </a:lnTo>
                <a:cubicBezTo>
                  <a:pt x="453635" y="123755"/>
                  <a:pt x="453912" y="126652"/>
                  <a:pt x="454467" y="127889"/>
                </a:cubicBezTo>
                <a:cubicBezTo>
                  <a:pt x="455021" y="129126"/>
                  <a:pt x="455986" y="130108"/>
                  <a:pt x="457360" y="130834"/>
                </a:cubicBezTo>
                <a:cubicBezTo>
                  <a:pt x="458734" y="131562"/>
                  <a:pt x="461229" y="131926"/>
                  <a:pt x="464846" y="131926"/>
                </a:cubicBezTo>
                <a:lnTo>
                  <a:pt x="464846" y="134530"/>
                </a:lnTo>
                <a:lnTo>
                  <a:pt x="430128" y="134530"/>
                </a:lnTo>
                <a:lnTo>
                  <a:pt x="430128" y="131926"/>
                </a:lnTo>
                <a:lnTo>
                  <a:pt x="431937" y="131926"/>
                </a:lnTo>
                <a:cubicBezTo>
                  <a:pt x="434589" y="131974"/>
                  <a:pt x="436855" y="131465"/>
                  <a:pt x="438735" y="130398"/>
                </a:cubicBezTo>
                <a:cubicBezTo>
                  <a:pt x="439652" y="129865"/>
                  <a:pt x="440363" y="129004"/>
                  <a:pt x="440869" y="127817"/>
                </a:cubicBezTo>
                <a:cubicBezTo>
                  <a:pt x="441375" y="126630"/>
                  <a:pt x="441629" y="123611"/>
                  <a:pt x="441629" y="118762"/>
                </a:cubicBezTo>
                <a:lnTo>
                  <a:pt x="441629" y="55982"/>
                </a:lnTo>
                <a:cubicBezTo>
                  <a:pt x="441629" y="51662"/>
                  <a:pt x="441436" y="48919"/>
                  <a:pt x="441050" y="47755"/>
                </a:cubicBezTo>
                <a:cubicBezTo>
                  <a:pt x="440664" y="46588"/>
                  <a:pt x="440049" y="45715"/>
                  <a:pt x="439206" y="45135"/>
                </a:cubicBezTo>
                <a:cubicBezTo>
                  <a:pt x="438362" y="44555"/>
                  <a:pt x="437217" y="44265"/>
                  <a:pt x="435770" y="44265"/>
                </a:cubicBezTo>
                <a:cubicBezTo>
                  <a:pt x="434613" y="44265"/>
                  <a:pt x="433142" y="44602"/>
                  <a:pt x="431358" y="45277"/>
                </a:cubicBezTo>
                <a:lnTo>
                  <a:pt x="430490" y="42963"/>
                </a:lnTo>
                <a:moveTo>
                  <a:pt x="453635" y="54680"/>
                </a:moveTo>
                <a:lnTo>
                  <a:pt x="453635" y="79416"/>
                </a:lnTo>
                <a:cubicBezTo>
                  <a:pt x="453635" y="84768"/>
                  <a:pt x="453852" y="88288"/>
                  <a:pt x="454286" y="89976"/>
                </a:cubicBezTo>
                <a:cubicBezTo>
                  <a:pt x="454961" y="92773"/>
                  <a:pt x="456613" y="95232"/>
                  <a:pt x="459240" y="97353"/>
                </a:cubicBezTo>
                <a:cubicBezTo>
                  <a:pt x="461868" y="99475"/>
                  <a:pt x="465183" y="100536"/>
                  <a:pt x="469186" y="100536"/>
                </a:cubicBezTo>
                <a:cubicBezTo>
                  <a:pt x="474007" y="100536"/>
                  <a:pt x="477913" y="98655"/>
                  <a:pt x="480903" y="94894"/>
                </a:cubicBezTo>
                <a:cubicBezTo>
                  <a:pt x="484808" y="89976"/>
                  <a:pt x="486761" y="83057"/>
                  <a:pt x="486761" y="74136"/>
                </a:cubicBezTo>
                <a:cubicBezTo>
                  <a:pt x="486761" y="64010"/>
                  <a:pt x="484543" y="56223"/>
                  <a:pt x="480107" y="50774"/>
                </a:cubicBezTo>
                <a:cubicBezTo>
                  <a:pt x="477021" y="47013"/>
                  <a:pt x="473356" y="45133"/>
                  <a:pt x="469113" y="45133"/>
                </a:cubicBezTo>
                <a:cubicBezTo>
                  <a:pt x="466799" y="45133"/>
                  <a:pt x="464508" y="45711"/>
                  <a:pt x="462242" y="46869"/>
                </a:cubicBezTo>
                <a:cubicBezTo>
                  <a:pt x="460506" y="47736"/>
                  <a:pt x="457637" y="50340"/>
                  <a:pt x="453635" y="54680"/>
                </a:cubicBezTo>
                <a:close/>
                <a:moveTo>
                  <a:pt x="546866" y="93380"/>
                </a:moveTo>
                <a:cubicBezTo>
                  <a:pt x="540067" y="98634"/>
                  <a:pt x="535800" y="101670"/>
                  <a:pt x="534064" y="102489"/>
                </a:cubicBezTo>
                <a:cubicBezTo>
                  <a:pt x="531460" y="103694"/>
                  <a:pt x="528687" y="104297"/>
                  <a:pt x="525746" y="104297"/>
                </a:cubicBezTo>
                <a:cubicBezTo>
                  <a:pt x="521165" y="104297"/>
                  <a:pt x="517392" y="102730"/>
                  <a:pt x="514427" y="99596"/>
                </a:cubicBezTo>
                <a:cubicBezTo>
                  <a:pt x="511461" y="96461"/>
                  <a:pt x="509978" y="92339"/>
                  <a:pt x="509978" y="87228"/>
                </a:cubicBezTo>
                <a:cubicBezTo>
                  <a:pt x="509978" y="83997"/>
                  <a:pt x="510702" y="81200"/>
                  <a:pt x="512148" y="78837"/>
                </a:cubicBezTo>
                <a:cubicBezTo>
                  <a:pt x="514125" y="75559"/>
                  <a:pt x="517561" y="72473"/>
                  <a:pt x="522455" y="69579"/>
                </a:cubicBezTo>
                <a:cubicBezTo>
                  <a:pt x="527349" y="66686"/>
                  <a:pt x="535486" y="63166"/>
                  <a:pt x="546866" y="59020"/>
                </a:cubicBezTo>
                <a:lnTo>
                  <a:pt x="546866" y="56425"/>
                </a:lnTo>
                <a:cubicBezTo>
                  <a:pt x="546866" y="49843"/>
                  <a:pt x="545817" y="45327"/>
                  <a:pt x="543719" y="42877"/>
                </a:cubicBezTo>
                <a:cubicBezTo>
                  <a:pt x="541622" y="40427"/>
                  <a:pt x="538572" y="39202"/>
                  <a:pt x="534570" y="39202"/>
                </a:cubicBezTo>
                <a:cubicBezTo>
                  <a:pt x="531532" y="39202"/>
                  <a:pt x="529121" y="40021"/>
                  <a:pt x="527337" y="41661"/>
                </a:cubicBezTo>
                <a:cubicBezTo>
                  <a:pt x="525505" y="43300"/>
                  <a:pt x="524589" y="45181"/>
                  <a:pt x="524589" y="47302"/>
                </a:cubicBezTo>
                <a:lnTo>
                  <a:pt x="524733" y="51497"/>
                </a:lnTo>
                <a:cubicBezTo>
                  <a:pt x="524733" y="53716"/>
                  <a:pt x="524167" y="55427"/>
                  <a:pt x="523034" y="56633"/>
                </a:cubicBezTo>
                <a:cubicBezTo>
                  <a:pt x="521901" y="57838"/>
                  <a:pt x="520418" y="58441"/>
                  <a:pt x="518586" y="58441"/>
                </a:cubicBezTo>
                <a:cubicBezTo>
                  <a:pt x="516801" y="58441"/>
                  <a:pt x="515343" y="57813"/>
                  <a:pt x="514210" y="56556"/>
                </a:cubicBezTo>
                <a:cubicBezTo>
                  <a:pt x="513077" y="55298"/>
                  <a:pt x="512510" y="53581"/>
                  <a:pt x="512510" y="51405"/>
                </a:cubicBezTo>
                <a:cubicBezTo>
                  <a:pt x="512510" y="47244"/>
                  <a:pt x="514632" y="43423"/>
                  <a:pt x="518875" y="39941"/>
                </a:cubicBezTo>
                <a:cubicBezTo>
                  <a:pt x="523118" y="36459"/>
                  <a:pt x="529073" y="34717"/>
                  <a:pt x="536740" y="34717"/>
                </a:cubicBezTo>
                <a:cubicBezTo>
                  <a:pt x="542623" y="34717"/>
                  <a:pt x="547444" y="35704"/>
                  <a:pt x="551205" y="37678"/>
                </a:cubicBezTo>
                <a:cubicBezTo>
                  <a:pt x="554050" y="39172"/>
                  <a:pt x="556148" y="41508"/>
                  <a:pt x="557498" y="44687"/>
                </a:cubicBezTo>
                <a:cubicBezTo>
                  <a:pt x="558366" y="46758"/>
                  <a:pt x="558800" y="50996"/>
                  <a:pt x="558800" y="57401"/>
                </a:cubicBezTo>
                <a:lnTo>
                  <a:pt x="558800" y="79868"/>
                </a:lnTo>
                <a:cubicBezTo>
                  <a:pt x="558800" y="86177"/>
                  <a:pt x="558920" y="90042"/>
                  <a:pt x="559161" y="91463"/>
                </a:cubicBezTo>
                <a:cubicBezTo>
                  <a:pt x="559403" y="92884"/>
                  <a:pt x="559800" y="93836"/>
                  <a:pt x="560355" y="94318"/>
                </a:cubicBezTo>
                <a:cubicBezTo>
                  <a:pt x="560909" y="94799"/>
                  <a:pt x="561548" y="95039"/>
                  <a:pt x="562272" y="95039"/>
                </a:cubicBezTo>
                <a:cubicBezTo>
                  <a:pt x="563043" y="95039"/>
                  <a:pt x="563718" y="94870"/>
                  <a:pt x="564297" y="94533"/>
                </a:cubicBezTo>
                <a:cubicBezTo>
                  <a:pt x="565309" y="93906"/>
                  <a:pt x="567262" y="92146"/>
                  <a:pt x="570155" y="89253"/>
                </a:cubicBezTo>
                <a:lnTo>
                  <a:pt x="570155" y="93303"/>
                </a:lnTo>
                <a:cubicBezTo>
                  <a:pt x="564755" y="100536"/>
                  <a:pt x="559595" y="104152"/>
                  <a:pt x="554677" y="104152"/>
                </a:cubicBezTo>
                <a:cubicBezTo>
                  <a:pt x="552314" y="104152"/>
                  <a:pt x="550434" y="103339"/>
                  <a:pt x="549036" y="101711"/>
                </a:cubicBezTo>
                <a:cubicBezTo>
                  <a:pt x="547637" y="100082"/>
                  <a:pt x="546914" y="97305"/>
                  <a:pt x="546866" y="93380"/>
                </a:cubicBezTo>
                <a:moveTo>
                  <a:pt x="546866" y="88690"/>
                </a:moveTo>
                <a:lnTo>
                  <a:pt x="546866" y="63504"/>
                </a:lnTo>
                <a:cubicBezTo>
                  <a:pt x="539585" y="66391"/>
                  <a:pt x="534883" y="68436"/>
                  <a:pt x="532762" y="69638"/>
                </a:cubicBezTo>
                <a:cubicBezTo>
                  <a:pt x="528953" y="71755"/>
                  <a:pt x="526228" y="73969"/>
                  <a:pt x="524589" y="76279"/>
                </a:cubicBezTo>
                <a:cubicBezTo>
                  <a:pt x="522949" y="78587"/>
                  <a:pt x="522130" y="81113"/>
                  <a:pt x="522130" y="83855"/>
                </a:cubicBezTo>
                <a:cubicBezTo>
                  <a:pt x="522130" y="87319"/>
                  <a:pt x="523166" y="90194"/>
                  <a:pt x="525240" y="92480"/>
                </a:cubicBezTo>
                <a:cubicBezTo>
                  <a:pt x="527313" y="94765"/>
                  <a:pt x="529700" y="95907"/>
                  <a:pt x="532400" y="95907"/>
                </a:cubicBezTo>
                <a:cubicBezTo>
                  <a:pt x="536065" y="95907"/>
                  <a:pt x="540887" y="93501"/>
                  <a:pt x="546866" y="88690"/>
                </a:cubicBezTo>
                <a:close/>
                <a:moveTo>
                  <a:pt x="570175" y="42963"/>
                </a:moveTo>
                <a:lnTo>
                  <a:pt x="590571" y="34862"/>
                </a:lnTo>
                <a:lnTo>
                  <a:pt x="593320" y="34862"/>
                </a:lnTo>
                <a:lnTo>
                  <a:pt x="593320" y="50413"/>
                </a:lnTo>
                <a:cubicBezTo>
                  <a:pt x="596743" y="44605"/>
                  <a:pt x="600179" y="40538"/>
                  <a:pt x="603626" y="38210"/>
                </a:cubicBezTo>
                <a:cubicBezTo>
                  <a:pt x="607074" y="35881"/>
                  <a:pt x="610702" y="34717"/>
                  <a:pt x="614512" y="34717"/>
                </a:cubicBezTo>
                <a:cubicBezTo>
                  <a:pt x="621166" y="34717"/>
                  <a:pt x="626711" y="37318"/>
                  <a:pt x="631147" y="42520"/>
                </a:cubicBezTo>
                <a:cubicBezTo>
                  <a:pt x="636596" y="48879"/>
                  <a:pt x="639320" y="57164"/>
                  <a:pt x="639320" y="67376"/>
                </a:cubicBezTo>
                <a:cubicBezTo>
                  <a:pt x="639320" y="78792"/>
                  <a:pt x="636041" y="88233"/>
                  <a:pt x="629484" y="95699"/>
                </a:cubicBezTo>
                <a:cubicBezTo>
                  <a:pt x="624083" y="101817"/>
                  <a:pt x="617284" y="104876"/>
                  <a:pt x="609087" y="104876"/>
                </a:cubicBezTo>
                <a:cubicBezTo>
                  <a:pt x="605519" y="104876"/>
                  <a:pt x="602433" y="104369"/>
                  <a:pt x="599829" y="103357"/>
                </a:cubicBezTo>
                <a:cubicBezTo>
                  <a:pt x="597900" y="102633"/>
                  <a:pt x="595731" y="101187"/>
                  <a:pt x="593320" y="99017"/>
                </a:cubicBezTo>
                <a:lnTo>
                  <a:pt x="593320" y="119196"/>
                </a:lnTo>
                <a:cubicBezTo>
                  <a:pt x="593320" y="123755"/>
                  <a:pt x="593597" y="126652"/>
                  <a:pt x="594151" y="127889"/>
                </a:cubicBezTo>
                <a:cubicBezTo>
                  <a:pt x="594706" y="129126"/>
                  <a:pt x="595670" y="130108"/>
                  <a:pt x="597044" y="130834"/>
                </a:cubicBezTo>
                <a:cubicBezTo>
                  <a:pt x="598419" y="131562"/>
                  <a:pt x="600914" y="131926"/>
                  <a:pt x="604530" y="131926"/>
                </a:cubicBezTo>
                <a:lnTo>
                  <a:pt x="604530" y="134530"/>
                </a:lnTo>
                <a:lnTo>
                  <a:pt x="569813" y="134530"/>
                </a:lnTo>
                <a:lnTo>
                  <a:pt x="569813" y="131926"/>
                </a:lnTo>
                <a:lnTo>
                  <a:pt x="571621" y="131926"/>
                </a:lnTo>
                <a:cubicBezTo>
                  <a:pt x="574273" y="131974"/>
                  <a:pt x="576540" y="131465"/>
                  <a:pt x="578420" y="130398"/>
                </a:cubicBezTo>
                <a:cubicBezTo>
                  <a:pt x="579336" y="129865"/>
                  <a:pt x="580047" y="129004"/>
                  <a:pt x="580554" y="127817"/>
                </a:cubicBezTo>
                <a:cubicBezTo>
                  <a:pt x="581060" y="126630"/>
                  <a:pt x="581313" y="123611"/>
                  <a:pt x="581313" y="118762"/>
                </a:cubicBezTo>
                <a:lnTo>
                  <a:pt x="581313" y="55982"/>
                </a:lnTo>
                <a:cubicBezTo>
                  <a:pt x="581313" y="51662"/>
                  <a:pt x="581120" y="48919"/>
                  <a:pt x="580735" y="47755"/>
                </a:cubicBezTo>
                <a:cubicBezTo>
                  <a:pt x="580349" y="46588"/>
                  <a:pt x="579734" y="45715"/>
                  <a:pt x="578890" y="45135"/>
                </a:cubicBezTo>
                <a:cubicBezTo>
                  <a:pt x="578046" y="44555"/>
                  <a:pt x="576901" y="44265"/>
                  <a:pt x="575455" y="44265"/>
                </a:cubicBezTo>
                <a:cubicBezTo>
                  <a:pt x="574297" y="44265"/>
                  <a:pt x="572827" y="44602"/>
                  <a:pt x="571043" y="45277"/>
                </a:cubicBezTo>
                <a:lnTo>
                  <a:pt x="570175" y="42963"/>
                </a:lnTo>
                <a:moveTo>
                  <a:pt x="593320" y="54680"/>
                </a:moveTo>
                <a:lnTo>
                  <a:pt x="593320" y="79416"/>
                </a:lnTo>
                <a:cubicBezTo>
                  <a:pt x="593320" y="84768"/>
                  <a:pt x="593537" y="88288"/>
                  <a:pt x="593971" y="89976"/>
                </a:cubicBezTo>
                <a:cubicBezTo>
                  <a:pt x="594646" y="92773"/>
                  <a:pt x="596297" y="95232"/>
                  <a:pt x="598925" y="97353"/>
                </a:cubicBezTo>
                <a:cubicBezTo>
                  <a:pt x="601553" y="99475"/>
                  <a:pt x="604868" y="100536"/>
                  <a:pt x="608870" y="100536"/>
                </a:cubicBezTo>
                <a:cubicBezTo>
                  <a:pt x="613692" y="100536"/>
                  <a:pt x="617598" y="98655"/>
                  <a:pt x="620587" y="94894"/>
                </a:cubicBezTo>
                <a:cubicBezTo>
                  <a:pt x="624493" y="89976"/>
                  <a:pt x="626446" y="83057"/>
                  <a:pt x="626446" y="74136"/>
                </a:cubicBezTo>
                <a:cubicBezTo>
                  <a:pt x="626446" y="64010"/>
                  <a:pt x="624228" y="56223"/>
                  <a:pt x="619792" y="50774"/>
                </a:cubicBezTo>
                <a:cubicBezTo>
                  <a:pt x="616706" y="47013"/>
                  <a:pt x="613041" y="45133"/>
                  <a:pt x="608798" y="45133"/>
                </a:cubicBezTo>
                <a:cubicBezTo>
                  <a:pt x="606483" y="45133"/>
                  <a:pt x="604193" y="45711"/>
                  <a:pt x="601927" y="46869"/>
                </a:cubicBezTo>
                <a:cubicBezTo>
                  <a:pt x="600191" y="47736"/>
                  <a:pt x="597322" y="50340"/>
                  <a:pt x="593320" y="54680"/>
                </a:cubicBezTo>
                <a:close/>
                <a:moveTo>
                  <a:pt x="660150" y="61623"/>
                </a:moveTo>
                <a:cubicBezTo>
                  <a:pt x="660102" y="71415"/>
                  <a:pt x="662489" y="79094"/>
                  <a:pt x="667311" y="84662"/>
                </a:cubicBezTo>
                <a:cubicBezTo>
                  <a:pt x="672133" y="90230"/>
                  <a:pt x="677798" y="93014"/>
                  <a:pt x="684308" y="93014"/>
                </a:cubicBezTo>
                <a:cubicBezTo>
                  <a:pt x="688648" y="93014"/>
                  <a:pt x="692421" y="91815"/>
                  <a:pt x="695627" y="89418"/>
                </a:cubicBezTo>
                <a:cubicBezTo>
                  <a:pt x="698834" y="87020"/>
                  <a:pt x="701522" y="82915"/>
                  <a:pt x="703692" y="77102"/>
                </a:cubicBezTo>
                <a:lnTo>
                  <a:pt x="705934" y="78555"/>
                </a:lnTo>
                <a:cubicBezTo>
                  <a:pt x="704921" y="85196"/>
                  <a:pt x="701980" y="91242"/>
                  <a:pt x="697110" y="96696"/>
                </a:cubicBezTo>
                <a:cubicBezTo>
                  <a:pt x="692240" y="102149"/>
                  <a:pt x="686140" y="104876"/>
                  <a:pt x="678811" y="104876"/>
                </a:cubicBezTo>
                <a:cubicBezTo>
                  <a:pt x="670855" y="104876"/>
                  <a:pt x="664044" y="101784"/>
                  <a:pt x="658378" y="95602"/>
                </a:cubicBezTo>
                <a:cubicBezTo>
                  <a:pt x="652713" y="89418"/>
                  <a:pt x="649880" y="81104"/>
                  <a:pt x="649880" y="70662"/>
                </a:cubicBezTo>
                <a:cubicBezTo>
                  <a:pt x="649880" y="59355"/>
                  <a:pt x="652785" y="50538"/>
                  <a:pt x="658595" y="44210"/>
                </a:cubicBezTo>
                <a:cubicBezTo>
                  <a:pt x="664406" y="37882"/>
                  <a:pt x="671699" y="34717"/>
                  <a:pt x="680475" y="34717"/>
                </a:cubicBezTo>
                <a:cubicBezTo>
                  <a:pt x="687900" y="34717"/>
                  <a:pt x="694000" y="37158"/>
                  <a:pt x="698773" y="42041"/>
                </a:cubicBezTo>
                <a:cubicBezTo>
                  <a:pt x="703547" y="46921"/>
                  <a:pt x="705934" y="53449"/>
                  <a:pt x="705934" y="61623"/>
                </a:cubicBezTo>
                <a:lnTo>
                  <a:pt x="660150" y="61623"/>
                </a:lnTo>
                <a:moveTo>
                  <a:pt x="660150" y="57428"/>
                </a:moveTo>
                <a:lnTo>
                  <a:pt x="690817" y="57428"/>
                </a:lnTo>
                <a:cubicBezTo>
                  <a:pt x="690576" y="53220"/>
                  <a:pt x="690070" y="50255"/>
                  <a:pt x="689299" y="48534"/>
                </a:cubicBezTo>
                <a:cubicBezTo>
                  <a:pt x="688093" y="45855"/>
                  <a:pt x="686297" y="43751"/>
                  <a:pt x="683910" y="42221"/>
                </a:cubicBezTo>
                <a:cubicBezTo>
                  <a:pt x="681523" y="40690"/>
                  <a:pt x="679028" y="39925"/>
                  <a:pt x="676424" y="39925"/>
                </a:cubicBezTo>
                <a:cubicBezTo>
                  <a:pt x="672422" y="39925"/>
                  <a:pt x="668842" y="41467"/>
                  <a:pt x="665683" y="44552"/>
                </a:cubicBezTo>
                <a:cubicBezTo>
                  <a:pt x="662525" y="47636"/>
                  <a:pt x="660681" y="51928"/>
                  <a:pt x="660150" y="57428"/>
                </a:cubicBezTo>
                <a:close/>
                <a:moveTo>
                  <a:pt x="734016" y="34717"/>
                </a:moveTo>
                <a:lnTo>
                  <a:pt x="734016" y="49617"/>
                </a:lnTo>
                <a:cubicBezTo>
                  <a:pt x="739561" y="39684"/>
                  <a:pt x="745251" y="34717"/>
                  <a:pt x="751086" y="34717"/>
                </a:cubicBezTo>
                <a:cubicBezTo>
                  <a:pt x="753738" y="34717"/>
                  <a:pt x="755932" y="35525"/>
                  <a:pt x="757667" y="37140"/>
                </a:cubicBezTo>
                <a:cubicBezTo>
                  <a:pt x="759403" y="38756"/>
                  <a:pt x="760271" y="40624"/>
                  <a:pt x="760271" y="42746"/>
                </a:cubicBezTo>
                <a:cubicBezTo>
                  <a:pt x="760271" y="44626"/>
                  <a:pt x="759644" y="46218"/>
                  <a:pt x="758391" y="47519"/>
                </a:cubicBezTo>
                <a:cubicBezTo>
                  <a:pt x="757137" y="48821"/>
                  <a:pt x="755642" y="49472"/>
                  <a:pt x="753906" y="49472"/>
                </a:cubicBezTo>
                <a:cubicBezTo>
                  <a:pt x="752219" y="49472"/>
                  <a:pt x="750326" y="48653"/>
                  <a:pt x="748229" y="47013"/>
                </a:cubicBezTo>
                <a:cubicBezTo>
                  <a:pt x="746131" y="45374"/>
                  <a:pt x="744576" y="44554"/>
                  <a:pt x="743564" y="44554"/>
                </a:cubicBezTo>
                <a:cubicBezTo>
                  <a:pt x="742696" y="44554"/>
                  <a:pt x="741755" y="45032"/>
                  <a:pt x="740743" y="45989"/>
                </a:cubicBezTo>
                <a:cubicBezTo>
                  <a:pt x="738573" y="47953"/>
                  <a:pt x="736331" y="51184"/>
                  <a:pt x="734016" y="55683"/>
                </a:cubicBezTo>
                <a:lnTo>
                  <a:pt x="734016" y="87372"/>
                </a:lnTo>
                <a:cubicBezTo>
                  <a:pt x="734016" y="91040"/>
                  <a:pt x="734474" y="93814"/>
                  <a:pt x="735390" y="95694"/>
                </a:cubicBezTo>
                <a:cubicBezTo>
                  <a:pt x="736017" y="96998"/>
                  <a:pt x="737126" y="98083"/>
                  <a:pt x="738718" y="98949"/>
                </a:cubicBezTo>
                <a:cubicBezTo>
                  <a:pt x="740309" y="99814"/>
                  <a:pt x="742599" y="100247"/>
                  <a:pt x="745589" y="100247"/>
                </a:cubicBezTo>
                <a:lnTo>
                  <a:pt x="745589" y="102850"/>
                </a:lnTo>
                <a:lnTo>
                  <a:pt x="711667" y="102850"/>
                </a:lnTo>
                <a:lnTo>
                  <a:pt x="711667" y="100247"/>
                </a:lnTo>
                <a:cubicBezTo>
                  <a:pt x="715042" y="100247"/>
                  <a:pt x="717550" y="99710"/>
                  <a:pt x="719189" y="98637"/>
                </a:cubicBezTo>
                <a:cubicBezTo>
                  <a:pt x="720394" y="97857"/>
                  <a:pt x="721238" y="96613"/>
                  <a:pt x="721720" y="94906"/>
                </a:cubicBezTo>
                <a:cubicBezTo>
                  <a:pt x="721962" y="94075"/>
                  <a:pt x="722082" y="91709"/>
                  <a:pt x="722082" y="87806"/>
                </a:cubicBezTo>
                <a:lnTo>
                  <a:pt x="722082" y="62347"/>
                </a:lnTo>
                <a:cubicBezTo>
                  <a:pt x="722082" y="54632"/>
                  <a:pt x="721925" y="50039"/>
                  <a:pt x="721612" y="48568"/>
                </a:cubicBezTo>
                <a:cubicBezTo>
                  <a:pt x="721299" y="47098"/>
                  <a:pt x="720720" y="46025"/>
                  <a:pt x="719876" y="45350"/>
                </a:cubicBezTo>
                <a:cubicBezTo>
                  <a:pt x="719032" y="44675"/>
                  <a:pt x="717984" y="44337"/>
                  <a:pt x="716730" y="44337"/>
                </a:cubicBezTo>
                <a:cubicBezTo>
                  <a:pt x="715235" y="44337"/>
                  <a:pt x="713547" y="44699"/>
                  <a:pt x="711667" y="45422"/>
                </a:cubicBezTo>
                <a:lnTo>
                  <a:pt x="710944" y="42818"/>
                </a:lnTo>
                <a:lnTo>
                  <a:pt x="730978" y="34717"/>
                </a:lnTo>
                <a:lnTo>
                  <a:pt x="734016" y="34717"/>
                </a:lnTo>
                <a:close/>
                <a:moveTo>
                  <a:pt x="806777" y="34717"/>
                </a:moveTo>
                <a:lnTo>
                  <a:pt x="806777" y="57284"/>
                </a:lnTo>
                <a:lnTo>
                  <a:pt x="804390" y="57284"/>
                </a:lnTo>
                <a:cubicBezTo>
                  <a:pt x="802558" y="50224"/>
                  <a:pt x="800207" y="45422"/>
                  <a:pt x="797338" y="42877"/>
                </a:cubicBezTo>
                <a:cubicBezTo>
                  <a:pt x="794469" y="40330"/>
                  <a:pt x="790817" y="39057"/>
                  <a:pt x="786381" y="39057"/>
                </a:cubicBezTo>
                <a:cubicBezTo>
                  <a:pt x="783005" y="39057"/>
                  <a:pt x="780281" y="39946"/>
                  <a:pt x="778208" y="41724"/>
                </a:cubicBezTo>
                <a:cubicBezTo>
                  <a:pt x="776134" y="43502"/>
                  <a:pt x="775098" y="45472"/>
                  <a:pt x="775098" y="47635"/>
                </a:cubicBezTo>
                <a:cubicBezTo>
                  <a:pt x="775098" y="50324"/>
                  <a:pt x="775869" y="52631"/>
                  <a:pt x="777412" y="54553"/>
                </a:cubicBezTo>
                <a:cubicBezTo>
                  <a:pt x="778907" y="56523"/>
                  <a:pt x="781945" y="58613"/>
                  <a:pt x="786525" y="60823"/>
                </a:cubicBezTo>
                <a:lnTo>
                  <a:pt x="797085" y="65940"/>
                </a:lnTo>
                <a:cubicBezTo>
                  <a:pt x="806874" y="70708"/>
                  <a:pt x="811768" y="76992"/>
                  <a:pt x="811768" y="84793"/>
                </a:cubicBezTo>
                <a:cubicBezTo>
                  <a:pt x="811768" y="90813"/>
                  <a:pt x="809490" y="95665"/>
                  <a:pt x="804933" y="99349"/>
                </a:cubicBezTo>
                <a:cubicBezTo>
                  <a:pt x="800376" y="103033"/>
                  <a:pt x="795277" y="104876"/>
                  <a:pt x="789635" y="104876"/>
                </a:cubicBezTo>
                <a:cubicBezTo>
                  <a:pt x="785585" y="104876"/>
                  <a:pt x="780956" y="104188"/>
                  <a:pt x="775749" y="102814"/>
                </a:cubicBezTo>
                <a:cubicBezTo>
                  <a:pt x="774157" y="102356"/>
                  <a:pt x="772855" y="102127"/>
                  <a:pt x="771843" y="102127"/>
                </a:cubicBezTo>
                <a:cubicBezTo>
                  <a:pt x="770734" y="102127"/>
                  <a:pt x="769866" y="102706"/>
                  <a:pt x="769239" y="103863"/>
                </a:cubicBezTo>
                <a:lnTo>
                  <a:pt x="766852" y="103863"/>
                </a:lnTo>
                <a:lnTo>
                  <a:pt x="766852" y="80139"/>
                </a:lnTo>
                <a:lnTo>
                  <a:pt x="769239" y="80139"/>
                </a:lnTo>
                <a:cubicBezTo>
                  <a:pt x="770589" y="86890"/>
                  <a:pt x="773169" y="91977"/>
                  <a:pt x="776978" y="95401"/>
                </a:cubicBezTo>
                <a:cubicBezTo>
                  <a:pt x="780787" y="98824"/>
                  <a:pt x="785055" y="100536"/>
                  <a:pt x="789780" y="100536"/>
                </a:cubicBezTo>
                <a:cubicBezTo>
                  <a:pt x="793107" y="100536"/>
                  <a:pt x="795820" y="99565"/>
                  <a:pt x="797917" y="97622"/>
                </a:cubicBezTo>
                <a:cubicBezTo>
                  <a:pt x="800015" y="95679"/>
                  <a:pt x="801063" y="93339"/>
                  <a:pt x="801063" y="90604"/>
                </a:cubicBezTo>
                <a:cubicBezTo>
                  <a:pt x="801063" y="87294"/>
                  <a:pt x="799894" y="84511"/>
                  <a:pt x="797555" y="82257"/>
                </a:cubicBezTo>
                <a:cubicBezTo>
                  <a:pt x="795217" y="80001"/>
                  <a:pt x="790552" y="77153"/>
                  <a:pt x="783560" y="73711"/>
                </a:cubicBezTo>
                <a:cubicBezTo>
                  <a:pt x="776568" y="70268"/>
                  <a:pt x="771987" y="67146"/>
                  <a:pt x="769818" y="64345"/>
                </a:cubicBezTo>
                <a:cubicBezTo>
                  <a:pt x="767648" y="61592"/>
                  <a:pt x="766563" y="58115"/>
                  <a:pt x="766563" y="53914"/>
                </a:cubicBezTo>
                <a:cubicBezTo>
                  <a:pt x="766563" y="48456"/>
                  <a:pt x="768431" y="43893"/>
                  <a:pt x="772168" y="40223"/>
                </a:cubicBezTo>
                <a:cubicBezTo>
                  <a:pt x="775905" y="36553"/>
                  <a:pt x="780739" y="34717"/>
                  <a:pt x="786670" y="34717"/>
                </a:cubicBezTo>
                <a:cubicBezTo>
                  <a:pt x="789274" y="34717"/>
                  <a:pt x="792432" y="35272"/>
                  <a:pt x="796145" y="36381"/>
                </a:cubicBezTo>
                <a:cubicBezTo>
                  <a:pt x="798604" y="37104"/>
                  <a:pt x="800244" y="37466"/>
                  <a:pt x="801063" y="37466"/>
                </a:cubicBezTo>
                <a:cubicBezTo>
                  <a:pt x="801835" y="37466"/>
                  <a:pt x="802438" y="37297"/>
                  <a:pt x="802872" y="36960"/>
                </a:cubicBezTo>
                <a:cubicBezTo>
                  <a:pt x="803305" y="36622"/>
                  <a:pt x="803812" y="35875"/>
                  <a:pt x="804390" y="34717"/>
                </a:cubicBezTo>
                <a:lnTo>
                  <a:pt x="806777" y="34717"/>
                </a:lnTo>
                <a:close/>
                <a:moveTo>
                  <a:pt x="919863" y="2748"/>
                </a:moveTo>
                <a:lnTo>
                  <a:pt x="895922" y="85058"/>
                </a:lnTo>
                <a:cubicBezTo>
                  <a:pt x="894668" y="89370"/>
                  <a:pt x="894042" y="92107"/>
                  <a:pt x="894042" y="93269"/>
                </a:cubicBezTo>
                <a:cubicBezTo>
                  <a:pt x="894042" y="94432"/>
                  <a:pt x="894488" y="95632"/>
                  <a:pt x="895380" y="96867"/>
                </a:cubicBezTo>
                <a:cubicBezTo>
                  <a:pt x="896272" y="98103"/>
                  <a:pt x="897236" y="98902"/>
                  <a:pt x="898273" y="99266"/>
                </a:cubicBezTo>
                <a:cubicBezTo>
                  <a:pt x="899309" y="99629"/>
                  <a:pt x="902432" y="99956"/>
                  <a:pt x="907639" y="100247"/>
                </a:cubicBezTo>
                <a:lnTo>
                  <a:pt x="906844" y="102850"/>
                </a:lnTo>
                <a:lnTo>
                  <a:pt x="857444" y="102850"/>
                </a:lnTo>
                <a:lnTo>
                  <a:pt x="858239" y="100247"/>
                </a:lnTo>
                <a:cubicBezTo>
                  <a:pt x="863158" y="100150"/>
                  <a:pt x="866581" y="99739"/>
                  <a:pt x="868510" y="99012"/>
                </a:cubicBezTo>
                <a:cubicBezTo>
                  <a:pt x="870439" y="98285"/>
                  <a:pt x="872018" y="97097"/>
                  <a:pt x="873247" y="95450"/>
                </a:cubicBezTo>
                <a:cubicBezTo>
                  <a:pt x="874477" y="93803"/>
                  <a:pt x="875863" y="90339"/>
                  <a:pt x="877406" y="85058"/>
                </a:cubicBezTo>
                <a:lnTo>
                  <a:pt x="891582" y="36159"/>
                </a:lnTo>
                <a:cubicBezTo>
                  <a:pt x="893752" y="28735"/>
                  <a:pt x="894885" y="24807"/>
                  <a:pt x="894982" y="24375"/>
                </a:cubicBezTo>
                <a:cubicBezTo>
                  <a:pt x="895271" y="23121"/>
                  <a:pt x="895416" y="21939"/>
                  <a:pt x="895416" y="20830"/>
                </a:cubicBezTo>
                <a:cubicBezTo>
                  <a:pt x="895416" y="18709"/>
                  <a:pt x="894753" y="17021"/>
                  <a:pt x="893427" y="15767"/>
                </a:cubicBezTo>
                <a:cubicBezTo>
                  <a:pt x="892101" y="14514"/>
                  <a:pt x="890208" y="13887"/>
                  <a:pt x="887749" y="13887"/>
                </a:cubicBezTo>
                <a:cubicBezTo>
                  <a:pt x="886544" y="13887"/>
                  <a:pt x="884157" y="14080"/>
                  <a:pt x="880589" y="14466"/>
                </a:cubicBezTo>
                <a:lnTo>
                  <a:pt x="880010" y="11717"/>
                </a:lnTo>
                <a:lnTo>
                  <a:pt x="916825" y="2748"/>
                </a:lnTo>
                <a:lnTo>
                  <a:pt x="919863" y="27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A3FB42-BD25-4B34-AA4F-8D127238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529" y="2288870"/>
            <a:ext cx="1153649" cy="190323"/>
          </a:xfrm>
          <a:custGeom xmlns:a="http://schemas.openxmlformats.org/drawingml/2006/main">
            <a:pathLst>
              <a:path w="1153649" h="190323">
                <a:moveTo>
                  <a:pt x="0" y="31720"/>
                </a:moveTo>
                <a:lnTo>
                  <a:pt x="0" y="31720"/>
                </a:lnTo>
                <a:cubicBezTo>
                  <a:pt x="0" y="14202"/>
                  <a:pt x="14202" y="0"/>
                  <a:pt x="31720" y="0"/>
                </a:cubicBezTo>
                <a:lnTo>
                  <a:pt x="1121928" y="0"/>
                </a:lnTo>
                <a:cubicBezTo>
                  <a:pt x="1130341" y="0"/>
                  <a:pt x="1138409" y="3342"/>
                  <a:pt x="1144358" y="9291"/>
                </a:cubicBezTo>
                <a:cubicBezTo>
                  <a:pt x="1150307" y="15239"/>
                  <a:pt x="1153649" y="23308"/>
                  <a:pt x="1153649" y="31720"/>
                </a:cubicBezTo>
                <a:lnTo>
                  <a:pt x="1153649" y="158602"/>
                </a:lnTo>
                <a:cubicBezTo>
                  <a:pt x="1153649" y="176121"/>
                  <a:pt x="1139447" y="190323"/>
                  <a:pt x="1121928" y="190323"/>
                </a:cubicBezTo>
                <a:lnTo>
                  <a:pt x="31720" y="190323"/>
                </a:lnTo>
                <a:cubicBezTo>
                  <a:pt x="14202" y="190323"/>
                  <a:pt x="0" y="176121"/>
                  <a:pt x="0" y="158602"/>
                </a:cubicBezTo>
                <a:lnTo>
                  <a:pt x="0" y="317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A259B-9B1A-4722-9861-C1B4A742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529" y="2288870"/>
            <a:ext cx="1153649" cy="190323"/>
          </a:xfrm>
          <a:custGeom xmlns:a="http://schemas.openxmlformats.org/drawingml/2006/main">
            <a:pathLst>
              <a:path w="1153649" h="190323" fill="none">
                <a:moveTo>
                  <a:pt x="0" y="31720"/>
                </a:moveTo>
                <a:lnTo>
                  <a:pt x="0" y="31720"/>
                </a:lnTo>
                <a:cubicBezTo>
                  <a:pt x="0" y="14202"/>
                  <a:pt x="14202" y="0"/>
                  <a:pt x="31720" y="0"/>
                </a:cubicBezTo>
                <a:lnTo>
                  <a:pt x="1121928" y="0"/>
                </a:lnTo>
                <a:cubicBezTo>
                  <a:pt x="1130341" y="0"/>
                  <a:pt x="1138409" y="3342"/>
                  <a:pt x="1144358" y="9291"/>
                </a:cubicBezTo>
                <a:cubicBezTo>
                  <a:pt x="1150307" y="15239"/>
                  <a:pt x="1153649" y="23308"/>
                  <a:pt x="1153649" y="31720"/>
                </a:cubicBezTo>
                <a:lnTo>
                  <a:pt x="1153649" y="158602"/>
                </a:lnTo>
                <a:cubicBezTo>
                  <a:pt x="1153649" y="176121"/>
                  <a:pt x="1139447" y="190323"/>
                  <a:pt x="1121928" y="190323"/>
                </a:cubicBezTo>
                <a:lnTo>
                  <a:pt x="31720" y="190323"/>
                </a:lnTo>
                <a:cubicBezTo>
                  <a:pt x="14202" y="190323"/>
                  <a:pt x="0" y="176121"/>
                  <a:pt x="0" y="158602"/>
                </a:cubicBezTo>
                <a:lnTo>
                  <a:pt x="0" y="317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107" name="Text Addedpapers8">
            <a:extLst xmlns:a="http://schemas.openxmlformats.org/drawingml/2006/main">
              <a:ext uri="{FF2B5EF4-FFF2-40B4-BE49-F238E27FC236}">
                <a16:creationId xmlns:a16="http://schemas.microsoft.com/office/drawing/2014/main" id="{FCF5204E-DEF3-4AEF-814B-605D2EBC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32" y="2333993"/>
            <a:ext cx="926662" cy="134530"/>
          </a:xfrm>
          <a:custGeom xmlns:a="http://schemas.openxmlformats.org/drawingml/2006/main">
            <a:pathLst>
              <a:path w="926662" h="134530">
                <a:moveTo>
                  <a:pt x="66614" y="70013"/>
                </a:moveTo>
                <a:lnTo>
                  <a:pt x="28642" y="70013"/>
                </a:lnTo>
                <a:lnTo>
                  <a:pt x="21988" y="85492"/>
                </a:lnTo>
                <a:cubicBezTo>
                  <a:pt x="20348" y="89283"/>
                  <a:pt x="19529" y="92113"/>
                  <a:pt x="19529" y="93983"/>
                </a:cubicBezTo>
                <a:cubicBezTo>
                  <a:pt x="19529" y="95472"/>
                  <a:pt x="20240" y="96780"/>
                  <a:pt x="21662" y="97907"/>
                </a:cubicBezTo>
                <a:cubicBezTo>
                  <a:pt x="23085" y="99034"/>
                  <a:pt x="26159" y="99766"/>
                  <a:pt x="30884" y="100102"/>
                </a:cubicBezTo>
                <a:lnTo>
                  <a:pt x="30884" y="102850"/>
                </a:lnTo>
                <a:lnTo>
                  <a:pt x="0" y="102850"/>
                </a:lnTo>
                <a:lnTo>
                  <a:pt x="0" y="100102"/>
                </a:lnTo>
                <a:cubicBezTo>
                  <a:pt x="4099" y="99380"/>
                  <a:pt x="6751" y="98442"/>
                  <a:pt x="7956" y="97288"/>
                </a:cubicBezTo>
                <a:cubicBezTo>
                  <a:pt x="10415" y="94978"/>
                  <a:pt x="13140" y="90287"/>
                  <a:pt x="16129" y="83216"/>
                </a:cubicBezTo>
                <a:lnTo>
                  <a:pt x="50630" y="2604"/>
                </a:lnTo>
                <a:lnTo>
                  <a:pt x="53161" y="2604"/>
                </a:lnTo>
                <a:lnTo>
                  <a:pt x="87300" y="84117"/>
                </a:lnTo>
                <a:cubicBezTo>
                  <a:pt x="90048" y="90645"/>
                  <a:pt x="92544" y="94881"/>
                  <a:pt x="94786" y="96827"/>
                </a:cubicBezTo>
                <a:cubicBezTo>
                  <a:pt x="97028" y="98771"/>
                  <a:pt x="100150" y="99862"/>
                  <a:pt x="104152" y="100102"/>
                </a:cubicBezTo>
                <a:lnTo>
                  <a:pt x="104152" y="102850"/>
                </a:lnTo>
                <a:lnTo>
                  <a:pt x="65457" y="102850"/>
                </a:lnTo>
                <a:lnTo>
                  <a:pt x="65457" y="100102"/>
                </a:lnTo>
                <a:cubicBezTo>
                  <a:pt x="69362" y="99911"/>
                  <a:pt x="72002" y="99263"/>
                  <a:pt x="73377" y="98158"/>
                </a:cubicBezTo>
                <a:cubicBezTo>
                  <a:pt x="74751" y="97054"/>
                  <a:pt x="75438" y="95709"/>
                  <a:pt x="75438" y="94126"/>
                </a:cubicBezTo>
                <a:cubicBezTo>
                  <a:pt x="75438" y="92013"/>
                  <a:pt x="74474" y="88677"/>
                  <a:pt x="72545" y="84117"/>
                </a:cubicBezTo>
                <a:lnTo>
                  <a:pt x="66614" y="70013"/>
                </a:lnTo>
                <a:moveTo>
                  <a:pt x="64589" y="64661"/>
                </a:moveTo>
                <a:lnTo>
                  <a:pt x="47953" y="25025"/>
                </a:lnTo>
                <a:lnTo>
                  <a:pt x="30884" y="64661"/>
                </a:lnTo>
                <a:lnTo>
                  <a:pt x="64589" y="64661"/>
                </a:lnTo>
                <a:close/>
                <a:moveTo>
                  <a:pt x="157216" y="95405"/>
                </a:moveTo>
                <a:cubicBezTo>
                  <a:pt x="153986" y="98779"/>
                  <a:pt x="150827" y="101201"/>
                  <a:pt x="147741" y="102672"/>
                </a:cubicBezTo>
                <a:cubicBezTo>
                  <a:pt x="144655" y="104141"/>
                  <a:pt x="141328" y="104876"/>
                  <a:pt x="137760" y="104876"/>
                </a:cubicBezTo>
                <a:cubicBezTo>
                  <a:pt x="130527" y="104876"/>
                  <a:pt x="124211" y="101857"/>
                  <a:pt x="118810" y="95819"/>
                </a:cubicBezTo>
                <a:cubicBezTo>
                  <a:pt x="113410" y="89779"/>
                  <a:pt x="110710" y="82019"/>
                  <a:pt x="110710" y="72538"/>
                </a:cubicBezTo>
                <a:cubicBezTo>
                  <a:pt x="110710" y="63059"/>
                  <a:pt x="113699" y="54385"/>
                  <a:pt x="119678" y="46518"/>
                </a:cubicBezTo>
                <a:cubicBezTo>
                  <a:pt x="125657" y="38651"/>
                  <a:pt x="133348" y="34717"/>
                  <a:pt x="142751" y="34717"/>
                </a:cubicBezTo>
                <a:cubicBezTo>
                  <a:pt x="148585" y="34717"/>
                  <a:pt x="153407" y="36573"/>
                  <a:pt x="157216" y="40284"/>
                </a:cubicBezTo>
                <a:lnTo>
                  <a:pt x="157216" y="27919"/>
                </a:lnTo>
                <a:cubicBezTo>
                  <a:pt x="157216" y="20380"/>
                  <a:pt x="157036" y="15746"/>
                  <a:pt x="156674" y="14018"/>
                </a:cubicBezTo>
                <a:cubicBezTo>
                  <a:pt x="156312" y="12290"/>
                  <a:pt x="155746" y="11113"/>
                  <a:pt x="154974" y="10488"/>
                </a:cubicBezTo>
                <a:cubicBezTo>
                  <a:pt x="154203" y="9861"/>
                  <a:pt x="153238" y="9547"/>
                  <a:pt x="152081" y="9547"/>
                </a:cubicBezTo>
                <a:cubicBezTo>
                  <a:pt x="150827" y="9547"/>
                  <a:pt x="149164" y="9933"/>
                  <a:pt x="147091" y="10705"/>
                </a:cubicBezTo>
                <a:lnTo>
                  <a:pt x="146150" y="8101"/>
                </a:lnTo>
                <a:lnTo>
                  <a:pt x="165896" y="0"/>
                </a:lnTo>
                <a:lnTo>
                  <a:pt x="169151" y="0"/>
                </a:lnTo>
                <a:lnTo>
                  <a:pt x="169151" y="76668"/>
                </a:lnTo>
                <a:cubicBezTo>
                  <a:pt x="169151" y="84399"/>
                  <a:pt x="169331" y="89117"/>
                  <a:pt x="169693" y="90821"/>
                </a:cubicBezTo>
                <a:cubicBezTo>
                  <a:pt x="170055" y="92526"/>
                  <a:pt x="170633" y="93715"/>
                  <a:pt x="171429" y="94390"/>
                </a:cubicBezTo>
                <a:cubicBezTo>
                  <a:pt x="172224" y="95064"/>
                  <a:pt x="173153" y="95401"/>
                  <a:pt x="174213" y="95401"/>
                </a:cubicBezTo>
                <a:cubicBezTo>
                  <a:pt x="175515" y="95401"/>
                  <a:pt x="177251" y="94991"/>
                  <a:pt x="179421" y="94171"/>
                </a:cubicBezTo>
                <a:lnTo>
                  <a:pt x="180217" y="96775"/>
                </a:lnTo>
                <a:lnTo>
                  <a:pt x="160544" y="104876"/>
                </a:lnTo>
                <a:lnTo>
                  <a:pt x="157216" y="104876"/>
                </a:lnTo>
                <a:lnTo>
                  <a:pt x="157216" y="95405"/>
                </a:lnTo>
                <a:moveTo>
                  <a:pt x="157216" y="90353"/>
                </a:moveTo>
                <a:lnTo>
                  <a:pt x="157216" y="56301"/>
                </a:lnTo>
                <a:cubicBezTo>
                  <a:pt x="156927" y="53029"/>
                  <a:pt x="156059" y="50047"/>
                  <a:pt x="154613" y="47354"/>
                </a:cubicBezTo>
                <a:cubicBezTo>
                  <a:pt x="153166" y="44660"/>
                  <a:pt x="151249" y="42628"/>
                  <a:pt x="148863" y="41259"/>
                </a:cubicBezTo>
                <a:cubicBezTo>
                  <a:pt x="146476" y="39887"/>
                  <a:pt x="144149" y="39202"/>
                  <a:pt x="141883" y="39202"/>
                </a:cubicBezTo>
                <a:cubicBezTo>
                  <a:pt x="137640" y="39202"/>
                  <a:pt x="133855" y="41102"/>
                  <a:pt x="130527" y="44902"/>
                </a:cubicBezTo>
                <a:cubicBezTo>
                  <a:pt x="126140" y="49903"/>
                  <a:pt x="123946" y="57214"/>
                  <a:pt x="123946" y="66833"/>
                </a:cubicBezTo>
                <a:cubicBezTo>
                  <a:pt x="123946" y="76549"/>
                  <a:pt x="126067" y="83993"/>
                  <a:pt x="130310" y="89165"/>
                </a:cubicBezTo>
                <a:cubicBezTo>
                  <a:pt x="134554" y="94334"/>
                  <a:pt x="139279" y="96919"/>
                  <a:pt x="144487" y="96919"/>
                </a:cubicBezTo>
                <a:cubicBezTo>
                  <a:pt x="148875" y="96919"/>
                  <a:pt x="153118" y="94731"/>
                  <a:pt x="157216" y="90353"/>
                </a:cubicBezTo>
                <a:close/>
                <a:moveTo>
                  <a:pt x="231280" y="95405"/>
                </a:moveTo>
                <a:cubicBezTo>
                  <a:pt x="228049" y="98779"/>
                  <a:pt x="224891" y="101201"/>
                  <a:pt x="221805" y="102672"/>
                </a:cubicBezTo>
                <a:cubicBezTo>
                  <a:pt x="218719" y="104141"/>
                  <a:pt x="215392" y="104876"/>
                  <a:pt x="211824" y="104876"/>
                </a:cubicBezTo>
                <a:cubicBezTo>
                  <a:pt x="204591" y="104876"/>
                  <a:pt x="198274" y="101857"/>
                  <a:pt x="192874" y="95819"/>
                </a:cubicBezTo>
                <a:cubicBezTo>
                  <a:pt x="187473" y="89779"/>
                  <a:pt x="184773" y="82019"/>
                  <a:pt x="184773" y="72538"/>
                </a:cubicBezTo>
                <a:cubicBezTo>
                  <a:pt x="184773" y="63059"/>
                  <a:pt x="187763" y="54385"/>
                  <a:pt x="193742" y="46518"/>
                </a:cubicBezTo>
                <a:cubicBezTo>
                  <a:pt x="199721" y="38651"/>
                  <a:pt x="207412" y="34717"/>
                  <a:pt x="216814" y="34717"/>
                </a:cubicBezTo>
                <a:cubicBezTo>
                  <a:pt x="222649" y="34717"/>
                  <a:pt x="227471" y="36573"/>
                  <a:pt x="231280" y="40284"/>
                </a:cubicBezTo>
                <a:lnTo>
                  <a:pt x="231280" y="27919"/>
                </a:lnTo>
                <a:cubicBezTo>
                  <a:pt x="231280" y="20380"/>
                  <a:pt x="231099" y="15746"/>
                  <a:pt x="230738" y="14018"/>
                </a:cubicBezTo>
                <a:cubicBezTo>
                  <a:pt x="230376" y="12290"/>
                  <a:pt x="229809" y="11113"/>
                  <a:pt x="229038" y="10488"/>
                </a:cubicBezTo>
                <a:cubicBezTo>
                  <a:pt x="228266" y="9861"/>
                  <a:pt x="227302" y="9547"/>
                  <a:pt x="226145" y="9547"/>
                </a:cubicBezTo>
                <a:cubicBezTo>
                  <a:pt x="224891" y="9547"/>
                  <a:pt x="223227" y="9933"/>
                  <a:pt x="221154" y="10705"/>
                </a:cubicBezTo>
                <a:lnTo>
                  <a:pt x="220214" y="8101"/>
                </a:lnTo>
                <a:lnTo>
                  <a:pt x="239959" y="0"/>
                </a:lnTo>
                <a:lnTo>
                  <a:pt x="243214" y="0"/>
                </a:lnTo>
                <a:lnTo>
                  <a:pt x="243214" y="76668"/>
                </a:lnTo>
                <a:cubicBezTo>
                  <a:pt x="243214" y="84399"/>
                  <a:pt x="243395" y="89117"/>
                  <a:pt x="243757" y="90821"/>
                </a:cubicBezTo>
                <a:cubicBezTo>
                  <a:pt x="244118" y="92526"/>
                  <a:pt x="244697" y="93715"/>
                  <a:pt x="245492" y="94390"/>
                </a:cubicBezTo>
                <a:cubicBezTo>
                  <a:pt x="246288" y="95064"/>
                  <a:pt x="247216" y="95401"/>
                  <a:pt x="248277" y="95401"/>
                </a:cubicBezTo>
                <a:cubicBezTo>
                  <a:pt x="249579" y="95401"/>
                  <a:pt x="251315" y="94991"/>
                  <a:pt x="253485" y="94171"/>
                </a:cubicBezTo>
                <a:lnTo>
                  <a:pt x="254280" y="96775"/>
                </a:lnTo>
                <a:lnTo>
                  <a:pt x="234607" y="104876"/>
                </a:lnTo>
                <a:lnTo>
                  <a:pt x="231280" y="104876"/>
                </a:lnTo>
                <a:lnTo>
                  <a:pt x="231280" y="95405"/>
                </a:lnTo>
                <a:moveTo>
                  <a:pt x="231280" y="90353"/>
                </a:moveTo>
                <a:lnTo>
                  <a:pt x="231280" y="56301"/>
                </a:lnTo>
                <a:cubicBezTo>
                  <a:pt x="230991" y="53029"/>
                  <a:pt x="230123" y="50047"/>
                  <a:pt x="228676" y="47354"/>
                </a:cubicBezTo>
                <a:cubicBezTo>
                  <a:pt x="227230" y="44660"/>
                  <a:pt x="225313" y="42628"/>
                  <a:pt x="222926" y="41259"/>
                </a:cubicBezTo>
                <a:cubicBezTo>
                  <a:pt x="220539" y="39887"/>
                  <a:pt x="218213" y="39202"/>
                  <a:pt x="215946" y="39202"/>
                </a:cubicBezTo>
                <a:cubicBezTo>
                  <a:pt x="211703" y="39202"/>
                  <a:pt x="207918" y="41102"/>
                  <a:pt x="204591" y="44902"/>
                </a:cubicBezTo>
                <a:cubicBezTo>
                  <a:pt x="200203" y="49903"/>
                  <a:pt x="198009" y="57214"/>
                  <a:pt x="198009" y="66833"/>
                </a:cubicBezTo>
                <a:cubicBezTo>
                  <a:pt x="198009" y="76549"/>
                  <a:pt x="200131" y="83993"/>
                  <a:pt x="204374" y="89165"/>
                </a:cubicBezTo>
                <a:cubicBezTo>
                  <a:pt x="208617" y="94334"/>
                  <a:pt x="213343" y="96919"/>
                  <a:pt x="218550" y="96919"/>
                </a:cubicBezTo>
                <a:cubicBezTo>
                  <a:pt x="222938" y="96919"/>
                  <a:pt x="227181" y="94731"/>
                  <a:pt x="231280" y="90353"/>
                </a:cubicBezTo>
                <a:close/>
                <a:moveTo>
                  <a:pt x="269686" y="61623"/>
                </a:moveTo>
                <a:cubicBezTo>
                  <a:pt x="269638" y="71415"/>
                  <a:pt x="272024" y="79094"/>
                  <a:pt x="276846" y="84662"/>
                </a:cubicBezTo>
                <a:cubicBezTo>
                  <a:pt x="281668" y="90230"/>
                  <a:pt x="287334" y="93014"/>
                  <a:pt x="293843" y="93014"/>
                </a:cubicBezTo>
                <a:cubicBezTo>
                  <a:pt x="298183" y="93014"/>
                  <a:pt x="301956" y="91815"/>
                  <a:pt x="305163" y="89418"/>
                </a:cubicBezTo>
                <a:cubicBezTo>
                  <a:pt x="308369" y="87020"/>
                  <a:pt x="311057" y="82915"/>
                  <a:pt x="313227" y="77102"/>
                </a:cubicBezTo>
                <a:lnTo>
                  <a:pt x="315469" y="78555"/>
                </a:lnTo>
                <a:cubicBezTo>
                  <a:pt x="314457" y="85196"/>
                  <a:pt x="311516" y="91242"/>
                  <a:pt x="306645" y="96696"/>
                </a:cubicBezTo>
                <a:cubicBezTo>
                  <a:pt x="301775" y="102149"/>
                  <a:pt x="295676" y="104876"/>
                  <a:pt x="288346" y="104876"/>
                </a:cubicBezTo>
                <a:cubicBezTo>
                  <a:pt x="280390" y="104876"/>
                  <a:pt x="273579" y="101784"/>
                  <a:pt x="267914" y="95602"/>
                </a:cubicBezTo>
                <a:cubicBezTo>
                  <a:pt x="262248" y="89418"/>
                  <a:pt x="259415" y="81104"/>
                  <a:pt x="259415" y="70662"/>
                </a:cubicBezTo>
                <a:cubicBezTo>
                  <a:pt x="259415" y="59355"/>
                  <a:pt x="262320" y="50538"/>
                  <a:pt x="268131" y="44210"/>
                </a:cubicBezTo>
                <a:cubicBezTo>
                  <a:pt x="273941" y="37882"/>
                  <a:pt x="281234" y="34717"/>
                  <a:pt x="290010" y="34717"/>
                </a:cubicBezTo>
                <a:cubicBezTo>
                  <a:pt x="297436" y="34717"/>
                  <a:pt x="303535" y="37158"/>
                  <a:pt x="308309" y="42041"/>
                </a:cubicBezTo>
                <a:cubicBezTo>
                  <a:pt x="313083" y="46921"/>
                  <a:pt x="315469" y="53449"/>
                  <a:pt x="315469" y="61623"/>
                </a:cubicBezTo>
                <a:lnTo>
                  <a:pt x="269686" y="61623"/>
                </a:lnTo>
                <a:moveTo>
                  <a:pt x="269686" y="57428"/>
                </a:moveTo>
                <a:lnTo>
                  <a:pt x="300353" y="57428"/>
                </a:lnTo>
                <a:cubicBezTo>
                  <a:pt x="300112" y="53220"/>
                  <a:pt x="299606" y="50255"/>
                  <a:pt x="298834" y="48534"/>
                </a:cubicBezTo>
                <a:cubicBezTo>
                  <a:pt x="297629" y="45855"/>
                  <a:pt x="295832" y="43751"/>
                  <a:pt x="293446" y="42221"/>
                </a:cubicBezTo>
                <a:cubicBezTo>
                  <a:pt x="291059" y="40690"/>
                  <a:pt x="288563" y="39925"/>
                  <a:pt x="285960" y="39925"/>
                </a:cubicBezTo>
                <a:cubicBezTo>
                  <a:pt x="281957" y="39925"/>
                  <a:pt x="278377" y="41467"/>
                  <a:pt x="275219" y="44552"/>
                </a:cubicBezTo>
                <a:cubicBezTo>
                  <a:pt x="272061" y="47636"/>
                  <a:pt x="270216" y="51928"/>
                  <a:pt x="269686" y="57428"/>
                </a:cubicBezTo>
                <a:close/>
                <a:moveTo>
                  <a:pt x="370964" y="95405"/>
                </a:moveTo>
                <a:cubicBezTo>
                  <a:pt x="367734" y="98779"/>
                  <a:pt x="364575" y="101201"/>
                  <a:pt x="361489" y="102672"/>
                </a:cubicBezTo>
                <a:cubicBezTo>
                  <a:pt x="358403" y="104141"/>
                  <a:pt x="355076" y="104876"/>
                  <a:pt x="351508" y="104876"/>
                </a:cubicBezTo>
                <a:cubicBezTo>
                  <a:pt x="344275" y="104876"/>
                  <a:pt x="337959" y="101857"/>
                  <a:pt x="332558" y="95819"/>
                </a:cubicBezTo>
                <a:cubicBezTo>
                  <a:pt x="327158" y="89779"/>
                  <a:pt x="324457" y="82019"/>
                  <a:pt x="324457" y="72538"/>
                </a:cubicBezTo>
                <a:cubicBezTo>
                  <a:pt x="324457" y="63059"/>
                  <a:pt x="327447" y="54385"/>
                  <a:pt x="333426" y="46518"/>
                </a:cubicBezTo>
                <a:cubicBezTo>
                  <a:pt x="339405" y="38651"/>
                  <a:pt x="347096" y="34717"/>
                  <a:pt x="356499" y="34717"/>
                </a:cubicBezTo>
                <a:cubicBezTo>
                  <a:pt x="362333" y="34717"/>
                  <a:pt x="367155" y="36573"/>
                  <a:pt x="370964" y="40284"/>
                </a:cubicBezTo>
                <a:lnTo>
                  <a:pt x="370964" y="27919"/>
                </a:lnTo>
                <a:cubicBezTo>
                  <a:pt x="370964" y="20380"/>
                  <a:pt x="370783" y="15746"/>
                  <a:pt x="370422" y="14018"/>
                </a:cubicBezTo>
                <a:cubicBezTo>
                  <a:pt x="370060" y="12290"/>
                  <a:pt x="369494" y="11113"/>
                  <a:pt x="368722" y="10488"/>
                </a:cubicBezTo>
                <a:cubicBezTo>
                  <a:pt x="367951" y="9861"/>
                  <a:pt x="366986" y="9547"/>
                  <a:pt x="365829" y="9547"/>
                </a:cubicBezTo>
                <a:cubicBezTo>
                  <a:pt x="364575" y="9547"/>
                  <a:pt x="362912" y="9933"/>
                  <a:pt x="360838" y="10705"/>
                </a:cubicBezTo>
                <a:lnTo>
                  <a:pt x="359898" y="8101"/>
                </a:lnTo>
                <a:lnTo>
                  <a:pt x="379644" y="0"/>
                </a:lnTo>
                <a:lnTo>
                  <a:pt x="382898" y="0"/>
                </a:lnTo>
                <a:lnTo>
                  <a:pt x="382898" y="76668"/>
                </a:lnTo>
                <a:cubicBezTo>
                  <a:pt x="382898" y="84399"/>
                  <a:pt x="383079" y="89117"/>
                  <a:pt x="383441" y="90821"/>
                </a:cubicBezTo>
                <a:cubicBezTo>
                  <a:pt x="383802" y="92526"/>
                  <a:pt x="384381" y="93715"/>
                  <a:pt x="385177" y="94390"/>
                </a:cubicBezTo>
                <a:cubicBezTo>
                  <a:pt x="385972" y="95064"/>
                  <a:pt x="386901" y="95401"/>
                  <a:pt x="387961" y="95401"/>
                </a:cubicBezTo>
                <a:cubicBezTo>
                  <a:pt x="389263" y="95401"/>
                  <a:pt x="390999" y="94991"/>
                  <a:pt x="393169" y="94171"/>
                </a:cubicBezTo>
                <a:lnTo>
                  <a:pt x="393965" y="96775"/>
                </a:lnTo>
                <a:lnTo>
                  <a:pt x="374291" y="104876"/>
                </a:lnTo>
                <a:lnTo>
                  <a:pt x="370964" y="104876"/>
                </a:lnTo>
                <a:lnTo>
                  <a:pt x="370964" y="95405"/>
                </a:lnTo>
                <a:moveTo>
                  <a:pt x="370964" y="90353"/>
                </a:moveTo>
                <a:lnTo>
                  <a:pt x="370964" y="56301"/>
                </a:lnTo>
                <a:cubicBezTo>
                  <a:pt x="370675" y="53029"/>
                  <a:pt x="369807" y="50047"/>
                  <a:pt x="368360" y="47354"/>
                </a:cubicBezTo>
                <a:cubicBezTo>
                  <a:pt x="366914" y="44660"/>
                  <a:pt x="364997" y="42628"/>
                  <a:pt x="362610" y="41259"/>
                </a:cubicBezTo>
                <a:cubicBezTo>
                  <a:pt x="360224" y="39887"/>
                  <a:pt x="357897" y="39202"/>
                  <a:pt x="355631" y="39202"/>
                </a:cubicBezTo>
                <a:cubicBezTo>
                  <a:pt x="351388" y="39202"/>
                  <a:pt x="347602" y="41102"/>
                  <a:pt x="344275" y="44902"/>
                </a:cubicBezTo>
                <a:cubicBezTo>
                  <a:pt x="339887" y="49903"/>
                  <a:pt x="337693" y="57214"/>
                  <a:pt x="337693" y="66833"/>
                </a:cubicBezTo>
                <a:cubicBezTo>
                  <a:pt x="337693" y="76549"/>
                  <a:pt x="339815" y="83993"/>
                  <a:pt x="344058" y="89165"/>
                </a:cubicBezTo>
                <a:cubicBezTo>
                  <a:pt x="348302" y="94334"/>
                  <a:pt x="353027" y="96919"/>
                  <a:pt x="358235" y="96919"/>
                </a:cubicBezTo>
                <a:cubicBezTo>
                  <a:pt x="362622" y="96919"/>
                  <a:pt x="366866" y="94731"/>
                  <a:pt x="370964" y="90353"/>
                </a:cubicBezTo>
                <a:close/>
                <a:moveTo>
                  <a:pt x="430490" y="42963"/>
                </a:moveTo>
                <a:lnTo>
                  <a:pt x="450887" y="34862"/>
                </a:lnTo>
                <a:lnTo>
                  <a:pt x="453635" y="34862"/>
                </a:lnTo>
                <a:lnTo>
                  <a:pt x="453635" y="50413"/>
                </a:lnTo>
                <a:cubicBezTo>
                  <a:pt x="457059" y="44605"/>
                  <a:pt x="460494" y="40538"/>
                  <a:pt x="463942" y="38210"/>
                </a:cubicBezTo>
                <a:cubicBezTo>
                  <a:pt x="467389" y="35881"/>
                  <a:pt x="471018" y="34717"/>
                  <a:pt x="474827" y="34717"/>
                </a:cubicBezTo>
                <a:cubicBezTo>
                  <a:pt x="481481" y="34717"/>
                  <a:pt x="487026" y="37318"/>
                  <a:pt x="491463" y="42520"/>
                </a:cubicBezTo>
                <a:cubicBezTo>
                  <a:pt x="496911" y="48879"/>
                  <a:pt x="499636" y="57164"/>
                  <a:pt x="499636" y="67376"/>
                </a:cubicBezTo>
                <a:cubicBezTo>
                  <a:pt x="499636" y="78792"/>
                  <a:pt x="496357" y="88233"/>
                  <a:pt x="489799" y="95699"/>
                </a:cubicBezTo>
                <a:cubicBezTo>
                  <a:pt x="484398" y="101817"/>
                  <a:pt x="477600" y="104876"/>
                  <a:pt x="469402" y="104876"/>
                </a:cubicBezTo>
                <a:cubicBezTo>
                  <a:pt x="465834" y="104876"/>
                  <a:pt x="462748" y="104369"/>
                  <a:pt x="460145" y="103357"/>
                </a:cubicBezTo>
                <a:cubicBezTo>
                  <a:pt x="458216" y="102633"/>
                  <a:pt x="456046" y="101187"/>
                  <a:pt x="453635" y="99017"/>
                </a:cubicBezTo>
                <a:lnTo>
                  <a:pt x="453635" y="119196"/>
                </a:lnTo>
                <a:cubicBezTo>
                  <a:pt x="453635" y="123755"/>
                  <a:pt x="453912" y="126652"/>
                  <a:pt x="454467" y="127889"/>
                </a:cubicBezTo>
                <a:cubicBezTo>
                  <a:pt x="455021" y="129126"/>
                  <a:pt x="455986" y="130108"/>
                  <a:pt x="457360" y="130834"/>
                </a:cubicBezTo>
                <a:cubicBezTo>
                  <a:pt x="458734" y="131562"/>
                  <a:pt x="461229" y="131926"/>
                  <a:pt x="464846" y="131926"/>
                </a:cubicBezTo>
                <a:lnTo>
                  <a:pt x="464846" y="134530"/>
                </a:lnTo>
                <a:lnTo>
                  <a:pt x="430128" y="134530"/>
                </a:lnTo>
                <a:lnTo>
                  <a:pt x="430128" y="131926"/>
                </a:lnTo>
                <a:lnTo>
                  <a:pt x="431937" y="131926"/>
                </a:lnTo>
                <a:cubicBezTo>
                  <a:pt x="434589" y="131974"/>
                  <a:pt x="436855" y="131465"/>
                  <a:pt x="438735" y="130398"/>
                </a:cubicBezTo>
                <a:cubicBezTo>
                  <a:pt x="439652" y="129865"/>
                  <a:pt x="440363" y="129004"/>
                  <a:pt x="440869" y="127817"/>
                </a:cubicBezTo>
                <a:cubicBezTo>
                  <a:pt x="441375" y="126630"/>
                  <a:pt x="441629" y="123611"/>
                  <a:pt x="441629" y="118762"/>
                </a:cubicBezTo>
                <a:lnTo>
                  <a:pt x="441629" y="55982"/>
                </a:lnTo>
                <a:cubicBezTo>
                  <a:pt x="441629" y="51662"/>
                  <a:pt x="441436" y="48919"/>
                  <a:pt x="441050" y="47755"/>
                </a:cubicBezTo>
                <a:cubicBezTo>
                  <a:pt x="440664" y="46588"/>
                  <a:pt x="440049" y="45715"/>
                  <a:pt x="439206" y="45135"/>
                </a:cubicBezTo>
                <a:cubicBezTo>
                  <a:pt x="438362" y="44555"/>
                  <a:pt x="437217" y="44265"/>
                  <a:pt x="435770" y="44265"/>
                </a:cubicBezTo>
                <a:cubicBezTo>
                  <a:pt x="434613" y="44265"/>
                  <a:pt x="433142" y="44602"/>
                  <a:pt x="431358" y="45277"/>
                </a:cubicBezTo>
                <a:lnTo>
                  <a:pt x="430490" y="42963"/>
                </a:lnTo>
                <a:moveTo>
                  <a:pt x="453635" y="54680"/>
                </a:moveTo>
                <a:lnTo>
                  <a:pt x="453635" y="79416"/>
                </a:lnTo>
                <a:cubicBezTo>
                  <a:pt x="453635" y="84768"/>
                  <a:pt x="453852" y="88288"/>
                  <a:pt x="454286" y="89976"/>
                </a:cubicBezTo>
                <a:cubicBezTo>
                  <a:pt x="454961" y="92773"/>
                  <a:pt x="456613" y="95232"/>
                  <a:pt x="459240" y="97353"/>
                </a:cubicBezTo>
                <a:cubicBezTo>
                  <a:pt x="461868" y="99475"/>
                  <a:pt x="465183" y="100536"/>
                  <a:pt x="469186" y="100536"/>
                </a:cubicBezTo>
                <a:cubicBezTo>
                  <a:pt x="474007" y="100536"/>
                  <a:pt x="477913" y="98655"/>
                  <a:pt x="480903" y="94894"/>
                </a:cubicBezTo>
                <a:cubicBezTo>
                  <a:pt x="484808" y="89976"/>
                  <a:pt x="486761" y="83057"/>
                  <a:pt x="486761" y="74136"/>
                </a:cubicBezTo>
                <a:cubicBezTo>
                  <a:pt x="486761" y="64010"/>
                  <a:pt x="484543" y="56223"/>
                  <a:pt x="480107" y="50774"/>
                </a:cubicBezTo>
                <a:cubicBezTo>
                  <a:pt x="477021" y="47013"/>
                  <a:pt x="473356" y="45133"/>
                  <a:pt x="469113" y="45133"/>
                </a:cubicBezTo>
                <a:cubicBezTo>
                  <a:pt x="466799" y="45133"/>
                  <a:pt x="464508" y="45711"/>
                  <a:pt x="462242" y="46869"/>
                </a:cubicBezTo>
                <a:cubicBezTo>
                  <a:pt x="460506" y="47736"/>
                  <a:pt x="457637" y="50340"/>
                  <a:pt x="453635" y="54680"/>
                </a:cubicBezTo>
                <a:close/>
                <a:moveTo>
                  <a:pt x="546866" y="93380"/>
                </a:moveTo>
                <a:cubicBezTo>
                  <a:pt x="540067" y="98634"/>
                  <a:pt x="535800" y="101670"/>
                  <a:pt x="534064" y="102489"/>
                </a:cubicBezTo>
                <a:cubicBezTo>
                  <a:pt x="531460" y="103694"/>
                  <a:pt x="528688" y="104297"/>
                  <a:pt x="525746" y="104297"/>
                </a:cubicBezTo>
                <a:cubicBezTo>
                  <a:pt x="521165" y="104297"/>
                  <a:pt x="517392" y="102730"/>
                  <a:pt x="514427" y="99596"/>
                </a:cubicBezTo>
                <a:cubicBezTo>
                  <a:pt x="511461" y="96461"/>
                  <a:pt x="509979" y="92339"/>
                  <a:pt x="509979" y="87228"/>
                </a:cubicBezTo>
                <a:cubicBezTo>
                  <a:pt x="509979" y="83997"/>
                  <a:pt x="510702" y="81200"/>
                  <a:pt x="512149" y="78837"/>
                </a:cubicBezTo>
                <a:cubicBezTo>
                  <a:pt x="514126" y="75559"/>
                  <a:pt x="517561" y="72473"/>
                  <a:pt x="522455" y="69579"/>
                </a:cubicBezTo>
                <a:cubicBezTo>
                  <a:pt x="527350" y="66686"/>
                  <a:pt x="535486" y="63166"/>
                  <a:pt x="546866" y="59020"/>
                </a:cubicBezTo>
                <a:lnTo>
                  <a:pt x="546866" y="56425"/>
                </a:lnTo>
                <a:cubicBezTo>
                  <a:pt x="546866" y="49843"/>
                  <a:pt x="545817" y="45327"/>
                  <a:pt x="543720" y="42877"/>
                </a:cubicBezTo>
                <a:cubicBezTo>
                  <a:pt x="541622" y="40427"/>
                  <a:pt x="538572" y="39202"/>
                  <a:pt x="534570" y="39202"/>
                </a:cubicBezTo>
                <a:cubicBezTo>
                  <a:pt x="531533" y="39202"/>
                  <a:pt x="529122" y="40021"/>
                  <a:pt x="527337" y="41661"/>
                </a:cubicBezTo>
                <a:cubicBezTo>
                  <a:pt x="525505" y="43300"/>
                  <a:pt x="524589" y="45181"/>
                  <a:pt x="524589" y="47302"/>
                </a:cubicBezTo>
                <a:lnTo>
                  <a:pt x="524734" y="51497"/>
                </a:lnTo>
                <a:cubicBezTo>
                  <a:pt x="524734" y="53716"/>
                  <a:pt x="524167" y="55427"/>
                  <a:pt x="523034" y="56633"/>
                </a:cubicBezTo>
                <a:cubicBezTo>
                  <a:pt x="521901" y="57838"/>
                  <a:pt x="520418" y="58441"/>
                  <a:pt x="518586" y="58441"/>
                </a:cubicBezTo>
                <a:cubicBezTo>
                  <a:pt x="516802" y="58441"/>
                  <a:pt x="515343" y="57813"/>
                  <a:pt x="514210" y="56556"/>
                </a:cubicBezTo>
                <a:cubicBezTo>
                  <a:pt x="513077" y="55298"/>
                  <a:pt x="512510" y="53581"/>
                  <a:pt x="512510" y="51405"/>
                </a:cubicBezTo>
                <a:cubicBezTo>
                  <a:pt x="512510" y="47244"/>
                  <a:pt x="514632" y="43423"/>
                  <a:pt x="518875" y="39941"/>
                </a:cubicBezTo>
                <a:cubicBezTo>
                  <a:pt x="523118" y="36459"/>
                  <a:pt x="529073" y="34717"/>
                  <a:pt x="536740" y="34717"/>
                </a:cubicBezTo>
                <a:cubicBezTo>
                  <a:pt x="542623" y="34717"/>
                  <a:pt x="547445" y="35704"/>
                  <a:pt x="551206" y="37678"/>
                </a:cubicBezTo>
                <a:cubicBezTo>
                  <a:pt x="554051" y="39172"/>
                  <a:pt x="556148" y="41508"/>
                  <a:pt x="557498" y="44687"/>
                </a:cubicBezTo>
                <a:cubicBezTo>
                  <a:pt x="558366" y="46758"/>
                  <a:pt x="558800" y="50996"/>
                  <a:pt x="558800" y="57401"/>
                </a:cubicBezTo>
                <a:lnTo>
                  <a:pt x="558800" y="79868"/>
                </a:lnTo>
                <a:cubicBezTo>
                  <a:pt x="558800" y="86177"/>
                  <a:pt x="558921" y="90042"/>
                  <a:pt x="559162" y="91463"/>
                </a:cubicBezTo>
                <a:cubicBezTo>
                  <a:pt x="559403" y="92884"/>
                  <a:pt x="559801" y="93836"/>
                  <a:pt x="560355" y="94318"/>
                </a:cubicBezTo>
                <a:cubicBezTo>
                  <a:pt x="560910" y="94799"/>
                  <a:pt x="561549" y="95039"/>
                  <a:pt x="562272" y="95039"/>
                </a:cubicBezTo>
                <a:cubicBezTo>
                  <a:pt x="563043" y="95039"/>
                  <a:pt x="563718" y="94870"/>
                  <a:pt x="564297" y="94533"/>
                </a:cubicBezTo>
                <a:cubicBezTo>
                  <a:pt x="565310" y="93906"/>
                  <a:pt x="567263" y="92146"/>
                  <a:pt x="570156" y="89253"/>
                </a:cubicBezTo>
                <a:lnTo>
                  <a:pt x="570156" y="93303"/>
                </a:lnTo>
                <a:cubicBezTo>
                  <a:pt x="564755" y="100536"/>
                  <a:pt x="559596" y="104152"/>
                  <a:pt x="554677" y="104152"/>
                </a:cubicBezTo>
                <a:cubicBezTo>
                  <a:pt x="552315" y="104152"/>
                  <a:pt x="550434" y="103339"/>
                  <a:pt x="549036" y="101711"/>
                </a:cubicBezTo>
                <a:cubicBezTo>
                  <a:pt x="547638" y="100082"/>
                  <a:pt x="546914" y="97305"/>
                  <a:pt x="546866" y="93380"/>
                </a:cubicBezTo>
                <a:moveTo>
                  <a:pt x="546866" y="88690"/>
                </a:moveTo>
                <a:lnTo>
                  <a:pt x="546866" y="63504"/>
                </a:lnTo>
                <a:cubicBezTo>
                  <a:pt x="539585" y="66391"/>
                  <a:pt x="534884" y="68436"/>
                  <a:pt x="532762" y="69638"/>
                </a:cubicBezTo>
                <a:cubicBezTo>
                  <a:pt x="528953" y="71755"/>
                  <a:pt x="526228" y="73969"/>
                  <a:pt x="524589" y="76279"/>
                </a:cubicBezTo>
                <a:cubicBezTo>
                  <a:pt x="522950" y="78587"/>
                  <a:pt x="522130" y="81113"/>
                  <a:pt x="522130" y="83855"/>
                </a:cubicBezTo>
                <a:cubicBezTo>
                  <a:pt x="522130" y="87319"/>
                  <a:pt x="523167" y="90194"/>
                  <a:pt x="525240" y="92480"/>
                </a:cubicBezTo>
                <a:cubicBezTo>
                  <a:pt x="527313" y="94765"/>
                  <a:pt x="529700" y="95907"/>
                  <a:pt x="532400" y="95907"/>
                </a:cubicBezTo>
                <a:cubicBezTo>
                  <a:pt x="536065" y="95907"/>
                  <a:pt x="540887" y="93501"/>
                  <a:pt x="546866" y="88690"/>
                </a:cubicBezTo>
                <a:close/>
                <a:moveTo>
                  <a:pt x="570175" y="42963"/>
                </a:moveTo>
                <a:lnTo>
                  <a:pt x="590571" y="34862"/>
                </a:lnTo>
                <a:lnTo>
                  <a:pt x="593320" y="34862"/>
                </a:lnTo>
                <a:lnTo>
                  <a:pt x="593320" y="50413"/>
                </a:lnTo>
                <a:cubicBezTo>
                  <a:pt x="596743" y="44605"/>
                  <a:pt x="600179" y="40538"/>
                  <a:pt x="603626" y="38210"/>
                </a:cubicBezTo>
                <a:cubicBezTo>
                  <a:pt x="607074" y="35881"/>
                  <a:pt x="610702" y="34717"/>
                  <a:pt x="614512" y="34717"/>
                </a:cubicBezTo>
                <a:cubicBezTo>
                  <a:pt x="621166" y="34717"/>
                  <a:pt x="626711" y="37318"/>
                  <a:pt x="631147" y="42520"/>
                </a:cubicBezTo>
                <a:cubicBezTo>
                  <a:pt x="636596" y="48879"/>
                  <a:pt x="639320" y="57164"/>
                  <a:pt x="639320" y="67376"/>
                </a:cubicBezTo>
                <a:cubicBezTo>
                  <a:pt x="639320" y="78792"/>
                  <a:pt x="636041" y="88233"/>
                  <a:pt x="629484" y="95699"/>
                </a:cubicBezTo>
                <a:cubicBezTo>
                  <a:pt x="624083" y="101817"/>
                  <a:pt x="617284" y="104876"/>
                  <a:pt x="609087" y="104876"/>
                </a:cubicBezTo>
                <a:cubicBezTo>
                  <a:pt x="605519" y="104876"/>
                  <a:pt x="602433" y="104369"/>
                  <a:pt x="599829" y="103357"/>
                </a:cubicBezTo>
                <a:cubicBezTo>
                  <a:pt x="597900" y="102633"/>
                  <a:pt x="595731" y="101187"/>
                  <a:pt x="593320" y="99017"/>
                </a:cubicBezTo>
                <a:lnTo>
                  <a:pt x="593320" y="119196"/>
                </a:lnTo>
                <a:cubicBezTo>
                  <a:pt x="593320" y="123755"/>
                  <a:pt x="593597" y="126652"/>
                  <a:pt x="594151" y="127889"/>
                </a:cubicBezTo>
                <a:cubicBezTo>
                  <a:pt x="594706" y="129126"/>
                  <a:pt x="595670" y="130108"/>
                  <a:pt x="597044" y="130834"/>
                </a:cubicBezTo>
                <a:cubicBezTo>
                  <a:pt x="598419" y="131562"/>
                  <a:pt x="600914" y="131926"/>
                  <a:pt x="604530" y="131926"/>
                </a:cubicBezTo>
                <a:lnTo>
                  <a:pt x="604530" y="134530"/>
                </a:lnTo>
                <a:lnTo>
                  <a:pt x="569813" y="134530"/>
                </a:lnTo>
                <a:lnTo>
                  <a:pt x="569813" y="131926"/>
                </a:lnTo>
                <a:lnTo>
                  <a:pt x="571621" y="131926"/>
                </a:lnTo>
                <a:cubicBezTo>
                  <a:pt x="574273" y="131974"/>
                  <a:pt x="576540" y="131465"/>
                  <a:pt x="578420" y="130398"/>
                </a:cubicBezTo>
                <a:cubicBezTo>
                  <a:pt x="579336" y="129865"/>
                  <a:pt x="580047" y="129004"/>
                  <a:pt x="580554" y="127817"/>
                </a:cubicBezTo>
                <a:cubicBezTo>
                  <a:pt x="581060" y="126630"/>
                  <a:pt x="581313" y="123611"/>
                  <a:pt x="581313" y="118762"/>
                </a:cubicBezTo>
                <a:lnTo>
                  <a:pt x="581313" y="55982"/>
                </a:lnTo>
                <a:cubicBezTo>
                  <a:pt x="581313" y="51662"/>
                  <a:pt x="581120" y="48919"/>
                  <a:pt x="580735" y="47755"/>
                </a:cubicBezTo>
                <a:cubicBezTo>
                  <a:pt x="580349" y="46588"/>
                  <a:pt x="579734" y="45715"/>
                  <a:pt x="578890" y="45135"/>
                </a:cubicBezTo>
                <a:cubicBezTo>
                  <a:pt x="578046" y="44555"/>
                  <a:pt x="576901" y="44265"/>
                  <a:pt x="575455" y="44265"/>
                </a:cubicBezTo>
                <a:cubicBezTo>
                  <a:pt x="574297" y="44265"/>
                  <a:pt x="572827" y="44602"/>
                  <a:pt x="571043" y="45277"/>
                </a:cubicBezTo>
                <a:lnTo>
                  <a:pt x="570175" y="42963"/>
                </a:lnTo>
                <a:moveTo>
                  <a:pt x="593320" y="54680"/>
                </a:moveTo>
                <a:lnTo>
                  <a:pt x="593320" y="79416"/>
                </a:lnTo>
                <a:cubicBezTo>
                  <a:pt x="593320" y="84768"/>
                  <a:pt x="593537" y="88288"/>
                  <a:pt x="593971" y="89976"/>
                </a:cubicBezTo>
                <a:cubicBezTo>
                  <a:pt x="594646" y="92773"/>
                  <a:pt x="596297" y="95232"/>
                  <a:pt x="598925" y="97353"/>
                </a:cubicBezTo>
                <a:cubicBezTo>
                  <a:pt x="601553" y="99475"/>
                  <a:pt x="604868" y="100536"/>
                  <a:pt x="608870" y="100536"/>
                </a:cubicBezTo>
                <a:cubicBezTo>
                  <a:pt x="613692" y="100536"/>
                  <a:pt x="617598" y="98655"/>
                  <a:pt x="620587" y="94894"/>
                </a:cubicBezTo>
                <a:cubicBezTo>
                  <a:pt x="624493" y="89976"/>
                  <a:pt x="626446" y="83057"/>
                  <a:pt x="626446" y="74136"/>
                </a:cubicBezTo>
                <a:cubicBezTo>
                  <a:pt x="626446" y="64010"/>
                  <a:pt x="624228" y="56223"/>
                  <a:pt x="619792" y="50774"/>
                </a:cubicBezTo>
                <a:cubicBezTo>
                  <a:pt x="616706" y="47013"/>
                  <a:pt x="613041" y="45133"/>
                  <a:pt x="608798" y="45133"/>
                </a:cubicBezTo>
                <a:cubicBezTo>
                  <a:pt x="606483" y="45133"/>
                  <a:pt x="604193" y="45711"/>
                  <a:pt x="601927" y="46869"/>
                </a:cubicBezTo>
                <a:cubicBezTo>
                  <a:pt x="600191" y="47736"/>
                  <a:pt x="597322" y="50340"/>
                  <a:pt x="593320" y="54680"/>
                </a:cubicBezTo>
                <a:close/>
                <a:moveTo>
                  <a:pt x="660150" y="61623"/>
                </a:moveTo>
                <a:cubicBezTo>
                  <a:pt x="660102" y="71415"/>
                  <a:pt x="662489" y="79094"/>
                  <a:pt x="667311" y="84662"/>
                </a:cubicBezTo>
                <a:cubicBezTo>
                  <a:pt x="672133" y="90230"/>
                  <a:pt x="677798" y="93014"/>
                  <a:pt x="684308" y="93014"/>
                </a:cubicBezTo>
                <a:cubicBezTo>
                  <a:pt x="688648" y="93014"/>
                  <a:pt x="692421" y="91815"/>
                  <a:pt x="695627" y="89418"/>
                </a:cubicBezTo>
                <a:cubicBezTo>
                  <a:pt x="698834" y="87020"/>
                  <a:pt x="701522" y="82915"/>
                  <a:pt x="703692" y="77102"/>
                </a:cubicBezTo>
                <a:lnTo>
                  <a:pt x="705934" y="78555"/>
                </a:lnTo>
                <a:cubicBezTo>
                  <a:pt x="704921" y="85196"/>
                  <a:pt x="701980" y="91242"/>
                  <a:pt x="697110" y="96696"/>
                </a:cubicBezTo>
                <a:cubicBezTo>
                  <a:pt x="692240" y="102149"/>
                  <a:pt x="686140" y="104876"/>
                  <a:pt x="678811" y="104876"/>
                </a:cubicBezTo>
                <a:cubicBezTo>
                  <a:pt x="670855" y="104876"/>
                  <a:pt x="664044" y="101784"/>
                  <a:pt x="658378" y="95602"/>
                </a:cubicBezTo>
                <a:cubicBezTo>
                  <a:pt x="652713" y="89418"/>
                  <a:pt x="649880" y="81104"/>
                  <a:pt x="649880" y="70662"/>
                </a:cubicBezTo>
                <a:cubicBezTo>
                  <a:pt x="649880" y="59355"/>
                  <a:pt x="652785" y="50538"/>
                  <a:pt x="658595" y="44210"/>
                </a:cubicBezTo>
                <a:cubicBezTo>
                  <a:pt x="664406" y="37882"/>
                  <a:pt x="671699" y="34717"/>
                  <a:pt x="680475" y="34717"/>
                </a:cubicBezTo>
                <a:cubicBezTo>
                  <a:pt x="687900" y="34717"/>
                  <a:pt x="694000" y="37158"/>
                  <a:pt x="698773" y="42041"/>
                </a:cubicBezTo>
                <a:cubicBezTo>
                  <a:pt x="703547" y="46921"/>
                  <a:pt x="705934" y="53449"/>
                  <a:pt x="705934" y="61623"/>
                </a:cubicBezTo>
                <a:lnTo>
                  <a:pt x="660150" y="61623"/>
                </a:lnTo>
                <a:moveTo>
                  <a:pt x="660150" y="57428"/>
                </a:moveTo>
                <a:lnTo>
                  <a:pt x="690817" y="57428"/>
                </a:lnTo>
                <a:cubicBezTo>
                  <a:pt x="690576" y="53220"/>
                  <a:pt x="690070" y="50255"/>
                  <a:pt x="689299" y="48534"/>
                </a:cubicBezTo>
                <a:cubicBezTo>
                  <a:pt x="688093" y="45855"/>
                  <a:pt x="686297" y="43751"/>
                  <a:pt x="683910" y="42221"/>
                </a:cubicBezTo>
                <a:cubicBezTo>
                  <a:pt x="681523" y="40690"/>
                  <a:pt x="679028" y="39925"/>
                  <a:pt x="676424" y="39925"/>
                </a:cubicBezTo>
                <a:cubicBezTo>
                  <a:pt x="672422" y="39925"/>
                  <a:pt x="668842" y="41467"/>
                  <a:pt x="665683" y="44552"/>
                </a:cubicBezTo>
                <a:cubicBezTo>
                  <a:pt x="662525" y="47636"/>
                  <a:pt x="660681" y="51928"/>
                  <a:pt x="660150" y="57428"/>
                </a:cubicBezTo>
                <a:close/>
                <a:moveTo>
                  <a:pt x="734017" y="34717"/>
                </a:moveTo>
                <a:lnTo>
                  <a:pt x="734017" y="49617"/>
                </a:lnTo>
                <a:cubicBezTo>
                  <a:pt x="739562" y="39684"/>
                  <a:pt x="745251" y="34717"/>
                  <a:pt x="751086" y="34717"/>
                </a:cubicBezTo>
                <a:cubicBezTo>
                  <a:pt x="753738" y="34717"/>
                  <a:pt x="755932" y="35525"/>
                  <a:pt x="757668" y="37140"/>
                </a:cubicBezTo>
                <a:cubicBezTo>
                  <a:pt x="759404" y="38756"/>
                  <a:pt x="760272" y="40624"/>
                  <a:pt x="760272" y="42746"/>
                </a:cubicBezTo>
                <a:cubicBezTo>
                  <a:pt x="760272" y="44626"/>
                  <a:pt x="759645" y="46218"/>
                  <a:pt x="758391" y="47519"/>
                </a:cubicBezTo>
                <a:cubicBezTo>
                  <a:pt x="757137" y="48821"/>
                  <a:pt x="755643" y="49472"/>
                  <a:pt x="753907" y="49472"/>
                </a:cubicBezTo>
                <a:cubicBezTo>
                  <a:pt x="752219" y="49472"/>
                  <a:pt x="750326" y="48653"/>
                  <a:pt x="748229" y="47013"/>
                </a:cubicBezTo>
                <a:cubicBezTo>
                  <a:pt x="746131" y="45374"/>
                  <a:pt x="744576" y="44554"/>
                  <a:pt x="743564" y="44554"/>
                </a:cubicBezTo>
                <a:cubicBezTo>
                  <a:pt x="742696" y="44554"/>
                  <a:pt x="741756" y="45032"/>
                  <a:pt x="740743" y="45989"/>
                </a:cubicBezTo>
                <a:cubicBezTo>
                  <a:pt x="738573" y="47953"/>
                  <a:pt x="736331" y="51184"/>
                  <a:pt x="734017" y="55683"/>
                </a:cubicBezTo>
                <a:lnTo>
                  <a:pt x="734017" y="87372"/>
                </a:lnTo>
                <a:cubicBezTo>
                  <a:pt x="734017" y="91040"/>
                  <a:pt x="734475" y="93814"/>
                  <a:pt x="735391" y="95694"/>
                </a:cubicBezTo>
                <a:cubicBezTo>
                  <a:pt x="736018" y="96998"/>
                  <a:pt x="737127" y="98083"/>
                  <a:pt x="738718" y="98949"/>
                </a:cubicBezTo>
                <a:cubicBezTo>
                  <a:pt x="740309" y="99814"/>
                  <a:pt x="742599" y="100247"/>
                  <a:pt x="745589" y="100247"/>
                </a:cubicBezTo>
                <a:lnTo>
                  <a:pt x="745589" y="102850"/>
                </a:lnTo>
                <a:lnTo>
                  <a:pt x="711667" y="102850"/>
                </a:lnTo>
                <a:lnTo>
                  <a:pt x="711667" y="100247"/>
                </a:lnTo>
                <a:cubicBezTo>
                  <a:pt x="715042" y="100247"/>
                  <a:pt x="717550" y="99710"/>
                  <a:pt x="719189" y="98637"/>
                </a:cubicBezTo>
                <a:cubicBezTo>
                  <a:pt x="720395" y="97857"/>
                  <a:pt x="721239" y="96613"/>
                  <a:pt x="721721" y="94906"/>
                </a:cubicBezTo>
                <a:cubicBezTo>
                  <a:pt x="721962" y="94075"/>
                  <a:pt x="722082" y="91709"/>
                  <a:pt x="722082" y="87806"/>
                </a:cubicBezTo>
                <a:lnTo>
                  <a:pt x="722082" y="62347"/>
                </a:lnTo>
                <a:cubicBezTo>
                  <a:pt x="722082" y="54632"/>
                  <a:pt x="721926" y="50039"/>
                  <a:pt x="721612" y="48568"/>
                </a:cubicBezTo>
                <a:cubicBezTo>
                  <a:pt x="721299" y="47098"/>
                  <a:pt x="720720" y="46025"/>
                  <a:pt x="719876" y="45350"/>
                </a:cubicBezTo>
                <a:cubicBezTo>
                  <a:pt x="719033" y="44675"/>
                  <a:pt x="717984" y="44337"/>
                  <a:pt x="716730" y="44337"/>
                </a:cubicBezTo>
                <a:cubicBezTo>
                  <a:pt x="715235" y="44337"/>
                  <a:pt x="713548" y="44699"/>
                  <a:pt x="711667" y="45422"/>
                </a:cubicBezTo>
                <a:lnTo>
                  <a:pt x="710944" y="42818"/>
                </a:lnTo>
                <a:lnTo>
                  <a:pt x="730979" y="34717"/>
                </a:lnTo>
                <a:lnTo>
                  <a:pt x="734017" y="34717"/>
                </a:lnTo>
                <a:close/>
                <a:moveTo>
                  <a:pt x="806777" y="34717"/>
                </a:moveTo>
                <a:lnTo>
                  <a:pt x="806777" y="57284"/>
                </a:lnTo>
                <a:lnTo>
                  <a:pt x="804390" y="57284"/>
                </a:lnTo>
                <a:cubicBezTo>
                  <a:pt x="802558" y="50224"/>
                  <a:pt x="800207" y="45422"/>
                  <a:pt x="797338" y="42877"/>
                </a:cubicBezTo>
                <a:cubicBezTo>
                  <a:pt x="794469" y="40330"/>
                  <a:pt x="790817" y="39057"/>
                  <a:pt x="786381" y="39057"/>
                </a:cubicBezTo>
                <a:cubicBezTo>
                  <a:pt x="783005" y="39057"/>
                  <a:pt x="780281" y="39946"/>
                  <a:pt x="778208" y="41724"/>
                </a:cubicBezTo>
                <a:cubicBezTo>
                  <a:pt x="776134" y="43502"/>
                  <a:pt x="775098" y="45472"/>
                  <a:pt x="775098" y="47635"/>
                </a:cubicBezTo>
                <a:cubicBezTo>
                  <a:pt x="775098" y="50324"/>
                  <a:pt x="775869" y="52631"/>
                  <a:pt x="777412" y="54553"/>
                </a:cubicBezTo>
                <a:cubicBezTo>
                  <a:pt x="778907" y="56523"/>
                  <a:pt x="781945" y="58613"/>
                  <a:pt x="786525" y="60823"/>
                </a:cubicBezTo>
                <a:lnTo>
                  <a:pt x="797085" y="65940"/>
                </a:lnTo>
                <a:cubicBezTo>
                  <a:pt x="806874" y="70708"/>
                  <a:pt x="811768" y="76992"/>
                  <a:pt x="811768" y="84793"/>
                </a:cubicBezTo>
                <a:cubicBezTo>
                  <a:pt x="811768" y="90813"/>
                  <a:pt x="809490" y="95665"/>
                  <a:pt x="804933" y="99349"/>
                </a:cubicBezTo>
                <a:cubicBezTo>
                  <a:pt x="800376" y="103033"/>
                  <a:pt x="795277" y="104876"/>
                  <a:pt x="789635" y="104876"/>
                </a:cubicBezTo>
                <a:cubicBezTo>
                  <a:pt x="785585" y="104876"/>
                  <a:pt x="780956" y="104188"/>
                  <a:pt x="775749" y="102814"/>
                </a:cubicBezTo>
                <a:cubicBezTo>
                  <a:pt x="774157" y="102356"/>
                  <a:pt x="772855" y="102127"/>
                  <a:pt x="771843" y="102127"/>
                </a:cubicBezTo>
                <a:cubicBezTo>
                  <a:pt x="770734" y="102127"/>
                  <a:pt x="769866" y="102706"/>
                  <a:pt x="769239" y="103863"/>
                </a:cubicBezTo>
                <a:lnTo>
                  <a:pt x="766852" y="103863"/>
                </a:lnTo>
                <a:lnTo>
                  <a:pt x="766852" y="80139"/>
                </a:lnTo>
                <a:lnTo>
                  <a:pt x="769239" y="80139"/>
                </a:lnTo>
                <a:cubicBezTo>
                  <a:pt x="770589" y="86890"/>
                  <a:pt x="773169" y="91977"/>
                  <a:pt x="776978" y="95401"/>
                </a:cubicBezTo>
                <a:cubicBezTo>
                  <a:pt x="780787" y="98824"/>
                  <a:pt x="785055" y="100536"/>
                  <a:pt x="789780" y="100536"/>
                </a:cubicBezTo>
                <a:cubicBezTo>
                  <a:pt x="793107" y="100536"/>
                  <a:pt x="795820" y="99565"/>
                  <a:pt x="797917" y="97622"/>
                </a:cubicBezTo>
                <a:cubicBezTo>
                  <a:pt x="800015" y="95679"/>
                  <a:pt x="801063" y="93339"/>
                  <a:pt x="801063" y="90604"/>
                </a:cubicBezTo>
                <a:cubicBezTo>
                  <a:pt x="801063" y="87294"/>
                  <a:pt x="799894" y="84511"/>
                  <a:pt x="797555" y="82257"/>
                </a:cubicBezTo>
                <a:cubicBezTo>
                  <a:pt x="795217" y="80001"/>
                  <a:pt x="790552" y="77153"/>
                  <a:pt x="783560" y="73711"/>
                </a:cubicBezTo>
                <a:cubicBezTo>
                  <a:pt x="776568" y="70268"/>
                  <a:pt x="771987" y="67146"/>
                  <a:pt x="769818" y="64345"/>
                </a:cubicBezTo>
                <a:cubicBezTo>
                  <a:pt x="767648" y="61592"/>
                  <a:pt x="766563" y="58115"/>
                  <a:pt x="766563" y="53914"/>
                </a:cubicBezTo>
                <a:cubicBezTo>
                  <a:pt x="766563" y="48456"/>
                  <a:pt x="768431" y="43893"/>
                  <a:pt x="772168" y="40223"/>
                </a:cubicBezTo>
                <a:cubicBezTo>
                  <a:pt x="775905" y="36553"/>
                  <a:pt x="780739" y="34717"/>
                  <a:pt x="786670" y="34717"/>
                </a:cubicBezTo>
                <a:cubicBezTo>
                  <a:pt x="789274" y="34717"/>
                  <a:pt x="792432" y="35272"/>
                  <a:pt x="796145" y="36381"/>
                </a:cubicBezTo>
                <a:cubicBezTo>
                  <a:pt x="798604" y="37104"/>
                  <a:pt x="800244" y="37466"/>
                  <a:pt x="801063" y="37466"/>
                </a:cubicBezTo>
                <a:cubicBezTo>
                  <a:pt x="801835" y="37466"/>
                  <a:pt x="802438" y="37297"/>
                  <a:pt x="802872" y="36960"/>
                </a:cubicBezTo>
                <a:cubicBezTo>
                  <a:pt x="803305" y="36622"/>
                  <a:pt x="803812" y="35875"/>
                  <a:pt x="804390" y="34717"/>
                </a:cubicBezTo>
                <a:lnTo>
                  <a:pt x="806777" y="34717"/>
                </a:lnTo>
                <a:close/>
                <a:moveTo>
                  <a:pt x="884422" y="51608"/>
                </a:moveTo>
                <a:cubicBezTo>
                  <a:pt x="881384" y="47561"/>
                  <a:pt x="879106" y="43622"/>
                  <a:pt x="877587" y="39792"/>
                </a:cubicBezTo>
                <a:cubicBezTo>
                  <a:pt x="876068" y="35960"/>
                  <a:pt x="875309" y="32237"/>
                  <a:pt x="875309" y="28624"/>
                </a:cubicBezTo>
                <a:cubicBezTo>
                  <a:pt x="875309" y="21251"/>
                  <a:pt x="877780" y="15095"/>
                  <a:pt x="882722" y="10158"/>
                </a:cubicBezTo>
                <a:cubicBezTo>
                  <a:pt x="887665" y="5218"/>
                  <a:pt x="894210" y="2748"/>
                  <a:pt x="902359" y="2748"/>
                </a:cubicBezTo>
                <a:cubicBezTo>
                  <a:pt x="909881" y="2748"/>
                  <a:pt x="915812" y="4808"/>
                  <a:pt x="920152" y="8928"/>
                </a:cubicBezTo>
                <a:cubicBezTo>
                  <a:pt x="924492" y="13048"/>
                  <a:pt x="926662" y="18022"/>
                  <a:pt x="926662" y="23852"/>
                </a:cubicBezTo>
                <a:cubicBezTo>
                  <a:pt x="926662" y="27708"/>
                  <a:pt x="925745" y="31203"/>
                  <a:pt x="923913" y="34335"/>
                </a:cubicBezTo>
                <a:cubicBezTo>
                  <a:pt x="922081" y="37467"/>
                  <a:pt x="919453" y="40236"/>
                  <a:pt x="916029" y="42644"/>
                </a:cubicBezTo>
                <a:cubicBezTo>
                  <a:pt x="913811" y="44187"/>
                  <a:pt x="910412" y="45778"/>
                  <a:pt x="905831" y="47415"/>
                </a:cubicBezTo>
                <a:cubicBezTo>
                  <a:pt x="911424" y="54749"/>
                  <a:pt x="914908" y="59948"/>
                  <a:pt x="916282" y="63011"/>
                </a:cubicBezTo>
                <a:cubicBezTo>
                  <a:pt x="917657" y="66075"/>
                  <a:pt x="918344" y="69488"/>
                  <a:pt x="918344" y="73250"/>
                </a:cubicBezTo>
                <a:cubicBezTo>
                  <a:pt x="918344" y="82080"/>
                  <a:pt x="915318" y="89559"/>
                  <a:pt x="909267" y="95685"/>
                </a:cubicBezTo>
                <a:cubicBezTo>
                  <a:pt x="903215" y="101812"/>
                  <a:pt x="895536" y="104876"/>
                  <a:pt x="886230" y="104876"/>
                </a:cubicBezTo>
                <a:cubicBezTo>
                  <a:pt x="877888" y="104876"/>
                  <a:pt x="871343" y="102644"/>
                  <a:pt x="866593" y="98181"/>
                </a:cubicBezTo>
                <a:cubicBezTo>
                  <a:pt x="861844" y="93717"/>
                  <a:pt x="859469" y="88108"/>
                  <a:pt x="859469" y="81353"/>
                </a:cubicBezTo>
                <a:cubicBezTo>
                  <a:pt x="859469" y="76769"/>
                  <a:pt x="860518" y="72548"/>
                  <a:pt x="862615" y="68689"/>
                </a:cubicBezTo>
                <a:cubicBezTo>
                  <a:pt x="864713" y="64828"/>
                  <a:pt x="867811" y="61330"/>
                  <a:pt x="871909" y="58195"/>
                </a:cubicBezTo>
                <a:cubicBezTo>
                  <a:pt x="874899" y="55927"/>
                  <a:pt x="879070" y="53731"/>
                  <a:pt x="884422" y="51608"/>
                </a:cubicBezTo>
                <a:moveTo>
                  <a:pt x="902793" y="44091"/>
                </a:moveTo>
                <a:cubicBezTo>
                  <a:pt x="905349" y="42260"/>
                  <a:pt x="907037" y="40333"/>
                  <a:pt x="907856" y="38309"/>
                </a:cubicBezTo>
                <a:cubicBezTo>
                  <a:pt x="909689" y="33731"/>
                  <a:pt x="910605" y="27636"/>
                  <a:pt x="910605" y="20024"/>
                </a:cubicBezTo>
                <a:cubicBezTo>
                  <a:pt x="910605" y="15303"/>
                  <a:pt x="909869" y="11967"/>
                  <a:pt x="908399" y="10015"/>
                </a:cubicBezTo>
                <a:cubicBezTo>
                  <a:pt x="906928" y="8064"/>
                  <a:pt x="905204" y="7088"/>
                  <a:pt x="903227" y="7088"/>
                </a:cubicBezTo>
                <a:cubicBezTo>
                  <a:pt x="900672" y="7088"/>
                  <a:pt x="898719" y="8028"/>
                  <a:pt x="897369" y="9907"/>
                </a:cubicBezTo>
                <a:cubicBezTo>
                  <a:pt x="895006" y="13183"/>
                  <a:pt x="893825" y="17663"/>
                  <a:pt x="893825" y="23348"/>
                </a:cubicBezTo>
                <a:cubicBezTo>
                  <a:pt x="893825" y="26817"/>
                  <a:pt x="894451" y="30058"/>
                  <a:pt x="895705" y="33070"/>
                </a:cubicBezTo>
                <a:cubicBezTo>
                  <a:pt x="896959" y="36080"/>
                  <a:pt x="899322" y="39754"/>
                  <a:pt x="902793" y="44091"/>
                </a:cubicBezTo>
                <a:moveTo>
                  <a:pt x="887026" y="54861"/>
                </a:moveTo>
                <a:cubicBezTo>
                  <a:pt x="884567" y="56981"/>
                  <a:pt x="882831" y="58860"/>
                  <a:pt x="881818" y="60498"/>
                </a:cubicBezTo>
                <a:cubicBezTo>
                  <a:pt x="880275" y="62955"/>
                  <a:pt x="878841" y="66606"/>
                  <a:pt x="877515" y="71449"/>
                </a:cubicBezTo>
                <a:cubicBezTo>
                  <a:pt x="876189" y="76290"/>
                  <a:pt x="875526" y="81433"/>
                  <a:pt x="875526" y="86877"/>
                </a:cubicBezTo>
                <a:cubicBezTo>
                  <a:pt x="875526" y="91405"/>
                  <a:pt x="876406" y="94741"/>
                  <a:pt x="878166" y="96886"/>
                </a:cubicBezTo>
                <a:cubicBezTo>
                  <a:pt x="879926" y="99030"/>
                  <a:pt x="882228" y="100102"/>
                  <a:pt x="885073" y="100102"/>
                </a:cubicBezTo>
                <a:cubicBezTo>
                  <a:pt x="888545" y="100102"/>
                  <a:pt x="891534" y="98512"/>
                  <a:pt x="894042" y="95333"/>
                </a:cubicBezTo>
                <a:cubicBezTo>
                  <a:pt x="897562" y="90948"/>
                  <a:pt x="899322" y="85672"/>
                  <a:pt x="899322" y="79504"/>
                </a:cubicBezTo>
                <a:cubicBezTo>
                  <a:pt x="899322" y="75457"/>
                  <a:pt x="898502" y="71699"/>
                  <a:pt x="896862" y="68230"/>
                </a:cubicBezTo>
                <a:cubicBezTo>
                  <a:pt x="895223" y="64761"/>
                  <a:pt x="891944" y="60305"/>
                  <a:pt x="887026" y="548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FE5B88-AFA4-4425-A59D-FB0E7948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565" y="656651"/>
            <a:ext cx="1126" cy="127933"/>
          </a:xfrm>
          <a:custGeom xmlns:a="http://schemas.openxmlformats.org/drawingml/2006/main">
            <a:pathLst>
              <a:path w="1126" h="127933">
                <a:moveTo>
                  <a:pt x="1126" y="0"/>
                </a:moveTo>
                <a:lnTo>
                  <a:pt x="0" y="127933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CD8FA-B63D-4E1A-A19D-9E4B9AB2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565" y="656651"/>
            <a:ext cx="1126" cy="127933"/>
          </a:xfrm>
          <a:custGeom xmlns:a="http://schemas.openxmlformats.org/drawingml/2006/main">
            <a:pathLst>
              <a:path w="1126" h="127933" fill="none">
                <a:moveTo>
                  <a:pt x="1126" y="0"/>
                </a:moveTo>
                <a:lnTo>
                  <a:pt x="0" y="127933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C40D7-1092-443E-AA8A-858FCDD9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933" y="691023"/>
            <a:ext cx="987426" cy="307670"/>
          </a:xfrm>
          <a:custGeom xmlns:a="http://schemas.openxmlformats.org/drawingml/2006/main">
            <a:pathLst>
              <a:path w="987426" h="307670">
                <a:moveTo>
                  <a:pt x="0" y="0"/>
                </a:moveTo>
                <a:lnTo>
                  <a:pt x="987426" y="0"/>
                </a:lnTo>
                <a:lnTo>
                  <a:pt x="987426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Forward">
            <a:extLst xmlns:a="http://schemas.openxmlformats.org/drawingml/2006/main">
              <a:ext uri="{FF2B5EF4-FFF2-40B4-BE49-F238E27FC236}">
                <a16:creationId xmlns:a16="http://schemas.microsoft.com/office/drawing/2014/main" id="{9B9E7ADD-408F-46E8-B1CA-78E561E1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490" y="796265"/>
            <a:ext cx="428301" cy="89893"/>
          </a:xfrm>
          <a:custGeom xmlns:a="http://schemas.openxmlformats.org/drawingml/2006/main">
            <a:pathLst>
              <a:path w="428301" h="89893">
                <a:moveTo>
                  <a:pt x="23930" y="8679"/>
                </a:moveTo>
                <a:lnTo>
                  <a:pt x="23930" y="41661"/>
                </a:lnTo>
                <a:lnTo>
                  <a:pt x="39243" y="41661"/>
                </a:lnTo>
                <a:cubicBezTo>
                  <a:pt x="42756" y="41661"/>
                  <a:pt x="45329" y="40891"/>
                  <a:pt x="46962" y="39350"/>
                </a:cubicBezTo>
                <a:cubicBezTo>
                  <a:pt x="48594" y="37808"/>
                  <a:pt x="49679" y="34734"/>
                  <a:pt x="50216" y="30130"/>
                </a:cubicBezTo>
                <a:lnTo>
                  <a:pt x="52510" y="30130"/>
                </a:lnTo>
                <a:lnTo>
                  <a:pt x="52510" y="58648"/>
                </a:lnTo>
                <a:lnTo>
                  <a:pt x="50216" y="58648"/>
                </a:lnTo>
                <a:cubicBezTo>
                  <a:pt x="50175" y="55383"/>
                  <a:pt x="49751" y="52985"/>
                  <a:pt x="48945" y="51456"/>
                </a:cubicBezTo>
                <a:cubicBezTo>
                  <a:pt x="48140" y="49927"/>
                  <a:pt x="47024" y="48780"/>
                  <a:pt x="45598" y="48016"/>
                </a:cubicBezTo>
                <a:cubicBezTo>
                  <a:pt x="44172" y="47251"/>
                  <a:pt x="42054" y="46869"/>
                  <a:pt x="39243" y="46869"/>
                </a:cubicBezTo>
                <a:lnTo>
                  <a:pt x="23930" y="46869"/>
                </a:lnTo>
                <a:lnTo>
                  <a:pt x="23930" y="73279"/>
                </a:lnTo>
                <a:cubicBezTo>
                  <a:pt x="23930" y="77515"/>
                  <a:pt x="24199" y="80312"/>
                  <a:pt x="24736" y="81669"/>
                </a:cubicBezTo>
                <a:cubicBezTo>
                  <a:pt x="25150" y="82697"/>
                  <a:pt x="26017" y="83582"/>
                  <a:pt x="27340" y="84322"/>
                </a:cubicBezTo>
                <a:cubicBezTo>
                  <a:pt x="29159" y="85308"/>
                  <a:pt x="31060" y="85802"/>
                  <a:pt x="33044" y="85802"/>
                </a:cubicBezTo>
                <a:lnTo>
                  <a:pt x="36081" y="85802"/>
                </a:lnTo>
                <a:lnTo>
                  <a:pt x="36081" y="88158"/>
                </a:lnTo>
                <a:lnTo>
                  <a:pt x="0" y="88158"/>
                </a:lnTo>
                <a:lnTo>
                  <a:pt x="0" y="85802"/>
                </a:lnTo>
                <a:lnTo>
                  <a:pt x="2976" y="85802"/>
                </a:lnTo>
                <a:cubicBezTo>
                  <a:pt x="6448" y="85802"/>
                  <a:pt x="8969" y="84794"/>
                  <a:pt x="10539" y="82780"/>
                </a:cubicBezTo>
                <a:cubicBezTo>
                  <a:pt x="11531" y="81463"/>
                  <a:pt x="12027" y="78296"/>
                  <a:pt x="12027" y="73279"/>
                </a:cubicBezTo>
                <a:lnTo>
                  <a:pt x="12027" y="18971"/>
                </a:lnTo>
                <a:cubicBezTo>
                  <a:pt x="12027" y="14734"/>
                  <a:pt x="11758" y="11937"/>
                  <a:pt x="11221" y="10580"/>
                </a:cubicBezTo>
                <a:cubicBezTo>
                  <a:pt x="10808" y="9552"/>
                  <a:pt x="9961" y="8668"/>
                  <a:pt x="8679" y="7928"/>
                </a:cubicBezTo>
                <a:cubicBezTo>
                  <a:pt x="6902" y="6941"/>
                  <a:pt x="5001" y="6448"/>
                  <a:pt x="2976" y="6448"/>
                </a:cubicBezTo>
                <a:lnTo>
                  <a:pt x="0" y="6448"/>
                </a:lnTo>
                <a:lnTo>
                  <a:pt x="0" y="4092"/>
                </a:lnTo>
                <a:lnTo>
                  <a:pt x="62553" y="4092"/>
                </a:lnTo>
                <a:lnTo>
                  <a:pt x="63359" y="22566"/>
                </a:lnTo>
                <a:lnTo>
                  <a:pt x="61190" y="22566"/>
                </a:lnTo>
                <a:cubicBezTo>
                  <a:pt x="60115" y="18640"/>
                  <a:pt x="58865" y="15757"/>
                  <a:pt x="57439" y="13918"/>
                </a:cubicBezTo>
                <a:cubicBezTo>
                  <a:pt x="56013" y="12079"/>
                  <a:pt x="54256" y="10746"/>
                  <a:pt x="52169" y="9919"/>
                </a:cubicBezTo>
                <a:cubicBezTo>
                  <a:pt x="50082" y="9093"/>
                  <a:pt x="46848" y="8679"/>
                  <a:pt x="42467" y="8679"/>
                </a:cubicBezTo>
                <a:lnTo>
                  <a:pt x="23930" y="8679"/>
                </a:lnTo>
                <a:close/>
                <a:moveTo>
                  <a:pt x="100290" y="29758"/>
                </a:moveTo>
                <a:cubicBezTo>
                  <a:pt x="108887" y="29758"/>
                  <a:pt x="115789" y="33020"/>
                  <a:pt x="120996" y="39543"/>
                </a:cubicBezTo>
                <a:cubicBezTo>
                  <a:pt x="125419" y="45117"/>
                  <a:pt x="127630" y="51516"/>
                  <a:pt x="127630" y="58743"/>
                </a:cubicBezTo>
                <a:cubicBezTo>
                  <a:pt x="127630" y="63821"/>
                  <a:pt x="126411" y="68962"/>
                  <a:pt x="123972" y="74164"/>
                </a:cubicBezTo>
                <a:cubicBezTo>
                  <a:pt x="121534" y="79365"/>
                  <a:pt x="118176" y="83287"/>
                  <a:pt x="113898" y="85930"/>
                </a:cubicBezTo>
                <a:cubicBezTo>
                  <a:pt x="109620" y="88572"/>
                  <a:pt x="104857" y="89893"/>
                  <a:pt x="99608" y="89893"/>
                </a:cubicBezTo>
                <a:cubicBezTo>
                  <a:pt x="91052" y="89893"/>
                  <a:pt x="84254" y="86487"/>
                  <a:pt x="79211" y="79674"/>
                </a:cubicBezTo>
                <a:cubicBezTo>
                  <a:pt x="74954" y="73935"/>
                  <a:pt x="72826" y="67495"/>
                  <a:pt x="72826" y="60353"/>
                </a:cubicBezTo>
                <a:cubicBezTo>
                  <a:pt x="72826" y="55150"/>
                  <a:pt x="74117" y="49979"/>
                  <a:pt x="76701" y="44838"/>
                </a:cubicBezTo>
                <a:cubicBezTo>
                  <a:pt x="79284" y="39698"/>
                  <a:pt x="82683" y="35899"/>
                  <a:pt x="86899" y="33443"/>
                </a:cubicBezTo>
                <a:cubicBezTo>
                  <a:pt x="91114" y="30986"/>
                  <a:pt x="95578" y="29758"/>
                  <a:pt x="100290" y="29758"/>
                </a:cubicBezTo>
                <a:moveTo>
                  <a:pt x="98368" y="33850"/>
                </a:moveTo>
                <a:cubicBezTo>
                  <a:pt x="96177" y="33850"/>
                  <a:pt x="93977" y="34499"/>
                  <a:pt x="91765" y="35797"/>
                </a:cubicBezTo>
                <a:cubicBezTo>
                  <a:pt x="89554" y="37093"/>
                  <a:pt x="87767" y="39368"/>
                  <a:pt x="86403" y="42622"/>
                </a:cubicBezTo>
                <a:cubicBezTo>
                  <a:pt x="85039" y="45875"/>
                  <a:pt x="84357" y="50055"/>
                  <a:pt x="84357" y="55161"/>
                </a:cubicBezTo>
                <a:cubicBezTo>
                  <a:pt x="84357" y="63397"/>
                  <a:pt x="86000" y="70501"/>
                  <a:pt x="89286" y="76473"/>
                </a:cubicBezTo>
                <a:cubicBezTo>
                  <a:pt x="92571" y="82444"/>
                  <a:pt x="96901" y="85430"/>
                  <a:pt x="102274" y="85430"/>
                </a:cubicBezTo>
                <a:cubicBezTo>
                  <a:pt x="106283" y="85430"/>
                  <a:pt x="109589" y="83782"/>
                  <a:pt x="112193" y="80488"/>
                </a:cubicBezTo>
                <a:cubicBezTo>
                  <a:pt x="114797" y="77193"/>
                  <a:pt x="116099" y="71531"/>
                  <a:pt x="116099" y="63501"/>
                </a:cubicBezTo>
                <a:cubicBezTo>
                  <a:pt x="116099" y="53452"/>
                  <a:pt x="113929" y="45545"/>
                  <a:pt x="109589" y="39780"/>
                </a:cubicBezTo>
                <a:cubicBezTo>
                  <a:pt x="106655" y="35826"/>
                  <a:pt x="102914" y="33850"/>
                  <a:pt x="98368" y="33850"/>
                </a:cubicBezTo>
                <a:close/>
                <a:moveTo>
                  <a:pt x="152614" y="29758"/>
                </a:moveTo>
                <a:lnTo>
                  <a:pt x="152614" y="42529"/>
                </a:lnTo>
                <a:cubicBezTo>
                  <a:pt x="157367" y="34015"/>
                  <a:pt x="162244" y="29758"/>
                  <a:pt x="167245" y="29758"/>
                </a:cubicBezTo>
                <a:cubicBezTo>
                  <a:pt x="169518" y="29758"/>
                  <a:pt x="171398" y="30450"/>
                  <a:pt x="172886" y="31835"/>
                </a:cubicBezTo>
                <a:cubicBezTo>
                  <a:pt x="174374" y="33219"/>
                  <a:pt x="175118" y="34821"/>
                  <a:pt x="175118" y="36639"/>
                </a:cubicBezTo>
                <a:cubicBezTo>
                  <a:pt x="175118" y="38251"/>
                  <a:pt x="174581" y="39615"/>
                  <a:pt x="173506" y="40731"/>
                </a:cubicBezTo>
                <a:cubicBezTo>
                  <a:pt x="172432" y="41847"/>
                  <a:pt x="171150" y="42405"/>
                  <a:pt x="169662" y="42405"/>
                </a:cubicBezTo>
                <a:cubicBezTo>
                  <a:pt x="168216" y="42405"/>
                  <a:pt x="166594" y="41702"/>
                  <a:pt x="164796" y="40297"/>
                </a:cubicBezTo>
                <a:cubicBezTo>
                  <a:pt x="162998" y="38892"/>
                  <a:pt x="161665" y="38189"/>
                  <a:pt x="160797" y="38189"/>
                </a:cubicBezTo>
                <a:cubicBezTo>
                  <a:pt x="160053" y="38189"/>
                  <a:pt x="159247" y="38599"/>
                  <a:pt x="158379" y="39419"/>
                </a:cubicBezTo>
                <a:cubicBezTo>
                  <a:pt x="156519" y="41102"/>
                  <a:pt x="154598" y="43872"/>
                  <a:pt x="152614" y="47729"/>
                </a:cubicBezTo>
                <a:lnTo>
                  <a:pt x="152614" y="74891"/>
                </a:lnTo>
                <a:cubicBezTo>
                  <a:pt x="152614" y="78034"/>
                  <a:pt x="153006" y="80412"/>
                  <a:pt x="153792" y="82024"/>
                </a:cubicBezTo>
                <a:cubicBezTo>
                  <a:pt x="154329" y="83141"/>
                  <a:pt x="155280" y="84071"/>
                  <a:pt x="156643" y="84814"/>
                </a:cubicBezTo>
                <a:cubicBezTo>
                  <a:pt x="158007" y="85555"/>
                  <a:pt x="159971" y="85926"/>
                  <a:pt x="162533" y="85926"/>
                </a:cubicBezTo>
                <a:lnTo>
                  <a:pt x="162533" y="88158"/>
                </a:lnTo>
                <a:lnTo>
                  <a:pt x="133457" y="88158"/>
                </a:lnTo>
                <a:lnTo>
                  <a:pt x="133457" y="85926"/>
                </a:lnTo>
                <a:cubicBezTo>
                  <a:pt x="136350" y="85926"/>
                  <a:pt x="138499" y="85466"/>
                  <a:pt x="139905" y="84546"/>
                </a:cubicBezTo>
                <a:cubicBezTo>
                  <a:pt x="140938" y="83877"/>
                  <a:pt x="141661" y="82811"/>
                  <a:pt x="142074" y="81348"/>
                </a:cubicBezTo>
                <a:cubicBezTo>
                  <a:pt x="142281" y="80636"/>
                  <a:pt x="142384" y="78608"/>
                  <a:pt x="142384" y="75263"/>
                </a:cubicBezTo>
                <a:lnTo>
                  <a:pt x="142384" y="53440"/>
                </a:lnTo>
                <a:cubicBezTo>
                  <a:pt x="142384" y="46827"/>
                  <a:pt x="142250" y="42891"/>
                  <a:pt x="141981" y="41630"/>
                </a:cubicBezTo>
                <a:cubicBezTo>
                  <a:pt x="141713" y="40369"/>
                  <a:pt x="141217" y="39450"/>
                  <a:pt x="140494" y="38871"/>
                </a:cubicBezTo>
                <a:cubicBezTo>
                  <a:pt x="139770" y="38293"/>
                  <a:pt x="138871" y="38003"/>
                  <a:pt x="137797" y="38003"/>
                </a:cubicBezTo>
                <a:cubicBezTo>
                  <a:pt x="136516" y="38003"/>
                  <a:pt x="135069" y="38313"/>
                  <a:pt x="133457" y="38933"/>
                </a:cubicBezTo>
                <a:lnTo>
                  <a:pt x="132837" y="36701"/>
                </a:lnTo>
                <a:lnTo>
                  <a:pt x="150010" y="29758"/>
                </a:lnTo>
                <a:lnTo>
                  <a:pt x="152614" y="29758"/>
                </a:lnTo>
                <a:close/>
                <a:moveTo>
                  <a:pt x="175117" y="31370"/>
                </a:moveTo>
                <a:lnTo>
                  <a:pt x="198923" y="31370"/>
                </a:lnTo>
                <a:lnTo>
                  <a:pt x="198923" y="33602"/>
                </a:lnTo>
                <a:cubicBezTo>
                  <a:pt x="196733" y="33768"/>
                  <a:pt x="195297" y="34164"/>
                  <a:pt x="194615" y="34789"/>
                </a:cubicBezTo>
                <a:cubicBezTo>
                  <a:pt x="193933" y="35413"/>
                  <a:pt x="193592" y="36307"/>
                  <a:pt x="193592" y="37472"/>
                </a:cubicBezTo>
                <a:cubicBezTo>
                  <a:pt x="193592" y="38764"/>
                  <a:pt x="193943" y="40325"/>
                  <a:pt x="194646" y="42157"/>
                </a:cubicBezTo>
                <a:lnTo>
                  <a:pt x="206797" y="74759"/>
                </a:lnTo>
                <a:lnTo>
                  <a:pt x="219010" y="48167"/>
                </a:lnTo>
                <a:lnTo>
                  <a:pt x="215786" y="39863"/>
                </a:lnTo>
                <a:cubicBezTo>
                  <a:pt x="214794" y="37359"/>
                  <a:pt x="213492" y="35626"/>
                  <a:pt x="211880" y="34665"/>
                </a:cubicBezTo>
                <a:cubicBezTo>
                  <a:pt x="210971" y="34081"/>
                  <a:pt x="209277" y="33727"/>
                  <a:pt x="206797" y="33602"/>
                </a:cubicBezTo>
                <a:lnTo>
                  <a:pt x="206797" y="31370"/>
                </a:lnTo>
                <a:lnTo>
                  <a:pt x="233827" y="31370"/>
                </a:lnTo>
                <a:lnTo>
                  <a:pt x="233827" y="33602"/>
                </a:lnTo>
                <a:cubicBezTo>
                  <a:pt x="230851" y="33727"/>
                  <a:pt x="228743" y="34271"/>
                  <a:pt x="227503" y="35233"/>
                </a:cubicBezTo>
                <a:cubicBezTo>
                  <a:pt x="226677" y="35903"/>
                  <a:pt x="226263" y="36971"/>
                  <a:pt x="226263" y="38435"/>
                </a:cubicBezTo>
                <a:cubicBezTo>
                  <a:pt x="226263" y="39262"/>
                  <a:pt x="226429" y="40110"/>
                  <a:pt x="226759" y="40979"/>
                </a:cubicBezTo>
                <a:lnTo>
                  <a:pt x="239654" y="73624"/>
                </a:lnTo>
                <a:lnTo>
                  <a:pt x="251619" y="42157"/>
                </a:lnTo>
                <a:cubicBezTo>
                  <a:pt x="252446" y="39908"/>
                  <a:pt x="252859" y="38118"/>
                  <a:pt x="252859" y="36787"/>
                </a:cubicBezTo>
                <a:cubicBezTo>
                  <a:pt x="252859" y="35995"/>
                  <a:pt x="252456" y="35287"/>
                  <a:pt x="251650" y="34663"/>
                </a:cubicBezTo>
                <a:cubicBezTo>
                  <a:pt x="250845" y="34038"/>
                  <a:pt x="249264" y="33684"/>
                  <a:pt x="246908" y="33602"/>
                </a:cubicBezTo>
                <a:lnTo>
                  <a:pt x="246908" y="31370"/>
                </a:lnTo>
                <a:lnTo>
                  <a:pt x="264824" y="31370"/>
                </a:lnTo>
                <a:lnTo>
                  <a:pt x="264824" y="33602"/>
                </a:lnTo>
                <a:cubicBezTo>
                  <a:pt x="261229" y="34141"/>
                  <a:pt x="258584" y="36591"/>
                  <a:pt x="256889" y="40950"/>
                </a:cubicBezTo>
                <a:lnTo>
                  <a:pt x="237918" y="89893"/>
                </a:lnTo>
                <a:lnTo>
                  <a:pt x="235377" y="89893"/>
                </a:lnTo>
                <a:lnTo>
                  <a:pt x="221180" y="53692"/>
                </a:lnTo>
                <a:lnTo>
                  <a:pt x="204627" y="89893"/>
                </a:lnTo>
                <a:lnTo>
                  <a:pt x="202333" y="89893"/>
                </a:lnTo>
                <a:lnTo>
                  <a:pt x="184106" y="42157"/>
                </a:lnTo>
                <a:cubicBezTo>
                  <a:pt x="182908" y="39118"/>
                  <a:pt x="181730" y="37068"/>
                  <a:pt x="180573" y="36006"/>
                </a:cubicBezTo>
                <a:cubicBezTo>
                  <a:pt x="179415" y="34944"/>
                  <a:pt x="177597" y="34143"/>
                  <a:pt x="175117" y="33602"/>
                </a:cubicBezTo>
                <a:lnTo>
                  <a:pt x="175117" y="31370"/>
                </a:lnTo>
                <a:close/>
                <a:moveTo>
                  <a:pt x="302125" y="80040"/>
                </a:moveTo>
                <a:cubicBezTo>
                  <a:pt x="296297" y="84544"/>
                  <a:pt x="292639" y="87146"/>
                  <a:pt x="291152" y="87848"/>
                </a:cubicBezTo>
                <a:cubicBezTo>
                  <a:pt x="288920" y="88881"/>
                  <a:pt x="286543" y="89398"/>
                  <a:pt x="284022" y="89398"/>
                </a:cubicBezTo>
                <a:cubicBezTo>
                  <a:pt x="280096" y="89398"/>
                  <a:pt x="276862" y="88054"/>
                  <a:pt x="274320" y="85368"/>
                </a:cubicBezTo>
                <a:cubicBezTo>
                  <a:pt x="271778" y="82681"/>
                  <a:pt x="270507" y="79148"/>
                  <a:pt x="270507" y="74767"/>
                </a:cubicBezTo>
                <a:cubicBezTo>
                  <a:pt x="270507" y="71997"/>
                  <a:pt x="271127" y="69600"/>
                  <a:pt x="272367" y="67575"/>
                </a:cubicBezTo>
                <a:cubicBezTo>
                  <a:pt x="274061" y="64765"/>
                  <a:pt x="277006" y="62120"/>
                  <a:pt x="281201" y="59640"/>
                </a:cubicBezTo>
                <a:cubicBezTo>
                  <a:pt x="285396" y="57160"/>
                  <a:pt x="292371" y="54143"/>
                  <a:pt x="302125" y="50588"/>
                </a:cubicBezTo>
                <a:lnTo>
                  <a:pt x="302125" y="48364"/>
                </a:lnTo>
                <a:cubicBezTo>
                  <a:pt x="302125" y="42723"/>
                  <a:pt x="301226" y="38852"/>
                  <a:pt x="299428" y="36752"/>
                </a:cubicBezTo>
                <a:cubicBezTo>
                  <a:pt x="297630" y="34652"/>
                  <a:pt x="295016" y="33602"/>
                  <a:pt x="291586" y="33602"/>
                </a:cubicBezTo>
                <a:cubicBezTo>
                  <a:pt x="288982" y="33602"/>
                  <a:pt x="286915" y="34304"/>
                  <a:pt x="285386" y="35709"/>
                </a:cubicBezTo>
                <a:cubicBezTo>
                  <a:pt x="283815" y="37115"/>
                  <a:pt x="283030" y="38727"/>
                  <a:pt x="283030" y="40545"/>
                </a:cubicBezTo>
                <a:lnTo>
                  <a:pt x="283154" y="44141"/>
                </a:lnTo>
                <a:cubicBezTo>
                  <a:pt x="283154" y="46042"/>
                  <a:pt x="282668" y="47509"/>
                  <a:pt x="281697" y="48542"/>
                </a:cubicBezTo>
                <a:cubicBezTo>
                  <a:pt x="280726" y="49576"/>
                  <a:pt x="279455" y="50092"/>
                  <a:pt x="277884" y="50092"/>
                </a:cubicBezTo>
                <a:cubicBezTo>
                  <a:pt x="276355" y="50092"/>
                  <a:pt x="275105" y="49554"/>
                  <a:pt x="274134" y="48477"/>
                </a:cubicBezTo>
                <a:cubicBezTo>
                  <a:pt x="273163" y="47398"/>
                  <a:pt x="272677" y="45926"/>
                  <a:pt x="272677" y="44061"/>
                </a:cubicBezTo>
                <a:cubicBezTo>
                  <a:pt x="272677" y="40495"/>
                  <a:pt x="274495" y="37220"/>
                  <a:pt x="278132" y="34235"/>
                </a:cubicBezTo>
                <a:cubicBezTo>
                  <a:pt x="281770" y="31250"/>
                  <a:pt x="286874" y="29758"/>
                  <a:pt x="293445" y="29758"/>
                </a:cubicBezTo>
                <a:cubicBezTo>
                  <a:pt x="298488" y="29758"/>
                  <a:pt x="302621" y="30604"/>
                  <a:pt x="305844" y="32296"/>
                </a:cubicBezTo>
                <a:cubicBezTo>
                  <a:pt x="308283" y="33576"/>
                  <a:pt x="310081" y="35578"/>
                  <a:pt x="311238" y="38304"/>
                </a:cubicBezTo>
                <a:cubicBezTo>
                  <a:pt x="311982" y="40078"/>
                  <a:pt x="312354" y="43711"/>
                  <a:pt x="312354" y="49201"/>
                </a:cubicBezTo>
                <a:lnTo>
                  <a:pt x="312354" y="68459"/>
                </a:lnTo>
                <a:cubicBezTo>
                  <a:pt x="312354" y="73866"/>
                  <a:pt x="312457" y="77179"/>
                  <a:pt x="312664" y="78397"/>
                </a:cubicBezTo>
                <a:cubicBezTo>
                  <a:pt x="312871" y="79615"/>
                  <a:pt x="313212" y="80431"/>
                  <a:pt x="313687" y="80844"/>
                </a:cubicBezTo>
                <a:cubicBezTo>
                  <a:pt x="314162" y="81256"/>
                  <a:pt x="314710" y="81462"/>
                  <a:pt x="315330" y="81462"/>
                </a:cubicBezTo>
                <a:cubicBezTo>
                  <a:pt x="315991" y="81462"/>
                  <a:pt x="316570" y="81317"/>
                  <a:pt x="317066" y="81028"/>
                </a:cubicBezTo>
                <a:cubicBezTo>
                  <a:pt x="317934" y="80491"/>
                  <a:pt x="319607" y="78982"/>
                  <a:pt x="322087" y="76502"/>
                </a:cubicBezTo>
                <a:lnTo>
                  <a:pt x="322087" y="79974"/>
                </a:lnTo>
                <a:cubicBezTo>
                  <a:pt x="317458" y="86174"/>
                  <a:pt x="313036" y="89274"/>
                  <a:pt x="308820" y="89274"/>
                </a:cubicBezTo>
                <a:cubicBezTo>
                  <a:pt x="306795" y="89274"/>
                  <a:pt x="305183" y="88576"/>
                  <a:pt x="303985" y="87181"/>
                </a:cubicBezTo>
                <a:cubicBezTo>
                  <a:pt x="302786" y="85785"/>
                  <a:pt x="302166" y="83405"/>
                  <a:pt x="302125" y="80040"/>
                </a:cubicBezTo>
                <a:moveTo>
                  <a:pt x="302125" y="76020"/>
                </a:moveTo>
                <a:lnTo>
                  <a:pt x="302125" y="54432"/>
                </a:lnTo>
                <a:cubicBezTo>
                  <a:pt x="295884" y="56907"/>
                  <a:pt x="291854" y="58659"/>
                  <a:pt x="290036" y="59690"/>
                </a:cubicBezTo>
                <a:cubicBezTo>
                  <a:pt x="286771" y="61505"/>
                  <a:pt x="284435" y="63402"/>
                  <a:pt x="283030" y="65382"/>
                </a:cubicBezTo>
                <a:cubicBezTo>
                  <a:pt x="281625" y="67361"/>
                  <a:pt x="280922" y="69525"/>
                  <a:pt x="280922" y="71876"/>
                </a:cubicBezTo>
                <a:cubicBezTo>
                  <a:pt x="280922" y="74845"/>
                  <a:pt x="281811" y="77310"/>
                  <a:pt x="283588" y="79269"/>
                </a:cubicBezTo>
                <a:cubicBezTo>
                  <a:pt x="285365" y="81227"/>
                  <a:pt x="287411" y="82206"/>
                  <a:pt x="289726" y="82206"/>
                </a:cubicBezTo>
                <a:cubicBezTo>
                  <a:pt x="292867" y="82206"/>
                  <a:pt x="297000" y="80144"/>
                  <a:pt x="302125" y="76020"/>
                </a:cubicBezTo>
                <a:close/>
                <a:moveTo>
                  <a:pt x="342810" y="29758"/>
                </a:moveTo>
                <a:lnTo>
                  <a:pt x="342810" y="42529"/>
                </a:lnTo>
                <a:cubicBezTo>
                  <a:pt x="347563" y="34015"/>
                  <a:pt x="352440" y="29758"/>
                  <a:pt x="357441" y="29758"/>
                </a:cubicBezTo>
                <a:cubicBezTo>
                  <a:pt x="359714" y="29758"/>
                  <a:pt x="361594" y="30450"/>
                  <a:pt x="363082" y="31835"/>
                </a:cubicBezTo>
                <a:cubicBezTo>
                  <a:pt x="364570" y="33219"/>
                  <a:pt x="365314" y="34821"/>
                  <a:pt x="365314" y="36639"/>
                </a:cubicBezTo>
                <a:cubicBezTo>
                  <a:pt x="365314" y="38251"/>
                  <a:pt x="364777" y="39615"/>
                  <a:pt x="363702" y="40731"/>
                </a:cubicBezTo>
                <a:cubicBezTo>
                  <a:pt x="362628" y="41847"/>
                  <a:pt x="361346" y="42405"/>
                  <a:pt x="359859" y="42405"/>
                </a:cubicBezTo>
                <a:cubicBezTo>
                  <a:pt x="358412" y="42405"/>
                  <a:pt x="356790" y="41702"/>
                  <a:pt x="354992" y="40297"/>
                </a:cubicBezTo>
                <a:cubicBezTo>
                  <a:pt x="353194" y="38892"/>
                  <a:pt x="351861" y="38189"/>
                  <a:pt x="350993" y="38189"/>
                </a:cubicBezTo>
                <a:cubicBezTo>
                  <a:pt x="350249" y="38189"/>
                  <a:pt x="349443" y="38599"/>
                  <a:pt x="348575" y="39419"/>
                </a:cubicBezTo>
                <a:cubicBezTo>
                  <a:pt x="346715" y="41102"/>
                  <a:pt x="344794" y="43872"/>
                  <a:pt x="342810" y="47729"/>
                </a:cubicBezTo>
                <a:lnTo>
                  <a:pt x="342810" y="74891"/>
                </a:lnTo>
                <a:cubicBezTo>
                  <a:pt x="342810" y="78034"/>
                  <a:pt x="343202" y="80412"/>
                  <a:pt x="343988" y="82024"/>
                </a:cubicBezTo>
                <a:cubicBezTo>
                  <a:pt x="344525" y="83141"/>
                  <a:pt x="345476" y="84071"/>
                  <a:pt x="346839" y="84814"/>
                </a:cubicBezTo>
                <a:cubicBezTo>
                  <a:pt x="348203" y="85555"/>
                  <a:pt x="350167" y="85926"/>
                  <a:pt x="352729" y="85926"/>
                </a:cubicBezTo>
                <a:lnTo>
                  <a:pt x="352729" y="88158"/>
                </a:lnTo>
                <a:lnTo>
                  <a:pt x="323653" y="88158"/>
                </a:lnTo>
                <a:lnTo>
                  <a:pt x="323653" y="85926"/>
                </a:lnTo>
                <a:cubicBezTo>
                  <a:pt x="326546" y="85926"/>
                  <a:pt x="328695" y="85466"/>
                  <a:pt x="330101" y="84546"/>
                </a:cubicBezTo>
                <a:cubicBezTo>
                  <a:pt x="331134" y="83877"/>
                  <a:pt x="331857" y="82811"/>
                  <a:pt x="332271" y="81348"/>
                </a:cubicBezTo>
                <a:cubicBezTo>
                  <a:pt x="332477" y="80636"/>
                  <a:pt x="332580" y="78608"/>
                  <a:pt x="332580" y="75263"/>
                </a:cubicBezTo>
                <a:lnTo>
                  <a:pt x="332580" y="53440"/>
                </a:lnTo>
                <a:cubicBezTo>
                  <a:pt x="332580" y="46827"/>
                  <a:pt x="332446" y="42891"/>
                  <a:pt x="332178" y="41630"/>
                </a:cubicBezTo>
                <a:cubicBezTo>
                  <a:pt x="331909" y="40369"/>
                  <a:pt x="331413" y="39450"/>
                  <a:pt x="330690" y="38871"/>
                </a:cubicBezTo>
                <a:cubicBezTo>
                  <a:pt x="329966" y="38293"/>
                  <a:pt x="329067" y="38003"/>
                  <a:pt x="327993" y="38003"/>
                </a:cubicBezTo>
                <a:cubicBezTo>
                  <a:pt x="326712" y="38003"/>
                  <a:pt x="325265" y="38313"/>
                  <a:pt x="323653" y="38933"/>
                </a:cubicBezTo>
                <a:lnTo>
                  <a:pt x="323033" y="36701"/>
                </a:lnTo>
                <a:lnTo>
                  <a:pt x="340206" y="29758"/>
                </a:lnTo>
                <a:lnTo>
                  <a:pt x="342810" y="29758"/>
                </a:lnTo>
                <a:close/>
                <a:moveTo>
                  <a:pt x="408586" y="81776"/>
                </a:moveTo>
                <a:cubicBezTo>
                  <a:pt x="405817" y="84668"/>
                  <a:pt x="403110" y="86744"/>
                  <a:pt x="400465" y="88005"/>
                </a:cubicBezTo>
                <a:cubicBezTo>
                  <a:pt x="397820" y="89264"/>
                  <a:pt x="394968" y="89893"/>
                  <a:pt x="391909" y="89893"/>
                </a:cubicBezTo>
                <a:cubicBezTo>
                  <a:pt x="385710" y="89893"/>
                  <a:pt x="380296" y="87306"/>
                  <a:pt x="375667" y="82130"/>
                </a:cubicBezTo>
                <a:cubicBezTo>
                  <a:pt x="371038" y="76954"/>
                  <a:pt x="368723" y="70302"/>
                  <a:pt x="368723" y="62176"/>
                </a:cubicBezTo>
                <a:cubicBezTo>
                  <a:pt x="368723" y="54050"/>
                  <a:pt x="371286" y="46616"/>
                  <a:pt x="376411" y="39873"/>
                </a:cubicBezTo>
                <a:cubicBezTo>
                  <a:pt x="381535" y="33129"/>
                  <a:pt x="388128" y="29758"/>
                  <a:pt x="396187" y="29758"/>
                </a:cubicBezTo>
                <a:cubicBezTo>
                  <a:pt x="401188" y="29758"/>
                  <a:pt x="405321" y="31348"/>
                  <a:pt x="408586" y="34530"/>
                </a:cubicBezTo>
                <a:lnTo>
                  <a:pt x="408586" y="23930"/>
                </a:lnTo>
                <a:cubicBezTo>
                  <a:pt x="408586" y="17469"/>
                  <a:pt x="408431" y="13497"/>
                  <a:pt x="408121" y="12016"/>
                </a:cubicBezTo>
                <a:cubicBezTo>
                  <a:pt x="407811" y="10534"/>
                  <a:pt x="407326" y="9525"/>
                  <a:pt x="406664" y="8989"/>
                </a:cubicBezTo>
                <a:cubicBezTo>
                  <a:pt x="406003" y="8452"/>
                  <a:pt x="405176" y="8183"/>
                  <a:pt x="404185" y="8183"/>
                </a:cubicBezTo>
                <a:cubicBezTo>
                  <a:pt x="403110" y="8183"/>
                  <a:pt x="401684" y="8514"/>
                  <a:pt x="399907" y="9175"/>
                </a:cubicBezTo>
                <a:lnTo>
                  <a:pt x="399101" y="6943"/>
                </a:lnTo>
                <a:lnTo>
                  <a:pt x="416026" y="0"/>
                </a:lnTo>
                <a:lnTo>
                  <a:pt x="418815" y="0"/>
                </a:lnTo>
                <a:lnTo>
                  <a:pt x="418815" y="65715"/>
                </a:lnTo>
                <a:cubicBezTo>
                  <a:pt x="418815" y="72342"/>
                  <a:pt x="418970" y="76386"/>
                  <a:pt x="419280" y="77847"/>
                </a:cubicBezTo>
                <a:cubicBezTo>
                  <a:pt x="419590" y="79308"/>
                  <a:pt x="420086" y="80327"/>
                  <a:pt x="420768" y="80906"/>
                </a:cubicBezTo>
                <a:cubicBezTo>
                  <a:pt x="421450" y="81483"/>
                  <a:pt x="422246" y="81772"/>
                  <a:pt x="423155" y="81772"/>
                </a:cubicBezTo>
                <a:cubicBezTo>
                  <a:pt x="424271" y="81772"/>
                  <a:pt x="425759" y="81421"/>
                  <a:pt x="427619" y="80718"/>
                </a:cubicBezTo>
                <a:lnTo>
                  <a:pt x="428301" y="82950"/>
                </a:lnTo>
                <a:lnTo>
                  <a:pt x="411438" y="89893"/>
                </a:lnTo>
                <a:lnTo>
                  <a:pt x="408586" y="89893"/>
                </a:lnTo>
                <a:lnTo>
                  <a:pt x="408586" y="81776"/>
                </a:lnTo>
                <a:moveTo>
                  <a:pt x="408586" y="77446"/>
                </a:moveTo>
                <a:lnTo>
                  <a:pt x="408586" y="48258"/>
                </a:lnTo>
                <a:cubicBezTo>
                  <a:pt x="408338" y="45454"/>
                  <a:pt x="407594" y="42898"/>
                  <a:pt x="406354" y="40590"/>
                </a:cubicBezTo>
                <a:cubicBezTo>
                  <a:pt x="405114" y="38280"/>
                  <a:pt x="403472" y="36539"/>
                  <a:pt x="401426" y="35365"/>
                </a:cubicBezTo>
                <a:cubicBezTo>
                  <a:pt x="399380" y="34189"/>
                  <a:pt x="397386" y="33602"/>
                  <a:pt x="395443" y="33602"/>
                </a:cubicBezTo>
                <a:cubicBezTo>
                  <a:pt x="391806" y="33602"/>
                  <a:pt x="388562" y="35230"/>
                  <a:pt x="385710" y="38488"/>
                </a:cubicBezTo>
                <a:cubicBezTo>
                  <a:pt x="381949" y="42774"/>
                  <a:pt x="380068" y="49040"/>
                  <a:pt x="380068" y="57286"/>
                </a:cubicBezTo>
                <a:cubicBezTo>
                  <a:pt x="380068" y="65614"/>
                  <a:pt x="381887" y="71994"/>
                  <a:pt x="385524" y="76427"/>
                </a:cubicBezTo>
                <a:cubicBezTo>
                  <a:pt x="389161" y="80858"/>
                  <a:pt x="393211" y="83074"/>
                  <a:pt x="397675" y="83074"/>
                </a:cubicBezTo>
                <a:cubicBezTo>
                  <a:pt x="401436" y="83074"/>
                  <a:pt x="405073" y="81198"/>
                  <a:pt x="408586" y="77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C2DCF-54EA-45F4-921B-4204E0AF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895" y="700158"/>
            <a:ext cx="810392" cy="307670"/>
          </a:xfrm>
          <a:custGeom xmlns:a="http://schemas.openxmlformats.org/drawingml/2006/main">
            <a:pathLst>
              <a:path w="810392" h="307670">
                <a:moveTo>
                  <a:pt x="0" y="0"/>
                </a:moveTo>
                <a:lnTo>
                  <a:pt x="810392" y="0"/>
                </a:lnTo>
                <a:lnTo>
                  <a:pt x="810392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Backward">
            <a:extLst xmlns:a="http://schemas.openxmlformats.org/drawingml/2006/main">
              <a:ext uri="{FF2B5EF4-FFF2-40B4-BE49-F238E27FC236}">
                <a16:creationId xmlns:a16="http://schemas.microsoft.com/office/drawing/2014/main" id="{43308FC6-F3AE-46E5-8A61-F5B31505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514" y="805401"/>
            <a:ext cx="512418" cy="89893"/>
          </a:xfrm>
          <a:custGeom xmlns:a="http://schemas.openxmlformats.org/drawingml/2006/main">
            <a:pathLst>
              <a:path w="512418" h="89893">
                <a:moveTo>
                  <a:pt x="56540" y="45117"/>
                </a:moveTo>
                <a:cubicBezTo>
                  <a:pt x="62367" y="46361"/>
                  <a:pt x="66728" y="48351"/>
                  <a:pt x="69621" y="51088"/>
                </a:cubicBezTo>
                <a:cubicBezTo>
                  <a:pt x="73630" y="54903"/>
                  <a:pt x="75635" y="59568"/>
                  <a:pt x="75635" y="65082"/>
                </a:cubicBezTo>
                <a:cubicBezTo>
                  <a:pt x="75635" y="69270"/>
                  <a:pt x="74312" y="73283"/>
                  <a:pt x="71667" y="77119"/>
                </a:cubicBezTo>
                <a:cubicBezTo>
                  <a:pt x="69022" y="80953"/>
                  <a:pt x="65395" y="83752"/>
                  <a:pt x="60787" y="85515"/>
                </a:cubicBezTo>
                <a:cubicBezTo>
                  <a:pt x="56178" y="87277"/>
                  <a:pt x="49142" y="88158"/>
                  <a:pt x="39677" y="88158"/>
                </a:cubicBezTo>
                <a:lnTo>
                  <a:pt x="0" y="88158"/>
                </a:lnTo>
                <a:lnTo>
                  <a:pt x="0" y="85802"/>
                </a:lnTo>
                <a:lnTo>
                  <a:pt x="3162" y="85802"/>
                </a:lnTo>
                <a:cubicBezTo>
                  <a:pt x="6675" y="85802"/>
                  <a:pt x="9196" y="84692"/>
                  <a:pt x="10725" y="82471"/>
                </a:cubicBezTo>
                <a:cubicBezTo>
                  <a:pt x="11676" y="81031"/>
                  <a:pt x="12151" y="77967"/>
                  <a:pt x="12151" y="73279"/>
                </a:cubicBezTo>
                <a:lnTo>
                  <a:pt x="12151" y="18971"/>
                </a:lnTo>
                <a:cubicBezTo>
                  <a:pt x="12151" y="13789"/>
                  <a:pt x="11552" y="10519"/>
                  <a:pt x="10353" y="9162"/>
                </a:cubicBezTo>
                <a:cubicBezTo>
                  <a:pt x="8741" y="7352"/>
                  <a:pt x="6344" y="6448"/>
                  <a:pt x="3162" y="6448"/>
                </a:cubicBezTo>
                <a:lnTo>
                  <a:pt x="0" y="6448"/>
                </a:lnTo>
                <a:lnTo>
                  <a:pt x="0" y="4092"/>
                </a:lnTo>
                <a:lnTo>
                  <a:pt x="36329" y="4092"/>
                </a:lnTo>
                <a:cubicBezTo>
                  <a:pt x="43108" y="4092"/>
                  <a:pt x="48542" y="4586"/>
                  <a:pt x="52634" y="5574"/>
                </a:cubicBezTo>
                <a:cubicBezTo>
                  <a:pt x="58834" y="7057"/>
                  <a:pt x="63566" y="9683"/>
                  <a:pt x="66831" y="13453"/>
                </a:cubicBezTo>
                <a:cubicBezTo>
                  <a:pt x="70096" y="17222"/>
                  <a:pt x="71729" y="21557"/>
                  <a:pt x="71729" y="26459"/>
                </a:cubicBezTo>
                <a:cubicBezTo>
                  <a:pt x="71729" y="30660"/>
                  <a:pt x="70448" y="34418"/>
                  <a:pt x="67885" y="37734"/>
                </a:cubicBezTo>
                <a:cubicBezTo>
                  <a:pt x="65323" y="41049"/>
                  <a:pt x="61541" y="43511"/>
                  <a:pt x="56540" y="45117"/>
                </a:cubicBezTo>
                <a:moveTo>
                  <a:pt x="24054" y="41669"/>
                </a:moveTo>
                <a:cubicBezTo>
                  <a:pt x="25583" y="41955"/>
                  <a:pt x="27330" y="42171"/>
                  <a:pt x="29293" y="42314"/>
                </a:cubicBezTo>
                <a:cubicBezTo>
                  <a:pt x="31256" y="42457"/>
                  <a:pt x="33416" y="42529"/>
                  <a:pt x="35771" y="42529"/>
                </a:cubicBezTo>
                <a:cubicBezTo>
                  <a:pt x="41806" y="42529"/>
                  <a:pt x="46342" y="41884"/>
                  <a:pt x="49379" y="40593"/>
                </a:cubicBezTo>
                <a:cubicBezTo>
                  <a:pt x="52417" y="39303"/>
                  <a:pt x="54742" y="37327"/>
                  <a:pt x="56354" y="34665"/>
                </a:cubicBezTo>
                <a:cubicBezTo>
                  <a:pt x="57966" y="32002"/>
                  <a:pt x="58772" y="29094"/>
                  <a:pt x="58772" y="25941"/>
                </a:cubicBezTo>
                <a:cubicBezTo>
                  <a:pt x="58772" y="21067"/>
                  <a:pt x="56767" y="16909"/>
                  <a:pt x="52758" y="13469"/>
                </a:cubicBezTo>
                <a:cubicBezTo>
                  <a:pt x="48749" y="10028"/>
                  <a:pt x="42901" y="8307"/>
                  <a:pt x="35213" y="8307"/>
                </a:cubicBezTo>
                <a:cubicBezTo>
                  <a:pt x="31080" y="8307"/>
                  <a:pt x="27361" y="8758"/>
                  <a:pt x="24054" y="9660"/>
                </a:cubicBezTo>
                <a:lnTo>
                  <a:pt x="24054" y="41669"/>
                </a:lnTo>
                <a:moveTo>
                  <a:pt x="24054" y="82020"/>
                </a:moveTo>
                <a:cubicBezTo>
                  <a:pt x="28849" y="83136"/>
                  <a:pt x="33581" y="83694"/>
                  <a:pt x="38251" y="83694"/>
                </a:cubicBezTo>
                <a:cubicBezTo>
                  <a:pt x="45732" y="83694"/>
                  <a:pt x="51436" y="82010"/>
                  <a:pt x="55362" y="78641"/>
                </a:cubicBezTo>
                <a:cubicBezTo>
                  <a:pt x="59288" y="75273"/>
                  <a:pt x="61252" y="71109"/>
                  <a:pt x="61252" y="66149"/>
                </a:cubicBezTo>
                <a:cubicBezTo>
                  <a:pt x="61252" y="62884"/>
                  <a:pt x="60363" y="59743"/>
                  <a:pt x="58586" y="56726"/>
                </a:cubicBezTo>
                <a:cubicBezTo>
                  <a:pt x="56809" y="53709"/>
                  <a:pt x="53915" y="51332"/>
                  <a:pt x="49906" y="49596"/>
                </a:cubicBezTo>
                <a:cubicBezTo>
                  <a:pt x="45897" y="47861"/>
                  <a:pt x="40938" y="46993"/>
                  <a:pt x="35027" y="46993"/>
                </a:cubicBezTo>
                <a:cubicBezTo>
                  <a:pt x="32465" y="46993"/>
                  <a:pt x="30274" y="47034"/>
                  <a:pt x="28456" y="47117"/>
                </a:cubicBezTo>
                <a:cubicBezTo>
                  <a:pt x="26637" y="47199"/>
                  <a:pt x="25170" y="47344"/>
                  <a:pt x="24054" y="47551"/>
                </a:cubicBezTo>
                <a:lnTo>
                  <a:pt x="24054" y="82020"/>
                </a:lnTo>
                <a:close/>
                <a:moveTo>
                  <a:pt x="118596" y="80040"/>
                </a:moveTo>
                <a:cubicBezTo>
                  <a:pt x="112768" y="84544"/>
                  <a:pt x="109110" y="87146"/>
                  <a:pt x="107622" y="87848"/>
                </a:cubicBezTo>
                <a:cubicBezTo>
                  <a:pt x="105390" y="88881"/>
                  <a:pt x="103014" y="89398"/>
                  <a:pt x="100493" y="89398"/>
                </a:cubicBezTo>
                <a:cubicBezTo>
                  <a:pt x="96566" y="89398"/>
                  <a:pt x="93332" y="88054"/>
                  <a:pt x="90791" y="85368"/>
                </a:cubicBezTo>
                <a:cubicBezTo>
                  <a:pt x="88249" y="82681"/>
                  <a:pt x="86978" y="79148"/>
                  <a:pt x="86978" y="74767"/>
                </a:cubicBezTo>
                <a:cubicBezTo>
                  <a:pt x="86978" y="71997"/>
                  <a:pt x="87598" y="69600"/>
                  <a:pt x="88838" y="67575"/>
                </a:cubicBezTo>
                <a:cubicBezTo>
                  <a:pt x="90532" y="64765"/>
                  <a:pt x="93477" y="62120"/>
                  <a:pt x="97672" y="59640"/>
                </a:cubicBezTo>
                <a:cubicBezTo>
                  <a:pt x="101867" y="57160"/>
                  <a:pt x="108842" y="54143"/>
                  <a:pt x="118596" y="50588"/>
                </a:cubicBezTo>
                <a:lnTo>
                  <a:pt x="118596" y="48364"/>
                </a:lnTo>
                <a:cubicBezTo>
                  <a:pt x="118596" y="42723"/>
                  <a:pt x="117697" y="38852"/>
                  <a:pt x="115899" y="36752"/>
                </a:cubicBezTo>
                <a:cubicBezTo>
                  <a:pt x="114101" y="34652"/>
                  <a:pt x="111487" y="33602"/>
                  <a:pt x="108056" y="33602"/>
                </a:cubicBezTo>
                <a:cubicBezTo>
                  <a:pt x="105452" y="33602"/>
                  <a:pt x="103386" y="34304"/>
                  <a:pt x="101857" y="35709"/>
                </a:cubicBezTo>
                <a:cubicBezTo>
                  <a:pt x="100286" y="37115"/>
                  <a:pt x="99501" y="38727"/>
                  <a:pt x="99501" y="40545"/>
                </a:cubicBezTo>
                <a:lnTo>
                  <a:pt x="99625" y="44141"/>
                </a:lnTo>
                <a:cubicBezTo>
                  <a:pt x="99625" y="46042"/>
                  <a:pt x="99139" y="47509"/>
                  <a:pt x="98168" y="48542"/>
                </a:cubicBezTo>
                <a:cubicBezTo>
                  <a:pt x="97197" y="49576"/>
                  <a:pt x="95926" y="50092"/>
                  <a:pt x="94355" y="50092"/>
                </a:cubicBezTo>
                <a:cubicBezTo>
                  <a:pt x="92826" y="50092"/>
                  <a:pt x="91576" y="49554"/>
                  <a:pt x="90605" y="48477"/>
                </a:cubicBezTo>
                <a:cubicBezTo>
                  <a:pt x="89633" y="47398"/>
                  <a:pt x="89148" y="45926"/>
                  <a:pt x="89148" y="44061"/>
                </a:cubicBezTo>
                <a:cubicBezTo>
                  <a:pt x="89148" y="40495"/>
                  <a:pt x="90966" y="37220"/>
                  <a:pt x="94603" y="34235"/>
                </a:cubicBezTo>
                <a:cubicBezTo>
                  <a:pt x="98240" y="31250"/>
                  <a:pt x="103345" y="29758"/>
                  <a:pt x="109916" y="29758"/>
                </a:cubicBezTo>
                <a:cubicBezTo>
                  <a:pt x="114958" y="29758"/>
                  <a:pt x="119091" y="30604"/>
                  <a:pt x="122315" y="32296"/>
                </a:cubicBezTo>
                <a:cubicBezTo>
                  <a:pt x="124754" y="33576"/>
                  <a:pt x="126552" y="35578"/>
                  <a:pt x="127709" y="38304"/>
                </a:cubicBezTo>
                <a:cubicBezTo>
                  <a:pt x="128453" y="40078"/>
                  <a:pt x="128825" y="43711"/>
                  <a:pt x="128825" y="49201"/>
                </a:cubicBezTo>
                <a:lnTo>
                  <a:pt x="128825" y="68459"/>
                </a:lnTo>
                <a:cubicBezTo>
                  <a:pt x="128825" y="73866"/>
                  <a:pt x="128928" y="77179"/>
                  <a:pt x="129135" y="78397"/>
                </a:cubicBezTo>
                <a:cubicBezTo>
                  <a:pt x="129341" y="79615"/>
                  <a:pt x="129682" y="80431"/>
                  <a:pt x="130158" y="80844"/>
                </a:cubicBezTo>
                <a:cubicBezTo>
                  <a:pt x="130633" y="81256"/>
                  <a:pt x="131181" y="81462"/>
                  <a:pt x="131801" y="81462"/>
                </a:cubicBezTo>
                <a:cubicBezTo>
                  <a:pt x="132462" y="81462"/>
                  <a:pt x="133040" y="81317"/>
                  <a:pt x="133536" y="81028"/>
                </a:cubicBezTo>
                <a:cubicBezTo>
                  <a:pt x="134404" y="80491"/>
                  <a:pt x="136078" y="78982"/>
                  <a:pt x="138558" y="76502"/>
                </a:cubicBezTo>
                <a:lnTo>
                  <a:pt x="138558" y="79974"/>
                </a:lnTo>
                <a:cubicBezTo>
                  <a:pt x="133929" y="86174"/>
                  <a:pt x="129507" y="89274"/>
                  <a:pt x="125291" y="89274"/>
                </a:cubicBezTo>
                <a:cubicBezTo>
                  <a:pt x="123266" y="89274"/>
                  <a:pt x="121654" y="88576"/>
                  <a:pt x="120455" y="87181"/>
                </a:cubicBezTo>
                <a:cubicBezTo>
                  <a:pt x="119257" y="85785"/>
                  <a:pt x="118637" y="83405"/>
                  <a:pt x="118596" y="80040"/>
                </a:cubicBezTo>
                <a:moveTo>
                  <a:pt x="118596" y="76020"/>
                </a:moveTo>
                <a:lnTo>
                  <a:pt x="118596" y="54432"/>
                </a:lnTo>
                <a:cubicBezTo>
                  <a:pt x="112355" y="56907"/>
                  <a:pt x="108325" y="58659"/>
                  <a:pt x="106506" y="59690"/>
                </a:cubicBezTo>
                <a:cubicBezTo>
                  <a:pt x="103241" y="61505"/>
                  <a:pt x="100906" y="63402"/>
                  <a:pt x="99501" y="65382"/>
                </a:cubicBezTo>
                <a:cubicBezTo>
                  <a:pt x="98096" y="67361"/>
                  <a:pt x="97393" y="69525"/>
                  <a:pt x="97393" y="71876"/>
                </a:cubicBezTo>
                <a:cubicBezTo>
                  <a:pt x="97393" y="74845"/>
                  <a:pt x="98282" y="77310"/>
                  <a:pt x="100059" y="79269"/>
                </a:cubicBezTo>
                <a:cubicBezTo>
                  <a:pt x="101836" y="81227"/>
                  <a:pt x="103882" y="82206"/>
                  <a:pt x="106196" y="82206"/>
                </a:cubicBezTo>
                <a:cubicBezTo>
                  <a:pt x="109338" y="82206"/>
                  <a:pt x="113471" y="80144"/>
                  <a:pt x="118596" y="76020"/>
                </a:cubicBezTo>
                <a:close/>
                <a:moveTo>
                  <a:pt x="190899" y="66583"/>
                </a:moveTo>
                <a:cubicBezTo>
                  <a:pt x="189370" y="74064"/>
                  <a:pt x="186373" y="79819"/>
                  <a:pt x="181909" y="83849"/>
                </a:cubicBezTo>
                <a:cubicBezTo>
                  <a:pt x="177446" y="87879"/>
                  <a:pt x="172507" y="89893"/>
                  <a:pt x="167093" y="89893"/>
                </a:cubicBezTo>
                <a:cubicBezTo>
                  <a:pt x="160645" y="89893"/>
                  <a:pt x="155024" y="87190"/>
                  <a:pt x="150230" y="81782"/>
                </a:cubicBezTo>
                <a:cubicBezTo>
                  <a:pt x="145435" y="76373"/>
                  <a:pt x="143038" y="69064"/>
                  <a:pt x="143038" y="59857"/>
                </a:cubicBezTo>
                <a:cubicBezTo>
                  <a:pt x="143038" y="50938"/>
                  <a:pt x="145694" y="43693"/>
                  <a:pt x="151005" y="38119"/>
                </a:cubicBezTo>
                <a:cubicBezTo>
                  <a:pt x="156316" y="32545"/>
                  <a:pt x="162691" y="29758"/>
                  <a:pt x="170130" y="29758"/>
                </a:cubicBezTo>
                <a:cubicBezTo>
                  <a:pt x="175710" y="29758"/>
                  <a:pt x="180298" y="31241"/>
                  <a:pt x="183893" y="34206"/>
                </a:cubicBezTo>
                <a:cubicBezTo>
                  <a:pt x="187489" y="37170"/>
                  <a:pt x="189287" y="40249"/>
                  <a:pt x="189287" y="43441"/>
                </a:cubicBezTo>
                <a:cubicBezTo>
                  <a:pt x="189287" y="45017"/>
                  <a:pt x="188781" y="46293"/>
                  <a:pt x="187768" y="47268"/>
                </a:cubicBezTo>
                <a:cubicBezTo>
                  <a:pt x="186755" y="48242"/>
                  <a:pt x="185340" y="48728"/>
                  <a:pt x="183521" y="48728"/>
                </a:cubicBezTo>
                <a:cubicBezTo>
                  <a:pt x="181083" y="48728"/>
                  <a:pt x="179244" y="47937"/>
                  <a:pt x="178004" y="46353"/>
                </a:cubicBezTo>
                <a:cubicBezTo>
                  <a:pt x="177301" y="45478"/>
                  <a:pt x="176836" y="43810"/>
                  <a:pt x="176609" y="41351"/>
                </a:cubicBezTo>
                <a:cubicBezTo>
                  <a:pt x="176382" y="38892"/>
                  <a:pt x="175545" y="37016"/>
                  <a:pt x="174098" y="35725"/>
                </a:cubicBezTo>
                <a:cubicBezTo>
                  <a:pt x="172651" y="34475"/>
                  <a:pt x="170647" y="33850"/>
                  <a:pt x="168084" y="33850"/>
                </a:cubicBezTo>
                <a:cubicBezTo>
                  <a:pt x="163951" y="33850"/>
                  <a:pt x="160624" y="35379"/>
                  <a:pt x="158103" y="38437"/>
                </a:cubicBezTo>
                <a:cubicBezTo>
                  <a:pt x="154755" y="42488"/>
                  <a:pt x="153082" y="47840"/>
                  <a:pt x="153082" y="54494"/>
                </a:cubicBezTo>
                <a:cubicBezTo>
                  <a:pt x="153082" y="61272"/>
                  <a:pt x="154745" y="67255"/>
                  <a:pt x="158072" y="72442"/>
                </a:cubicBezTo>
                <a:cubicBezTo>
                  <a:pt x="161399" y="77629"/>
                  <a:pt x="165894" y="80222"/>
                  <a:pt x="171556" y="80222"/>
                </a:cubicBezTo>
                <a:cubicBezTo>
                  <a:pt x="175607" y="80222"/>
                  <a:pt x="179244" y="78838"/>
                  <a:pt x="182467" y="76068"/>
                </a:cubicBezTo>
                <a:cubicBezTo>
                  <a:pt x="184741" y="74167"/>
                  <a:pt x="186952" y="70716"/>
                  <a:pt x="189101" y="65715"/>
                </a:cubicBezTo>
                <a:lnTo>
                  <a:pt x="190899" y="66583"/>
                </a:lnTo>
                <a:close/>
                <a:moveTo>
                  <a:pt x="215713" y="0"/>
                </a:moveTo>
                <a:lnTo>
                  <a:pt x="215713" y="56422"/>
                </a:lnTo>
                <a:lnTo>
                  <a:pt x="230158" y="43302"/>
                </a:lnTo>
                <a:cubicBezTo>
                  <a:pt x="233217" y="40501"/>
                  <a:pt x="234994" y="38729"/>
                  <a:pt x="235490" y="37988"/>
                </a:cubicBezTo>
                <a:cubicBezTo>
                  <a:pt x="235820" y="37493"/>
                  <a:pt x="235986" y="36999"/>
                  <a:pt x="235986" y="36506"/>
                </a:cubicBezTo>
                <a:cubicBezTo>
                  <a:pt x="235986" y="35682"/>
                  <a:pt x="235645" y="34971"/>
                  <a:pt x="234963" y="34375"/>
                </a:cubicBezTo>
                <a:cubicBezTo>
                  <a:pt x="234281" y="33777"/>
                  <a:pt x="233155" y="33436"/>
                  <a:pt x="231584" y="33354"/>
                </a:cubicBezTo>
                <a:lnTo>
                  <a:pt x="231584" y="31370"/>
                </a:lnTo>
                <a:lnTo>
                  <a:pt x="256258" y="31370"/>
                </a:lnTo>
                <a:lnTo>
                  <a:pt x="256258" y="33354"/>
                </a:lnTo>
                <a:cubicBezTo>
                  <a:pt x="252869" y="33436"/>
                  <a:pt x="250048" y="33952"/>
                  <a:pt x="247796" y="34902"/>
                </a:cubicBezTo>
                <a:cubicBezTo>
                  <a:pt x="245543" y="35851"/>
                  <a:pt x="243074" y="37543"/>
                  <a:pt x="240387" y="39977"/>
                </a:cubicBezTo>
                <a:lnTo>
                  <a:pt x="225819" y="53390"/>
                </a:lnTo>
                <a:lnTo>
                  <a:pt x="240387" y="71828"/>
                </a:lnTo>
                <a:cubicBezTo>
                  <a:pt x="244438" y="76932"/>
                  <a:pt x="247166" y="80159"/>
                  <a:pt x="248571" y="81509"/>
                </a:cubicBezTo>
                <a:cubicBezTo>
                  <a:pt x="250555" y="83458"/>
                  <a:pt x="252291" y="84723"/>
                  <a:pt x="253779" y="85304"/>
                </a:cubicBezTo>
                <a:cubicBezTo>
                  <a:pt x="254812" y="85718"/>
                  <a:pt x="256610" y="85926"/>
                  <a:pt x="259172" y="85926"/>
                </a:cubicBezTo>
                <a:lnTo>
                  <a:pt x="259172" y="88158"/>
                </a:lnTo>
                <a:lnTo>
                  <a:pt x="231584" y="88158"/>
                </a:lnTo>
                <a:lnTo>
                  <a:pt x="231584" y="85926"/>
                </a:lnTo>
                <a:cubicBezTo>
                  <a:pt x="233155" y="85884"/>
                  <a:pt x="234219" y="85646"/>
                  <a:pt x="234777" y="85211"/>
                </a:cubicBezTo>
                <a:cubicBezTo>
                  <a:pt x="235335" y="84776"/>
                  <a:pt x="235614" y="84165"/>
                  <a:pt x="235614" y="83378"/>
                </a:cubicBezTo>
                <a:cubicBezTo>
                  <a:pt x="235614" y="82425"/>
                  <a:pt x="234787" y="80892"/>
                  <a:pt x="233134" y="78779"/>
                </a:cubicBezTo>
                <a:lnTo>
                  <a:pt x="215713" y="56484"/>
                </a:lnTo>
                <a:lnTo>
                  <a:pt x="215713" y="75263"/>
                </a:lnTo>
                <a:cubicBezTo>
                  <a:pt x="215713" y="78985"/>
                  <a:pt x="215972" y="81432"/>
                  <a:pt x="216488" y="82603"/>
                </a:cubicBezTo>
                <a:cubicBezTo>
                  <a:pt x="217005" y="83773"/>
                  <a:pt x="217738" y="84610"/>
                  <a:pt x="218689" y="85112"/>
                </a:cubicBezTo>
                <a:cubicBezTo>
                  <a:pt x="219640" y="85613"/>
                  <a:pt x="221706" y="85884"/>
                  <a:pt x="224889" y="85926"/>
                </a:cubicBezTo>
                <a:lnTo>
                  <a:pt x="224889" y="88158"/>
                </a:lnTo>
                <a:lnTo>
                  <a:pt x="195999" y="88158"/>
                </a:lnTo>
                <a:lnTo>
                  <a:pt x="195999" y="85926"/>
                </a:lnTo>
                <a:cubicBezTo>
                  <a:pt x="198892" y="85926"/>
                  <a:pt x="201062" y="85573"/>
                  <a:pt x="202508" y="84866"/>
                </a:cubicBezTo>
                <a:cubicBezTo>
                  <a:pt x="203376" y="84409"/>
                  <a:pt x="204037" y="83702"/>
                  <a:pt x="204492" y="82745"/>
                </a:cubicBezTo>
                <a:cubicBezTo>
                  <a:pt x="205112" y="81373"/>
                  <a:pt x="205422" y="79003"/>
                  <a:pt x="205422" y="75635"/>
                </a:cubicBezTo>
                <a:lnTo>
                  <a:pt x="205422" y="23930"/>
                </a:lnTo>
                <a:cubicBezTo>
                  <a:pt x="205422" y="17413"/>
                  <a:pt x="205277" y="13427"/>
                  <a:pt x="204988" y="11973"/>
                </a:cubicBezTo>
                <a:cubicBezTo>
                  <a:pt x="204699" y="10517"/>
                  <a:pt x="204223" y="9512"/>
                  <a:pt x="203562" y="8956"/>
                </a:cubicBezTo>
                <a:cubicBezTo>
                  <a:pt x="202901" y="8400"/>
                  <a:pt x="202033" y="8121"/>
                  <a:pt x="200958" y="8121"/>
                </a:cubicBezTo>
                <a:cubicBezTo>
                  <a:pt x="200090" y="8121"/>
                  <a:pt x="198789" y="8473"/>
                  <a:pt x="197053" y="9175"/>
                </a:cubicBezTo>
                <a:lnTo>
                  <a:pt x="195999" y="6943"/>
                </a:lnTo>
                <a:lnTo>
                  <a:pt x="212861" y="0"/>
                </a:lnTo>
                <a:lnTo>
                  <a:pt x="215713" y="0"/>
                </a:lnTo>
                <a:close/>
                <a:moveTo>
                  <a:pt x="259234" y="31370"/>
                </a:moveTo>
                <a:lnTo>
                  <a:pt x="283040" y="31370"/>
                </a:lnTo>
                <a:lnTo>
                  <a:pt x="283040" y="33602"/>
                </a:lnTo>
                <a:cubicBezTo>
                  <a:pt x="280850" y="33768"/>
                  <a:pt x="279413" y="34164"/>
                  <a:pt x="278731" y="34789"/>
                </a:cubicBezTo>
                <a:cubicBezTo>
                  <a:pt x="278049" y="35413"/>
                  <a:pt x="277708" y="36307"/>
                  <a:pt x="277708" y="37472"/>
                </a:cubicBezTo>
                <a:cubicBezTo>
                  <a:pt x="277708" y="38764"/>
                  <a:pt x="278060" y="40325"/>
                  <a:pt x="278762" y="42157"/>
                </a:cubicBezTo>
                <a:lnTo>
                  <a:pt x="290914" y="74759"/>
                </a:lnTo>
                <a:lnTo>
                  <a:pt x="303127" y="48167"/>
                </a:lnTo>
                <a:lnTo>
                  <a:pt x="299903" y="39863"/>
                </a:lnTo>
                <a:cubicBezTo>
                  <a:pt x="298911" y="37359"/>
                  <a:pt x="297609" y="35626"/>
                  <a:pt x="295997" y="34665"/>
                </a:cubicBezTo>
                <a:cubicBezTo>
                  <a:pt x="295088" y="34081"/>
                  <a:pt x="293393" y="33727"/>
                  <a:pt x="290914" y="33602"/>
                </a:cubicBezTo>
                <a:lnTo>
                  <a:pt x="290914" y="31370"/>
                </a:lnTo>
                <a:lnTo>
                  <a:pt x="317944" y="31370"/>
                </a:lnTo>
                <a:lnTo>
                  <a:pt x="317944" y="33602"/>
                </a:lnTo>
                <a:cubicBezTo>
                  <a:pt x="314968" y="33727"/>
                  <a:pt x="312860" y="34271"/>
                  <a:pt x="311620" y="35233"/>
                </a:cubicBezTo>
                <a:cubicBezTo>
                  <a:pt x="310793" y="35903"/>
                  <a:pt x="310380" y="36971"/>
                  <a:pt x="310380" y="38435"/>
                </a:cubicBezTo>
                <a:cubicBezTo>
                  <a:pt x="310380" y="39262"/>
                  <a:pt x="310545" y="40110"/>
                  <a:pt x="310876" y="40979"/>
                </a:cubicBezTo>
                <a:lnTo>
                  <a:pt x="323771" y="73624"/>
                </a:lnTo>
                <a:lnTo>
                  <a:pt x="335736" y="42157"/>
                </a:lnTo>
                <a:cubicBezTo>
                  <a:pt x="336563" y="39908"/>
                  <a:pt x="336976" y="38118"/>
                  <a:pt x="336976" y="36787"/>
                </a:cubicBezTo>
                <a:cubicBezTo>
                  <a:pt x="336976" y="35995"/>
                  <a:pt x="336573" y="35287"/>
                  <a:pt x="335767" y="34663"/>
                </a:cubicBezTo>
                <a:cubicBezTo>
                  <a:pt x="334961" y="34038"/>
                  <a:pt x="333380" y="33684"/>
                  <a:pt x="331025" y="33602"/>
                </a:cubicBezTo>
                <a:lnTo>
                  <a:pt x="331025" y="31370"/>
                </a:lnTo>
                <a:lnTo>
                  <a:pt x="348941" y="31370"/>
                </a:lnTo>
                <a:lnTo>
                  <a:pt x="348941" y="33602"/>
                </a:lnTo>
                <a:cubicBezTo>
                  <a:pt x="345346" y="34141"/>
                  <a:pt x="342700" y="36591"/>
                  <a:pt x="341006" y="40950"/>
                </a:cubicBezTo>
                <a:lnTo>
                  <a:pt x="322035" y="89893"/>
                </a:lnTo>
                <a:lnTo>
                  <a:pt x="319493" y="89893"/>
                </a:lnTo>
                <a:lnTo>
                  <a:pt x="305296" y="53692"/>
                </a:lnTo>
                <a:lnTo>
                  <a:pt x="288744" y="89893"/>
                </a:lnTo>
                <a:lnTo>
                  <a:pt x="286450" y="89893"/>
                </a:lnTo>
                <a:lnTo>
                  <a:pt x="268223" y="42157"/>
                </a:lnTo>
                <a:cubicBezTo>
                  <a:pt x="267025" y="39118"/>
                  <a:pt x="265847" y="37068"/>
                  <a:pt x="264689" y="36006"/>
                </a:cubicBezTo>
                <a:cubicBezTo>
                  <a:pt x="263532" y="34944"/>
                  <a:pt x="261714" y="34143"/>
                  <a:pt x="259234" y="33602"/>
                </a:cubicBezTo>
                <a:lnTo>
                  <a:pt x="259234" y="31370"/>
                </a:lnTo>
                <a:close/>
                <a:moveTo>
                  <a:pt x="386241" y="80040"/>
                </a:moveTo>
                <a:cubicBezTo>
                  <a:pt x="380414" y="84544"/>
                  <a:pt x="376756" y="87146"/>
                  <a:pt x="375268" y="87848"/>
                </a:cubicBezTo>
                <a:cubicBezTo>
                  <a:pt x="373036" y="88881"/>
                  <a:pt x="370660" y="89398"/>
                  <a:pt x="368139" y="89398"/>
                </a:cubicBezTo>
                <a:cubicBezTo>
                  <a:pt x="364212" y="89398"/>
                  <a:pt x="360978" y="88054"/>
                  <a:pt x="358436" y="85368"/>
                </a:cubicBezTo>
                <a:cubicBezTo>
                  <a:pt x="355894" y="82681"/>
                  <a:pt x="354624" y="79148"/>
                  <a:pt x="354624" y="74767"/>
                </a:cubicBezTo>
                <a:cubicBezTo>
                  <a:pt x="354624" y="71997"/>
                  <a:pt x="355244" y="69600"/>
                  <a:pt x="356483" y="67575"/>
                </a:cubicBezTo>
                <a:cubicBezTo>
                  <a:pt x="358178" y="64765"/>
                  <a:pt x="361123" y="62120"/>
                  <a:pt x="365318" y="59640"/>
                </a:cubicBezTo>
                <a:cubicBezTo>
                  <a:pt x="369513" y="57160"/>
                  <a:pt x="376487" y="54143"/>
                  <a:pt x="386241" y="50588"/>
                </a:cubicBezTo>
                <a:lnTo>
                  <a:pt x="386241" y="48364"/>
                </a:lnTo>
                <a:cubicBezTo>
                  <a:pt x="386241" y="42723"/>
                  <a:pt x="385342" y="38852"/>
                  <a:pt x="383544" y="36752"/>
                </a:cubicBezTo>
                <a:cubicBezTo>
                  <a:pt x="381747" y="34652"/>
                  <a:pt x="379132" y="33602"/>
                  <a:pt x="375702" y="33602"/>
                </a:cubicBezTo>
                <a:cubicBezTo>
                  <a:pt x="373098" y="33602"/>
                  <a:pt x="371032" y="34304"/>
                  <a:pt x="369502" y="35709"/>
                </a:cubicBezTo>
                <a:cubicBezTo>
                  <a:pt x="367932" y="37115"/>
                  <a:pt x="367147" y="38727"/>
                  <a:pt x="367147" y="40545"/>
                </a:cubicBezTo>
                <a:lnTo>
                  <a:pt x="367271" y="44141"/>
                </a:lnTo>
                <a:cubicBezTo>
                  <a:pt x="367271" y="46042"/>
                  <a:pt x="366785" y="47509"/>
                  <a:pt x="365814" y="48542"/>
                </a:cubicBezTo>
                <a:cubicBezTo>
                  <a:pt x="364842" y="49576"/>
                  <a:pt x="363572" y="50092"/>
                  <a:pt x="362001" y="50092"/>
                </a:cubicBezTo>
                <a:cubicBezTo>
                  <a:pt x="360472" y="50092"/>
                  <a:pt x="359222" y="49554"/>
                  <a:pt x="358250" y="48477"/>
                </a:cubicBezTo>
                <a:cubicBezTo>
                  <a:pt x="357279" y="47398"/>
                  <a:pt x="356793" y="45926"/>
                  <a:pt x="356793" y="44061"/>
                </a:cubicBezTo>
                <a:cubicBezTo>
                  <a:pt x="356793" y="40495"/>
                  <a:pt x="358612" y="37220"/>
                  <a:pt x="362249" y="34235"/>
                </a:cubicBezTo>
                <a:cubicBezTo>
                  <a:pt x="365886" y="31250"/>
                  <a:pt x="370990" y="29758"/>
                  <a:pt x="377562" y="29758"/>
                </a:cubicBezTo>
                <a:cubicBezTo>
                  <a:pt x="382604" y="29758"/>
                  <a:pt x="386737" y="30604"/>
                  <a:pt x="389961" y="32296"/>
                </a:cubicBezTo>
                <a:cubicBezTo>
                  <a:pt x="392399" y="33576"/>
                  <a:pt x="394197" y="35578"/>
                  <a:pt x="395355" y="38304"/>
                </a:cubicBezTo>
                <a:cubicBezTo>
                  <a:pt x="396099" y="40078"/>
                  <a:pt x="396471" y="43711"/>
                  <a:pt x="396471" y="49201"/>
                </a:cubicBezTo>
                <a:lnTo>
                  <a:pt x="396471" y="68459"/>
                </a:lnTo>
                <a:cubicBezTo>
                  <a:pt x="396471" y="73866"/>
                  <a:pt x="396574" y="77179"/>
                  <a:pt x="396781" y="78397"/>
                </a:cubicBezTo>
                <a:cubicBezTo>
                  <a:pt x="396987" y="79615"/>
                  <a:pt x="397328" y="80431"/>
                  <a:pt x="397803" y="80844"/>
                </a:cubicBezTo>
                <a:cubicBezTo>
                  <a:pt x="398279" y="81256"/>
                  <a:pt x="398826" y="81462"/>
                  <a:pt x="399446" y="81462"/>
                </a:cubicBezTo>
                <a:cubicBezTo>
                  <a:pt x="400108" y="81462"/>
                  <a:pt x="400686" y="81317"/>
                  <a:pt x="401182" y="81028"/>
                </a:cubicBezTo>
                <a:cubicBezTo>
                  <a:pt x="402050" y="80491"/>
                  <a:pt x="403724" y="78982"/>
                  <a:pt x="406204" y="76502"/>
                </a:cubicBezTo>
                <a:lnTo>
                  <a:pt x="406204" y="79974"/>
                </a:lnTo>
                <a:cubicBezTo>
                  <a:pt x="401575" y="86174"/>
                  <a:pt x="397152" y="89274"/>
                  <a:pt x="392937" y="89274"/>
                </a:cubicBezTo>
                <a:cubicBezTo>
                  <a:pt x="390912" y="89274"/>
                  <a:pt x="389300" y="88576"/>
                  <a:pt x="388101" y="87181"/>
                </a:cubicBezTo>
                <a:cubicBezTo>
                  <a:pt x="386903" y="85785"/>
                  <a:pt x="386283" y="83405"/>
                  <a:pt x="386241" y="80040"/>
                </a:cubicBezTo>
                <a:moveTo>
                  <a:pt x="386241" y="76020"/>
                </a:moveTo>
                <a:lnTo>
                  <a:pt x="386241" y="54432"/>
                </a:lnTo>
                <a:cubicBezTo>
                  <a:pt x="380000" y="56907"/>
                  <a:pt x="375971" y="58659"/>
                  <a:pt x="374152" y="59690"/>
                </a:cubicBezTo>
                <a:cubicBezTo>
                  <a:pt x="370887" y="61505"/>
                  <a:pt x="368552" y="63402"/>
                  <a:pt x="367147" y="65382"/>
                </a:cubicBezTo>
                <a:cubicBezTo>
                  <a:pt x="365741" y="67361"/>
                  <a:pt x="365039" y="69525"/>
                  <a:pt x="365039" y="71876"/>
                </a:cubicBezTo>
                <a:cubicBezTo>
                  <a:pt x="365039" y="74845"/>
                  <a:pt x="365927" y="77310"/>
                  <a:pt x="367705" y="79269"/>
                </a:cubicBezTo>
                <a:cubicBezTo>
                  <a:pt x="369482" y="81227"/>
                  <a:pt x="371528" y="82206"/>
                  <a:pt x="373842" y="82206"/>
                </a:cubicBezTo>
                <a:cubicBezTo>
                  <a:pt x="376983" y="82206"/>
                  <a:pt x="381116" y="80144"/>
                  <a:pt x="386241" y="76020"/>
                </a:cubicBezTo>
                <a:close/>
                <a:moveTo>
                  <a:pt x="426927" y="29758"/>
                </a:moveTo>
                <a:lnTo>
                  <a:pt x="426927" y="42529"/>
                </a:lnTo>
                <a:cubicBezTo>
                  <a:pt x="431680" y="34015"/>
                  <a:pt x="436557" y="29758"/>
                  <a:pt x="441558" y="29758"/>
                </a:cubicBezTo>
                <a:cubicBezTo>
                  <a:pt x="443831" y="29758"/>
                  <a:pt x="445712" y="30450"/>
                  <a:pt x="447200" y="31835"/>
                </a:cubicBezTo>
                <a:cubicBezTo>
                  <a:pt x="448688" y="33219"/>
                  <a:pt x="449432" y="34821"/>
                  <a:pt x="449432" y="36639"/>
                </a:cubicBezTo>
                <a:cubicBezTo>
                  <a:pt x="449432" y="38251"/>
                  <a:pt x="448894" y="39615"/>
                  <a:pt x="447820" y="40731"/>
                </a:cubicBezTo>
                <a:cubicBezTo>
                  <a:pt x="446745" y="41847"/>
                  <a:pt x="445464" y="42405"/>
                  <a:pt x="443976" y="42405"/>
                </a:cubicBezTo>
                <a:cubicBezTo>
                  <a:pt x="442529" y="42405"/>
                  <a:pt x="440907" y="41702"/>
                  <a:pt x="439109" y="40297"/>
                </a:cubicBezTo>
                <a:cubicBezTo>
                  <a:pt x="437311" y="38892"/>
                  <a:pt x="435978" y="38189"/>
                  <a:pt x="435111" y="38189"/>
                </a:cubicBezTo>
                <a:cubicBezTo>
                  <a:pt x="434367" y="38189"/>
                  <a:pt x="433561" y="38599"/>
                  <a:pt x="432693" y="39419"/>
                </a:cubicBezTo>
                <a:cubicBezTo>
                  <a:pt x="430833" y="41102"/>
                  <a:pt x="428911" y="43872"/>
                  <a:pt x="426927" y="47729"/>
                </a:cubicBezTo>
                <a:lnTo>
                  <a:pt x="426927" y="74891"/>
                </a:lnTo>
                <a:cubicBezTo>
                  <a:pt x="426927" y="78034"/>
                  <a:pt x="427320" y="80412"/>
                  <a:pt x="428105" y="82024"/>
                </a:cubicBezTo>
                <a:cubicBezTo>
                  <a:pt x="428642" y="83141"/>
                  <a:pt x="429593" y="84071"/>
                  <a:pt x="430957" y="84814"/>
                </a:cubicBezTo>
                <a:cubicBezTo>
                  <a:pt x="432321" y="85555"/>
                  <a:pt x="434284" y="85926"/>
                  <a:pt x="436846" y="85926"/>
                </a:cubicBezTo>
                <a:lnTo>
                  <a:pt x="436846" y="88158"/>
                </a:lnTo>
                <a:lnTo>
                  <a:pt x="407771" y="88158"/>
                </a:lnTo>
                <a:lnTo>
                  <a:pt x="407771" y="85926"/>
                </a:lnTo>
                <a:cubicBezTo>
                  <a:pt x="410664" y="85926"/>
                  <a:pt x="412813" y="85466"/>
                  <a:pt x="414218" y="84546"/>
                </a:cubicBezTo>
                <a:cubicBezTo>
                  <a:pt x="415251" y="83877"/>
                  <a:pt x="415975" y="82811"/>
                  <a:pt x="416388" y="81348"/>
                </a:cubicBezTo>
                <a:cubicBezTo>
                  <a:pt x="416595" y="80636"/>
                  <a:pt x="416698" y="78608"/>
                  <a:pt x="416698" y="75263"/>
                </a:cubicBezTo>
                <a:lnTo>
                  <a:pt x="416698" y="53440"/>
                </a:lnTo>
                <a:cubicBezTo>
                  <a:pt x="416698" y="46827"/>
                  <a:pt x="416564" y="42891"/>
                  <a:pt x="416295" y="41630"/>
                </a:cubicBezTo>
                <a:cubicBezTo>
                  <a:pt x="416026" y="40369"/>
                  <a:pt x="415530" y="39450"/>
                  <a:pt x="414807" y="38871"/>
                </a:cubicBezTo>
                <a:cubicBezTo>
                  <a:pt x="414084" y="38293"/>
                  <a:pt x="413185" y="38003"/>
                  <a:pt x="412110" y="38003"/>
                </a:cubicBezTo>
                <a:cubicBezTo>
                  <a:pt x="410829" y="38003"/>
                  <a:pt x="409382" y="38313"/>
                  <a:pt x="407771" y="38933"/>
                </a:cubicBezTo>
                <a:lnTo>
                  <a:pt x="407151" y="36701"/>
                </a:lnTo>
                <a:lnTo>
                  <a:pt x="424323" y="29758"/>
                </a:lnTo>
                <a:lnTo>
                  <a:pt x="426927" y="29758"/>
                </a:lnTo>
                <a:close/>
                <a:moveTo>
                  <a:pt x="492703" y="81776"/>
                </a:moveTo>
                <a:cubicBezTo>
                  <a:pt x="489934" y="84668"/>
                  <a:pt x="487227" y="86744"/>
                  <a:pt x="484582" y="88005"/>
                </a:cubicBezTo>
                <a:cubicBezTo>
                  <a:pt x="481936" y="89264"/>
                  <a:pt x="479085" y="89893"/>
                  <a:pt x="476026" y="89893"/>
                </a:cubicBezTo>
                <a:cubicBezTo>
                  <a:pt x="469827" y="89893"/>
                  <a:pt x="464412" y="87306"/>
                  <a:pt x="459783" y="82130"/>
                </a:cubicBezTo>
                <a:cubicBezTo>
                  <a:pt x="455154" y="76954"/>
                  <a:pt x="452840" y="70302"/>
                  <a:pt x="452840" y="62176"/>
                </a:cubicBezTo>
                <a:cubicBezTo>
                  <a:pt x="452840" y="54050"/>
                  <a:pt x="455402" y="46616"/>
                  <a:pt x="460527" y="39873"/>
                </a:cubicBezTo>
                <a:cubicBezTo>
                  <a:pt x="465652" y="33129"/>
                  <a:pt x="472244" y="29758"/>
                  <a:pt x="480304" y="29758"/>
                </a:cubicBezTo>
                <a:cubicBezTo>
                  <a:pt x="485305" y="29758"/>
                  <a:pt x="489438" y="31348"/>
                  <a:pt x="492703" y="34530"/>
                </a:cubicBezTo>
                <a:lnTo>
                  <a:pt x="492703" y="23930"/>
                </a:lnTo>
                <a:cubicBezTo>
                  <a:pt x="492703" y="17469"/>
                  <a:pt x="492548" y="13497"/>
                  <a:pt x="492238" y="12016"/>
                </a:cubicBezTo>
                <a:cubicBezTo>
                  <a:pt x="491928" y="10534"/>
                  <a:pt x="491442" y="9525"/>
                  <a:pt x="490781" y="8989"/>
                </a:cubicBezTo>
                <a:cubicBezTo>
                  <a:pt x="490120" y="8452"/>
                  <a:pt x="489293" y="8183"/>
                  <a:pt x="488301" y="8183"/>
                </a:cubicBezTo>
                <a:cubicBezTo>
                  <a:pt x="487227" y="8183"/>
                  <a:pt x="485801" y="8514"/>
                  <a:pt x="484024" y="9175"/>
                </a:cubicBezTo>
                <a:lnTo>
                  <a:pt x="483218" y="6943"/>
                </a:lnTo>
                <a:lnTo>
                  <a:pt x="500142" y="0"/>
                </a:lnTo>
                <a:lnTo>
                  <a:pt x="502932" y="0"/>
                </a:lnTo>
                <a:lnTo>
                  <a:pt x="502932" y="65715"/>
                </a:lnTo>
                <a:cubicBezTo>
                  <a:pt x="502932" y="72342"/>
                  <a:pt x="503087" y="76386"/>
                  <a:pt x="503397" y="77847"/>
                </a:cubicBezTo>
                <a:cubicBezTo>
                  <a:pt x="503707" y="79308"/>
                  <a:pt x="504203" y="80327"/>
                  <a:pt x="504885" y="80906"/>
                </a:cubicBezTo>
                <a:cubicBezTo>
                  <a:pt x="505567" y="81483"/>
                  <a:pt x="506363" y="81772"/>
                  <a:pt x="507272" y="81772"/>
                </a:cubicBezTo>
                <a:cubicBezTo>
                  <a:pt x="508388" y="81772"/>
                  <a:pt x="509876" y="81421"/>
                  <a:pt x="511736" y="80718"/>
                </a:cubicBezTo>
                <a:lnTo>
                  <a:pt x="512418" y="82950"/>
                </a:lnTo>
                <a:lnTo>
                  <a:pt x="495555" y="89893"/>
                </a:lnTo>
                <a:lnTo>
                  <a:pt x="492703" y="89893"/>
                </a:lnTo>
                <a:lnTo>
                  <a:pt x="492703" y="81776"/>
                </a:lnTo>
                <a:moveTo>
                  <a:pt x="492703" y="77446"/>
                </a:moveTo>
                <a:lnTo>
                  <a:pt x="492703" y="48258"/>
                </a:lnTo>
                <a:cubicBezTo>
                  <a:pt x="492455" y="45454"/>
                  <a:pt x="491711" y="42898"/>
                  <a:pt x="490471" y="40590"/>
                </a:cubicBezTo>
                <a:cubicBezTo>
                  <a:pt x="489231" y="38280"/>
                  <a:pt x="487588" y="36539"/>
                  <a:pt x="485543" y="35365"/>
                </a:cubicBezTo>
                <a:cubicBezTo>
                  <a:pt x="483497" y="34189"/>
                  <a:pt x="481502" y="33602"/>
                  <a:pt x="479560" y="33602"/>
                </a:cubicBezTo>
                <a:cubicBezTo>
                  <a:pt x="475923" y="33602"/>
                  <a:pt x="472678" y="35230"/>
                  <a:pt x="469827" y="38488"/>
                </a:cubicBezTo>
                <a:cubicBezTo>
                  <a:pt x="466066" y="42774"/>
                  <a:pt x="464185" y="49040"/>
                  <a:pt x="464185" y="57286"/>
                </a:cubicBezTo>
                <a:cubicBezTo>
                  <a:pt x="464185" y="65614"/>
                  <a:pt x="466004" y="71994"/>
                  <a:pt x="469641" y="76427"/>
                </a:cubicBezTo>
                <a:cubicBezTo>
                  <a:pt x="473278" y="80858"/>
                  <a:pt x="477328" y="83074"/>
                  <a:pt x="481792" y="83074"/>
                </a:cubicBezTo>
                <a:cubicBezTo>
                  <a:pt x="485553" y="83074"/>
                  <a:pt x="489190" y="81198"/>
                  <a:pt x="492703" y="77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E2E76-77BB-4ACB-A1A5-2A97E422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355" y="2549122"/>
            <a:ext cx="901" cy="120275"/>
          </a:xfrm>
          <a:custGeom xmlns:a="http://schemas.openxmlformats.org/drawingml/2006/main">
            <a:pathLst>
              <a:path w="901" h="120275">
                <a:moveTo>
                  <a:pt x="0" y="0"/>
                </a:moveTo>
                <a:lnTo>
                  <a:pt x="901" y="12027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D169C2-EBE7-4AC6-BB7E-B582862A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355" y="2549122"/>
            <a:ext cx="697" cy="93067"/>
          </a:xfrm>
          <a:custGeom xmlns:a="http://schemas.openxmlformats.org/drawingml/2006/main">
            <a:pathLst>
              <a:path w="697" h="93067" fill="none">
                <a:moveTo>
                  <a:pt x="0" y="0"/>
                </a:moveTo>
                <a:lnTo>
                  <a:pt x="697" y="93067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46D6D-9383-45FE-9861-B45D0204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57" y="2633193"/>
            <a:ext cx="17856" cy="24597"/>
          </a:xfrm>
          <a:custGeom xmlns:a="http://schemas.openxmlformats.org/drawingml/2006/main">
            <a:pathLst>
              <a:path w="17856" h="24597">
                <a:moveTo>
                  <a:pt x="8995" y="8995"/>
                </a:moveTo>
                <a:lnTo>
                  <a:pt x="17856" y="0"/>
                </a:lnTo>
                <a:lnTo>
                  <a:pt x="9112" y="24597"/>
                </a:lnTo>
                <a:lnTo>
                  <a:pt x="0" y="134"/>
                </a:lnTo>
                <a:lnTo>
                  <a:pt x="8995" y="8995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13B14D-0B7C-48F2-A5A8-790B954C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57" y="2633193"/>
            <a:ext cx="17856" cy="24597"/>
          </a:xfrm>
          <a:custGeom xmlns:a="http://schemas.openxmlformats.org/drawingml/2006/main">
            <a:pathLst>
              <a:path w="17856" h="24597" fill="none">
                <a:moveTo>
                  <a:pt x="8995" y="8995"/>
                </a:moveTo>
                <a:lnTo>
                  <a:pt x="0" y="134"/>
                </a:lnTo>
                <a:lnTo>
                  <a:pt x="9112" y="24597"/>
                </a:lnTo>
                <a:lnTo>
                  <a:pt x="17856" y="0"/>
                </a:lnTo>
                <a:lnTo>
                  <a:pt x="8995" y="89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D937B-8653-4073-87E8-CA7819DA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418" y="2995413"/>
            <a:ext cx="1328407" cy="317225"/>
          </a:xfrm>
          <a:custGeom xmlns:a="http://schemas.openxmlformats.org/drawingml/2006/main">
            <a:pathLst>
              <a:path w="1328407" h="317225">
                <a:moveTo>
                  <a:pt x="0" y="31723"/>
                </a:moveTo>
                <a:lnTo>
                  <a:pt x="0" y="31723"/>
                </a:lnTo>
                <a:cubicBezTo>
                  <a:pt x="0" y="49243"/>
                  <a:pt x="148687" y="63445"/>
                  <a:pt x="332102" y="63445"/>
                </a:cubicBezTo>
                <a:cubicBezTo>
                  <a:pt x="515516" y="63445"/>
                  <a:pt x="664203" y="49243"/>
                  <a:pt x="664203" y="31723"/>
                </a:cubicBezTo>
                <a:cubicBezTo>
                  <a:pt x="664203" y="14203"/>
                  <a:pt x="812890" y="0"/>
                  <a:pt x="996305" y="0"/>
                </a:cubicBezTo>
                <a:cubicBezTo>
                  <a:pt x="1179720" y="0"/>
                  <a:pt x="1328407" y="14203"/>
                  <a:pt x="1328407" y="31723"/>
                </a:cubicBezTo>
                <a:lnTo>
                  <a:pt x="1328407" y="285503"/>
                </a:lnTo>
                <a:cubicBezTo>
                  <a:pt x="1328407" y="267983"/>
                  <a:pt x="1179720" y="253780"/>
                  <a:pt x="996305" y="253780"/>
                </a:cubicBezTo>
                <a:cubicBezTo>
                  <a:pt x="812890" y="253780"/>
                  <a:pt x="664203" y="267983"/>
                  <a:pt x="664203" y="285503"/>
                </a:cubicBezTo>
                <a:cubicBezTo>
                  <a:pt x="664203" y="303023"/>
                  <a:pt x="515516" y="317225"/>
                  <a:pt x="332102" y="317225"/>
                </a:cubicBezTo>
                <a:cubicBezTo>
                  <a:pt x="148687" y="317225"/>
                  <a:pt x="0" y="303023"/>
                  <a:pt x="0" y="285503"/>
                </a:cubicBezTo>
                <a:lnTo>
                  <a:pt x="0" y="31723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6FB43-AFA5-4424-B3E9-2FF5D9A8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418" y="2995413"/>
            <a:ext cx="1328407" cy="317225"/>
          </a:xfrm>
          <a:custGeom xmlns:a="http://schemas.openxmlformats.org/drawingml/2006/main">
            <a:pathLst>
              <a:path w="1328407" h="317225" fill="none">
                <a:moveTo>
                  <a:pt x="0" y="31723"/>
                </a:moveTo>
                <a:lnTo>
                  <a:pt x="0" y="31723"/>
                </a:lnTo>
                <a:cubicBezTo>
                  <a:pt x="0" y="49243"/>
                  <a:pt x="148687" y="63445"/>
                  <a:pt x="332102" y="63445"/>
                </a:cubicBezTo>
                <a:cubicBezTo>
                  <a:pt x="515516" y="63445"/>
                  <a:pt x="664203" y="49243"/>
                  <a:pt x="664203" y="31723"/>
                </a:cubicBezTo>
                <a:cubicBezTo>
                  <a:pt x="664203" y="14203"/>
                  <a:pt x="812890" y="0"/>
                  <a:pt x="996305" y="0"/>
                </a:cubicBezTo>
                <a:cubicBezTo>
                  <a:pt x="1179720" y="0"/>
                  <a:pt x="1328407" y="14203"/>
                  <a:pt x="1328407" y="31723"/>
                </a:cubicBezTo>
                <a:lnTo>
                  <a:pt x="1328407" y="285503"/>
                </a:lnTo>
                <a:cubicBezTo>
                  <a:pt x="1328407" y="267983"/>
                  <a:pt x="1179720" y="253780"/>
                  <a:pt x="996305" y="253780"/>
                </a:cubicBezTo>
                <a:cubicBezTo>
                  <a:pt x="812890" y="253780"/>
                  <a:pt x="664203" y="267983"/>
                  <a:pt x="664203" y="285503"/>
                </a:cubicBezTo>
                <a:cubicBezTo>
                  <a:pt x="664203" y="303023"/>
                  <a:pt x="515516" y="317225"/>
                  <a:pt x="332102" y="317225"/>
                </a:cubicBezTo>
                <a:cubicBezTo>
                  <a:pt x="148687" y="317225"/>
                  <a:pt x="0" y="303023"/>
                  <a:pt x="0" y="285503"/>
                </a:cubicBezTo>
                <a:lnTo>
                  <a:pt x="0" y="317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60" cap="flat">
            <a:solidFill>
              <a:srgbClr val="595959"/>
            </a:solidFill>
            <a:round/>
          </a:ln>
        </p:spPr>
      </p:sp>
      <p:sp>
        <p:nvSpPr>
          <p:cNvPr id="120" name="Text T">
            <a:extLst xmlns:a="http://schemas.openxmlformats.org/drawingml/2006/main">
              <a:ext uri="{FF2B5EF4-FFF2-40B4-BE49-F238E27FC236}">
                <a16:creationId xmlns:a16="http://schemas.microsoft.com/office/drawing/2014/main" id="{7C7E4847-1388-4DB3-98E0-714E39C3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00" y="3112761"/>
            <a:ext cx="84355" cy="91072"/>
          </a:xfrm>
          <a:custGeom xmlns:a="http://schemas.openxmlformats.org/drawingml/2006/main">
            <a:pathLst>
              <a:path w="84355" h="91072">
                <a:moveTo>
                  <a:pt x="11082" y="0"/>
                </a:moveTo>
                <a:lnTo>
                  <a:pt x="84355" y="0"/>
                </a:lnTo>
                <a:lnTo>
                  <a:pt x="77438" y="24581"/>
                </a:lnTo>
                <a:lnTo>
                  <a:pt x="75020" y="24581"/>
                </a:lnTo>
                <a:cubicBezTo>
                  <a:pt x="75109" y="23283"/>
                  <a:pt x="75154" y="22141"/>
                  <a:pt x="75154" y="21156"/>
                </a:cubicBezTo>
                <a:cubicBezTo>
                  <a:pt x="75154" y="16499"/>
                  <a:pt x="73789" y="12884"/>
                  <a:pt x="71057" y="10309"/>
                </a:cubicBezTo>
                <a:cubicBezTo>
                  <a:pt x="68326" y="7735"/>
                  <a:pt x="63714" y="6268"/>
                  <a:pt x="57222" y="5910"/>
                </a:cubicBezTo>
                <a:lnTo>
                  <a:pt x="36939" y="74483"/>
                </a:lnTo>
                <a:cubicBezTo>
                  <a:pt x="35820" y="78288"/>
                  <a:pt x="35260" y="81109"/>
                  <a:pt x="35260" y="82945"/>
                </a:cubicBezTo>
                <a:cubicBezTo>
                  <a:pt x="35260" y="84646"/>
                  <a:pt x="35954" y="86001"/>
                  <a:pt x="37342" y="87008"/>
                </a:cubicBezTo>
                <a:cubicBezTo>
                  <a:pt x="38730" y="88016"/>
                  <a:pt x="41551" y="88564"/>
                  <a:pt x="45804" y="88654"/>
                </a:cubicBezTo>
                <a:lnTo>
                  <a:pt x="45200" y="91072"/>
                </a:lnTo>
                <a:lnTo>
                  <a:pt x="0" y="91072"/>
                </a:lnTo>
                <a:lnTo>
                  <a:pt x="806" y="88654"/>
                </a:lnTo>
                <a:cubicBezTo>
                  <a:pt x="5418" y="88654"/>
                  <a:pt x="8776" y="87788"/>
                  <a:pt x="10880" y="86055"/>
                </a:cubicBezTo>
                <a:cubicBezTo>
                  <a:pt x="12985" y="84323"/>
                  <a:pt x="14910" y="80443"/>
                  <a:pt x="16656" y="74415"/>
                </a:cubicBezTo>
                <a:lnTo>
                  <a:pt x="36939" y="5910"/>
                </a:lnTo>
                <a:cubicBezTo>
                  <a:pt x="29954" y="6134"/>
                  <a:pt x="24111" y="7656"/>
                  <a:pt x="19410" y="10477"/>
                </a:cubicBezTo>
                <a:cubicBezTo>
                  <a:pt x="14708" y="13298"/>
                  <a:pt x="10410" y="17999"/>
                  <a:pt x="6515" y="24581"/>
                </a:cubicBezTo>
                <a:lnTo>
                  <a:pt x="3895" y="24581"/>
                </a:lnTo>
                <a:lnTo>
                  <a:pt x="110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axonomy">
            <a:extLst xmlns:a="http://schemas.openxmlformats.org/drawingml/2006/main">
              <a:ext uri="{FF2B5EF4-FFF2-40B4-BE49-F238E27FC236}">
                <a16:creationId xmlns:a16="http://schemas.microsoft.com/office/drawing/2014/main" id="{5B300D7B-FEF1-43DB-B85F-20D1A97F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426" y="3141506"/>
            <a:ext cx="516609" cy="92012"/>
          </a:xfrm>
          <a:custGeom xmlns:a="http://schemas.openxmlformats.org/drawingml/2006/main">
            <a:pathLst>
              <a:path w="516609" h="92012">
                <a:moveTo>
                  <a:pt x="63199" y="940"/>
                </a:moveTo>
                <a:lnTo>
                  <a:pt x="50170" y="45700"/>
                </a:lnTo>
                <a:lnTo>
                  <a:pt x="48827" y="51150"/>
                </a:lnTo>
                <a:cubicBezTo>
                  <a:pt x="48692" y="51825"/>
                  <a:pt x="48625" y="52318"/>
                  <a:pt x="48625" y="52632"/>
                </a:cubicBezTo>
                <a:cubicBezTo>
                  <a:pt x="48625" y="53166"/>
                  <a:pt x="48816" y="53634"/>
                  <a:pt x="49196" y="54036"/>
                </a:cubicBezTo>
                <a:cubicBezTo>
                  <a:pt x="49577" y="54438"/>
                  <a:pt x="49968" y="54638"/>
                  <a:pt x="50371" y="54638"/>
                </a:cubicBezTo>
                <a:cubicBezTo>
                  <a:pt x="51312" y="54638"/>
                  <a:pt x="52610" y="53925"/>
                  <a:pt x="54267" y="52498"/>
                </a:cubicBezTo>
                <a:cubicBezTo>
                  <a:pt x="54938" y="51917"/>
                  <a:pt x="56550" y="49865"/>
                  <a:pt x="59103" y="46342"/>
                </a:cubicBezTo>
                <a:lnTo>
                  <a:pt x="61453" y="47546"/>
                </a:lnTo>
                <a:cubicBezTo>
                  <a:pt x="58274" y="53345"/>
                  <a:pt x="54883" y="57571"/>
                  <a:pt x="51278" y="60225"/>
                </a:cubicBezTo>
                <a:cubicBezTo>
                  <a:pt x="47674" y="62880"/>
                  <a:pt x="43790" y="64207"/>
                  <a:pt x="39626" y="64207"/>
                </a:cubicBezTo>
                <a:cubicBezTo>
                  <a:pt x="37073" y="64207"/>
                  <a:pt x="35126" y="63546"/>
                  <a:pt x="33782" y="62226"/>
                </a:cubicBezTo>
                <a:cubicBezTo>
                  <a:pt x="32439" y="60905"/>
                  <a:pt x="31768" y="59237"/>
                  <a:pt x="31768" y="57222"/>
                </a:cubicBezTo>
                <a:cubicBezTo>
                  <a:pt x="31768" y="55476"/>
                  <a:pt x="32484" y="52230"/>
                  <a:pt x="33917" y="47483"/>
                </a:cubicBezTo>
                <a:lnTo>
                  <a:pt x="35529" y="42043"/>
                </a:lnTo>
                <a:cubicBezTo>
                  <a:pt x="30335" y="50954"/>
                  <a:pt x="25342" y="57267"/>
                  <a:pt x="20552" y="60983"/>
                </a:cubicBezTo>
                <a:cubicBezTo>
                  <a:pt x="17776" y="63132"/>
                  <a:pt x="14820" y="64207"/>
                  <a:pt x="11686" y="64207"/>
                </a:cubicBezTo>
                <a:cubicBezTo>
                  <a:pt x="7567" y="64207"/>
                  <a:pt x="4589" y="62515"/>
                  <a:pt x="2754" y="59132"/>
                </a:cubicBezTo>
                <a:cubicBezTo>
                  <a:pt x="918" y="55747"/>
                  <a:pt x="0" y="51926"/>
                  <a:pt x="0" y="47668"/>
                </a:cubicBezTo>
                <a:cubicBezTo>
                  <a:pt x="0" y="41348"/>
                  <a:pt x="1925" y="34098"/>
                  <a:pt x="5776" y="25918"/>
                </a:cubicBezTo>
                <a:cubicBezTo>
                  <a:pt x="9627" y="17738"/>
                  <a:pt x="14686" y="11161"/>
                  <a:pt x="20955" y="6185"/>
                </a:cubicBezTo>
                <a:cubicBezTo>
                  <a:pt x="26104" y="2062"/>
                  <a:pt x="30939" y="0"/>
                  <a:pt x="35462" y="0"/>
                </a:cubicBezTo>
                <a:cubicBezTo>
                  <a:pt x="37969" y="0"/>
                  <a:pt x="39984" y="728"/>
                  <a:pt x="41506" y="2185"/>
                </a:cubicBezTo>
                <a:cubicBezTo>
                  <a:pt x="43028" y="3641"/>
                  <a:pt x="44148" y="6297"/>
                  <a:pt x="44864" y="10152"/>
                </a:cubicBezTo>
                <a:lnTo>
                  <a:pt x="47282" y="1881"/>
                </a:lnTo>
                <a:lnTo>
                  <a:pt x="63199" y="940"/>
                </a:lnTo>
                <a:moveTo>
                  <a:pt x="41708" y="13823"/>
                </a:moveTo>
                <a:cubicBezTo>
                  <a:pt x="41708" y="10200"/>
                  <a:pt x="41148" y="7584"/>
                  <a:pt x="40029" y="5975"/>
                </a:cubicBezTo>
                <a:cubicBezTo>
                  <a:pt x="39223" y="4857"/>
                  <a:pt x="38126" y="4298"/>
                  <a:pt x="36738" y="4298"/>
                </a:cubicBezTo>
                <a:cubicBezTo>
                  <a:pt x="35350" y="4298"/>
                  <a:pt x="33917" y="4969"/>
                  <a:pt x="32439" y="6311"/>
                </a:cubicBezTo>
                <a:cubicBezTo>
                  <a:pt x="29439" y="9083"/>
                  <a:pt x="26204" y="14706"/>
                  <a:pt x="22734" y="23179"/>
                </a:cubicBezTo>
                <a:cubicBezTo>
                  <a:pt x="19264" y="31651"/>
                  <a:pt x="17529" y="38973"/>
                  <a:pt x="17529" y="45143"/>
                </a:cubicBezTo>
                <a:cubicBezTo>
                  <a:pt x="17529" y="47512"/>
                  <a:pt x="17921" y="49222"/>
                  <a:pt x="18705" y="50273"/>
                </a:cubicBezTo>
                <a:cubicBezTo>
                  <a:pt x="19488" y="51324"/>
                  <a:pt x="20350" y="51849"/>
                  <a:pt x="21290" y="51849"/>
                </a:cubicBezTo>
                <a:cubicBezTo>
                  <a:pt x="23305" y="51849"/>
                  <a:pt x="25342" y="50686"/>
                  <a:pt x="27402" y="48361"/>
                </a:cubicBezTo>
                <a:cubicBezTo>
                  <a:pt x="30357" y="45053"/>
                  <a:pt x="33021" y="41007"/>
                  <a:pt x="35394" y="36223"/>
                </a:cubicBezTo>
                <a:cubicBezTo>
                  <a:pt x="39603" y="27817"/>
                  <a:pt x="41708" y="20350"/>
                  <a:pt x="41708" y="13823"/>
                </a:cubicBezTo>
                <a:close/>
                <a:moveTo>
                  <a:pt x="72333" y="4030"/>
                </a:moveTo>
                <a:lnTo>
                  <a:pt x="95773" y="0"/>
                </a:lnTo>
                <a:cubicBezTo>
                  <a:pt x="100026" y="6678"/>
                  <a:pt x="103026" y="14029"/>
                  <a:pt x="104773" y="22052"/>
                </a:cubicBezTo>
                <a:cubicBezTo>
                  <a:pt x="109160" y="15553"/>
                  <a:pt x="112474" y="11003"/>
                  <a:pt x="114713" y="8404"/>
                </a:cubicBezTo>
                <a:cubicBezTo>
                  <a:pt x="117712" y="4908"/>
                  <a:pt x="120186" y="2634"/>
                  <a:pt x="122134" y="1580"/>
                </a:cubicBezTo>
                <a:cubicBezTo>
                  <a:pt x="124082" y="527"/>
                  <a:pt x="126152" y="0"/>
                  <a:pt x="128346" y="0"/>
                </a:cubicBezTo>
                <a:cubicBezTo>
                  <a:pt x="130809" y="0"/>
                  <a:pt x="132701" y="678"/>
                  <a:pt x="134022" y="2034"/>
                </a:cubicBezTo>
                <a:cubicBezTo>
                  <a:pt x="135342" y="3388"/>
                  <a:pt x="136003" y="5218"/>
                  <a:pt x="136003" y="7522"/>
                </a:cubicBezTo>
                <a:cubicBezTo>
                  <a:pt x="136003" y="9691"/>
                  <a:pt x="135342" y="11464"/>
                  <a:pt x="134022" y="12843"/>
                </a:cubicBezTo>
                <a:cubicBezTo>
                  <a:pt x="132701" y="14221"/>
                  <a:pt x="131055" y="14910"/>
                  <a:pt x="129085" y="14910"/>
                </a:cubicBezTo>
                <a:cubicBezTo>
                  <a:pt x="127652" y="14910"/>
                  <a:pt x="126007" y="14641"/>
                  <a:pt x="124149" y="14104"/>
                </a:cubicBezTo>
                <a:cubicBezTo>
                  <a:pt x="122291" y="13567"/>
                  <a:pt x="121003" y="13298"/>
                  <a:pt x="120287" y="13298"/>
                </a:cubicBezTo>
                <a:cubicBezTo>
                  <a:pt x="118406" y="13298"/>
                  <a:pt x="116615" y="13968"/>
                  <a:pt x="114914" y="15307"/>
                </a:cubicBezTo>
                <a:cubicBezTo>
                  <a:pt x="112586" y="17137"/>
                  <a:pt x="109720" y="21043"/>
                  <a:pt x="106317" y="27026"/>
                </a:cubicBezTo>
                <a:cubicBezTo>
                  <a:pt x="110123" y="40478"/>
                  <a:pt x="113168" y="48684"/>
                  <a:pt x="115451" y="51643"/>
                </a:cubicBezTo>
                <a:cubicBezTo>
                  <a:pt x="116795" y="53392"/>
                  <a:pt x="118160" y="54267"/>
                  <a:pt x="119548" y="54267"/>
                </a:cubicBezTo>
                <a:cubicBezTo>
                  <a:pt x="120712" y="54267"/>
                  <a:pt x="121720" y="53951"/>
                  <a:pt x="122570" y="53320"/>
                </a:cubicBezTo>
                <a:cubicBezTo>
                  <a:pt x="123869" y="52300"/>
                  <a:pt x="125861" y="49750"/>
                  <a:pt x="128548" y="45670"/>
                </a:cubicBezTo>
                <a:lnTo>
                  <a:pt x="130966" y="47133"/>
                </a:lnTo>
                <a:cubicBezTo>
                  <a:pt x="127026" y="53730"/>
                  <a:pt x="123175" y="58376"/>
                  <a:pt x="119414" y="61071"/>
                </a:cubicBezTo>
                <a:cubicBezTo>
                  <a:pt x="116548" y="63162"/>
                  <a:pt x="113727" y="64207"/>
                  <a:pt x="110951" y="64207"/>
                </a:cubicBezTo>
                <a:cubicBezTo>
                  <a:pt x="108086" y="64207"/>
                  <a:pt x="105702" y="63566"/>
                  <a:pt x="103799" y="62284"/>
                </a:cubicBezTo>
                <a:cubicBezTo>
                  <a:pt x="101896" y="61001"/>
                  <a:pt x="100206" y="58909"/>
                  <a:pt x="98728" y="56007"/>
                </a:cubicBezTo>
                <a:cubicBezTo>
                  <a:pt x="97250" y="53105"/>
                  <a:pt x="95504" y="48459"/>
                  <a:pt x="93489" y="42071"/>
                </a:cubicBezTo>
                <a:cubicBezTo>
                  <a:pt x="88251" y="48774"/>
                  <a:pt x="84143" y="53667"/>
                  <a:pt x="81165" y="56750"/>
                </a:cubicBezTo>
                <a:cubicBezTo>
                  <a:pt x="78188" y="59831"/>
                  <a:pt x="75714" y="61844"/>
                  <a:pt x="73744" y="62788"/>
                </a:cubicBezTo>
                <a:cubicBezTo>
                  <a:pt x="71774" y="63734"/>
                  <a:pt x="69669" y="64207"/>
                  <a:pt x="67430" y="64207"/>
                </a:cubicBezTo>
                <a:cubicBezTo>
                  <a:pt x="65102" y="64207"/>
                  <a:pt x="63255" y="63532"/>
                  <a:pt x="61890" y="62184"/>
                </a:cubicBezTo>
                <a:cubicBezTo>
                  <a:pt x="60524" y="60833"/>
                  <a:pt x="59841" y="59079"/>
                  <a:pt x="59841" y="56922"/>
                </a:cubicBezTo>
                <a:cubicBezTo>
                  <a:pt x="59841" y="54627"/>
                  <a:pt x="60580" y="52738"/>
                  <a:pt x="62058" y="51255"/>
                </a:cubicBezTo>
                <a:cubicBezTo>
                  <a:pt x="63535" y="49771"/>
                  <a:pt x="65416" y="49028"/>
                  <a:pt x="67699" y="49028"/>
                </a:cubicBezTo>
                <a:cubicBezTo>
                  <a:pt x="68908" y="49028"/>
                  <a:pt x="70274" y="49405"/>
                  <a:pt x="71796" y="50157"/>
                </a:cubicBezTo>
                <a:cubicBezTo>
                  <a:pt x="74035" y="51285"/>
                  <a:pt x="75647" y="51849"/>
                  <a:pt x="76632" y="51849"/>
                </a:cubicBezTo>
                <a:cubicBezTo>
                  <a:pt x="77930" y="51849"/>
                  <a:pt x="79094" y="51579"/>
                  <a:pt x="80124" y="51039"/>
                </a:cubicBezTo>
                <a:cubicBezTo>
                  <a:pt x="81467" y="50363"/>
                  <a:pt x="83169" y="48899"/>
                  <a:pt x="85228" y="46646"/>
                </a:cubicBezTo>
                <a:cubicBezTo>
                  <a:pt x="86482" y="45250"/>
                  <a:pt x="88788" y="42276"/>
                  <a:pt x="92146" y="37726"/>
                </a:cubicBezTo>
                <a:cubicBezTo>
                  <a:pt x="87848" y="21761"/>
                  <a:pt x="84490" y="12209"/>
                  <a:pt x="82072" y="9071"/>
                </a:cubicBezTo>
                <a:cubicBezTo>
                  <a:pt x="80549" y="7053"/>
                  <a:pt x="78624" y="6045"/>
                  <a:pt x="76296" y="6045"/>
                </a:cubicBezTo>
                <a:cubicBezTo>
                  <a:pt x="75087" y="6045"/>
                  <a:pt x="73609" y="6224"/>
                  <a:pt x="71863" y="6582"/>
                </a:cubicBezTo>
                <a:lnTo>
                  <a:pt x="72333" y="4030"/>
                </a:lnTo>
                <a:close/>
                <a:moveTo>
                  <a:pt x="180061" y="0"/>
                </a:moveTo>
                <a:cubicBezTo>
                  <a:pt x="183598" y="0"/>
                  <a:pt x="186923" y="818"/>
                  <a:pt x="190035" y="2454"/>
                </a:cubicBezTo>
                <a:cubicBezTo>
                  <a:pt x="193147" y="4089"/>
                  <a:pt x="195497" y="6364"/>
                  <a:pt x="197087" y="9279"/>
                </a:cubicBezTo>
                <a:cubicBezTo>
                  <a:pt x="198676" y="12192"/>
                  <a:pt x="199471" y="15419"/>
                  <a:pt x="199471" y="18959"/>
                </a:cubicBezTo>
                <a:cubicBezTo>
                  <a:pt x="199471" y="26220"/>
                  <a:pt x="197445" y="33482"/>
                  <a:pt x="193393" y="40744"/>
                </a:cubicBezTo>
                <a:cubicBezTo>
                  <a:pt x="189341" y="48005"/>
                  <a:pt x="184001" y="53730"/>
                  <a:pt x="177375" y="57921"/>
                </a:cubicBezTo>
                <a:cubicBezTo>
                  <a:pt x="170748" y="62112"/>
                  <a:pt x="164077" y="64207"/>
                  <a:pt x="157361" y="64207"/>
                </a:cubicBezTo>
                <a:cubicBezTo>
                  <a:pt x="151271" y="64207"/>
                  <a:pt x="146559" y="62392"/>
                  <a:pt x="143223" y="58763"/>
                </a:cubicBezTo>
                <a:cubicBezTo>
                  <a:pt x="139887" y="55132"/>
                  <a:pt x="138219" y="50694"/>
                  <a:pt x="138219" y="45450"/>
                </a:cubicBezTo>
                <a:cubicBezTo>
                  <a:pt x="138219" y="39219"/>
                  <a:pt x="139462" y="33381"/>
                  <a:pt x="141947" y="27935"/>
                </a:cubicBezTo>
                <a:cubicBezTo>
                  <a:pt x="144432" y="22489"/>
                  <a:pt x="147588" y="17738"/>
                  <a:pt x="151417" y="13682"/>
                </a:cubicBezTo>
                <a:cubicBezTo>
                  <a:pt x="155245" y="9626"/>
                  <a:pt x="159644" y="6331"/>
                  <a:pt x="164614" y="3799"/>
                </a:cubicBezTo>
                <a:cubicBezTo>
                  <a:pt x="169584" y="1266"/>
                  <a:pt x="174733" y="0"/>
                  <a:pt x="180061" y="0"/>
                </a:cubicBezTo>
                <a:moveTo>
                  <a:pt x="177308" y="3627"/>
                </a:moveTo>
                <a:cubicBezTo>
                  <a:pt x="174935" y="3627"/>
                  <a:pt x="172964" y="4320"/>
                  <a:pt x="171397" y="5707"/>
                </a:cubicBezTo>
                <a:cubicBezTo>
                  <a:pt x="168263" y="8523"/>
                  <a:pt x="164726" y="15109"/>
                  <a:pt x="160786" y="25463"/>
                </a:cubicBezTo>
                <a:cubicBezTo>
                  <a:pt x="156846" y="35816"/>
                  <a:pt x="154876" y="45151"/>
                  <a:pt x="154876" y="53469"/>
                </a:cubicBezTo>
                <a:cubicBezTo>
                  <a:pt x="154876" y="55526"/>
                  <a:pt x="155502" y="57225"/>
                  <a:pt x="156756" y="58567"/>
                </a:cubicBezTo>
                <a:cubicBezTo>
                  <a:pt x="158010" y="59909"/>
                  <a:pt x="159487" y="60580"/>
                  <a:pt x="161189" y="60580"/>
                </a:cubicBezTo>
                <a:cubicBezTo>
                  <a:pt x="162935" y="60580"/>
                  <a:pt x="164480" y="60043"/>
                  <a:pt x="165823" y="58970"/>
                </a:cubicBezTo>
                <a:cubicBezTo>
                  <a:pt x="167793" y="57360"/>
                  <a:pt x="170211" y="53748"/>
                  <a:pt x="173076" y="48136"/>
                </a:cubicBezTo>
                <a:cubicBezTo>
                  <a:pt x="175942" y="42524"/>
                  <a:pt x="178293" y="36330"/>
                  <a:pt x="180128" y="29555"/>
                </a:cubicBezTo>
                <a:cubicBezTo>
                  <a:pt x="181964" y="22779"/>
                  <a:pt x="182882" y="16574"/>
                  <a:pt x="182882" y="10939"/>
                </a:cubicBezTo>
                <a:cubicBezTo>
                  <a:pt x="182882" y="8614"/>
                  <a:pt x="182322" y="6813"/>
                  <a:pt x="181203" y="5539"/>
                </a:cubicBezTo>
                <a:cubicBezTo>
                  <a:pt x="180084" y="4264"/>
                  <a:pt x="178785" y="3627"/>
                  <a:pt x="177308" y="3627"/>
                </a:cubicBezTo>
                <a:close/>
                <a:moveTo>
                  <a:pt x="240373" y="0"/>
                </a:moveTo>
                <a:lnTo>
                  <a:pt x="232045" y="28844"/>
                </a:lnTo>
                <a:cubicBezTo>
                  <a:pt x="237641" y="20417"/>
                  <a:pt x="241828" y="14657"/>
                  <a:pt x="244604" y="11564"/>
                </a:cubicBezTo>
                <a:cubicBezTo>
                  <a:pt x="248678" y="7083"/>
                  <a:pt x="252193" y="4035"/>
                  <a:pt x="255148" y="2422"/>
                </a:cubicBezTo>
                <a:cubicBezTo>
                  <a:pt x="258103" y="807"/>
                  <a:pt x="260879" y="0"/>
                  <a:pt x="263476" y="0"/>
                </a:cubicBezTo>
                <a:cubicBezTo>
                  <a:pt x="265805" y="0"/>
                  <a:pt x="267797" y="868"/>
                  <a:pt x="269454" y="2605"/>
                </a:cubicBezTo>
                <a:cubicBezTo>
                  <a:pt x="271110" y="4340"/>
                  <a:pt x="271939" y="6604"/>
                  <a:pt x="271939" y="9398"/>
                </a:cubicBezTo>
                <a:cubicBezTo>
                  <a:pt x="271939" y="11916"/>
                  <a:pt x="271401" y="14972"/>
                  <a:pt x="270327" y="18568"/>
                </a:cubicBezTo>
                <a:lnTo>
                  <a:pt x="261730" y="47360"/>
                </a:lnTo>
                <a:cubicBezTo>
                  <a:pt x="261014" y="49877"/>
                  <a:pt x="260656" y="51517"/>
                  <a:pt x="260656" y="52281"/>
                </a:cubicBezTo>
                <a:cubicBezTo>
                  <a:pt x="260656" y="52729"/>
                  <a:pt x="260823" y="53132"/>
                  <a:pt x="261159" y="53490"/>
                </a:cubicBezTo>
                <a:cubicBezTo>
                  <a:pt x="261495" y="53848"/>
                  <a:pt x="261842" y="54028"/>
                  <a:pt x="262200" y="54028"/>
                </a:cubicBezTo>
                <a:cubicBezTo>
                  <a:pt x="262648" y="54028"/>
                  <a:pt x="263118" y="53848"/>
                  <a:pt x="263611" y="53490"/>
                </a:cubicBezTo>
                <a:cubicBezTo>
                  <a:pt x="265178" y="52199"/>
                  <a:pt x="266767" y="50384"/>
                  <a:pt x="268379" y="48046"/>
                </a:cubicBezTo>
                <a:cubicBezTo>
                  <a:pt x="268782" y="47429"/>
                  <a:pt x="269431" y="46503"/>
                  <a:pt x="270327" y="45267"/>
                </a:cubicBezTo>
                <a:lnTo>
                  <a:pt x="272879" y="46789"/>
                </a:lnTo>
                <a:cubicBezTo>
                  <a:pt x="266297" y="57684"/>
                  <a:pt x="259379" y="63132"/>
                  <a:pt x="252126" y="63132"/>
                </a:cubicBezTo>
                <a:cubicBezTo>
                  <a:pt x="249350" y="63132"/>
                  <a:pt x="247178" y="62416"/>
                  <a:pt x="245611" y="60983"/>
                </a:cubicBezTo>
                <a:cubicBezTo>
                  <a:pt x="244044" y="59550"/>
                  <a:pt x="243261" y="57759"/>
                  <a:pt x="243261" y="55610"/>
                </a:cubicBezTo>
                <a:cubicBezTo>
                  <a:pt x="243261" y="53724"/>
                  <a:pt x="243798" y="50917"/>
                  <a:pt x="244872" y="47190"/>
                </a:cubicBezTo>
                <a:lnTo>
                  <a:pt x="253268" y="18421"/>
                </a:lnTo>
                <a:cubicBezTo>
                  <a:pt x="253850" y="16535"/>
                  <a:pt x="254141" y="15143"/>
                  <a:pt x="254141" y="14245"/>
                </a:cubicBezTo>
                <a:cubicBezTo>
                  <a:pt x="254141" y="13751"/>
                  <a:pt x="253939" y="13313"/>
                  <a:pt x="253536" y="12931"/>
                </a:cubicBezTo>
                <a:cubicBezTo>
                  <a:pt x="253133" y="12549"/>
                  <a:pt x="252663" y="12358"/>
                  <a:pt x="252126" y="12358"/>
                </a:cubicBezTo>
                <a:cubicBezTo>
                  <a:pt x="250425" y="12358"/>
                  <a:pt x="248365" y="13527"/>
                  <a:pt x="245947" y="15865"/>
                </a:cubicBezTo>
                <a:cubicBezTo>
                  <a:pt x="239768" y="21802"/>
                  <a:pt x="233791" y="30640"/>
                  <a:pt x="228015" y="42379"/>
                </a:cubicBezTo>
                <a:lnTo>
                  <a:pt x="222508" y="62326"/>
                </a:lnTo>
                <a:lnTo>
                  <a:pt x="205381" y="62326"/>
                </a:lnTo>
                <a:lnTo>
                  <a:pt x="217941" y="19213"/>
                </a:lnTo>
                <a:cubicBezTo>
                  <a:pt x="219149" y="14949"/>
                  <a:pt x="219754" y="11923"/>
                  <a:pt x="219754" y="10135"/>
                </a:cubicBezTo>
                <a:cubicBezTo>
                  <a:pt x="219754" y="9375"/>
                  <a:pt x="219575" y="8739"/>
                  <a:pt x="219217" y="8225"/>
                </a:cubicBezTo>
                <a:cubicBezTo>
                  <a:pt x="218858" y="7710"/>
                  <a:pt x="218276" y="7308"/>
                  <a:pt x="217470" y="7018"/>
                </a:cubicBezTo>
                <a:cubicBezTo>
                  <a:pt x="216664" y="6727"/>
                  <a:pt x="215142" y="6582"/>
                  <a:pt x="212903" y="6582"/>
                </a:cubicBezTo>
                <a:lnTo>
                  <a:pt x="213642" y="4030"/>
                </a:lnTo>
                <a:lnTo>
                  <a:pt x="236276" y="0"/>
                </a:lnTo>
                <a:lnTo>
                  <a:pt x="240373" y="0"/>
                </a:lnTo>
                <a:close/>
                <a:moveTo>
                  <a:pt x="325312" y="0"/>
                </a:moveTo>
                <a:cubicBezTo>
                  <a:pt x="328849" y="0"/>
                  <a:pt x="332173" y="818"/>
                  <a:pt x="335285" y="2454"/>
                </a:cubicBezTo>
                <a:cubicBezTo>
                  <a:pt x="338397" y="4089"/>
                  <a:pt x="340748" y="6364"/>
                  <a:pt x="342337" y="9279"/>
                </a:cubicBezTo>
                <a:cubicBezTo>
                  <a:pt x="343927" y="12192"/>
                  <a:pt x="344721" y="15419"/>
                  <a:pt x="344721" y="18959"/>
                </a:cubicBezTo>
                <a:cubicBezTo>
                  <a:pt x="344721" y="26220"/>
                  <a:pt x="342695" y="33482"/>
                  <a:pt x="338643" y="40744"/>
                </a:cubicBezTo>
                <a:cubicBezTo>
                  <a:pt x="334591" y="48005"/>
                  <a:pt x="329252" y="53730"/>
                  <a:pt x="322625" y="57921"/>
                </a:cubicBezTo>
                <a:cubicBezTo>
                  <a:pt x="315999" y="62112"/>
                  <a:pt x="309327" y="64207"/>
                  <a:pt x="302611" y="64207"/>
                </a:cubicBezTo>
                <a:cubicBezTo>
                  <a:pt x="296522" y="64207"/>
                  <a:pt x="291809" y="62392"/>
                  <a:pt x="288473" y="58763"/>
                </a:cubicBezTo>
                <a:cubicBezTo>
                  <a:pt x="285138" y="55132"/>
                  <a:pt x="283470" y="50694"/>
                  <a:pt x="283470" y="45450"/>
                </a:cubicBezTo>
                <a:cubicBezTo>
                  <a:pt x="283470" y="39219"/>
                  <a:pt x="284712" y="33381"/>
                  <a:pt x="287197" y="27935"/>
                </a:cubicBezTo>
                <a:cubicBezTo>
                  <a:pt x="289682" y="22489"/>
                  <a:pt x="292839" y="17738"/>
                  <a:pt x="296667" y="13682"/>
                </a:cubicBezTo>
                <a:cubicBezTo>
                  <a:pt x="300495" y="9626"/>
                  <a:pt x="304894" y="6331"/>
                  <a:pt x="309864" y="3799"/>
                </a:cubicBezTo>
                <a:cubicBezTo>
                  <a:pt x="314834" y="1266"/>
                  <a:pt x="319984" y="0"/>
                  <a:pt x="325312" y="0"/>
                </a:cubicBezTo>
                <a:moveTo>
                  <a:pt x="322558" y="3627"/>
                </a:moveTo>
                <a:cubicBezTo>
                  <a:pt x="320185" y="3627"/>
                  <a:pt x="318215" y="4320"/>
                  <a:pt x="316648" y="5707"/>
                </a:cubicBezTo>
                <a:cubicBezTo>
                  <a:pt x="313514" y="8523"/>
                  <a:pt x="309976" y="15109"/>
                  <a:pt x="306036" y="25463"/>
                </a:cubicBezTo>
                <a:cubicBezTo>
                  <a:pt x="302096" y="35816"/>
                  <a:pt x="300126" y="45151"/>
                  <a:pt x="300126" y="53469"/>
                </a:cubicBezTo>
                <a:cubicBezTo>
                  <a:pt x="300126" y="55526"/>
                  <a:pt x="300753" y="57225"/>
                  <a:pt x="302006" y="58567"/>
                </a:cubicBezTo>
                <a:cubicBezTo>
                  <a:pt x="303260" y="59909"/>
                  <a:pt x="304738" y="60580"/>
                  <a:pt x="306439" y="60580"/>
                </a:cubicBezTo>
                <a:cubicBezTo>
                  <a:pt x="308185" y="60580"/>
                  <a:pt x="309730" y="60043"/>
                  <a:pt x="311073" y="58970"/>
                </a:cubicBezTo>
                <a:cubicBezTo>
                  <a:pt x="313043" y="57360"/>
                  <a:pt x="315461" y="53748"/>
                  <a:pt x="318327" y="48136"/>
                </a:cubicBezTo>
                <a:cubicBezTo>
                  <a:pt x="321192" y="42524"/>
                  <a:pt x="323543" y="36330"/>
                  <a:pt x="325379" y="29555"/>
                </a:cubicBezTo>
                <a:cubicBezTo>
                  <a:pt x="327215" y="22779"/>
                  <a:pt x="328132" y="16574"/>
                  <a:pt x="328132" y="10939"/>
                </a:cubicBezTo>
                <a:cubicBezTo>
                  <a:pt x="328132" y="8614"/>
                  <a:pt x="327573" y="6813"/>
                  <a:pt x="326453" y="5539"/>
                </a:cubicBezTo>
                <a:cubicBezTo>
                  <a:pt x="325334" y="4264"/>
                  <a:pt x="324036" y="3627"/>
                  <a:pt x="322558" y="3627"/>
                </a:cubicBezTo>
                <a:close/>
                <a:moveTo>
                  <a:pt x="385422" y="0"/>
                </a:moveTo>
                <a:lnTo>
                  <a:pt x="376825" y="28911"/>
                </a:lnTo>
                <a:cubicBezTo>
                  <a:pt x="382601" y="20036"/>
                  <a:pt x="386810" y="14052"/>
                  <a:pt x="389451" y="10960"/>
                </a:cubicBezTo>
                <a:cubicBezTo>
                  <a:pt x="393347" y="6432"/>
                  <a:pt x="396559" y="3474"/>
                  <a:pt x="399089" y="2084"/>
                </a:cubicBezTo>
                <a:cubicBezTo>
                  <a:pt x="401619" y="695"/>
                  <a:pt x="404160" y="0"/>
                  <a:pt x="406712" y="0"/>
                </a:cubicBezTo>
                <a:cubicBezTo>
                  <a:pt x="409622" y="0"/>
                  <a:pt x="411727" y="882"/>
                  <a:pt x="413025" y="2647"/>
                </a:cubicBezTo>
                <a:cubicBezTo>
                  <a:pt x="414324" y="4410"/>
                  <a:pt x="414973" y="6354"/>
                  <a:pt x="414973" y="8479"/>
                </a:cubicBezTo>
                <a:cubicBezTo>
                  <a:pt x="414973" y="10668"/>
                  <a:pt x="414368" y="13883"/>
                  <a:pt x="413159" y="18125"/>
                </a:cubicBezTo>
                <a:lnTo>
                  <a:pt x="410137" y="28911"/>
                </a:lnTo>
                <a:cubicBezTo>
                  <a:pt x="415958" y="19946"/>
                  <a:pt x="420144" y="13985"/>
                  <a:pt x="422696" y="11027"/>
                </a:cubicBezTo>
                <a:cubicBezTo>
                  <a:pt x="426637" y="6455"/>
                  <a:pt x="430062" y="3362"/>
                  <a:pt x="432972" y="1748"/>
                </a:cubicBezTo>
                <a:cubicBezTo>
                  <a:pt x="434987" y="583"/>
                  <a:pt x="437136" y="0"/>
                  <a:pt x="439420" y="0"/>
                </a:cubicBezTo>
                <a:cubicBezTo>
                  <a:pt x="441793" y="0"/>
                  <a:pt x="443774" y="803"/>
                  <a:pt x="445364" y="2409"/>
                </a:cubicBezTo>
                <a:cubicBezTo>
                  <a:pt x="446953" y="4016"/>
                  <a:pt x="447748" y="6108"/>
                  <a:pt x="447748" y="8687"/>
                </a:cubicBezTo>
                <a:cubicBezTo>
                  <a:pt x="447748" y="11569"/>
                  <a:pt x="447076" y="15307"/>
                  <a:pt x="445733" y="19899"/>
                </a:cubicBezTo>
                <a:lnTo>
                  <a:pt x="438278" y="45093"/>
                </a:lnTo>
                <a:cubicBezTo>
                  <a:pt x="437159" y="48832"/>
                  <a:pt x="436599" y="51241"/>
                  <a:pt x="436599" y="52321"/>
                </a:cubicBezTo>
                <a:cubicBezTo>
                  <a:pt x="436599" y="52672"/>
                  <a:pt x="436744" y="53002"/>
                  <a:pt x="437036" y="53310"/>
                </a:cubicBezTo>
                <a:cubicBezTo>
                  <a:pt x="437327" y="53618"/>
                  <a:pt x="437651" y="53772"/>
                  <a:pt x="438009" y="53772"/>
                </a:cubicBezTo>
                <a:cubicBezTo>
                  <a:pt x="438502" y="53772"/>
                  <a:pt x="438927" y="53618"/>
                  <a:pt x="439285" y="53310"/>
                </a:cubicBezTo>
                <a:cubicBezTo>
                  <a:pt x="440897" y="52035"/>
                  <a:pt x="442599" y="50167"/>
                  <a:pt x="444390" y="47706"/>
                </a:cubicBezTo>
                <a:cubicBezTo>
                  <a:pt x="444793" y="47178"/>
                  <a:pt x="445397" y="46366"/>
                  <a:pt x="446203" y="45267"/>
                </a:cubicBezTo>
                <a:lnTo>
                  <a:pt x="448487" y="46717"/>
                </a:lnTo>
                <a:cubicBezTo>
                  <a:pt x="445397" y="52387"/>
                  <a:pt x="442006" y="56541"/>
                  <a:pt x="438312" y="59178"/>
                </a:cubicBezTo>
                <a:cubicBezTo>
                  <a:pt x="434618" y="61814"/>
                  <a:pt x="431204" y="63132"/>
                  <a:pt x="428069" y="63132"/>
                </a:cubicBezTo>
                <a:cubicBezTo>
                  <a:pt x="425338" y="63132"/>
                  <a:pt x="423144" y="62376"/>
                  <a:pt x="421488" y="60863"/>
                </a:cubicBezTo>
                <a:cubicBezTo>
                  <a:pt x="419831" y="59349"/>
                  <a:pt x="419003" y="57576"/>
                  <a:pt x="419003" y="55543"/>
                </a:cubicBezTo>
                <a:cubicBezTo>
                  <a:pt x="419003" y="53612"/>
                  <a:pt x="419562" y="50693"/>
                  <a:pt x="420682" y="46785"/>
                </a:cubicBezTo>
                <a:lnTo>
                  <a:pt x="428271" y="20510"/>
                </a:lnTo>
                <a:cubicBezTo>
                  <a:pt x="429301" y="16872"/>
                  <a:pt x="429816" y="14604"/>
                  <a:pt x="429816" y="13705"/>
                </a:cubicBezTo>
                <a:cubicBezTo>
                  <a:pt x="429816" y="13390"/>
                  <a:pt x="429659" y="13087"/>
                  <a:pt x="429345" y="12796"/>
                </a:cubicBezTo>
                <a:cubicBezTo>
                  <a:pt x="429032" y="12504"/>
                  <a:pt x="428719" y="12358"/>
                  <a:pt x="428405" y="12358"/>
                </a:cubicBezTo>
                <a:cubicBezTo>
                  <a:pt x="427823" y="12358"/>
                  <a:pt x="427241" y="12493"/>
                  <a:pt x="426659" y="12763"/>
                </a:cubicBezTo>
                <a:cubicBezTo>
                  <a:pt x="425808" y="13211"/>
                  <a:pt x="424499" y="14378"/>
                  <a:pt x="422730" y="16264"/>
                </a:cubicBezTo>
                <a:cubicBezTo>
                  <a:pt x="420961" y="18150"/>
                  <a:pt x="418420" y="21528"/>
                  <a:pt x="415107" y="26399"/>
                </a:cubicBezTo>
                <a:cubicBezTo>
                  <a:pt x="411794" y="31269"/>
                  <a:pt x="409499" y="35075"/>
                  <a:pt x="408223" y="37814"/>
                </a:cubicBezTo>
                <a:cubicBezTo>
                  <a:pt x="406947" y="40553"/>
                  <a:pt x="405682" y="44099"/>
                  <a:pt x="404428" y="48453"/>
                </a:cubicBezTo>
                <a:lnTo>
                  <a:pt x="400332" y="62326"/>
                </a:lnTo>
                <a:lnTo>
                  <a:pt x="383340" y="62326"/>
                </a:lnTo>
                <a:lnTo>
                  <a:pt x="395899" y="18528"/>
                </a:lnTo>
                <a:cubicBezTo>
                  <a:pt x="396570" y="16158"/>
                  <a:pt x="396906" y="14526"/>
                  <a:pt x="396906" y="13632"/>
                </a:cubicBezTo>
                <a:cubicBezTo>
                  <a:pt x="396906" y="13318"/>
                  <a:pt x="396761" y="13028"/>
                  <a:pt x="396470" y="12761"/>
                </a:cubicBezTo>
                <a:cubicBezTo>
                  <a:pt x="396179" y="12492"/>
                  <a:pt x="395876" y="12358"/>
                  <a:pt x="395563" y="12358"/>
                </a:cubicBezTo>
                <a:cubicBezTo>
                  <a:pt x="393906" y="12358"/>
                  <a:pt x="391287" y="14524"/>
                  <a:pt x="387705" y="18858"/>
                </a:cubicBezTo>
                <a:cubicBezTo>
                  <a:pt x="382243" y="25560"/>
                  <a:pt x="377273" y="33625"/>
                  <a:pt x="372795" y="43053"/>
                </a:cubicBezTo>
                <a:lnTo>
                  <a:pt x="367355" y="62326"/>
                </a:lnTo>
                <a:lnTo>
                  <a:pt x="350229" y="62326"/>
                </a:lnTo>
                <a:lnTo>
                  <a:pt x="362855" y="19141"/>
                </a:lnTo>
                <a:cubicBezTo>
                  <a:pt x="364109" y="14888"/>
                  <a:pt x="364736" y="11865"/>
                  <a:pt x="364736" y="10074"/>
                </a:cubicBezTo>
                <a:cubicBezTo>
                  <a:pt x="364736" y="9358"/>
                  <a:pt x="364557" y="8742"/>
                  <a:pt x="364198" y="8227"/>
                </a:cubicBezTo>
                <a:cubicBezTo>
                  <a:pt x="363840" y="7712"/>
                  <a:pt x="363258" y="7309"/>
                  <a:pt x="362452" y="7018"/>
                </a:cubicBezTo>
                <a:cubicBezTo>
                  <a:pt x="361646" y="6727"/>
                  <a:pt x="360102" y="6582"/>
                  <a:pt x="357818" y="6582"/>
                </a:cubicBezTo>
                <a:lnTo>
                  <a:pt x="358490" y="4030"/>
                </a:lnTo>
                <a:lnTo>
                  <a:pt x="381392" y="0"/>
                </a:lnTo>
                <a:lnTo>
                  <a:pt x="385422" y="0"/>
                </a:lnTo>
                <a:close/>
                <a:moveTo>
                  <a:pt x="459252" y="6179"/>
                </a:moveTo>
                <a:lnTo>
                  <a:pt x="479938" y="0"/>
                </a:lnTo>
                <a:cubicBezTo>
                  <a:pt x="481595" y="2061"/>
                  <a:pt x="482759" y="4010"/>
                  <a:pt x="483431" y="5847"/>
                </a:cubicBezTo>
                <a:cubicBezTo>
                  <a:pt x="484640" y="9029"/>
                  <a:pt x="485490" y="13421"/>
                  <a:pt x="485983" y="19024"/>
                </a:cubicBezTo>
                <a:cubicBezTo>
                  <a:pt x="486923" y="30048"/>
                  <a:pt x="487572" y="41812"/>
                  <a:pt x="487930" y="54315"/>
                </a:cubicBezTo>
                <a:cubicBezTo>
                  <a:pt x="492721" y="47996"/>
                  <a:pt x="498206" y="39638"/>
                  <a:pt x="504385" y="29241"/>
                </a:cubicBezTo>
                <a:cubicBezTo>
                  <a:pt x="506266" y="26104"/>
                  <a:pt x="507206" y="23146"/>
                  <a:pt x="507206" y="20369"/>
                </a:cubicBezTo>
                <a:cubicBezTo>
                  <a:pt x="507206" y="18621"/>
                  <a:pt x="506120" y="16963"/>
                  <a:pt x="503949" y="15395"/>
                </a:cubicBezTo>
                <a:cubicBezTo>
                  <a:pt x="501777" y="13826"/>
                  <a:pt x="500423" y="12605"/>
                  <a:pt x="499885" y="11730"/>
                </a:cubicBezTo>
                <a:cubicBezTo>
                  <a:pt x="499348" y="10856"/>
                  <a:pt x="499079" y="9724"/>
                  <a:pt x="499079" y="8336"/>
                </a:cubicBezTo>
                <a:cubicBezTo>
                  <a:pt x="499079" y="6095"/>
                  <a:pt x="499897" y="4145"/>
                  <a:pt x="501531" y="2487"/>
                </a:cubicBezTo>
                <a:cubicBezTo>
                  <a:pt x="503165" y="829"/>
                  <a:pt x="505146" y="0"/>
                  <a:pt x="507475" y="0"/>
                </a:cubicBezTo>
                <a:cubicBezTo>
                  <a:pt x="509937" y="0"/>
                  <a:pt x="512075" y="941"/>
                  <a:pt x="513889" y="2823"/>
                </a:cubicBezTo>
                <a:cubicBezTo>
                  <a:pt x="515702" y="4705"/>
                  <a:pt x="516609" y="6923"/>
                  <a:pt x="516609" y="9478"/>
                </a:cubicBezTo>
                <a:cubicBezTo>
                  <a:pt x="516609" y="12481"/>
                  <a:pt x="515769" y="15966"/>
                  <a:pt x="514090" y="19932"/>
                </a:cubicBezTo>
                <a:cubicBezTo>
                  <a:pt x="512411" y="23898"/>
                  <a:pt x="508482" y="30698"/>
                  <a:pt x="502303" y="40333"/>
                </a:cubicBezTo>
                <a:cubicBezTo>
                  <a:pt x="494378" y="52653"/>
                  <a:pt x="486610" y="63316"/>
                  <a:pt x="478998" y="72321"/>
                </a:cubicBezTo>
                <a:cubicBezTo>
                  <a:pt x="474118" y="78056"/>
                  <a:pt x="470177" y="82189"/>
                  <a:pt x="467177" y="84721"/>
                </a:cubicBezTo>
                <a:cubicBezTo>
                  <a:pt x="464178" y="87252"/>
                  <a:pt x="461066" y="89257"/>
                  <a:pt x="457842" y="90736"/>
                </a:cubicBezTo>
                <a:cubicBezTo>
                  <a:pt x="455917" y="91587"/>
                  <a:pt x="454014" y="92012"/>
                  <a:pt x="452133" y="92012"/>
                </a:cubicBezTo>
                <a:cubicBezTo>
                  <a:pt x="449581" y="92012"/>
                  <a:pt x="447398" y="91116"/>
                  <a:pt x="445585" y="89325"/>
                </a:cubicBezTo>
                <a:cubicBezTo>
                  <a:pt x="443771" y="87534"/>
                  <a:pt x="442865" y="85408"/>
                  <a:pt x="442865" y="82945"/>
                </a:cubicBezTo>
                <a:cubicBezTo>
                  <a:pt x="442865" y="80482"/>
                  <a:pt x="443682" y="78400"/>
                  <a:pt x="445316" y="76699"/>
                </a:cubicBezTo>
                <a:cubicBezTo>
                  <a:pt x="446950" y="74998"/>
                  <a:pt x="448865" y="74147"/>
                  <a:pt x="451059" y="74147"/>
                </a:cubicBezTo>
                <a:cubicBezTo>
                  <a:pt x="453790" y="74147"/>
                  <a:pt x="456297" y="75566"/>
                  <a:pt x="458581" y="78405"/>
                </a:cubicBezTo>
                <a:cubicBezTo>
                  <a:pt x="460103" y="80312"/>
                  <a:pt x="461357" y="81266"/>
                  <a:pt x="462342" y="81266"/>
                </a:cubicBezTo>
                <a:cubicBezTo>
                  <a:pt x="463372" y="81266"/>
                  <a:pt x="464379" y="80978"/>
                  <a:pt x="465364" y="80401"/>
                </a:cubicBezTo>
                <a:cubicBezTo>
                  <a:pt x="466707" y="79692"/>
                  <a:pt x="468588" y="78051"/>
                  <a:pt x="471006" y="75477"/>
                </a:cubicBezTo>
                <a:cubicBezTo>
                  <a:pt x="471274" y="69893"/>
                  <a:pt x="471409" y="65671"/>
                  <a:pt x="471409" y="62811"/>
                </a:cubicBezTo>
                <a:cubicBezTo>
                  <a:pt x="471409" y="58969"/>
                  <a:pt x="471230" y="53563"/>
                  <a:pt x="470871" y="46594"/>
                </a:cubicBezTo>
                <a:lnTo>
                  <a:pt x="469730" y="21062"/>
                </a:lnTo>
                <a:cubicBezTo>
                  <a:pt x="469327" y="16371"/>
                  <a:pt x="468319" y="12999"/>
                  <a:pt x="466707" y="10943"/>
                </a:cubicBezTo>
                <a:cubicBezTo>
                  <a:pt x="465454" y="9424"/>
                  <a:pt x="463819" y="8664"/>
                  <a:pt x="461804" y="8664"/>
                </a:cubicBezTo>
                <a:cubicBezTo>
                  <a:pt x="461043" y="8664"/>
                  <a:pt x="460193" y="8731"/>
                  <a:pt x="459252" y="8865"/>
                </a:cubicBezTo>
                <a:lnTo>
                  <a:pt x="459252" y="61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7B3D9-8A57-4660-9AF8-D8B3E409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75" y="3056864"/>
            <a:ext cx="1754573" cy="97076"/>
          </a:xfrm>
          <a:custGeom xmlns:a="http://schemas.openxmlformats.org/drawingml/2006/main">
            <a:pathLst>
              <a:path w="1754573" h="97076">
                <a:moveTo>
                  <a:pt x="1754573" y="97076"/>
                </a:moveTo>
                <a:lnTo>
                  <a:pt x="0" y="970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6B55B-A8F0-46D5-9227-7FA37EB6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75" y="3056864"/>
            <a:ext cx="1727363" cy="97076"/>
          </a:xfrm>
          <a:custGeom xmlns:a="http://schemas.openxmlformats.org/drawingml/2006/main">
            <a:pathLst>
              <a:path w="1727363" h="97076" fill="none">
                <a:moveTo>
                  <a:pt x="0" y="0"/>
                </a:moveTo>
                <a:lnTo>
                  <a:pt x="0" y="97076"/>
                </a:lnTo>
                <a:lnTo>
                  <a:pt x="1727363" y="97076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0D166-6DD6-4F20-9227-592336ED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209" y="3145011"/>
            <a:ext cx="24531" cy="17857"/>
          </a:xfrm>
          <a:custGeom xmlns:a="http://schemas.openxmlformats.org/drawingml/2006/main">
            <a:pathLst>
              <a:path w="24531" h="17857">
                <a:moveTo>
                  <a:pt x="8929" y="8929"/>
                </a:moveTo>
                <a:lnTo>
                  <a:pt x="0" y="0"/>
                </a:lnTo>
                <a:lnTo>
                  <a:pt x="24531" y="8929"/>
                </a:lnTo>
                <a:lnTo>
                  <a:pt x="0" y="17857"/>
                </a:lnTo>
                <a:lnTo>
                  <a:pt x="8929" y="8929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65D89-8EA1-493A-AD42-006FCD74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209" y="3145011"/>
            <a:ext cx="24531" cy="17857"/>
          </a:xfrm>
          <a:custGeom xmlns:a="http://schemas.openxmlformats.org/drawingml/2006/main">
            <a:pathLst>
              <a:path w="24531" h="17857" fill="none">
                <a:moveTo>
                  <a:pt x="8929" y="8929"/>
                </a:moveTo>
                <a:lnTo>
                  <a:pt x="0" y="17857"/>
                </a:lnTo>
                <a:lnTo>
                  <a:pt x="24531" y="8929"/>
                </a:lnTo>
                <a:lnTo>
                  <a:pt x="0" y="0"/>
                </a:lnTo>
                <a:lnTo>
                  <a:pt x="8929" y="89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C96B0-16E7-4242-822B-91BFF43C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861" y="2957378"/>
            <a:ext cx="1506815" cy="196629"/>
          </a:xfrm>
          <a:custGeom xmlns:a="http://schemas.openxmlformats.org/drawingml/2006/main">
            <a:pathLst>
              <a:path w="1506815" h="196629">
                <a:moveTo>
                  <a:pt x="1506815" y="0"/>
                </a:moveTo>
                <a:lnTo>
                  <a:pt x="1506815" y="196629"/>
                </a:lnTo>
                <a:lnTo>
                  <a:pt x="0" y="19662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CEB0F-92D9-43D5-882B-B24C8DD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070" y="2957378"/>
            <a:ext cx="1479606" cy="196629"/>
          </a:xfrm>
          <a:custGeom xmlns:a="http://schemas.openxmlformats.org/drawingml/2006/main">
            <a:pathLst>
              <a:path w="1479606" h="196629" fill="none">
                <a:moveTo>
                  <a:pt x="1479606" y="0"/>
                </a:moveTo>
                <a:lnTo>
                  <a:pt x="1479606" y="196629"/>
                </a:lnTo>
                <a:lnTo>
                  <a:pt x="0" y="196629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BE5FB-622C-4F26-995C-2CA93E2D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468" y="3145079"/>
            <a:ext cx="24531" cy="17857"/>
          </a:xfrm>
          <a:custGeom xmlns:a="http://schemas.openxmlformats.org/drawingml/2006/main">
            <a:pathLst>
              <a:path w="24531" h="17857">
                <a:moveTo>
                  <a:pt x="15602" y="8929"/>
                </a:moveTo>
                <a:lnTo>
                  <a:pt x="24531" y="17857"/>
                </a:lnTo>
                <a:lnTo>
                  <a:pt x="0" y="8929"/>
                </a:lnTo>
                <a:lnTo>
                  <a:pt x="24531" y="0"/>
                </a:lnTo>
                <a:lnTo>
                  <a:pt x="15602" y="8929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3C45C4-B80E-4151-89EA-BD125DAC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468" y="3145079"/>
            <a:ext cx="24531" cy="17857"/>
          </a:xfrm>
          <a:custGeom xmlns:a="http://schemas.openxmlformats.org/drawingml/2006/main">
            <a:pathLst>
              <a:path w="24531" h="17857" fill="none">
                <a:moveTo>
                  <a:pt x="15602" y="8929"/>
                </a:moveTo>
                <a:lnTo>
                  <a:pt x="24531" y="0"/>
                </a:lnTo>
                <a:lnTo>
                  <a:pt x="0" y="8929"/>
                </a:lnTo>
                <a:lnTo>
                  <a:pt x="24531" y="17857"/>
                </a:lnTo>
                <a:lnTo>
                  <a:pt x="15602" y="89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120FB-3BA3-4A34-8C38-1C89F9E1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88" y="1188684"/>
            <a:ext cx="599348" cy="307670"/>
          </a:xfrm>
          <a:custGeom xmlns:a="http://schemas.openxmlformats.org/drawingml/2006/main">
            <a:pathLst>
              <a:path w="599348" h="307670">
                <a:moveTo>
                  <a:pt x="0" y="0"/>
                </a:moveTo>
                <a:lnTo>
                  <a:pt x="599348" y="0"/>
                </a:lnTo>
                <a:lnTo>
                  <a:pt x="599348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Search">
            <a:extLst xmlns:a="http://schemas.openxmlformats.org/drawingml/2006/main">
              <a:ext uri="{FF2B5EF4-FFF2-40B4-BE49-F238E27FC236}">
                <a16:creationId xmlns:a16="http://schemas.microsoft.com/office/drawing/2014/main" id="{A285F472-D262-4691-B4B0-20E5DF1D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135" y="1293926"/>
            <a:ext cx="336354" cy="90017"/>
          </a:xfrm>
          <a:custGeom xmlns:a="http://schemas.openxmlformats.org/drawingml/2006/main">
            <a:pathLst>
              <a:path w="336354" h="90017">
                <a:moveTo>
                  <a:pt x="50278" y="2232"/>
                </a:moveTo>
                <a:lnTo>
                  <a:pt x="50278" y="31370"/>
                </a:lnTo>
                <a:lnTo>
                  <a:pt x="47985" y="31370"/>
                </a:lnTo>
                <a:cubicBezTo>
                  <a:pt x="47241" y="25776"/>
                  <a:pt x="45908" y="21322"/>
                  <a:pt x="43986" y="18008"/>
                </a:cubicBezTo>
                <a:cubicBezTo>
                  <a:pt x="42064" y="14692"/>
                  <a:pt x="39326" y="12061"/>
                  <a:pt x="35771" y="10113"/>
                </a:cubicBezTo>
                <a:cubicBezTo>
                  <a:pt x="32217" y="8165"/>
                  <a:pt x="28539" y="7191"/>
                  <a:pt x="24736" y="7191"/>
                </a:cubicBezTo>
                <a:cubicBezTo>
                  <a:pt x="20438" y="7191"/>
                  <a:pt x="16883" y="8502"/>
                  <a:pt x="14073" y="11122"/>
                </a:cubicBezTo>
                <a:cubicBezTo>
                  <a:pt x="11263" y="13743"/>
                  <a:pt x="9857" y="16724"/>
                  <a:pt x="9857" y="20065"/>
                </a:cubicBezTo>
                <a:cubicBezTo>
                  <a:pt x="9857" y="22624"/>
                  <a:pt x="10746" y="24956"/>
                  <a:pt x="12523" y="27061"/>
                </a:cubicBezTo>
                <a:cubicBezTo>
                  <a:pt x="15086" y="30156"/>
                  <a:pt x="21182" y="34282"/>
                  <a:pt x="30812" y="39439"/>
                </a:cubicBezTo>
                <a:cubicBezTo>
                  <a:pt x="38665" y="43648"/>
                  <a:pt x="44027" y="46878"/>
                  <a:pt x="46900" y="49128"/>
                </a:cubicBezTo>
                <a:cubicBezTo>
                  <a:pt x="49772" y="51376"/>
                  <a:pt x="51983" y="54028"/>
                  <a:pt x="53533" y="57082"/>
                </a:cubicBezTo>
                <a:cubicBezTo>
                  <a:pt x="55083" y="60136"/>
                  <a:pt x="55858" y="63334"/>
                  <a:pt x="55858" y="66678"/>
                </a:cubicBezTo>
                <a:cubicBezTo>
                  <a:pt x="55858" y="73034"/>
                  <a:pt x="53388" y="78513"/>
                  <a:pt x="48449" y="83115"/>
                </a:cubicBezTo>
                <a:cubicBezTo>
                  <a:pt x="43511" y="87717"/>
                  <a:pt x="37156" y="90017"/>
                  <a:pt x="29386" y="90017"/>
                </a:cubicBezTo>
                <a:cubicBezTo>
                  <a:pt x="26947" y="90017"/>
                  <a:pt x="24654" y="89829"/>
                  <a:pt x="22504" y="89452"/>
                </a:cubicBezTo>
                <a:cubicBezTo>
                  <a:pt x="21223" y="89243"/>
                  <a:pt x="18568" y="88479"/>
                  <a:pt x="14538" y="87160"/>
                </a:cubicBezTo>
                <a:cubicBezTo>
                  <a:pt x="10508" y="85841"/>
                  <a:pt x="7956" y="85182"/>
                  <a:pt x="6882" y="85182"/>
                </a:cubicBezTo>
                <a:cubicBezTo>
                  <a:pt x="5848" y="85182"/>
                  <a:pt x="5032" y="85496"/>
                  <a:pt x="4433" y="86123"/>
                </a:cubicBezTo>
                <a:cubicBezTo>
                  <a:pt x="3833" y="86751"/>
                  <a:pt x="3389" y="88049"/>
                  <a:pt x="3100" y="90017"/>
                </a:cubicBezTo>
                <a:lnTo>
                  <a:pt x="806" y="90017"/>
                </a:lnTo>
                <a:lnTo>
                  <a:pt x="806" y="61128"/>
                </a:lnTo>
                <a:lnTo>
                  <a:pt x="3100" y="61128"/>
                </a:lnTo>
                <a:cubicBezTo>
                  <a:pt x="4174" y="67177"/>
                  <a:pt x="5621" y="71704"/>
                  <a:pt x="7439" y="74708"/>
                </a:cubicBezTo>
                <a:cubicBezTo>
                  <a:pt x="9258" y="77713"/>
                  <a:pt x="12037" y="80209"/>
                  <a:pt x="15778" y="82198"/>
                </a:cubicBezTo>
                <a:cubicBezTo>
                  <a:pt x="19518" y="84187"/>
                  <a:pt x="23620" y="85182"/>
                  <a:pt x="28084" y="85182"/>
                </a:cubicBezTo>
                <a:cubicBezTo>
                  <a:pt x="33250" y="85182"/>
                  <a:pt x="37332" y="83817"/>
                  <a:pt x="40328" y="81088"/>
                </a:cubicBezTo>
                <a:cubicBezTo>
                  <a:pt x="43325" y="78359"/>
                  <a:pt x="44823" y="75134"/>
                  <a:pt x="44823" y="71413"/>
                </a:cubicBezTo>
                <a:cubicBezTo>
                  <a:pt x="44823" y="69345"/>
                  <a:pt x="44254" y="67257"/>
                  <a:pt x="43118" y="65150"/>
                </a:cubicBezTo>
                <a:cubicBezTo>
                  <a:pt x="41981" y="63040"/>
                  <a:pt x="40214" y="61076"/>
                  <a:pt x="37817" y="59256"/>
                </a:cubicBezTo>
                <a:cubicBezTo>
                  <a:pt x="36205" y="58016"/>
                  <a:pt x="31804" y="55397"/>
                  <a:pt x="24612" y="51398"/>
                </a:cubicBezTo>
                <a:cubicBezTo>
                  <a:pt x="17421" y="47398"/>
                  <a:pt x="12306" y="44201"/>
                  <a:pt x="9268" y="41806"/>
                </a:cubicBezTo>
                <a:cubicBezTo>
                  <a:pt x="6231" y="39412"/>
                  <a:pt x="3926" y="36769"/>
                  <a:pt x="2356" y="33879"/>
                </a:cubicBezTo>
                <a:cubicBezTo>
                  <a:pt x="785" y="30988"/>
                  <a:pt x="0" y="27809"/>
                  <a:pt x="0" y="24341"/>
                </a:cubicBezTo>
                <a:cubicBezTo>
                  <a:pt x="0" y="18313"/>
                  <a:pt x="2314" y="13122"/>
                  <a:pt x="6943" y="8767"/>
                </a:cubicBezTo>
                <a:cubicBezTo>
                  <a:pt x="11572" y="4410"/>
                  <a:pt x="17462" y="2232"/>
                  <a:pt x="24612" y="2232"/>
                </a:cubicBezTo>
                <a:cubicBezTo>
                  <a:pt x="29076" y="2232"/>
                  <a:pt x="33808" y="3327"/>
                  <a:pt x="38809" y="5518"/>
                </a:cubicBezTo>
                <a:cubicBezTo>
                  <a:pt x="41124" y="6551"/>
                  <a:pt x="42756" y="7067"/>
                  <a:pt x="43707" y="7067"/>
                </a:cubicBezTo>
                <a:cubicBezTo>
                  <a:pt x="44781" y="7067"/>
                  <a:pt x="45660" y="6747"/>
                  <a:pt x="46342" y="6107"/>
                </a:cubicBezTo>
                <a:cubicBezTo>
                  <a:pt x="47024" y="5466"/>
                  <a:pt x="47571" y="4174"/>
                  <a:pt x="47985" y="2232"/>
                </a:cubicBezTo>
                <a:lnTo>
                  <a:pt x="50278" y="2232"/>
                </a:lnTo>
                <a:close/>
                <a:moveTo>
                  <a:pt x="76173" y="52820"/>
                </a:moveTo>
                <a:cubicBezTo>
                  <a:pt x="76132" y="61213"/>
                  <a:pt x="78178" y="67795"/>
                  <a:pt x="82311" y="72568"/>
                </a:cubicBezTo>
                <a:cubicBezTo>
                  <a:pt x="86444" y="77340"/>
                  <a:pt x="91300" y="79726"/>
                  <a:pt x="96880" y="79726"/>
                </a:cubicBezTo>
                <a:cubicBezTo>
                  <a:pt x="100600" y="79726"/>
                  <a:pt x="103834" y="78699"/>
                  <a:pt x="106582" y="76644"/>
                </a:cubicBezTo>
                <a:cubicBezTo>
                  <a:pt x="109331" y="74589"/>
                  <a:pt x="111635" y="71070"/>
                  <a:pt x="113495" y="66087"/>
                </a:cubicBezTo>
                <a:lnTo>
                  <a:pt x="115416" y="67333"/>
                </a:lnTo>
                <a:cubicBezTo>
                  <a:pt x="114548" y="73025"/>
                  <a:pt x="112027" y="78208"/>
                  <a:pt x="107853" y="82882"/>
                </a:cubicBezTo>
                <a:cubicBezTo>
                  <a:pt x="103679" y="87556"/>
                  <a:pt x="98450" y="89893"/>
                  <a:pt x="92168" y="89893"/>
                </a:cubicBezTo>
                <a:cubicBezTo>
                  <a:pt x="85349" y="89893"/>
                  <a:pt x="79511" y="87244"/>
                  <a:pt x="74654" y="81945"/>
                </a:cubicBezTo>
                <a:cubicBezTo>
                  <a:pt x="69798" y="76644"/>
                  <a:pt x="67370" y="69518"/>
                  <a:pt x="67370" y="60568"/>
                </a:cubicBezTo>
                <a:cubicBezTo>
                  <a:pt x="67370" y="50876"/>
                  <a:pt x="69860" y="43318"/>
                  <a:pt x="74840" y="37895"/>
                </a:cubicBezTo>
                <a:cubicBezTo>
                  <a:pt x="79821" y="32470"/>
                  <a:pt x="86072" y="29758"/>
                  <a:pt x="93594" y="29758"/>
                </a:cubicBezTo>
                <a:cubicBezTo>
                  <a:pt x="99959" y="29758"/>
                  <a:pt x="105187" y="31850"/>
                  <a:pt x="109279" y="36035"/>
                </a:cubicBezTo>
                <a:cubicBezTo>
                  <a:pt x="113371" y="40218"/>
                  <a:pt x="115416" y="45813"/>
                  <a:pt x="115416" y="52820"/>
                </a:cubicBezTo>
                <a:lnTo>
                  <a:pt x="76173" y="52820"/>
                </a:lnTo>
                <a:moveTo>
                  <a:pt x="76173" y="49224"/>
                </a:moveTo>
                <a:lnTo>
                  <a:pt x="102459" y="49224"/>
                </a:lnTo>
                <a:cubicBezTo>
                  <a:pt x="102253" y="45617"/>
                  <a:pt x="101819" y="43076"/>
                  <a:pt x="101157" y="41601"/>
                </a:cubicBezTo>
                <a:cubicBezTo>
                  <a:pt x="100124" y="39305"/>
                  <a:pt x="98585" y="37501"/>
                  <a:pt x="96539" y="36190"/>
                </a:cubicBezTo>
                <a:cubicBezTo>
                  <a:pt x="94493" y="34878"/>
                  <a:pt x="92354" y="34222"/>
                  <a:pt x="90122" y="34222"/>
                </a:cubicBezTo>
                <a:cubicBezTo>
                  <a:pt x="86692" y="34222"/>
                  <a:pt x="83623" y="35543"/>
                  <a:pt x="80916" y="38187"/>
                </a:cubicBezTo>
                <a:cubicBezTo>
                  <a:pt x="78209" y="40831"/>
                  <a:pt x="76628" y="44510"/>
                  <a:pt x="76173" y="49224"/>
                </a:cubicBezTo>
                <a:close/>
                <a:moveTo>
                  <a:pt x="155048" y="80040"/>
                </a:moveTo>
                <a:cubicBezTo>
                  <a:pt x="149220" y="84544"/>
                  <a:pt x="145562" y="87146"/>
                  <a:pt x="144075" y="87848"/>
                </a:cubicBezTo>
                <a:cubicBezTo>
                  <a:pt x="141843" y="88881"/>
                  <a:pt x="139466" y="89398"/>
                  <a:pt x="136945" y="89398"/>
                </a:cubicBezTo>
                <a:cubicBezTo>
                  <a:pt x="133019" y="89398"/>
                  <a:pt x="129785" y="88054"/>
                  <a:pt x="127243" y="85368"/>
                </a:cubicBezTo>
                <a:cubicBezTo>
                  <a:pt x="124701" y="82681"/>
                  <a:pt x="123430" y="79148"/>
                  <a:pt x="123430" y="74767"/>
                </a:cubicBezTo>
                <a:cubicBezTo>
                  <a:pt x="123430" y="71997"/>
                  <a:pt x="124050" y="69600"/>
                  <a:pt x="125290" y="67575"/>
                </a:cubicBezTo>
                <a:cubicBezTo>
                  <a:pt x="126985" y="64765"/>
                  <a:pt x="129929" y="62120"/>
                  <a:pt x="134124" y="59640"/>
                </a:cubicBezTo>
                <a:cubicBezTo>
                  <a:pt x="138319" y="57160"/>
                  <a:pt x="145294" y="54143"/>
                  <a:pt x="155048" y="50588"/>
                </a:cubicBezTo>
                <a:lnTo>
                  <a:pt x="155048" y="48364"/>
                </a:lnTo>
                <a:cubicBezTo>
                  <a:pt x="155048" y="42723"/>
                  <a:pt x="154149" y="38852"/>
                  <a:pt x="152351" y="36752"/>
                </a:cubicBezTo>
                <a:cubicBezTo>
                  <a:pt x="150553" y="34652"/>
                  <a:pt x="147939" y="33602"/>
                  <a:pt x="144509" y="33602"/>
                </a:cubicBezTo>
                <a:cubicBezTo>
                  <a:pt x="141905" y="33602"/>
                  <a:pt x="139838" y="34304"/>
                  <a:pt x="138309" y="35709"/>
                </a:cubicBezTo>
                <a:cubicBezTo>
                  <a:pt x="136738" y="37115"/>
                  <a:pt x="135953" y="38727"/>
                  <a:pt x="135953" y="40545"/>
                </a:cubicBezTo>
                <a:lnTo>
                  <a:pt x="136077" y="44141"/>
                </a:lnTo>
                <a:cubicBezTo>
                  <a:pt x="136077" y="46042"/>
                  <a:pt x="135592" y="47509"/>
                  <a:pt x="134620" y="48542"/>
                </a:cubicBezTo>
                <a:cubicBezTo>
                  <a:pt x="133649" y="49576"/>
                  <a:pt x="132378" y="50092"/>
                  <a:pt x="130808" y="50092"/>
                </a:cubicBezTo>
                <a:cubicBezTo>
                  <a:pt x="129278" y="50092"/>
                  <a:pt x="128028" y="49554"/>
                  <a:pt x="127057" y="48477"/>
                </a:cubicBezTo>
                <a:cubicBezTo>
                  <a:pt x="126086" y="47398"/>
                  <a:pt x="125600" y="45926"/>
                  <a:pt x="125600" y="44061"/>
                </a:cubicBezTo>
                <a:cubicBezTo>
                  <a:pt x="125600" y="40495"/>
                  <a:pt x="127418" y="37220"/>
                  <a:pt x="131056" y="34235"/>
                </a:cubicBezTo>
                <a:cubicBezTo>
                  <a:pt x="134693" y="31250"/>
                  <a:pt x="139797" y="29758"/>
                  <a:pt x="146368" y="29758"/>
                </a:cubicBezTo>
                <a:cubicBezTo>
                  <a:pt x="151411" y="29758"/>
                  <a:pt x="155544" y="30604"/>
                  <a:pt x="158768" y="32296"/>
                </a:cubicBezTo>
                <a:cubicBezTo>
                  <a:pt x="161206" y="33576"/>
                  <a:pt x="163004" y="35578"/>
                  <a:pt x="164161" y="38304"/>
                </a:cubicBezTo>
                <a:cubicBezTo>
                  <a:pt x="164905" y="40078"/>
                  <a:pt x="165277" y="43711"/>
                  <a:pt x="165277" y="49201"/>
                </a:cubicBezTo>
                <a:lnTo>
                  <a:pt x="165277" y="68459"/>
                </a:lnTo>
                <a:cubicBezTo>
                  <a:pt x="165277" y="73866"/>
                  <a:pt x="165380" y="77179"/>
                  <a:pt x="165587" y="78397"/>
                </a:cubicBezTo>
                <a:cubicBezTo>
                  <a:pt x="165794" y="79615"/>
                  <a:pt x="166135" y="80431"/>
                  <a:pt x="166610" y="80844"/>
                </a:cubicBezTo>
                <a:cubicBezTo>
                  <a:pt x="167085" y="81256"/>
                  <a:pt x="167633" y="81462"/>
                  <a:pt x="168253" y="81462"/>
                </a:cubicBezTo>
                <a:cubicBezTo>
                  <a:pt x="168914" y="81462"/>
                  <a:pt x="169493" y="81317"/>
                  <a:pt x="169989" y="81028"/>
                </a:cubicBezTo>
                <a:cubicBezTo>
                  <a:pt x="170857" y="80491"/>
                  <a:pt x="172531" y="78982"/>
                  <a:pt x="175010" y="76502"/>
                </a:cubicBezTo>
                <a:lnTo>
                  <a:pt x="175010" y="79974"/>
                </a:lnTo>
                <a:cubicBezTo>
                  <a:pt x="170381" y="86174"/>
                  <a:pt x="165959" y="89274"/>
                  <a:pt x="161743" y="89274"/>
                </a:cubicBezTo>
                <a:cubicBezTo>
                  <a:pt x="159718" y="89274"/>
                  <a:pt x="158106" y="88576"/>
                  <a:pt x="156908" y="87181"/>
                </a:cubicBezTo>
                <a:cubicBezTo>
                  <a:pt x="155709" y="85785"/>
                  <a:pt x="155089" y="83405"/>
                  <a:pt x="155048" y="80040"/>
                </a:cubicBezTo>
                <a:moveTo>
                  <a:pt x="155048" y="76020"/>
                </a:moveTo>
                <a:lnTo>
                  <a:pt x="155048" y="54432"/>
                </a:lnTo>
                <a:cubicBezTo>
                  <a:pt x="148807" y="56907"/>
                  <a:pt x="144777" y="58659"/>
                  <a:pt x="142959" y="59690"/>
                </a:cubicBezTo>
                <a:cubicBezTo>
                  <a:pt x="139694" y="61505"/>
                  <a:pt x="137358" y="63402"/>
                  <a:pt x="135953" y="65382"/>
                </a:cubicBezTo>
                <a:cubicBezTo>
                  <a:pt x="134548" y="67361"/>
                  <a:pt x="133845" y="69525"/>
                  <a:pt x="133845" y="71876"/>
                </a:cubicBezTo>
                <a:cubicBezTo>
                  <a:pt x="133845" y="74845"/>
                  <a:pt x="134734" y="77310"/>
                  <a:pt x="136511" y="79269"/>
                </a:cubicBezTo>
                <a:cubicBezTo>
                  <a:pt x="138288" y="81227"/>
                  <a:pt x="140334" y="82206"/>
                  <a:pt x="142649" y="82206"/>
                </a:cubicBezTo>
                <a:cubicBezTo>
                  <a:pt x="145790" y="82206"/>
                  <a:pt x="149923" y="80144"/>
                  <a:pt x="155048" y="76020"/>
                </a:cubicBezTo>
                <a:close/>
                <a:moveTo>
                  <a:pt x="195734" y="29758"/>
                </a:moveTo>
                <a:lnTo>
                  <a:pt x="195734" y="42529"/>
                </a:lnTo>
                <a:cubicBezTo>
                  <a:pt x="200487" y="34015"/>
                  <a:pt x="205364" y="29758"/>
                  <a:pt x="210365" y="29758"/>
                </a:cubicBezTo>
                <a:cubicBezTo>
                  <a:pt x="212638" y="29758"/>
                  <a:pt x="214518" y="30450"/>
                  <a:pt x="216006" y="31835"/>
                </a:cubicBezTo>
                <a:cubicBezTo>
                  <a:pt x="217494" y="33219"/>
                  <a:pt x="218238" y="34821"/>
                  <a:pt x="218238" y="36639"/>
                </a:cubicBezTo>
                <a:cubicBezTo>
                  <a:pt x="218238" y="38251"/>
                  <a:pt x="217701" y="39615"/>
                  <a:pt x="216626" y="40731"/>
                </a:cubicBezTo>
                <a:cubicBezTo>
                  <a:pt x="215552" y="41847"/>
                  <a:pt x="214270" y="42405"/>
                  <a:pt x="212782" y="42405"/>
                </a:cubicBezTo>
                <a:cubicBezTo>
                  <a:pt x="211336" y="42405"/>
                  <a:pt x="209714" y="41702"/>
                  <a:pt x="207916" y="40297"/>
                </a:cubicBezTo>
                <a:cubicBezTo>
                  <a:pt x="206118" y="38892"/>
                  <a:pt x="204785" y="38189"/>
                  <a:pt x="203917" y="38189"/>
                </a:cubicBezTo>
                <a:cubicBezTo>
                  <a:pt x="203173" y="38189"/>
                  <a:pt x="202367" y="38599"/>
                  <a:pt x="201499" y="39419"/>
                </a:cubicBezTo>
                <a:cubicBezTo>
                  <a:pt x="199639" y="41102"/>
                  <a:pt x="197718" y="43872"/>
                  <a:pt x="195734" y="47729"/>
                </a:cubicBezTo>
                <a:lnTo>
                  <a:pt x="195734" y="74891"/>
                </a:lnTo>
                <a:cubicBezTo>
                  <a:pt x="195734" y="78034"/>
                  <a:pt x="196126" y="80412"/>
                  <a:pt x="196912" y="82024"/>
                </a:cubicBezTo>
                <a:cubicBezTo>
                  <a:pt x="197449" y="83141"/>
                  <a:pt x="198399" y="84071"/>
                  <a:pt x="199763" y="84814"/>
                </a:cubicBezTo>
                <a:cubicBezTo>
                  <a:pt x="201127" y="85555"/>
                  <a:pt x="203090" y="85926"/>
                  <a:pt x="205653" y="85926"/>
                </a:cubicBezTo>
                <a:lnTo>
                  <a:pt x="205653" y="88158"/>
                </a:lnTo>
                <a:lnTo>
                  <a:pt x="176577" y="88158"/>
                </a:lnTo>
                <a:lnTo>
                  <a:pt x="176577" y="85926"/>
                </a:lnTo>
                <a:cubicBezTo>
                  <a:pt x="179470" y="85926"/>
                  <a:pt x="181619" y="85466"/>
                  <a:pt x="183025" y="84546"/>
                </a:cubicBezTo>
                <a:cubicBezTo>
                  <a:pt x="184058" y="83877"/>
                  <a:pt x="184781" y="82811"/>
                  <a:pt x="185194" y="81348"/>
                </a:cubicBezTo>
                <a:cubicBezTo>
                  <a:pt x="185401" y="80636"/>
                  <a:pt x="185504" y="78608"/>
                  <a:pt x="185504" y="75263"/>
                </a:cubicBezTo>
                <a:lnTo>
                  <a:pt x="185504" y="53440"/>
                </a:lnTo>
                <a:cubicBezTo>
                  <a:pt x="185504" y="46827"/>
                  <a:pt x="185370" y="42891"/>
                  <a:pt x="185101" y="41630"/>
                </a:cubicBezTo>
                <a:cubicBezTo>
                  <a:pt x="184833" y="40369"/>
                  <a:pt x="184337" y="39450"/>
                  <a:pt x="183614" y="38871"/>
                </a:cubicBezTo>
                <a:cubicBezTo>
                  <a:pt x="182890" y="38293"/>
                  <a:pt x="181991" y="38003"/>
                  <a:pt x="180917" y="38003"/>
                </a:cubicBezTo>
                <a:cubicBezTo>
                  <a:pt x="179636" y="38003"/>
                  <a:pt x="178189" y="38313"/>
                  <a:pt x="176577" y="38933"/>
                </a:cubicBezTo>
                <a:lnTo>
                  <a:pt x="175957" y="36701"/>
                </a:lnTo>
                <a:lnTo>
                  <a:pt x="193130" y="29758"/>
                </a:lnTo>
                <a:lnTo>
                  <a:pt x="195734" y="29758"/>
                </a:lnTo>
                <a:close/>
                <a:moveTo>
                  <a:pt x="269631" y="66583"/>
                </a:moveTo>
                <a:cubicBezTo>
                  <a:pt x="268102" y="74064"/>
                  <a:pt x="265105" y="79819"/>
                  <a:pt x="260642" y="83849"/>
                </a:cubicBezTo>
                <a:cubicBezTo>
                  <a:pt x="256178" y="87879"/>
                  <a:pt x="251239" y="89893"/>
                  <a:pt x="245825" y="89893"/>
                </a:cubicBezTo>
                <a:cubicBezTo>
                  <a:pt x="239377" y="89893"/>
                  <a:pt x="233756" y="87190"/>
                  <a:pt x="228962" y="81782"/>
                </a:cubicBezTo>
                <a:cubicBezTo>
                  <a:pt x="224168" y="76373"/>
                  <a:pt x="221770" y="69064"/>
                  <a:pt x="221770" y="59857"/>
                </a:cubicBezTo>
                <a:cubicBezTo>
                  <a:pt x="221770" y="50938"/>
                  <a:pt x="224426" y="43693"/>
                  <a:pt x="229737" y="38119"/>
                </a:cubicBezTo>
                <a:cubicBezTo>
                  <a:pt x="235048" y="32545"/>
                  <a:pt x="241423" y="29758"/>
                  <a:pt x="248862" y="29758"/>
                </a:cubicBezTo>
                <a:cubicBezTo>
                  <a:pt x="254442" y="29758"/>
                  <a:pt x="259030" y="31241"/>
                  <a:pt x="262625" y="34206"/>
                </a:cubicBezTo>
                <a:cubicBezTo>
                  <a:pt x="266221" y="37170"/>
                  <a:pt x="268019" y="40249"/>
                  <a:pt x="268019" y="43441"/>
                </a:cubicBezTo>
                <a:cubicBezTo>
                  <a:pt x="268019" y="45017"/>
                  <a:pt x="267513" y="46293"/>
                  <a:pt x="266500" y="47268"/>
                </a:cubicBezTo>
                <a:cubicBezTo>
                  <a:pt x="265488" y="48242"/>
                  <a:pt x="264072" y="48728"/>
                  <a:pt x="262253" y="48728"/>
                </a:cubicBezTo>
                <a:cubicBezTo>
                  <a:pt x="259815" y="48728"/>
                  <a:pt x="257976" y="47937"/>
                  <a:pt x="256736" y="46353"/>
                </a:cubicBezTo>
                <a:cubicBezTo>
                  <a:pt x="256033" y="45478"/>
                  <a:pt x="255568" y="43810"/>
                  <a:pt x="255341" y="41351"/>
                </a:cubicBezTo>
                <a:cubicBezTo>
                  <a:pt x="255114" y="38892"/>
                  <a:pt x="254277" y="37016"/>
                  <a:pt x="252830" y="35725"/>
                </a:cubicBezTo>
                <a:cubicBezTo>
                  <a:pt x="251384" y="34475"/>
                  <a:pt x="249379" y="33850"/>
                  <a:pt x="246817" y="33850"/>
                </a:cubicBezTo>
                <a:cubicBezTo>
                  <a:pt x="242684" y="33850"/>
                  <a:pt x="239356" y="35379"/>
                  <a:pt x="236835" y="38437"/>
                </a:cubicBezTo>
                <a:cubicBezTo>
                  <a:pt x="233488" y="42488"/>
                  <a:pt x="231814" y="47840"/>
                  <a:pt x="231814" y="54494"/>
                </a:cubicBezTo>
                <a:cubicBezTo>
                  <a:pt x="231814" y="61272"/>
                  <a:pt x="233477" y="67255"/>
                  <a:pt x="236804" y="72442"/>
                </a:cubicBezTo>
                <a:cubicBezTo>
                  <a:pt x="240131" y="77629"/>
                  <a:pt x="244626" y="80222"/>
                  <a:pt x="250288" y="80222"/>
                </a:cubicBezTo>
                <a:cubicBezTo>
                  <a:pt x="254339" y="80222"/>
                  <a:pt x="257976" y="78838"/>
                  <a:pt x="261200" y="76068"/>
                </a:cubicBezTo>
                <a:cubicBezTo>
                  <a:pt x="263473" y="74167"/>
                  <a:pt x="265684" y="70716"/>
                  <a:pt x="267833" y="65715"/>
                </a:cubicBezTo>
                <a:lnTo>
                  <a:pt x="269631" y="66583"/>
                </a:lnTo>
                <a:close/>
                <a:moveTo>
                  <a:pt x="294321" y="0"/>
                </a:moveTo>
                <a:lnTo>
                  <a:pt x="294321" y="41651"/>
                </a:lnTo>
                <a:cubicBezTo>
                  <a:pt x="298909" y="36587"/>
                  <a:pt x="302546" y="33339"/>
                  <a:pt x="305233" y="31906"/>
                </a:cubicBezTo>
                <a:cubicBezTo>
                  <a:pt x="307919" y="30474"/>
                  <a:pt x="310606" y="29758"/>
                  <a:pt x="313292" y="29758"/>
                </a:cubicBezTo>
                <a:cubicBezTo>
                  <a:pt x="316516" y="29758"/>
                  <a:pt x="319285" y="30645"/>
                  <a:pt x="321599" y="32418"/>
                </a:cubicBezTo>
                <a:cubicBezTo>
                  <a:pt x="323914" y="34190"/>
                  <a:pt x="325629" y="36972"/>
                  <a:pt x="326745" y="40764"/>
                </a:cubicBezTo>
                <a:cubicBezTo>
                  <a:pt x="327530" y="43401"/>
                  <a:pt x="327923" y="48223"/>
                  <a:pt x="327923" y="55230"/>
                </a:cubicBezTo>
                <a:lnTo>
                  <a:pt x="327923" y="75263"/>
                </a:lnTo>
                <a:cubicBezTo>
                  <a:pt x="327923" y="78879"/>
                  <a:pt x="328212" y="81352"/>
                  <a:pt x="328791" y="82683"/>
                </a:cubicBezTo>
                <a:cubicBezTo>
                  <a:pt x="329204" y="83681"/>
                  <a:pt x="329907" y="84471"/>
                  <a:pt x="330899" y="85054"/>
                </a:cubicBezTo>
                <a:cubicBezTo>
                  <a:pt x="331891" y="85635"/>
                  <a:pt x="333709" y="85926"/>
                  <a:pt x="336354" y="85926"/>
                </a:cubicBezTo>
                <a:lnTo>
                  <a:pt x="336354" y="88158"/>
                </a:lnTo>
                <a:lnTo>
                  <a:pt x="308456" y="88158"/>
                </a:lnTo>
                <a:lnTo>
                  <a:pt x="308456" y="85926"/>
                </a:lnTo>
                <a:lnTo>
                  <a:pt x="309758" y="85926"/>
                </a:lnTo>
                <a:cubicBezTo>
                  <a:pt x="312403" y="85926"/>
                  <a:pt x="314243" y="85521"/>
                  <a:pt x="315276" y="84711"/>
                </a:cubicBezTo>
                <a:cubicBezTo>
                  <a:pt x="316309" y="83900"/>
                  <a:pt x="317032" y="82705"/>
                  <a:pt x="317446" y="81125"/>
                </a:cubicBezTo>
                <a:cubicBezTo>
                  <a:pt x="317570" y="80460"/>
                  <a:pt x="317632" y="78506"/>
                  <a:pt x="317632" y="75263"/>
                </a:cubicBezTo>
                <a:lnTo>
                  <a:pt x="317632" y="55275"/>
                </a:lnTo>
                <a:cubicBezTo>
                  <a:pt x="317632" y="49105"/>
                  <a:pt x="317311" y="45054"/>
                  <a:pt x="316671" y="43122"/>
                </a:cubicBezTo>
                <a:cubicBezTo>
                  <a:pt x="316030" y="41188"/>
                  <a:pt x="315007" y="39738"/>
                  <a:pt x="313602" y="38772"/>
                </a:cubicBezTo>
                <a:cubicBezTo>
                  <a:pt x="312197" y="37805"/>
                  <a:pt x="310502" y="37321"/>
                  <a:pt x="308518" y="37321"/>
                </a:cubicBezTo>
                <a:cubicBezTo>
                  <a:pt x="306493" y="37321"/>
                  <a:pt x="304385" y="37857"/>
                  <a:pt x="302195" y="38929"/>
                </a:cubicBezTo>
                <a:cubicBezTo>
                  <a:pt x="300004" y="40001"/>
                  <a:pt x="297380" y="42166"/>
                  <a:pt x="294321" y="45423"/>
                </a:cubicBezTo>
                <a:lnTo>
                  <a:pt x="294321" y="75263"/>
                </a:lnTo>
                <a:cubicBezTo>
                  <a:pt x="294321" y="79171"/>
                  <a:pt x="294538" y="81603"/>
                  <a:pt x="294972" y="82559"/>
                </a:cubicBezTo>
                <a:cubicBezTo>
                  <a:pt x="295406" y="83514"/>
                  <a:pt x="296212" y="84315"/>
                  <a:pt x="297390" y="84959"/>
                </a:cubicBezTo>
                <a:cubicBezTo>
                  <a:pt x="298568" y="85604"/>
                  <a:pt x="300604" y="85926"/>
                  <a:pt x="303497" y="85926"/>
                </a:cubicBezTo>
                <a:lnTo>
                  <a:pt x="303497" y="88158"/>
                </a:lnTo>
                <a:lnTo>
                  <a:pt x="275351" y="88158"/>
                </a:lnTo>
                <a:lnTo>
                  <a:pt x="275351" y="85926"/>
                </a:lnTo>
                <a:cubicBezTo>
                  <a:pt x="277872" y="85926"/>
                  <a:pt x="279856" y="85531"/>
                  <a:pt x="281302" y="84740"/>
                </a:cubicBezTo>
                <a:cubicBezTo>
                  <a:pt x="282129" y="84326"/>
                  <a:pt x="282790" y="83536"/>
                  <a:pt x="283286" y="82373"/>
                </a:cubicBezTo>
                <a:cubicBezTo>
                  <a:pt x="283782" y="81208"/>
                  <a:pt x="284030" y="78838"/>
                  <a:pt x="284030" y="75263"/>
                </a:cubicBezTo>
                <a:lnTo>
                  <a:pt x="284030" y="23930"/>
                </a:lnTo>
                <a:cubicBezTo>
                  <a:pt x="284030" y="17469"/>
                  <a:pt x="283875" y="13497"/>
                  <a:pt x="283565" y="12016"/>
                </a:cubicBezTo>
                <a:cubicBezTo>
                  <a:pt x="283255" y="10534"/>
                  <a:pt x="282780" y="9525"/>
                  <a:pt x="282139" y="8989"/>
                </a:cubicBezTo>
                <a:cubicBezTo>
                  <a:pt x="281499" y="8452"/>
                  <a:pt x="280641" y="8183"/>
                  <a:pt x="279566" y="8183"/>
                </a:cubicBezTo>
                <a:cubicBezTo>
                  <a:pt x="278699" y="8183"/>
                  <a:pt x="277293" y="8514"/>
                  <a:pt x="275351" y="9175"/>
                </a:cubicBezTo>
                <a:lnTo>
                  <a:pt x="274483" y="6943"/>
                </a:lnTo>
                <a:lnTo>
                  <a:pt x="291470" y="0"/>
                </a:lnTo>
                <a:lnTo>
                  <a:pt x="2943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9000C-23E3-423D-9AAD-25A23BDF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182" y="2457588"/>
            <a:ext cx="599348" cy="307670"/>
          </a:xfrm>
          <a:custGeom xmlns:a="http://schemas.openxmlformats.org/drawingml/2006/main">
            <a:pathLst>
              <a:path w="599348" h="307670">
                <a:moveTo>
                  <a:pt x="0" y="0"/>
                </a:moveTo>
                <a:lnTo>
                  <a:pt x="599348" y="0"/>
                </a:lnTo>
                <a:lnTo>
                  <a:pt x="599348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Merge">
            <a:extLst xmlns:a="http://schemas.openxmlformats.org/drawingml/2006/main">
              <a:ext uri="{FF2B5EF4-FFF2-40B4-BE49-F238E27FC236}">
                <a16:creationId xmlns:a16="http://schemas.microsoft.com/office/drawing/2014/main" id="{5113F6E4-031F-45CB-8433-1FC8004D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801" y="2566923"/>
            <a:ext cx="323248" cy="111468"/>
          </a:xfrm>
          <a:custGeom xmlns:a="http://schemas.openxmlformats.org/drawingml/2006/main">
            <a:pathLst>
              <a:path w="323248" h="111468">
                <a:moveTo>
                  <a:pt x="49844" y="84066"/>
                </a:moveTo>
                <a:lnTo>
                  <a:pt x="17359" y="13329"/>
                </a:lnTo>
                <a:lnTo>
                  <a:pt x="17359" y="69435"/>
                </a:lnTo>
                <a:cubicBezTo>
                  <a:pt x="17359" y="74601"/>
                  <a:pt x="17917" y="77825"/>
                  <a:pt x="19033" y="79106"/>
                </a:cubicBezTo>
                <a:cubicBezTo>
                  <a:pt x="20562" y="80842"/>
                  <a:pt x="22980" y="81710"/>
                  <a:pt x="26286" y="81710"/>
                </a:cubicBezTo>
                <a:lnTo>
                  <a:pt x="29262" y="81710"/>
                </a:lnTo>
                <a:lnTo>
                  <a:pt x="29262" y="84066"/>
                </a:lnTo>
                <a:lnTo>
                  <a:pt x="0" y="84066"/>
                </a:lnTo>
                <a:lnTo>
                  <a:pt x="0" y="81710"/>
                </a:lnTo>
                <a:lnTo>
                  <a:pt x="2976" y="81710"/>
                </a:lnTo>
                <a:cubicBezTo>
                  <a:pt x="6530" y="81710"/>
                  <a:pt x="9051" y="80635"/>
                  <a:pt x="10539" y="78486"/>
                </a:cubicBezTo>
                <a:cubicBezTo>
                  <a:pt x="11449" y="77164"/>
                  <a:pt x="11903" y="74147"/>
                  <a:pt x="11903" y="69435"/>
                </a:cubicBezTo>
                <a:lnTo>
                  <a:pt x="11903" y="14631"/>
                </a:lnTo>
                <a:cubicBezTo>
                  <a:pt x="11903" y="10911"/>
                  <a:pt x="11490" y="8225"/>
                  <a:pt x="10663" y="6572"/>
                </a:cubicBezTo>
                <a:cubicBezTo>
                  <a:pt x="10085" y="5373"/>
                  <a:pt x="9020" y="4371"/>
                  <a:pt x="7470" y="3565"/>
                </a:cubicBezTo>
                <a:cubicBezTo>
                  <a:pt x="5921" y="2759"/>
                  <a:pt x="3430" y="2356"/>
                  <a:pt x="0" y="2356"/>
                </a:cubicBezTo>
                <a:lnTo>
                  <a:pt x="0" y="0"/>
                </a:lnTo>
                <a:lnTo>
                  <a:pt x="23806" y="0"/>
                </a:lnTo>
                <a:lnTo>
                  <a:pt x="54308" y="65764"/>
                </a:lnTo>
                <a:lnTo>
                  <a:pt x="84314" y="0"/>
                </a:lnTo>
                <a:lnTo>
                  <a:pt x="108120" y="0"/>
                </a:lnTo>
                <a:lnTo>
                  <a:pt x="108120" y="2356"/>
                </a:lnTo>
                <a:lnTo>
                  <a:pt x="105206" y="2356"/>
                </a:lnTo>
                <a:cubicBezTo>
                  <a:pt x="101611" y="2356"/>
                  <a:pt x="99069" y="3430"/>
                  <a:pt x="97581" y="5580"/>
                </a:cubicBezTo>
                <a:cubicBezTo>
                  <a:pt x="96672" y="6902"/>
                  <a:pt x="96217" y="9919"/>
                  <a:pt x="96217" y="14631"/>
                </a:cubicBezTo>
                <a:lnTo>
                  <a:pt x="96217" y="69435"/>
                </a:lnTo>
                <a:cubicBezTo>
                  <a:pt x="96217" y="74601"/>
                  <a:pt x="96796" y="77825"/>
                  <a:pt x="97953" y="79106"/>
                </a:cubicBezTo>
                <a:cubicBezTo>
                  <a:pt x="99482" y="80842"/>
                  <a:pt x="101900" y="81710"/>
                  <a:pt x="105206" y="81710"/>
                </a:cubicBezTo>
                <a:lnTo>
                  <a:pt x="108120" y="81710"/>
                </a:lnTo>
                <a:lnTo>
                  <a:pt x="108120" y="84066"/>
                </a:lnTo>
                <a:lnTo>
                  <a:pt x="72411" y="84066"/>
                </a:lnTo>
                <a:lnTo>
                  <a:pt x="72411" y="81710"/>
                </a:lnTo>
                <a:lnTo>
                  <a:pt x="75387" y="81710"/>
                </a:lnTo>
                <a:cubicBezTo>
                  <a:pt x="78982" y="81710"/>
                  <a:pt x="81503" y="80635"/>
                  <a:pt x="82950" y="78486"/>
                </a:cubicBezTo>
                <a:cubicBezTo>
                  <a:pt x="83859" y="77164"/>
                  <a:pt x="84314" y="74147"/>
                  <a:pt x="84314" y="69435"/>
                </a:cubicBezTo>
                <a:lnTo>
                  <a:pt x="84314" y="13329"/>
                </a:lnTo>
                <a:lnTo>
                  <a:pt x="51890" y="84066"/>
                </a:lnTo>
                <a:lnTo>
                  <a:pt x="49844" y="84066"/>
                </a:lnTo>
                <a:close/>
                <a:moveTo>
                  <a:pt x="124281" y="48728"/>
                </a:moveTo>
                <a:cubicBezTo>
                  <a:pt x="124239" y="57121"/>
                  <a:pt x="126285" y="63704"/>
                  <a:pt x="130418" y="68476"/>
                </a:cubicBezTo>
                <a:cubicBezTo>
                  <a:pt x="134551" y="73248"/>
                  <a:pt x="139408" y="75635"/>
                  <a:pt x="144987" y="75635"/>
                </a:cubicBezTo>
                <a:cubicBezTo>
                  <a:pt x="148707" y="75635"/>
                  <a:pt x="151941" y="74607"/>
                  <a:pt x="154690" y="72552"/>
                </a:cubicBezTo>
                <a:cubicBezTo>
                  <a:pt x="157438" y="70497"/>
                  <a:pt x="159742" y="66978"/>
                  <a:pt x="161602" y="61996"/>
                </a:cubicBezTo>
                <a:lnTo>
                  <a:pt x="163524" y="63241"/>
                </a:lnTo>
                <a:cubicBezTo>
                  <a:pt x="162656" y="68933"/>
                  <a:pt x="160135" y="74116"/>
                  <a:pt x="155960" y="78790"/>
                </a:cubicBezTo>
                <a:cubicBezTo>
                  <a:pt x="151786" y="83465"/>
                  <a:pt x="146558" y="85802"/>
                  <a:pt x="140276" y="85802"/>
                </a:cubicBezTo>
                <a:cubicBezTo>
                  <a:pt x="133456" y="85802"/>
                  <a:pt x="127618" y="83152"/>
                  <a:pt x="122762" y="77853"/>
                </a:cubicBezTo>
                <a:cubicBezTo>
                  <a:pt x="117906" y="72552"/>
                  <a:pt x="115477" y="65427"/>
                  <a:pt x="115477" y="56476"/>
                </a:cubicBezTo>
                <a:cubicBezTo>
                  <a:pt x="115477" y="46784"/>
                  <a:pt x="117968" y="39226"/>
                  <a:pt x="122948" y="33803"/>
                </a:cubicBezTo>
                <a:cubicBezTo>
                  <a:pt x="127928" y="28378"/>
                  <a:pt x="134179" y="25666"/>
                  <a:pt x="141701" y="25666"/>
                </a:cubicBezTo>
                <a:cubicBezTo>
                  <a:pt x="148066" y="25666"/>
                  <a:pt x="153295" y="27758"/>
                  <a:pt x="157386" y="31943"/>
                </a:cubicBezTo>
                <a:cubicBezTo>
                  <a:pt x="161478" y="36127"/>
                  <a:pt x="163524" y="41722"/>
                  <a:pt x="163524" y="48728"/>
                </a:cubicBezTo>
                <a:lnTo>
                  <a:pt x="124281" y="48728"/>
                </a:lnTo>
                <a:moveTo>
                  <a:pt x="124281" y="45133"/>
                </a:moveTo>
                <a:lnTo>
                  <a:pt x="150567" y="45133"/>
                </a:lnTo>
                <a:cubicBezTo>
                  <a:pt x="150360" y="41525"/>
                  <a:pt x="149926" y="38984"/>
                  <a:pt x="149265" y="37509"/>
                </a:cubicBezTo>
                <a:cubicBezTo>
                  <a:pt x="148232" y="35213"/>
                  <a:pt x="146692" y="33409"/>
                  <a:pt x="144646" y="32098"/>
                </a:cubicBezTo>
                <a:cubicBezTo>
                  <a:pt x="142600" y="30786"/>
                  <a:pt x="140462" y="30130"/>
                  <a:pt x="138230" y="30130"/>
                </a:cubicBezTo>
                <a:cubicBezTo>
                  <a:pt x="134799" y="30130"/>
                  <a:pt x="131731" y="31452"/>
                  <a:pt x="129023" y="34096"/>
                </a:cubicBezTo>
                <a:cubicBezTo>
                  <a:pt x="126316" y="36739"/>
                  <a:pt x="124735" y="40418"/>
                  <a:pt x="124281" y="45133"/>
                </a:cubicBezTo>
                <a:close/>
                <a:moveTo>
                  <a:pt x="187594" y="25666"/>
                </a:moveTo>
                <a:lnTo>
                  <a:pt x="187594" y="38437"/>
                </a:lnTo>
                <a:cubicBezTo>
                  <a:pt x="192347" y="29923"/>
                  <a:pt x="197224" y="25666"/>
                  <a:pt x="202225" y="25666"/>
                </a:cubicBezTo>
                <a:cubicBezTo>
                  <a:pt x="204498" y="25666"/>
                  <a:pt x="206379" y="26358"/>
                  <a:pt x="207867" y="27743"/>
                </a:cubicBezTo>
                <a:cubicBezTo>
                  <a:pt x="209355" y="29128"/>
                  <a:pt x="210099" y="30729"/>
                  <a:pt x="210099" y="32548"/>
                </a:cubicBezTo>
                <a:cubicBezTo>
                  <a:pt x="210099" y="34160"/>
                  <a:pt x="209561" y="35523"/>
                  <a:pt x="208487" y="36639"/>
                </a:cubicBezTo>
                <a:cubicBezTo>
                  <a:pt x="207412" y="37755"/>
                  <a:pt x="206131" y="38313"/>
                  <a:pt x="204643" y="38313"/>
                </a:cubicBezTo>
                <a:cubicBezTo>
                  <a:pt x="203197" y="38313"/>
                  <a:pt x="201574" y="37611"/>
                  <a:pt x="199776" y="36205"/>
                </a:cubicBezTo>
                <a:cubicBezTo>
                  <a:pt x="197979" y="34800"/>
                  <a:pt x="196646" y="34098"/>
                  <a:pt x="195778" y="34098"/>
                </a:cubicBezTo>
                <a:cubicBezTo>
                  <a:pt x="195034" y="34098"/>
                  <a:pt x="194228" y="34508"/>
                  <a:pt x="193360" y="35328"/>
                </a:cubicBezTo>
                <a:cubicBezTo>
                  <a:pt x="191500" y="37011"/>
                  <a:pt x="189578" y="39780"/>
                  <a:pt x="187594" y="43637"/>
                </a:cubicBezTo>
                <a:lnTo>
                  <a:pt x="187594" y="70799"/>
                </a:lnTo>
                <a:cubicBezTo>
                  <a:pt x="187594" y="73943"/>
                  <a:pt x="187987" y="76320"/>
                  <a:pt x="188772" y="77932"/>
                </a:cubicBezTo>
                <a:cubicBezTo>
                  <a:pt x="189310" y="79049"/>
                  <a:pt x="190260" y="79979"/>
                  <a:pt x="191624" y="80722"/>
                </a:cubicBezTo>
                <a:cubicBezTo>
                  <a:pt x="192988" y="81463"/>
                  <a:pt x="194951" y="81834"/>
                  <a:pt x="197514" y="81834"/>
                </a:cubicBezTo>
                <a:lnTo>
                  <a:pt x="197514" y="84066"/>
                </a:lnTo>
                <a:lnTo>
                  <a:pt x="168438" y="84066"/>
                </a:lnTo>
                <a:lnTo>
                  <a:pt x="168438" y="81834"/>
                </a:lnTo>
                <a:cubicBezTo>
                  <a:pt x="171331" y="81834"/>
                  <a:pt x="173480" y="81374"/>
                  <a:pt x="174885" y="80455"/>
                </a:cubicBezTo>
                <a:cubicBezTo>
                  <a:pt x="175919" y="79786"/>
                  <a:pt x="176642" y="78719"/>
                  <a:pt x="177055" y="77256"/>
                </a:cubicBezTo>
                <a:cubicBezTo>
                  <a:pt x="177262" y="76544"/>
                  <a:pt x="177365" y="74516"/>
                  <a:pt x="177365" y="71171"/>
                </a:cubicBezTo>
                <a:lnTo>
                  <a:pt x="177365" y="49348"/>
                </a:lnTo>
                <a:cubicBezTo>
                  <a:pt x="177365" y="42736"/>
                  <a:pt x="177231" y="38799"/>
                  <a:pt x="176962" y="37538"/>
                </a:cubicBezTo>
                <a:cubicBezTo>
                  <a:pt x="176693" y="36278"/>
                  <a:pt x="176198" y="35358"/>
                  <a:pt x="175474" y="34779"/>
                </a:cubicBezTo>
                <a:cubicBezTo>
                  <a:pt x="174751" y="34201"/>
                  <a:pt x="173852" y="33912"/>
                  <a:pt x="172777" y="33912"/>
                </a:cubicBezTo>
                <a:cubicBezTo>
                  <a:pt x="171496" y="33912"/>
                  <a:pt x="170050" y="34222"/>
                  <a:pt x="168438" y="34841"/>
                </a:cubicBezTo>
                <a:lnTo>
                  <a:pt x="167818" y="32610"/>
                </a:lnTo>
                <a:lnTo>
                  <a:pt x="184991" y="25666"/>
                </a:lnTo>
                <a:lnTo>
                  <a:pt x="187594" y="25666"/>
                </a:lnTo>
                <a:close/>
                <a:moveTo>
                  <a:pt x="226163" y="63373"/>
                </a:moveTo>
                <a:cubicBezTo>
                  <a:pt x="222691" y="61681"/>
                  <a:pt x="220025" y="59318"/>
                  <a:pt x="218165" y="56284"/>
                </a:cubicBezTo>
                <a:cubicBezTo>
                  <a:pt x="216306" y="53250"/>
                  <a:pt x="215376" y="49896"/>
                  <a:pt x="215376" y="46222"/>
                </a:cubicBezTo>
                <a:cubicBezTo>
                  <a:pt x="215376" y="40608"/>
                  <a:pt x="217494" y="35779"/>
                  <a:pt x="221730" y="31734"/>
                </a:cubicBezTo>
                <a:cubicBezTo>
                  <a:pt x="225967" y="27689"/>
                  <a:pt x="231391" y="25666"/>
                  <a:pt x="238004" y="25666"/>
                </a:cubicBezTo>
                <a:cubicBezTo>
                  <a:pt x="243418" y="25666"/>
                  <a:pt x="248109" y="26989"/>
                  <a:pt x="252077" y="29634"/>
                </a:cubicBezTo>
                <a:lnTo>
                  <a:pt x="264104" y="29634"/>
                </a:lnTo>
                <a:cubicBezTo>
                  <a:pt x="265881" y="29634"/>
                  <a:pt x="266915" y="29686"/>
                  <a:pt x="267204" y="29789"/>
                </a:cubicBezTo>
                <a:cubicBezTo>
                  <a:pt x="267493" y="29892"/>
                  <a:pt x="267700" y="30068"/>
                  <a:pt x="267824" y="30316"/>
                </a:cubicBezTo>
                <a:cubicBezTo>
                  <a:pt x="268072" y="30688"/>
                  <a:pt x="268196" y="31349"/>
                  <a:pt x="268196" y="32300"/>
                </a:cubicBezTo>
                <a:cubicBezTo>
                  <a:pt x="268196" y="33374"/>
                  <a:pt x="268093" y="34118"/>
                  <a:pt x="267886" y="34532"/>
                </a:cubicBezTo>
                <a:cubicBezTo>
                  <a:pt x="267762" y="34738"/>
                  <a:pt x="267545" y="34903"/>
                  <a:pt x="267235" y="35027"/>
                </a:cubicBezTo>
                <a:cubicBezTo>
                  <a:pt x="266925" y="35151"/>
                  <a:pt x="265881" y="35213"/>
                  <a:pt x="264104" y="35213"/>
                </a:cubicBezTo>
                <a:lnTo>
                  <a:pt x="256727" y="35213"/>
                </a:lnTo>
                <a:cubicBezTo>
                  <a:pt x="259041" y="38189"/>
                  <a:pt x="260198" y="41992"/>
                  <a:pt x="260198" y="46621"/>
                </a:cubicBezTo>
                <a:cubicBezTo>
                  <a:pt x="260198" y="51911"/>
                  <a:pt x="258173" y="56437"/>
                  <a:pt x="254123" y="60198"/>
                </a:cubicBezTo>
                <a:cubicBezTo>
                  <a:pt x="250073" y="63959"/>
                  <a:pt x="244638" y="65839"/>
                  <a:pt x="237818" y="65839"/>
                </a:cubicBezTo>
                <a:cubicBezTo>
                  <a:pt x="235008" y="65839"/>
                  <a:pt x="232135" y="65418"/>
                  <a:pt x="229201" y="64574"/>
                </a:cubicBezTo>
                <a:cubicBezTo>
                  <a:pt x="227382" y="66121"/>
                  <a:pt x="226153" y="67475"/>
                  <a:pt x="225512" y="68635"/>
                </a:cubicBezTo>
                <a:cubicBezTo>
                  <a:pt x="224871" y="69795"/>
                  <a:pt x="224551" y="70781"/>
                  <a:pt x="224551" y="71595"/>
                </a:cubicBezTo>
                <a:cubicBezTo>
                  <a:pt x="224551" y="72287"/>
                  <a:pt x="224892" y="72959"/>
                  <a:pt x="225574" y="73610"/>
                </a:cubicBezTo>
                <a:cubicBezTo>
                  <a:pt x="226256" y="74261"/>
                  <a:pt x="227589" y="74729"/>
                  <a:pt x="229573" y="75015"/>
                </a:cubicBezTo>
                <a:cubicBezTo>
                  <a:pt x="230730" y="75203"/>
                  <a:pt x="233623" y="75368"/>
                  <a:pt x="238252" y="75511"/>
                </a:cubicBezTo>
                <a:cubicBezTo>
                  <a:pt x="246766" y="75747"/>
                  <a:pt x="252284" y="76078"/>
                  <a:pt x="254805" y="76502"/>
                </a:cubicBezTo>
                <a:cubicBezTo>
                  <a:pt x="258649" y="77038"/>
                  <a:pt x="261717" y="78462"/>
                  <a:pt x="264011" y="80772"/>
                </a:cubicBezTo>
                <a:cubicBezTo>
                  <a:pt x="266305" y="83083"/>
                  <a:pt x="267452" y="85930"/>
                  <a:pt x="267452" y="89312"/>
                </a:cubicBezTo>
                <a:cubicBezTo>
                  <a:pt x="267452" y="93975"/>
                  <a:pt x="265261" y="98348"/>
                  <a:pt x="260880" y="102432"/>
                </a:cubicBezTo>
                <a:cubicBezTo>
                  <a:pt x="254433" y="108456"/>
                  <a:pt x="246022" y="111468"/>
                  <a:pt x="235648" y="111468"/>
                </a:cubicBezTo>
                <a:cubicBezTo>
                  <a:pt x="227671" y="111468"/>
                  <a:pt x="220935" y="109669"/>
                  <a:pt x="215438" y="106072"/>
                </a:cubicBezTo>
                <a:cubicBezTo>
                  <a:pt x="212338" y="104006"/>
                  <a:pt x="210788" y="101856"/>
                  <a:pt x="210788" y="99623"/>
                </a:cubicBezTo>
                <a:cubicBezTo>
                  <a:pt x="210788" y="98631"/>
                  <a:pt x="211015" y="97639"/>
                  <a:pt x="211470" y="96647"/>
                </a:cubicBezTo>
                <a:cubicBezTo>
                  <a:pt x="212173" y="95118"/>
                  <a:pt x="213619" y="92989"/>
                  <a:pt x="215810" y="90260"/>
                </a:cubicBezTo>
                <a:cubicBezTo>
                  <a:pt x="216099" y="89888"/>
                  <a:pt x="218207" y="87655"/>
                  <a:pt x="222133" y="83562"/>
                </a:cubicBezTo>
                <a:cubicBezTo>
                  <a:pt x="219984" y="82282"/>
                  <a:pt x="218465" y="81137"/>
                  <a:pt x="217577" y="80125"/>
                </a:cubicBezTo>
                <a:cubicBezTo>
                  <a:pt x="216688" y="79114"/>
                  <a:pt x="216244" y="77968"/>
                  <a:pt x="216244" y="76688"/>
                </a:cubicBezTo>
                <a:cubicBezTo>
                  <a:pt x="216244" y="75243"/>
                  <a:pt x="216833" y="73551"/>
                  <a:pt x="218010" y="71611"/>
                </a:cubicBezTo>
                <a:cubicBezTo>
                  <a:pt x="219188" y="69669"/>
                  <a:pt x="221906" y="66924"/>
                  <a:pt x="226163" y="63373"/>
                </a:cubicBezTo>
                <a:moveTo>
                  <a:pt x="236950" y="28766"/>
                </a:moveTo>
                <a:cubicBezTo>
                  <a:pt x="233892" y="28766"/>
                  <a:pt x="231329" y="29979"/>
                  <a:pt x="229263" y="32404"/>
                </a:cubicBezTo>
                <a:cubicBezTo>
                  <a:pt x="227196" y="34829"/>
                  <a:pt x="226163" y="38548"/>
                  <a:pt x="226163" y="43563"/>
                </a:cubicBezTo>
                <a:cubicBezTo>
                  <a:pt x="226163" y="50059"/>
                  <a:pt x="227568" y="55094"/>
                  <a:pt x="230379" y="58669"/>
                </a:cubicBezTo>
                <a:cubicBezTo>
                  <a:pt x="232528" y="61383"/>
                  <a:pt x="235256" y="62739"/>
                  <a:pt x="238562" y="62739"/>
                </a:cubicBezTo>
                <a:cubicBezTo>
                  <a:pt x="241703" y="62739"/>
                  <a:pt x="244286" y="61568"/>
                  <a:pt x="246311" y="59225"/>
                </a:cubicBezTo>
                <a:cubicBezTo>
                  <a:pt x="248337" y="56882"/>
                  <a:pt x="249349" y="53203"/>
                  <a:pt x="249349" y="48188"/>
                </a:cubicBezTo>
                <a:cubicBezTo>
                  <a:pt x="249349" y="41653"/>
                  <a:pt x="247923" y="36535"/>
                  <a:pt x="245072" y="32834"/>
                </a:cubicBezTo>
                <a:cubicBezTo>
                  <a:pt x="242964" y="30122"/>
                  <a:pt x="240257" y="28766"/>
                  <a:pt x="236950" y="28766"/>
                </a:cubicBezTo>
                <a:moveTo>
                  <a:pt x="225543" y="84066"/>
                </a:moveTo>
                <a:cubicBezTo>
                  <a:pt x="223600" y="86161"/>
                  <a:pt x="222133" y="88112"/>
                  <a:pt x="221141" y="89919"/>
                </a:cubicBezTo>
                <a:cubicBezTo>
                  <a:pt x="220149" y="91726"/>
                  <a:pt x="219653" y="93389"/>
                  <a:pt x="219653" y="94909"/>
                </a:cubicBezTo>
                <a:cubicBezTo>
                  <a:pt x="219653" y="96880"/>
                  <a:pt x="220852" y="98605"/>
                  <a:pt x="223249" y="100084"/>
                </a:cubicBezTo>
                <a:cubicBezTo>
                  <a:pt x="227382" y="102631"/>
                  <a:pt x="233354" y="103904"/>
                  <a:pt x="241166" y="103904"/>
                </a:cubicBezTo>
                <a:cubicBezTo>
                  <a:pt x="248605" y="103904"/>
                  <a:pt x="254092" y="102605"/>
                  <a:pt x="257626" y="100007"/>
                </a:cubicBezTo>
                <a:cubicBezTo>
                  <a:pt x="261159" y="97409"/>
                  <a:pt x="262926" y="94637"/>
                  <a:pt x="262926" y="91691"/>
                </a:cubicBezTo>
                <a:cubicBezTo>
                  <a:pt x="262926" y="89564"/>
                  <a:pt x="261872" y="88050"/>
                  <a:pt x="259764" y="87150"/>
                </a:cubicBezTo>
                <a:cubicBezTo>
                  <a:pt x="257615" y="86250"/>
                  <a:pt x="253358" y="85718"/>
                  <a:pt x="246993" y="85554"/>
                </a:cubicBezTo>
                <a:cubicBezTo>
                  <a:pt x="237694" y="85295"/>
                  <a:pt x="230544" y="84800"/>
                  <a:pt x="225543" y="84066"/>
                </a:cubicBezTo>
                <a:close/>
                <a:moveTo>
                  <a:pt x="284005" y="48728"/>
                </a:moveTo>
                <a:cubicBezTo>
                  <a:pt x="283964" y="57121"/>
                  <a:pt x="286009" y="63704"/>
                  <a:pt x="290143" y="68476"/>
                </a:cubicBezTo>
                <a:cubicBezTo>
                  <a:pt x="294276" y="73248"/>
                  <a:pt x="299132" y="75635"/>
                  <a:pt x="304711" y="75635"/>
                </a:cubicBezTo>
                <a:cubicBezTo>
                  <a:pt x="308431" y="75635"/>
                  <a:pt x="311665" y="74607"/>
                  <a:pt x="314414" y="72552"/>
                </a:cubicBezTo>
                <a:cubicBezTo>
                  <a:pt x="317162" y="70497"/>
                  <a:pt x="319466" y="66978"/>
                  <a:pt x="321326" y="61996"/>
                </a:cubicBezTo>
                <a:lnTo>
                  <a:pt x="323248" y="63241"/>
                </a:lnTo>
                <a:cubicBezTo>
                  <a:pt x="322380" y="68933"/>
                  <a:pt x="319859" y="74116"/>
                  <a:pt x="315685" y="78790"/>
                </a:cubicBezTo>
                <a:cubicBezTo>
                  <a:pt x="311510" y="83465"/>
                  <a:pt x="306282" y="85802"/>
                  <a:pt x="300000" y="85802"/>
                </a:cubicBezTo>
                <a:cubicBezTo>
                  <a:pt x="293180" y="85802"/>
                  <a:pt x="287342" y="83152"/>
                  <a:pt x="282486" y="77853"/>
                </a:cubicBezTo>
                <a:cubicBezTo>
                  <a:pt x="277630" y="72552"/>
                  <a:pt x="275202" y="65427"/>
                  <a:pt x="275202" y="56476"/>
                </a:cubicBezTo>
                <a:cubicBezTo>
                  <a:pt x="275202" y="46784"/>
                  <a:pt x="277692" y="39226"/>
                  <a:pt x="282672" y="33803"/>
                </a:cubicBezTo>
                <a:cubicBezTo>
                  <a:pt x="287652" y="28378"/>
                  <a:pt x="293904" y="25666"/>
                  <a:pt x="301426" y="25666"/>
                </a:cubicBezTo>
                <a:cubicBezTo>
                  <a:pt x="307791" y="25666"/>
                  <a:pt x="313019" y="27758"/>
                  <a:pt x="317111" y="31943"/>
                </a:cubicBezTo>
                <a:cubicBezTo>
                  <a:pt x="321202" y="36127"/>
                  <a:pt x="323248" y="41722"/>
                  <a:pt x="323248" y="48728"/>
                </a:cubicBezTo>
                <a:lnTo>
                  <a:pt x="284005" y="48728"/>
                </a:lnTo>
                <a:moveTo>
                  <a:pt x="284005" y="45133"/>
                </a:moveTo>
                <a:lnTo>
                  <a:pt x="310291" y="45133"/>
                </a:lnTo>
                <a:cubicBezTo>
                  <a:pt x="310084" y="41525"/>
                  <a:pt x="309650" y="38984"/>
                  <a:pt x="308989" y="37509"/>
                </a:cubicBezTo>
                <a:cubicBezTo>
                  <a:pt x="307956" y="35213"/>
                  <a:pt x="306416" y="33409"/>
                  <a:pt x="304370" y="32098"/>
                </a:cubicBezTo>
                <a:cubicBezTo>
                  <a:pt x="302325" y="30786"/>
                  <a:pt x="300186" y="30130"/>
                  <a:pt x="297954" y="30130"/>
                </a:cubicBezTo>
                <a:cubicBezTo>
                  <a:pt x="294524" y="30130"/>
                  <a:pt x="291455" y="31452"/>
                  <a:pt x="288748" y="34096"/>
                </a:cubicBezTo>
                <a:cubicBezTo>
                  <a:pt x="286040" y="36739"/>
                  <a:pt x="284460" y="40418"/>
                  <a:pt x="284005" y="451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914A1-E2BD-44D0-91A5-E1668DF6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7" y="2910083"/>
            <a:ext cx="1023238" cy="307670"/>
          </a:xfrm>
          <a:custGeom xmlns:a="http://schemas.openxmlformats.org/drawingml/2006/main">
            <a:pathLst>
              <a:path w="1023238" h="307670">
                <a:moveTo>
                  <a:pt x="0" y="0"/>
                </a:moveTo>
                <a:lnTo>
                  <a:pt x="1023238" y="0"/>
                </a:lnTo>
                <a:lnTo>
                  <a:pt x="1023238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Develop">
            <a:extLst xmlns:a="http://schemas.openxmlformats.org/drawingml/2006/main">
              <a:ext uri="{FF2B5EF4-FFF2-40B4-BE49-F238E27FC236}">
                <a16:creationId xmlns:a16="http://schemas.microsoft.com/office/drawing/2014/main" id="{514B1D42-A000-4C76-83E0-7E22E0E6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099" y="3015326"/>
            <a:ext cx="423273" cy="115312"/>
          </a:xfrm>
          <a:custGeom xmlns:a="http://schemas.openxmlformats.org/drawingml/2006/main">
            <a:pathLst>
              <a:path w="423273" h="115312">
                <a:moveTo>
                  <a:pt x="0" y="88158"/>
                </a:moveTo>
                <a:lnTo>
                  <a:pt x="0" y="85802"/>
                </a:lnTo>
                <a:lnTo>
                  <a:pt x="3162" y="85802"/>
                </a:lnTo>
                <a:cubicBezTo>
                  <a:pt x="6716" y="85802"/>
                  <a:pt x="9237" y="84671"/>
                  <a:pt x="10725" y="82409"/>
                </a:cubicBezTo>
                <a:cubicBezTo>
                  <a:pt x="11634" y="81052"/>
                  <a:pt x="12089" y="78008"/>
                  <a:pt x="12089" y="73279"/>
                </a:cubicBezTo>
                <a:lnTo>
                  <a:pt x="12089" y="18971"/>
                </a:lnTo>
                <a:cubicBezTo>
                  <a:pt x="12089" y="13748"/>
                  <a:pt x="11511" y="10478"/>
                  <a:pt x="10353" y="9162"/>
                </a:cubicBezTo>
                <a:cubicBezTo>
                  <a:pt x="8741" y="7352"/>
                  <a:pt x="6344" y="6448"/>
                  <a:pt x="3162" y="6448"/>
                </a:cubicBezTo>
                <a:lnTo>
                  <a:pt x="0" y="6448"/>
                </a:lnTo>
                <a:lnTo>
                  <a:pt x="0" y="4092"/>
                </a:lnTo>
                <a:lnTo>
                  <a:pt x="34222" y="4092"/>
                </a:lnTo>
                <a:cubicBezTo>
                  <a:pt x="46786" y="4092"/>
                  <a:pt x="56344" y="5518"/>
                  <a:pt x="62894" y="8369"/>
                </a:cubicBezTo>
                <a:cubicBezTo>
                  <a:pt x="69445" y="11221"/>
                  <a:pt x="74715" y="15974"/>
                  <a:pt x="78703" y="22628"/>
                </a:cubicBezTo>
                <a:cubicBezTo>
                  <a:pt x="82692" y="29283"/>
                  <a:pt x="84686" y="36970"/>
                  <a:pt x="84686" y="45691"/>
                </a:cubicBezTo>
                <a:cubicBezTo>
                  <a:pt x="84686" y="57387"/>
                  <a:pt x="81131" y="67162"/>
                  <a:pt x="74023" y="75015"/>
                </a:cubicBezTo>
                <a:cubicBezTo>
                  <a:pt x="66046" y="83777"/>
                  <a:pt x="53895" y="88158"/>
                  <a:pt x="37569" y="88158"/>
                </a:cubicBezTo>
                <a:lnTo>
                  <a:pt x="0" y="88158"/>
                </a:lnTo>
                <a:moveTo>
                  <a:pt x="23992" y="81960"/>
                </a:moveTo>
                <a:cubicBezTo>
                  <a:pt x="29241" y="83116"/>
                  <a:pt x="33643" y="83694"/>
                  <a:pt x="37197" y="83694"/>
                </a:cubicBezTo>
                <a:cubicBezTo>
                  <a:pt x="46786" y="83694"/>
                  <a:pt x="54742" y="80331"/>
                  <a:pt x="61066" y="73606"/>
                </a:cubicBezTo>
                <a:cubicBezTo>
                  <a:pt x="67389" y="66880"/>
                  <a:pt x="70551" y="57760"/>
                  <a:pt x="70551" y="46249"/>
                </a:cubicBezTo>
                <a:cubicBezTo>
                  <a:pt x="70551" y="34654"/>
                  <a:pt x="67389" y="25515"/>
                  <a:pt x="61066" y="18831"/>
                </a:cubicBezTo>
                <a:cubicBezTo>
                  <a:pt x="54742" y="12146"/>
                  <a:pt x="46621" y="8803"/>
                  <a:pt x="36701" y="8803"/>
                </a:cubicBezTo>
                <a:cubicBezTo>
                  <a:pt x="32982" y="8803"/>
                  <a:pt x="28745" y="9401"/>
                  <a:pt x="23992" y="10597"/>
                </a:cubicBezTo>
                <a:lnTo>
                  <a:pt x="23992" y="81960"/>
                </a:lnTo>
                <a:close/>
                <a:moveTo>
                  <a:pt x="103015" y="52820"/>
                </a:moveTo>
                <a:cubicBezTo>
                  <a:pt x="102974" y="61213"/>
                  <a:pt x="105020" y="67795"/>
                  <a:pt x="109153" y="72568"/>
                </a:cubicBezTo>
                <a:cubicBezTo>
                  <a:pt x="113286" y="77340"/>
                  <a:pt x="118142" y="79726"/>
                  <a:pt x="123722" y="79726"/>
                </a:cubicBezTo>
                <a:cubicBezTo>
                  <a:pt x="127441" y="79726"/>
                  <a:pt x="130676" y="78699"/>
                  <a:pt x="133424" y="76644"/>
                </a:cubicBezTo>
                <a:cubicBezTo>
                  <a:pt x="136172" y="74589"/>
                  <a:pt x="138477" y="71070"/>
                  <a:pt x="140337" y="66087"/>
                </a:cubicBezTo>
                <a:lnTo>
                  <a:pt x="142258" y="67333"/>
                </a:lnTo>
                <a:cubicBezTo>
                  <a:pt x="141390" y="73025"/>
                  <a:pt x="138869" y="78208"/>
                  <a:pt x="134695" y="82882"/>
                </a:cubicBezTo>
                <a:cubicBezTo>
                  <a:pt x="130521" y="87556"/>
                  <a:pt x="125292" y="89893"/>
                  <a:pt x="119010" y="89893"/>
                </a:cubicBezTo>
                <a:cubicBezTo>
                  <a:pt x="112191" y="89893"/>
                  <a:pt x="106353" y="87244"/>
                  <a:pt x="101496" y="81945"/>
                </a:cubicBezTo>
                <a:cubicBezTo>
                  <a:pt x="96640" y="76644"/>
                  <a:pt x="94212" y="69518"/>
                  <a:pt x="94212" y="60568"/>
                </a:cubicBezTo>
                <a:cubicBezTo>
                  <a:pt x="94212" y="50876"/>
                  <a:pt x="96702" y="43318"/>
                  <a:pt x="101682" y="37895"/>
                </a:cubicBezTo>
                <a:cubicBezTo>
                  <a:pt x="106663" y="32470"/>
                  <a:pt x="112914" y="29758"/>
                  <a:pt x="120436" y="29758"/>
                </a:cubicBezTo>
                <a:cubicBezTo>
                  <a:pt x="126801" y="29758"/>
                  <a:pt x="132029" y="31850"/>
                  <a:pt x="136121" y="36035"/>
                </a:cubicBezTo>
                <a:cubicBezTo>
                  <a:pt x="140213" y="40218"/>
                  <a:pt x="142258" y="45813"/>
                  <a:pt x="142258" y="52820"/>
                </a:cubicBezTo>
                <a:lnTo>
                  <a:pt x="103015" y="52820"/>
                </a:lnTo>
                <a:moveTo>
                  <a:pt x="103015" y="49224"/>
                </a:moveTo>
                <a:lnTo>
                  <a:pt x="129301" y="49224"/>
                </a:lnTo>
                <a:cubicBezTo>
                  <a:pt x="129095" y="45617"/>
                  <a:pt x="128661" y="43076"/>
                  <a:pt x="127999" y="41601"/>
                </a:cubicBezTo>
                <a:cubicBezTo>
                  <a:pt x="126966" y="39305"/>
                  <a:pt x="125427" y="37501"/>
                  <a:pt x="123381" y="36190"/>
                </a:cubicBezTo>
                <a:cubicBezTo>
                  <a:pt x="121335" y="34878"/>
                  <a:pt x="119196" y="34222"/>
                  <a:pt x="116964" y="34222"/>
                </a:cubicBezTo>
                <a:cubicBezTo>
                  <a:pt x="113534" y="34222"/>
                  <a:pt x="110465" y="35543"/>
                  <a:pt x="107758" y="38187"/>
                </a:cubicBezTo>
                <a:cubicBezTo>
                  <a:pt x="105051" y="40831"/>
                  <a:pt x="103470" y="44510"/>
                  <a:pt x="103015" y="49224"/>
                </a:cubicBezTo>
                <a:close/>
                <a:moveTo>
                  <a:pt x="146800" y="31370"/>
                </a:moveTo>
                <a:lnTo>
                  <a:pt x="173520" y="31370"/>
                </a:lnTo>
                <a:lnTo>
                  <a:pt x="173520" y="33602"/>
                </a:lnTo>
                <a:lnTo>
                  <a:pt x="171785" y="33602"/>
                </a:lnTo>
                <a:cubicBezTo>
                  <a:pt x="170173" y="33602"/>
                  <a:pt x="168943" y="33994"/>
                  <a:pt x="168096" y="34779"/>
                </a:cubicBezTo>
                <a:cubicBezTo>
                  <a:pt x="167249" y="35565"/>
                  <a:pt x="166825" y="36619"/>
                  <a:pt x="166825" y="37941"/>
                </a:cubicBezTo>
                <a:cubicBezTo>
                  <a:pt x="166825" y="39388"/>
                  <a:pt x="167259" y="41103"/>
                  <a:pt x="168127" y="43087"/>
                </a:cubicBezTo>
                <a:lnTo>
                  <a:pt x="181332" y="74457"/>
                </a:lnTo>
                <a:lnTo>
                  <a:pt x="194599" y="41909"/>
                </a:lnTo>
                <a:cubicBezTo>
                  <a:pt x="195549" y="39594"/>
                  <a:pt x="196025" y="37838"/>
                  <a:pt x="196025" y="36639"/>
                </a:cubicBezTo>
                <a:cubicBezTo>
                  <a:pt x="196025" y="36061"/>
                  <a:pt x="195859" y="35585"/>
                  <a:pt x="195529" y="35213"/>
                </a:cubicBezTo>
                <a:cubicBezTo>
                  <a:pt x="195074" y="34593"/>
                  <a:pt x="194496" y="34170"/>
                  <a:pt x="193793" y="33943"/>
                </a:cubicBezTo>
                <a:cubicBezTo>
                  <a:pt x="193090" y="33715"/>
                  <a:pt x="191664" y="33602"/>
                  <a:pt x="189515" y="33602"/>
                </a:cubicBezTo>
                <a:lnTo>
                  <a:pt x="189515" y="31370"/>
                </a:lnTo>
                <a:lnTo>
                  <a:pt x="208052" y="31370"/>
                </a:lnTo>
                <a:lnTo>
                  <a:pt x="208052" y="33602"/>
                </a:lnTo>
                <a:cubicBezTo>
                  <a:pt x="205903" y="33768"/>
                  <a:pt x="204415" y="34205"/>
                  <a:pt x="203588" y="34913"/>
                </a:cubicBezTo>
                <a:cubicBezTo>
                  <a:pt x="202142" y="36162"/>
                  <a:pt x="200840" y="38244"/>
                  <a:pt x="199683" y="41159"/>
                </a:cubicBezTo>
                <a:lnTo>
                  <a:pt x="179534" y="89893"/>
                </a:lnTo>
                <a:lnTo>
                  <a:pt x="176992" y="89893"/>
                </a:lnTo>
                <a:lnTo>
                  <a:pt x="156720" y="41934"/>
                </a:lnTo>
                <a:cubicBezTo>
                  <a:pt x="155810" y="39696"/>
                  <a:pt x="154942" y="38090"/>
                  <a:pt x="154116" y="37116"/>
                </a:cubicBezTo>
                <a:cubicBezTo>
                  <a:pt x="153289" y="36141"/>
                  <a:pt x="152235" y="35322"/>
                  <a:pt x="150954" y="34659"/>
                </a:cubicBezTo>
                <a:cubicBezTo>
                  <a:pt x="150251" y="34286"/>
                  <a:pt x="148867" y="33934"/>
                  <a:pt x="146800" y="33602"/>
                </a:cubicBezTo>
                <a:lnTo>
                  <a:pt x="146800" y="31370"/>
                </a:lnTo>
                <a:close/>
                <a:moveTo>
                  <a:pt x="222745" y="52820"/>
                </a:moveTo>
                <a:cubicBezTo>
                  <a:pt x="222703" y="61213"/>
                  <a:pt x="224749" y="67795"/>
                  <a:pt x="228882" y="72568"/>
                </a:cubicBezTo>
                <a:cubicBezTo>
                  <a:pt x="233015" y="77340"/>
                  <a:pt x="237872" y="79726"/>
                  <a:pt x="243451" y="79726"/>
                </a:cubicBezTo>
                <a:cubicBezTo>
                  <a:pt x="247171" y="79726"/>
                  <a:pt x="250405" y="78699"/>
                  <a:pt x="253154" y="76644"/>
                </a:cubicBezTo>
                <a:cubicBezTo>
                  <a:pt x="255902" y="74589"/>
                  <a:pt x="258206" y="71070"/>
                  <a:pt x="260066" y="66087"/>
                </a:cubicBezTo>
                <a:lnTo>
                  <a:pt x="261988" y="67333"/>
                </a:lnTo>
                <a:cubicBezTo>
                  <a:pt x="261120" y="73025"/>
                  <a:pt x="258599" y="78208"/>
                  <a:pt x="254425" y="82882"/>
                </a:cubicBezTo>
                <a:cubicBezTo>
                  <a:pt x="250250" y="87556"/>
                  <a:pt x="245022" y="89893"/>
                  <a:pt x="238740" y="89893"/>
                </a:cubicBezTo>
                <a:cubicBezTo>
                  <a:pt x="231920" y="89893"/>
                  <a:pt x="226082" y="87244"/>
                  <a:pt x="221226" y="81945"/>
                </a:cubicBezTo>
                <a:cubicBezTo>
                  <a:pt x="216370" y="76644"/>
                  <a:pt x="213941" y="69518"/>
                  <a:pt x="213941" y="60568"/>
                </a:cubicBezTo>
                <a:cubicBezTo>
                  <a:pt x="213941" y="50876"/>
                  <a:pt x="216432" y="43318"/>
                  <a:pt x="221412" y="37895"/>
                </a:cubicBezTo>
                <a:cubicBezTo>
                  <a:pt x="226392" y="32470"/>
                  <a:pt x="232643" y="29758"/>
                  <a:pt x="240166" y="29758"/>
                </a:cubicBezTo>
                <a:cubicBezTo>
                  <a:pt x="246530" y="29758"/>
                  <a:pt x="251759" y="31850"/>
                  <a:pt x="255850" y="36035"/>
                </a:cubicBezTo>
                <a:cubicBezTo>
                  <a:pt x="259942" y="40218"/>
                  <a:pt x="261988" y="45813"/>
                  <a:pt x="261988" y="52820"/>
                </a:cubicBezTo>
                <a:lnTo>
                  <a:pt x="222745" y="52820"/>
                </a:lnTo>
                <a:moveTo>
                  <a:pt x="222745" y="49224"/>
                </a:moveTo>
                <a:lnTo>
                  <a:pt x="249031" y="49224"/>
                </a:lnTo>
                <a:cubicBezTo>
                  <a:pt x="248824" y="45617"/>
                  <a:pt x="248390" y="43076"/>
                  <a:pt x="247729" y="41601"/>
                </a:cubicBezTo>
                <a:cubicBezTo>
                  <a:pt x="246696" y="39305"/>
                  <a:pt x="245156" y="37501"/>
                  <a:pt x="243110" y="36190"/>
                </a:cubicBezTo>
                <a:cubicBezTo>
                  <a:pt x="241065" y="34878"/>
                  <a:pt x="238926" y="34222"/>
                  <a:pt x="236694" y="34222"/>
                </a:cubicBezTo>
                <a:cubicBezTo>
                  <a:pt x="233263" y="34222"/>
                  <a:pt x="230195" y="35543"/>
                  <a:pt x="227487" y="38187"/>
                </a:cubicBezTo>
                <a:cubicBezTo>
                  <a:pt x="224780" y="40831"/>
                  <a:pt x="223199" y="44510"/>
                  <a:pt x="222745" y="49224"/>
                </a:cubicBezTo>
                <a:close/>
                <a:moveTo>
                  <a:pt x="288972" y="0"/>
                </a:moveTo>
                <a:lnTo>
                  <a:pt x="288972" y="75263"/>
                </a:lnTo>
                <a:cubicBezTo>
                  <a:pt x="288972" y="78838"/>
                  <a:pt x="289231" y="81208"/>
                  <a:pt x="289747" y="82373"/>
                </a:cubicBezTo>
                <a:cubicBezTo>
                  <a:pt x="290264" y="83536"/>
                  <a:pt x="291060" y="84420"/>
                  <a:pt x="292134" y="85023"/>
                </a:cubicBezTo>
                <a:cubicBezTo>
                  <a:pt x="293209" y="85625"/>
                  <a:pt x="295213" y="85926"/>
                  <a:pt x="298148" y="85926"/>
                </a:cubicBezTo>
                <a:lnTo>
                  <a:pt x="298148" y="88158"/>
                </a:lnTo>
                <a:lnTo>
                  <a:pt x="270312" y="88158"/>
                </a:lnTo>
                <a:lnTo>
                  <a:pt x="270312" y="85926"/>
                </a:lnTo>
                <a:cubicBezTo>
                  <a:pt x="272916" y="85926"/>
                  <a:pt x="274693" y="85656"/>
                  <a:pt x="275643" y="85116"/>
                </a:cubicBezTo>
                <a:cubicBezTo>
                  <a:pt x="276594" y="84575"/>
                  <a:pt x="277338" y="83681"/>
                  <a:pt x="277875" y="82435"/>
                </a:cubicBezTo>
                <a:cubicBezTo>
                  <a:pt x="278413" y="81187"/>
                  <a:pt x="278681" y="78796"/>
                  <a:pt x="278681" y="75263"/>
                </a:cubicBezTo>
                <a:lnTo>
                  <a:pt x="278681" y="23806"/>
                </a:lnTo>
                <a:cubicBezTo>
                  <a:pt x="278681" y="17400"/>
                  <a:pt x="278537" y="13463"/>
                  <a:pt x="278247" y="11996"/>
                </a:cubicBezTo>
                <a:cubicBezTo>
                  <a:pt x="277958" y="10529"/>
                  <a:pt x="277493" y="9527"/>
                  <a:pt x="276852" y="8989"/>
                </a:cubicBezTo>
                <a:cubicBezTo>
                  <a:pt x="276212" y="8452"/>
                  <a:pt x="275395" y="8183"/>
                  <a:pt x="274404" y="8183"/>
                </a:cubicBezTo>
                <a:cubicBezTo>
                  <a:pt x="273329" y="8183"/>
                  <a:pt x="271965" y="8514"/>
                  <a:pt x="270312" y="9175"/>
                </a:cubicBezTo>
                <a:lnTo>
                  <a:pt x="269258" y="6943"/>
                </a:lnTo>
                <a:lnTo>
                  <a:pt x="286183" y="0"/>
                </a:lnTo>
                <a:lnTo>
                  <a:pt x="288972" y="0"/>
                </a:lnTo>
                <a:close/>
                <a:moveTo>
                  <a:pt x="332388" y="29758"/>
                </a:moveTo>
                <a:cubicBezTo>
                  <a:pt x="340984" y="29758"/>
                  <a:pt x="347886" y="33020"/>
                  <a:pt x="353094" y="39543"/>
                </a:cubicBezTo>
                <a:cubicBezTo>
                  <a:pt x="357516" y="45117"/>
                  <a:pt x="359728" y="51516"/>
                  <a:pt x="359728" y="58743"/>
                </a:cubicBezTo>
                <a:cubicBezTo>
                  <a:pt x="359728" y="63821"/>
                  <a:pt x="358508" y="68962"/>
                  <a:pt x="356070" y="74164"/>
                </a:cubicBezTo>
                <a:cubicBezTo>
                  <a:pt x="353631" y="79365"/>
                  <a:pt x="350273" y="83287"/>
                  <a:pt x="345996" y="85930"/>
                </a:cubicBezTo>
                <a:cubicBezTo>
                  <a:pt x="341718" y="88572"/>
                  <a:pt x="336955" y="89893"/>
                  <a:pt x="331706" y="89893"/>
                </a:cubicBezTo>
                <a:cubicBezTo>
                  <a:pt x="323150" y="89893"/>
                  <a:pt x="316351" y="86487"/>
                  <a:pt x="311309" y="79674"/>
                </a:cubicBezTo>
                <a:cubicBezTo>
                  <a:pt x="307052" y="73935"/>
                  <a:pt x="304924" y="67495"/>
                  <a:pt x="304924" y="60353"/>
                </a:cubicBezTo>
                <a:cubicBezTo>
                  <a:pt x="304924" y="55150"/>
                  <a:pt x="306215" y="49979"/>
                  <a:pt x="308798" y="44838"/>
                </a:cubicBezTo>
                <a:cubicBezTo>
                  <a:pt x="311381" y="39698"/>
                  <a:pt x="314781" y="35899"/>
                  <a:pt x="318997" y="33443"/>
                </a:cubicBezTo>
                <a:cubicBezTo>
                  <a:pt x="323212" y="30986"/>
                  <a:pt x="327676" y="29758"/>
                  <a:pt x="332388" y="29758"/>
                </a:cubicBezTo>
                <a:moveTo>
                  <a:pt x="330466" y="33850"/>
                </a:moveTo>
                <a:cubicBezTo>
                  <a:pt x="328275" y="33850"/>
                  <a:pt x="326074" y="34499"/>
                  <a:pt x="323863" y="35797"/>
                </a:cubicBezTo>
                <a:cubicBezTo>
                  <a:pt x="321652" y="37093"/>
                  <a:pt x="319864" y="39368"/>
                  <a:pt x="318501" y="42622"/>
                </a:cubicBezTo>
                <a:cubicBezTo>
                  <a:pt x="317137" y="45875"/>
                  <a:pt x="316455" y="50055"/>
                  <a:pt x="316455" y="55161"/>
                </a:cubicBezTo>
                <a:cubicBezTo>
                  <a:pt x="316455" y="63397"/>
                  <a:pt x="318098" y="70501"/>
                  <a:pt x="321383" y="76473"/>
                </a:cubicBezTo>
                <a:cubicBezTo>
                  <a:pt x="324669" y="82444"/>
                  <a:pt x="328999" y="85430"/>
                  <a:pt x="334371" y="85430"/>
                </a:cubicBezTo>
                <a:cubicBezTo>
                  <a:pt x="338380" y="85430"/>
                  <a:pt x="341687" y="83782"/>
                  <a:pt x="344291" y="80488"/>
                </a:cubicBezTo>
                <a:cubicBezTo>
                  <a:pt x="346895" y="77193"/>
                  <a:pt x="348196" y="71531"/>
                  <a:pt x="348196" y="63501"/>
                </a:cubicBezTo>
                <a:cubicBezTo>
                  <a:pt x="348196" y="53452"/>
                  <a:pt x="346027" y="45545"/>
                  <a:pt x="341687" y="39780"/>
                </a:cubicBezTo>
                <a:cubicBezTo>
                  <a:pt x="338752" y="35826"/>
                  <a:pt x="335012" y="33850"/>
                  <a:pt x="330466" y="33850"/>
                </a:cubicBezTo>
                <a:close/>
                <a:moveTo>
                  <a:pt x="364005" y="36825"/>
                </a:moveTo>
                <a:lnTo>
                  <a:pt x="381488" y="29882"/>
                </a:lnTo>
                <a:lnTo>
                  <a:pt x="383844" y="29882"/>
                </a:lnTo>
                <a:lnTo>
                  <a:pt x="383844" y="43211"/>
                </a:lnTo>
                <a:cubicBezTo>
                  <a:pt x="386778" y="38233"/>
                  <a:pt x="389723" y="34747"/>
                  <a:pt x="392678" y="32751"/>
                </a:cubicBezTo>
                <a:cubicBezTo>
                  <a:pt x="395633" y="30756"/>
                  <a:pt x="398744" y="29758"/>
                  <a:pt x="402009" y="29758"/>
                </a:cubicBezTo>
                <a:cubicBezTo>
                  <a:pt x="407712" y="29758"/>
                  <a:pt x="412465" y="31987"/>
                  <a:pt x="416268" y="36446"/>
                </a:cubicBezTo>
                <a:cubicBezTo>
                  <a:pt x="420938" y="41896"/>
                  <a:pt x="423273" y="48998"/>
                  <a:pt x="423273" y="57751"/>
                </a:cubicBezTo>
                <a:cubicBezTo>
                  <a:pt x="423273" y="67536"/>
                  <a:pt x="420463" y="75628"/>
                  <a:pt x="414842" y="82028"/>
                </a:cubicBezTo>
                <a:cubicBezTo>
                  <a:pt x="410213" y="87272"/>
                  <a:pt x="404385" y="89893"/>
                  <a:pt x="397359" y="89893"/>
                </a:cubicBezTo>
                <a:cubicBezTo>
                  <a:pt x="394301" y="89893"/>
                  <a:pt x="391655" y="89460"/>
                  <a:pt x="389424" y="88592"/>
                </a:cubicBezTo>
                <a:cubicBezTo>
                  <a:pt x="387770" y="87972"/>
                  <a:pt x="385910" y="86732"/>
                  <a:pt x="383844" y="84872"/>
                </a:cubicBezTo>
                <a:lnTo>
                  <a:pt x="383844" y="102169"/>
                </a:lnTo>
                <a:cubicBezTo>
                  <a:pt x="383844" y="106076"/>
                  <a:pt x="384082" y="108559"/>
                  <a:pt x="384557" y="109620"/>
                </a:cubicBezTo>
                <a:cubicBezTo>
                  <a:pt x="385032" y="110680"/>
                  <a:pt x="385859" y="111522"/>
                  <a:pt x="387037" y="112144"/>
                </a:cubicBezTo>
                <a:cubicBezTo>
                  <a:pt x="388215" y="112768"/>
                  <a:pt x="390353" y="113080"/>
                  <a:pt x="393453" y="113080"/>
                </a:cubicBezTo>
                <a:lnTo>
                  <a:pt x="393453" y="115312"/>
                </a:lnTo>
                <a:lnTo>
                  <a:pt x="363695" y="115312"/>
                </a:lnTo>
                <a:lnTo>
                  <a:pt x="363695" y="113080"/>
                </a:lnTo>
                <a:lnTo>
                  <a:pt x="365245" y="113080"/>
                </a:lnTo>
                <a:cubicBezTo>
                  <a:pt x="367518" y="113121"/>
                  <a:pt x="369461" y="112685"/>
                  <a:pt x="371073" y="111770"/>
                </a:cubicBezTo>
                <a:cubicBezTo>
                  <a:pt x="371858" y="111313"/>
                  <a:pt x="372468" y="110575"/>
                  <a:pt x="372902" y="109558"/>
                </a:cubicBezTo>
                <a:cubicBezTo>
                  <a:pt x="373336" y="108540"/>
                  <a:pt x="373553" y="105953"/>
                  <a:pt x="373553" y="101797"/>
                </a:cubicBezTo>
                <a:lnTo>
                  <a:pt x="373553" y="47985"/>
                </a:lnTo>
                <a:cubicBezTo>
                  <a:pt x="373553" y="44282"/>
                  <a:pt x="373387" y="41931"/>
                  <a:pt x="373057" y="40933"/>
                </a:cubicBezTo>
                <a:cubicBezTo>
                  <a:pt x="372726" y="39933"/>
                  <a:pt x="372199" y="39184"/>
                  <a:pt x="371476" y="38687"/>
                </a:cubicBezTo>
                <a:cubicBezTo>
                  <a:pt x="370753" y="38190"/>
                  <a:pt x="369771" y="37941"/>
                  <a:pt x="368531" y="37941"/>
                </a:cubicBezTo>
                <a:cubicBezTo>
                  <a:pt x="367539" y="37941"/>
                  <a:pt x="366279" y="38231"/>
                  <a:pt x="364749" y="38809"/>
                </a:cubicBezTo>
                <a:lnTo>
                  <a:pt x="364005" y="36825"/>
                </a:lnTo>
                <a:moveTo>
                  <a:pt x="383844" y="46869"/>
                </a:moveTo>
                <a:lnTo>
                  <a:pt x="383844" y="68071"/>
                </a:lnTo>
                <a:cubicBezTo>
                  <a:pt x="383844" y="72659"/>
                  <a:pt x="384030" y="75676"/>
                  <a:pt x="384402" y="77122"/>
                </a:cubicBezTo>
                <a:cubicBezTo>
                  <a:pt x="384981" y="79520"/>
                  <a:pt x="386396" y="81627"/>
                  <a:pt x="388649" y="83446"/>
                </a:cubicBezTo>
                <a:cubicBezTo>
                  <a:pt x="390901" y="85264"/>
                  <a:pt x="393743" y="86174"/>
                  <a:pt x="397173" y="86174"/>
                </a:cubicBezTo>
                <a:cubicBezTo>
                  <a:pt x="401306" y="86174"/>
                  <a:pt x="404654" y="84562"/>
                  <a:pt x="407216" y="81338"/>
                </a:cubicBezTo>
                <a:cubicBezTo>
                  <a:pt x="410564" y="77122"/>
                  <a:pt x="412238" y="71192"/>
                  <a:pt x="412238" y="63545"/>
                </a:cubicBezTo>
                <a:cubicBezTo>
                  <a:pt x="412238" y="54866"/>
                  <a:pt x="410337" y="48191"/>
                  <a:pt x="406534" y="43521"/>
                </a:cubicBezTo>
                <a:cubicBezTo>
                  <a:pt x="403889" y="40297"/>
                  <a:pt x="400748" y="38685"/>
                  <a:pt x="397111" y="38685"/>
                </a:cubicBezTo>
                <a:cubicBezTo>
                  <a:pt x="395127" y="38685"/>
                  <a:pt x="393164" y="39181"/>
                  <a:pt x="391221" y="40173"/>
                </a:cubicBezTo>
                <a:cubicBezTo>
                  <a:pt x="389734" y="40917"/>
                  <a:pt x="387274" y="43149"/>
                  <a:pt x="383844" y="468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5022F-F4F2-443E-A2BA-A37DDF6A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186" y="1404888"/>
            <a:ext cx="1153649" cy="317129"/>
          </a:xfrm>
          <a:custGeom xmlns:a="http://schemas.openxmlformats.org/drawingml/2006/main">
            <a:pathLst>
              <a:path w="1153649" h="317129">
                <a:moveTo>
                  <a:pt x="0" y="52855"/>
                </a:moveTo>
                <a:lnTo>
                  <a:pt x="0" y="52855"/>
                </a:lnTo>
                <a:cubicBezTo>
                  <a:pt x="0" y="23664"/>
                  <a:pt x="23664" y="0"/>
                  <a:pt x="52855" y="0"/>
                </a:cubicBezTo>
                <a:lnTo>
                  <a:pt x="1100794" y="0"/>
                </a:lnTo>
                <a:cubicBezTo>
                  <a:pt x="1114812" y="0"/>
                  <a:pt x="1128255" y="5569"/>
                  <a:pt x="1138168" y="15481"/>
                </a:cubicBezTo>
                <a:cubicBezTo>
                  <a:pt x="1148080" y="25393"/>
                  <a:pt x="1153649" y="38837"/>
                  <a:pt x="1153649" y="52855"/>
                </a:cubicBezTo>
                <a:lnTo>
                  <a:pt x="1153649" y="264275"/>
                </a:lnTo>
                <a:cubicBezTo>
                  <a:pt x="1153649" y="293465"/>
                  <a:pt x="1129984" y="317129"/>
                  <a:pt x="1100794" y="317129"/>
                </a:cubicBezTo>
                <a:lnTo>
                  <a:pt x="52855" y="317129"/>
                </a:lnTo>
                <a:cubicBezTo>
                  <a:pt x="23664" y="317129"/>
                  <a:pt x="0" y="293465"/>
                  <a:pt x="0" y="264275"/>
                </a:cubicBezTo>
                <a:lnTo>
                  <a:pt x="0" y="528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A8168-E0C4-4F88-BCB4-7744C385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186" y="1404888"/>
            <a:ext cx="1153649" cy="317129"/>
          </a:xfrm>
          <a:custGeom xmlns:a="http://schemas.openxmlformats.org/drawingml/2006/main">
            <a:pathLst>
              <a:path w="1153649" h="317129" fill="none">
                <a:moveTo>
                  <a:pt x="0" y="52855"/>
                </a:moveTo>
                <a:lnTo>
                  <a:pt x="0" y="52855"/>
                </a:lnTo>
                <a:cubicBezTo>
                  <a:pt x="0" y="23664"/>
                  <a:pt x="23664" y="0"/>
                  <a:pt x="52855" y="0"/>
                </a:cubicBezTo>
                <a:lnTo>
                  <a:pt x="1100794" y="0"/>
                </a:lnTo>
                <a:cubicBezTo>
                  <a:pt x="1114812" y="0"/>
                  <a:pt x="1128255" y="5569"/>
                  <a:pt x="1138168" y="15481"/>
                </a:cubicBezTo>
                <a:cubicBezTo>
                  <a:pt x="1148080" y="25393"/>
                  <a:pt x="1153649" y="38837"/>
                  <a:pt x="1153649" y="52855"/>
                </a:cubicBezTo>
                <a:lnTo>
                  <a:pt x="1153649" y="264275"/>
                </a:lnTo>
                <a:cubicBezTo>
                  <a:pt x="1153649" y="293465"/>
                  <a:pt x="1129984" y="317129"/>
                  <a:pt x="1100794" y="317129"/>
                </a:cubicBezTo>
                <a:lnTo>
                  <a:pt x="52855" y="317129"/>
                </a:lnTo>
                <a:cubicBezTo>
                  <a:pt x="23664" y="317129"/>
                  <a:pt x="0" y="293465"/>
                  <a:pt x="0" y="264275"/>
                </a:cubicBezTo>
                <a:lnTo>
                  <a:pt x="0" y="528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138" name="Text Candidatepapers">
            <a:extLst xmlns:a="http://schemas.openxmlformats.org/drawingml/2006/main">
              <a:ext uri="{FF2B5EF4-FFF2-40B4-BE49-F238E27FC236}">
                <a16:creationId xmlns:a16="http://schemas.microsoft.com/office/drawing/2014/main" id="{FD2DF12B-E541-4FB0-AEBF-20AF12DB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57" y="1435517"/>
            <a:ext cx="940259" cy="124921"/>
          </a:xfrm>
          <a:custGeom xmlns:a="http://schemas.openxmlformats.org/drawingml/2006/main">
            <a:pathLst>
              <a:path w="940259" h="124921">
                <a:moveTo>
                  <a:pt x="77841" y="2418"/>
                </a:moveTo>
                <a:lnTo>
                  <a:pt x="79923" y="33447"/>
                </a:lnTo>
                <a:lnTo>
                  <a:pt x="77841" y="33447"/>
                </a:lnTo>
                <a:cubicBezTo>
                  <a:pt x="75065" y="24155"/>
                  <a:pt x="71102" y="17466"/>
                  <a:pt x="65953" y="13382"/>
                </a:cubicBezTo>
                <a:cubicBezTo>
                  <a:pt x="60804" y="9296"/>
                  <a:pt x="54625" y="7253"/>
                  <a:pt x="47416" y="7253"/>
                </a:cubicBezTo>
                <a:cubicBezTo>
                  <a:pt x="41372" y="7253"/>
                  <a:pt x="35909" y="8785"/>
                  <a:pt x="31029" y="11848"/>
                </a:cubicBezTo>
                <a:cubicBezTo>
                  <a:pt x="26148" y="14909"/>
                  <a:pt x="22309" y="19793"/>
                  <a:pt x="19511" y="26500"/>
                </a:cubicBezTo>
                <a:cubicBezTo>
                  <a:pt x="16712" y="33205"/>
                  <a:pt x="15313" y="41541"/>
                  <a:pt x="15313" y="51509"/>
                </a:cubicBezTo>
                <a:cubicBezTo>
                  <a:pt x="15313" y="59735"/>
                  <a:pt x="16634" y="66865"/>
                  <a:pt x="19275" y="72900"/>
                </a:cubicBezTo>
                <a:cubicBezTo>
                  <a:pt x="21917" y="78935"/>
                  <a:pt x="25891" y="83562"/>
                  <a:pt x="31197" y="86782"/>
                </a:cubicBezTo>
                <a:cubicBezTo>
                  <a:pt x="36503" y="90000"/>
                  <a:pt x="42558" y="91609"/>
                  <a:pt x="49364" y="91609"/>
                </a:cubicBezTo>
                <a:cubicBezTo>
                  <a:pt x="55274" y="91609"/>
                  <a:pt x="60491" y="90340"/>
                  <a:pt x="65013" y="87802"/>
                </a:cubicBezTo>
                <a:cubicBezTo>
                  <a:pt x="69535" y="85262"/>
                  <a:pt x="74505" y="80218"/>
                  <a:pt x="79923" y="72669"/>
                </a:cubicBezTo>
                <a:lnTo>
                  <a:pt x="82005" y="74012"/>
                </a:lnTo>
                <a:cubicBezTo>
                  <a:pt x="77438" y="82140"/>
                  <a:pt x="72110" y="88091"/>
                  <a:pt x="66020" y="91863"/>
                </a:cubicBezTo>
                <a:cubicBezTo>
                  <a:pt x="59931" y="95634"/>
                  <a:pt x="52700" y="97519"/>
                  <a:pt x="44327" y="97519"/>
                </a:cubicBezTo>
                <a:cubicBezTo>
                  <a:pt x="29238" y="97519"/>
                  <a:pt x="17552" y="91930"/>
                  <a:pt x="9268" y="80752"/>
                </a:cubicBezTo>
                <a:cubicBezTo>
                  <a:pt x="3089" y="72436"/>
                  <a:pt x="0" y="62645"/>
                  <a:pt x="0" y="51377"/>
                </a:cubicBezTo>
                <a:cubicBezTo>
                  <a:pt x="0" y="42300"/>
                  <a:pt x="2037" y="33962"/>
                  <a:pt x="6112" y="26361"/>
                </a:cubicBezTo>
                <a:cubicBezTo>
                  <a:pt x="10186" y="18761"/>
                  <a:pt x="15794" y="12870"/>
                  <a:pt x="22936" y="8689"/>
                </a:cubicBezTo>
                <a:cubicBezTo>
                  <a:pt x="30077" y="4508"/>
                  <a:pt x="37879" y="2418"/>
                  <a:pt x="46342" y="2418"/>
                </a:cubicBezTo>
                <a:cubicBezTo>
                  <a:pt x="52924" y="2418"/>
                  <a:pt x="59416" y="4030"/>
                  <a:pt x="65819" y="7253"/>
                </a:cubicBezTo>
                <a:cubicBezTo>
                  <a:pt x="67699" y="8239"/>
                  <a:pt x="69042" y="8731"/>
                  <a:pt x="69848" y="8731"/>
                </a:cubicBezTo>
                <a:cubicBezTo>
                  <a:pt x="71057" y="8731"/>
                  <a:pt x="72110" y="8306"/>
                  <a:pt x="73005" y="7455"/>
                </a:cubicBezTo>
                <a:cubicBezTo>
                  <a:pt x="74169" y="6246"/>
                  <a:pt x="74998" y="4567"/>
                  <a:pt x="75490" y="2418"/>
                </a:cubicBezTo>
                <a:lnTo>
                  <a:pt x="77841" y="2418"/>
                </a:lnTo>
                <a:close/>
                <a:moveTo>
                  <a:pt x="125792" y="86710"/>
                </a:moveTo>
                <a:cubicBezTo>
                  <a:pt x="119479" y="91589"/>
                  <a:pt x="115517" y="94409"/>
                  <a:pt x="113905" y="95168"/>
                </a:cubicBezTo>
                <a:cubicBezTo>
                  <a:pt x="111487" y="96288"/>
                  <a:pt x="108912" y="96848"/>
                  <a:pt x="106181" y="96848"/>
                </a:cubicBezTo>
                <a:cubicBezTo>
                  <a:pt x="101927" y="96848"/>
                  <a:pt x="98424" y="95392"/>
                  <a:pt x="95670" y="92482"/>
                </a:cubicBezTo>
                <a:cubicBezTo>
                  <a:pt x="92917" y="89572"/>
                  <a:pt x="91540" y="85743"/>
                  <a:pt x="91540" y="80997"/>
                </a:cubicBezTo>
                <a:cubicBezTo>
                  <a:pt x="91540" y="77997"/>
                  <a:pt x="92211" y="75400"/>
                  <a:pt x="93555" y="73207"/>
                </a:cubicBezTo>
                <a:cubicBezTo>
                  <a:pt x="95390" y="70162"/>
                  <a:pt x="98581" y="67296"/>
                  <a:pt x="103125" y="64610"/>
                </a:cubicBezTo>
                <a:cubicBezTo>
                  <a:pt x="107670" y="61923"/>
                  <a:pt x="115225" y="58655"/>
                  <a:pt x="125792" y="54804"/>
                </a:cubicBezTo>
                <a:lnTo>
                  <a:pt x="125792" y="52395"/>
                </a:lnTo>
                <a:cubicBezTo>
                  <a:pt x="125792" y="46283"/>
                  <a:pt x="124818" y="42090"/>
                  <a:pt x="122871" y="39814"/>
                </a:cubicBezTo>
                <a:cubicBezTo>
                  <a:pt x="120923" y="37539"/>
                  <a:pt x="118091" y="36402"/>
                  <a:pt x="114375" y="36402"/>
                </a:cubicBezTo>
                <a:cubicBezTo>
                  <a:pt x="111554" y="36402"/>
                  <a:pt x="109315" y="37163"/>
                  <a:pt x="107659" y="38685"/>
                </a:cubicBezTo>
                <a:cubicBezTo>
                  <a:pt x="105957" y="40208"/>
                  <a:pt x="105106" y="41954"/>
                  <a:pt x="105106" y="43924"/>
                </a:cubicBezTo>
                <a:lnTo>
                  <a:pt x="105241" y="47819"/>
                </a:lnTo>
                <a:cubicBezTo>
                  <a:pt x="105241" y="49879"/>
                  <a:pt x="104715" y="51468"/>
                  <a:pt x="103662" y="52588"/>
                </a:cubicBezTo>
                <a:cubicBezTo>
                  <a:pt x="102610" y="53707"/>
                  <a:pt x="101233" y="54267"/>
                  <a:pt x="99532" y="54267"/>
                </a:cubicBezTo>
                <a:cubicBezTo>
                  <a:pt x="97875" y="54267"/>
                  <a:pt x="96521" y="53683"/>
                  <a:pt x="95469" y="52516"/>
                </a:cubicBezTo>
                <a:cubicBezTo>
                  <a:pt x="94416" y="51348"/>
                  <a:pt x="93890" y="49754"/>
                  <a:pt x="93890" y="47733"/>
                </a:cubicBezTo>
                <a:cubicBezTo>
                  <a:pt x="93890" y="43870"/>
                  <a:pt x="95860" y="40322"/>
                  <a:pt x="99801" y="37088"/>
                </a:cubicBezTo>
                <a:cubicBezTo>
                  <a:pt x="103741" y="33855"/>
                  <a:pt x="109270" y="32238"/>
                  <a:pt x="116390" y="32238"/>
                </a:cubicBezTo>
                <a:cubicBezTo>
                  <a:pt x="121852" y="32238"/>
                  <a:pt x="126330" y="33154"/>
                  <a:pt x="129822" y="34987"/>
                </a:cubicBezTo>
                <a:cubicBezTo>
                  <a:pt x="132464" y="36374"/>
                  <a:pt x="134411" y="38543"/>
                  <a:pt x="135665" y="41496"/>
                </a:cubicBezTo>
                <a:cubicBezTo>
                  <a:pt x="136471" y="43418"/>
                  <a:pt x="136874" y="47353"/>
                  <a:pt x="136874" y="53301"/>
                </a:cubicBezTo>
                <a:lnTo>
                  <a:pt x="136874" y="74164"/>
                </a:lnTo>
                <a:cubicBezTo>
                  <a:pt x="136874" y="80022"/>
                  <a:pt x="136986" y="83611"/>
                  <a:pt x="137210" y="84930"/>
                </a:cubicBezTo>
                <a:cubicBezTo>
                  <a:pt x="137434" y="86250"/>
                  <a:pt x="137803" y="87134"/>
                  <a:pt x="138318" y="87581"/>
                </a:cubicBezTo>
                <a:cubicBezTo>
                  <a:pt x="138833" y="88028"/>
                  <a:pt x="139426" y="88251"/>
                  <a:pt x="140098" y="88251"/>
                </a:cubicBezTo>
                <a:cubicBezTo>
                  <a:pt x="140814" y="88251"/>
                  <a:pt x="141441" y="88094"/>
                  <a:pt x="141978" y="87781"/>
                </a:cubicBezTo>
                <a:cubicBezTo>
                  <a:pt x="142919" y="87199"/>
                  <a:pt x="144732" y="85564"/>
                  <a:pt x="147418" y="82878"/>
                </a:cubicBezTo>
                <a:lnTo>
                  <a:pt x="147418" y="86639"/>
                </a:lnTo>
                <a:cubicBezTo>
                  <a:pt x="142404" y="93355"/>
                  <a:pt x="137613" y="96713"/>
                  <a:pt x="133046" y="96713"/>
                </a:cubicBezTo>
                <a:cubicBezTo>
                  <a:pt x="130852" y="96713"/>
                  <a:pt x="129106" y="95958"/>
                  <a:pt x="127807" y="94446"/>
                </a:cubicBezTo>
                <a:cubicBezTo>
                  <a:pt x="126509" y="92934"/>
                  <a:pt x="125837" y="90355"/>
                  <a:pt x="125792" y="86710"/>
                </a:cubicBezTo>
                <a:moveTo>
                  <a:pt x="125792" y="82355"/>
                </a:moveTo>
                <a:lnTo>
                  <a:pt x="125792" y="58968"/>
                </a:lnTo>
                <a:cubicBezTo>
                  <a:pt x="119031" y="61649"/>
                  <a:pt x="114666" y="63548"/>
                  <a:pt x="112696" y="64664"/>
                </a:cubicBezTo>
                <a:cubicBezTo>
                  <a:pt x="109159" y="66630"/>
                  <a:pt x="106629" y="68686"/>
                  <a:pt x="105106" y="70831"/>
                </a:cubicBezTo>
                <a:cubicBezTo>
                  <a:pt x="103584" y="72974"/>
                  <a:pt x="102823" y="75319"/>
                  <a:pt x="102823" y="77866"/>
                </a:cubicBezTo>
                <a:cubicBezTo>
                  <a:pt x="102823" y="81083"/>
                  <a:pt x="103786" y="83752"/>
                  <a:pt x="105711" y="85875"/>
                </a:cubicBezTo>
                <a:cubicBezTo>
                  <a:pt x="107636" y="87996"/>
                  <a:pt x="109853" y="89057"/>
                  <a:pt x="112360" y="89057"/>
                </a:cubicBezTo>
                <a:cubicBezTo>
                  <a:pt x="115763" y="89057"/>
                  <a:pt x="120240" y="86823"/>
                  <a:pt x="125792" y="82355"/>
                </a:cubicBezTo>
                <a:close/>
                <a:moveTo>
                  <a:pt x="169801" y="45200"/>
                </a:moveTo>
                <a:cubicBezTo>
                  <a:pt x="177010" y="36558"/>
                  <a:pt x="183883" y="32238"/>
                  <a:pt x="190420" y="32238"/>
                </a:cubicBezTo>
                <a:cubicBezTo>
                  <a:pt x="193778" y="32238"/>
                  <a:pt x="196666" y="33075"/>
                  <a:pt x="199084" y="34750"/>
                </a:cubicBezTo>
                <a:cubicBezTo>
                  <a:pt x="201502" y="36423"/>
                  <a:pt x="203427" y="39181"/>
                  <a:pt x="204860" y="43021"/>
                </a:cubicBezTo>
                <a:cubicBezTo>
                  <a:pt x="205845" y="45701"/>
                  <a:pt x="206338" y="49809"/>
                  <a:pt x="206338" y="55346"/>
                </a:cubicBezTo>
                <a:lnTo>
                  <a:pt x="206338" y="81535"/>
                </a:lnTo>
                <a:cubicBezTo>
                  <a:pt x="206338" y="85452"/>
                  <a:pt x="206651" y="88109"/>
                  <a:pt x="207278" y="89506"/>
                </a:cubicBezTo>
                <a:cubicBezTo>
                  <a:pt x="207770" y="90632"/>
                  <a:pt x="208565" y="91511"/>
                  <a:pt x="209662" y="92142"/>
                </a:cubicBezTo>
                <a:cubicBezTo>
                  <a:pt x="210759" y="92772"/>
                  <a:pt x="212785" y="93086"/>
                  <a:pt x="215740" y="93086"/>
                </a:cubicBezTo>
                <a:lnTo>
                  <a:pt x="215740" y="95504"/>
                </a:lnTo>
                <a:lnTo>
                  <a:pt x="185316" y="95504"/>
                </a:lnTo>
                <a:lnTo>
                  <a:pt x="185316" y="93086"/>
                </a:lnTo>
                <a:lnTo>
                  <a:pt x="186592" y="93086"/>
                </a:lnTo>
                <a:cubicBezTo>
                  <a:pt x="189457" y="93086"/>
                  <a:pt x="191461" y="92648"/>
                  <a:pt x="192603" y="91771"/>
                </a:cubicBezTo>
                <a:cubicBezTo>
                  <a:pt x="193745" y="90892"/>
                  <a:pt x="194539" y="89597"/>
                  <a:pt x="194987" y="87886"/>
                </a:cubicBezTo>
                <a:cubicBezTo>
                  <a:pt x="195166" y="87210"/>
                  <a:pt x="195256" y="85093"/>
                  <a:pt x="195256" y="81535"/>
                </a:cubicBezTo>
                <a:lnTo>
                  <a:pt x="195256" y="56391"/>
                </a:lnTo>
                <a:cubicBezTo>
                  <a:pt x="195256" y="50802"/>
                  <a:pt x="194528" y="46745"/>
                  <a:pt x="193073" y="44220"/>
                </a:cubicBezTo>
                <a:cubicBezTo>
                  <a:pt x="191618" y="41694"/>
                  <a:pt x="189166" y="40431"/>
                  <a:pt x="185719" y="40431"/>
                </a:cubicBezTo>
                <a:cubicBezTo>
                  <a:pt x="180391" y="40431"/>
                  <a:pt x="175085" y="43342"/>
                  <a:pt x="169801" y="49163"/>
                </a:cubicBezTo>
                <a:lnTo>
                  <a:pt x="169801" y="81535"/>
                </a:lnTo>
                <a:cubicBezTo>
                  <a:pt x="169801" y="85722"/>
                  <a:pt x="170048" y="88312"/>
                  <a:pt x="170540" y="89304"/>
                </a:cubicBezTo>
                <a:cubicBezTo>
                  <a:pt x="171167" y="90610"/>
                  <a:pt x="172029" y="91567"/>
                  <a:pt x="173126" y="92176"/>
                </a:cubicBezTo>
                <a:cubicBezTo>
                  <a:pt x="174223" y="92783"/>
                  <a:pt x="176450" y="93086"/>
                  <a:pt x="179809" y="93086"/>
                </a:cubicBezTo>
                <a:lnTo>
                  <a:pt x="179809" y="95504"/>
                </a:lnTo>
                <a:lnTo>
                  <a:pt x="149384" y="95504"/>
                </a:lnTo>
                <a:lnTo>
                  <a:pt x="149384" y="93086"/>
                </a:lnTo>
                <a:lnTo>
                  <a:pt x="150727" y="93086"/>
                </a:lnTo>
                <a:cubicBezTo>
                  <a:pt x="153862" y="93086"/>
                  <a:pt x="155977" y="92288"/>
                  <a:pt x="157074" y="90690"/>
                </a:cubicBezTo>
                <a:cubicBezTo>
                  <a:pt x="158171" y="89090"/>
                  <a:pt x="158720" y="86039"/>
                  <a:pt x="158720" y="81535"/>
                </a:cubicBezTo>
                <a:lnTo>
                  <a:pt x="158720" y="58834"/>
                </a:lnTo>
                <a:cubicBezTo>
                  <a:pt x="158720" y="51446"/>
                  <a:pt x="158552" y="46946"/>
                  <a:pt x="158216" y="45334"/>
                </a:cubicBezTo>
                <a:cubicBezTo>
                  <a:pt x="157880" y="43722"/>
                  <a:pt x="157365" y="42625"/>
                  <a:pt x="156671" y="42043"/>
                </a:cubicBezTo>
                <a:cubicBezTo>
                  <a:pt x="155977" y="41461"/>
                  <a:pt x="155048" y="41170"/>
                  <a:pt x="153884" y="41170"/>
                </a:cubicBezTo>
                <a:cubicBezTo>
                  <a:pt x="152630" y="41170"/>
                  <a:pt x="151130" y="41506"/>
                  <a:pt x="149384" y="42178"/>
                </a:cubicBezTo>
                <a:lnTo>
                  <a:pt x="148377" y="39760"/>
                </a:lnTo>
                <a:lnTo>
                  <a:pt x="166913" y="32238"/>
                </a:lnTo>
                <a:lnTo>
                  <a:pt x="169801" y="32238"/>
                </a:lnTo>
                <a:lnTo>
                  <a:pt x="169801" y="45200"/>
                </a:lnTo>
                <a:close/>
                <a:moveTo>
                  <a:pt x="264097" y="88591"/>
                </a:moveTo>
                <a:cubicBezTo>
                  <a:pt x="261097" y="91724"/>
                  <a:pt x="258164" y="93973"/>
                  <a:pt x="255298" y="95338"/>
                </a:cubicBezTo>
                <a:cubicBezTo>
                  <a:pt x="252433" y="96703"/>
                  <a:pt x="249343" y="97385"/>
                  <a:pt x="246030" y="97385"/>
                </a:cubicBezTo>
                <a:cubicBezTo>
                  <a:pt x="239314" y="97385"/>
                  <a:pt x="233448" y="94582"/>
                  <a:pt x="228434" y="88975"/>
                </a:cubicBezTo>
                <a:cubicBezTo>
                  <a:pt x="223419" y="83367"/>
                  <a:pt x="220912" y="76161"/>
                  <a:pt x="220912" y="67357"/>
                </a:cubicBezTo>
                <a:cubicBezTo>
                  <a:pt x="220912" y="58555"/>
                  <a:pt x="223688" y="50501"/>
                  <a:pt x="229240" y="43196"/>
                </a:cubicBezTo>
                <a:cubicBezTo>
                  <a:pt x="234792" y="35890"/>
                  <a:pt x="241933" y="32238"/>
                  <a:pt x="250664" y="32238"/>
                </a:cubicBezTo>
                <a:cubicBezTo>
                  <a:pt x="256082" y="32238"/>
                  <a:pt x="260559" y="33961"/>
                  <a:pt x="264097" y="37407"/>
                </a:cubicBezTo>
                <a:lnTo>
                  <a:pt x="264097" y="25925"/>
                </a:lnTo>
                <a:cubicBezTo>
                  <a:pt x="264097" y="18924"/>
                  <a:pt x="263929" y="14622"/>
                  <a:pt x="263593" y="13017"/>
                </a:cubicBezTo>
                <a:cubicBezTo>
                  <a:pt x="263257" y="11412"/>
                  <a:pt x="262731" y="10319"/>
                  <a:pt x="262015" y="9738"/>
                </a:cubicBezTo>
                <a:cubicBezTo>
                  <a:pt x="261298" y="9156"/>
                  <a:pt x="260403" y="8865"/>
                  <a:pt x="259328" y="8865"/>
                </a:cubicBezTo>
                <a:cubicBezTo>
                  <a:pt x="258164" y="8865"/>
                  <a:pt x="256619" y="9224"/>
                  <a:pt x="254694" y="9940"/>
                </a:cubicBezTo>
                <a:lnTo>
                  <a:pt x="253821" y="7522"/>
                </a:lnTo>
                <a:lnTo>
                  <a:pt x="272156" y="0"/>
                </a:lnTo>
                <a:lnTo>
                  <a:pt x="275178" y="0"/>
                </a:lnTo>
                <a:lnTo>
                  <a:pt x="275178" y="71192"/>
                </a:lnTo>
                <a:cubicBezTo>
                  <a:pt x="275178" y="78371"/>
                  <a:pt x="275346" y="82752"/>
                  <a:pt x="275682" y="84334"/>
                </a:cubicBezTo>
                <a:cubicBezTo>
                  <a:pt x="276018" y="85917"/>
                  <a:pt x="276555" y="87022"/>
                  <a:pt x="277294" y="87648"/>
                </a:cubicBezTo>
                <a:cubicBezTo>
                  <a:pt x="278033" y="88274"/>
                  <a:pt x="278895" y="88587"/>
                  <a:pt x="279880" y="88587"/>
                </a:cubicBezTo>
                <a:cubicBezTo>
                  <a:pt x="281089" y="88587"/>
                  <a:pt x="282701" y="88206"/>
                  <a:pt x="284715" y="87445"/>
                </a:cubicBezTo>
                <a:lnTo>
                  <a:pt x="285454" y="89863"/>
                </a:lnTo>
                <a:lnTo>
                  <a:pt x="267186" y="97385"/>
                </a:lnTo>
                <a:lnTo>
                  <a:pt x="264097" y="97385"/>
                </a:lnTo>
                <a:lnTo>
                  <a:pt x="264097" y="88591"/>
                </a:lnTo>
                <a:moveTo>
                  <a:pt x="264097" y="83900"/>
                </a:moveTo>
                <a:lnTo>
                  <a:pt x="264097" y="52279"/>
                </a:lnTo>
                <a:cubicBezTo>
                  <a:pt x="263828" y="49242"/>
                  <a:pt x="263022" y="46473"/>
                  <a:pt x="261679" y="43972"/>
                </a:cubicBezTo>
                <a:cubicBezTo>
                  <a:pt x="260336" y="41470"/>
                  <a:pt x="258556" y="39584"/>
                  <a:pt x="256339" y="38312"/>
                </a:cubicBezTo>
                <a:cubicBezTo>
                  <a:pt x="254123" y="37038"/>
                  <a:pt x="251963" y="36402"/>
                  <a:pt x="249858" y="36402"/>
                </a:cubicBezTo>
                <a:cubicBezTo>
                  <a:pt x="245918" y="36402"/>
                  <a:pt x="242403" y="38166"/>
                  <a:pt x="239314" y="41695"/>
                </a:cubicBezTo>
                <a:cubicBezTo>
                  <a:pt x="235239" y="46339"/>
                  <a:pt x="233202" y="53127"/>
                  <a:pt x="233202" y="62060"/>
                </a:cubicBezTo>
                <a:cubicBezTo>
                  <a:pt x="233202" y="71082"/>
                  <a:pt x="235172" y="77994"/>
                  <a:pt x="239112" y="82796"/>
                </a:cubicBezTo>
                <a:cubicBezTo>
                  <a:pt x="243053" y="87597"/>
                  <a:pt x="247441" y="89997"/>
                  <a:pt x="252276" y="89997"/>
                </a:cubicBezTo>
                <a:cubicBezTo>
                  <a:pt x="256351" y="89997"/>
                  <a:pt x="260291" y="87965"/>
                  <a:pt x="264097" y="83900"/>
                </a:cubicBezTo>
                <a:close/>
                <a:moveTo>
                  <a:pt x="305066" y="0"/>
                </a:moveTo>
                <a:cubicBezTo>
                  <a:pt x="306946" y="0"/>
                  <a:pt x="308547" y="664"/>
                  <a:pt x="309868" y="1992"/>
                </a:cubicBezTo>
                <a:cubicBezTo>
                  <a:pt x="311189" y="3318"/>
                  <a:pt x="311849" y="4927"/>
                  <a:pt x="311849" y="6817"/>
                </a:cubicBezTo>
                <a:cubicBezTo>
                  <a:pt x="311849" y="8707"/>
                  <a:pt x="311189" y="10328"/>
                  <a:pt x="309868" y="11678"/>
                </a:cubicBezTo>
                <a:cubicBezTo>
                  <a:pt x="308547" y="13027"/>
                  <a:pt x="306946" y="13701"/>
                  <a:pt x="305066" y="13701"/>
                </a:cubicBezTo>
                <a:cubicBezTo>
                  <a:pt x="303185" y="13701"/>
                  <a:pt x="301573" y="13027"/>
                  <a:pt x="300230" y="11678"/>
                </a:cubicBezTo>
                <a:cubicBezTo>
                  <a:pt x="298887" y="10328"/>
                  <a:pt x="298215" y="8707"/>
                  <a:pt x="298215" y="6817"/>
                </a:cubicBezTo>
                <a:cubicBezTo>
                  <a:pt x="298215" y="4927"/>
                  <a:pt x="298876" y="3318"/>
                  <a:pt x="300196" y="1992"/>
                </a:cubicBezTo>
                <a:cubicBezTo>
                  <a:pt x="301517" y="664"/>
                  <a:pt x="303140" y="0"/>
                  <a:pt x="305066" y="0"/>
                </a:cubicBezTo>
                <a:moveTo>
                  <a:pt x="310640" y="32238"/>
                </a:moveTo>
                <a:lnTo>
                  <a:pt x="310640" y="81535"/>
                </a:lnTo>
                <a:cubicBezTo>
                  <a:pt x="310640" y="85408"/>
                  <a:pt x="310920" y="87986"/>
                  <a:pt x="311480" y="89271"/>
                </a:cubicBezTo>
                <a:cubicBezTo>
                  <a:pt x="312039" y="90554"/>
                  <a:pt x="312868" y="91511"/>
                  <a:pt x="313965" y="92142"/>
                </a:cubicBezTo>
                <a:cubicBezTo>
                  <a:pt x="315062" y="92772"/>
                  <a:pt x="317065" y="93086"/>
                  <a:pt x="319976" y="93086"/>
                </a:cubicBezTo>
                <a:lnTo>
                  <a:pt x="319976" y="95504"/>
                </a:lnTo>
                <a:lnTo>
                  <a:pt x="290089" y="95504"/>
                </a:lnTo>
                <a:lnTo>
                  <a:pt x="290089" y="93086"/>
                </a:lnTo>
                <a:cubicBezTo>
                  <a:pt x="293088" y="93086"/>
                  <a:pt x="295103" y="92794"/>
                  <a:pt x="296133" y="92209"/>
                </a:cubicBezTo>
                <a:cubicBezTo>
                  <a:pt x="297163" y="91623"/>
                  <a:pt x="297980" y="90655"/>
                  <a:pt x="298585" y="89304"/>
                </a:cubicBezTo>
                <a:cubicBezTo>
                  <a:pt x="299189" y="87953"/>
                  <a:pt x="299491" y="85363"/>
                  <a:pt x="299491" y="81535"/>
                </a:cubicBezTo>
                <a:lnTo>
                  <a:pt x="299491" y="58028"/>
                </a:lnTo>
                <a:cubicBezTo>
                  <a:pt x="299491" y="51329"/>
                  <a:pt x="299290" y="46990"/>
                  <a:pt x="298887" y="45011"/>
                </a:cubicBezTo>
                <a:cubicBezTo>
                  <a:pt x="298573" y="43571"/>
                  <a:pt x="298081" y="42572"/>
                  <a:pt x="297409" y="42012"/>
                </a:cubicBezTo>
                <a:cubicBezTo>
                  <a:pt x="296738" y="41451"/>
                  <a:pt x="295820" y="41170"/>
                  <a:pt x="294656" y="41170"/>
                </a:cubicBezTo>
                <a:cubicBezTo>
                  <a:pt x="293402" y="41170"/>
                  <a:pt x="291880" y="41506"/>
                  <a:pt x="290089" y="42178"/>
                </a:cubicBezTo>
                <a:lnTo>
                  <a:pt x="289148" y="39760"/>
                </a:lnTo>
                <a:lnTo>
                  <a:pt x="307685" y="32238"/>
                </a:lnTo>
                <a:lnTo>
                  <a:pt x="310640" y="32238"/>
                </a:lnTo>
                <a:close/>
                <a:moveTo>
                  <a:pt x="370971" y="88591"/>
                </a:moveTo>
                <a:cubicBezTo>
                  <a:pt x="367972" y="91724"/>
                  <a:pt x="365039" y="93973"/>
                  <a:pt x="362173" y="95338"/>
                </a:cubicBezTo>
                <a:cubicBezTo>
                  <a:pt x="359308" y="96703"/>
                  <a:pt x="356218" y="97385"/>
                  <a:pt x="352905" y="97385"/>
                </a:cubicBezTo>
                <a:cubicBezTo>
                  <a:pt x="346189" y="97385"/>
                  <a:pt x="340323" y="94582"/>
                  <a:pt x="335308" y="88975"/>
                </a:cubicBezTo>
                <a:cubicBezTo>
                  <a:pt x="330294" y="83367"/>
                  <a:pt x="327786" y="76161"/>
                  <a:pt x="327786" y="67357"/>
                </a:cubicBezTo>
                <a:cubicBezTo>
                  <a:pt x="327786" y="58555"/>
                  <a:pt x="330562" y="50501"/>
                  <a:pt x="336114" y="43196"/>
                </a:cubicBezTo>
                <a:cubicBezTo>
                  <a:pt x="341666" y="35890"/>
                  <a:pt x="348808" y="32238"/>
                  <a:pt x="357539" y="32238"/>
                </a:cubicBezTo>
                <a:cubicBezTo>
                  <a:pt x="362957" y="32238"/>
                  <a:pt x="367434" y="33961"/>
                  <a:pt x="370971" y="37407"/>
                </a:cubicBezTo>
                <a:lnTo>
                  <a:pt x="370971" y="25925"/>
                </a:lnTo>
                <a:cubicBezTo>
                  <a:pt x="370971" y="18924"/>
                  <a:pt x="370804" y="14622"/>
                  <a:pt x="370468" y="13017"/>
                </a:cubicBezTo>
                <a:cubicBezTo>
                  <a:pt x="370132" y="11412"/>
                  <a:pt x="369606" y="10319"/>
                  <a:pt x="368889" y="9738"/>
                </a:cubicBezTo>
                <a:cubicBezTo>
                  <a:pt x="368173" y="9156"/>
                  <a:pt x="367278" y="8865"/>
                  <a:pt x="366203" y="8865"/>
                </a:cubicBezTo>
                <a:cubicBezTo>
                  <a:pt x="365039" y="8865"/>
                  <a:pt x="363494" y="9224"/>
                  <a:pt x="361569" y="9940"/>
                </a:cubicBezTo>
                <a:lnTo>
                  <a:pt x="360696" y="7522"/>
                </a:lnTo>
                <a:lnTo>
                  <a:pt x="379031" y="0"/>
                </a:lnTo>
                <a:lnTo>
                  <a:pt x="382053" y="0"/>
                </a:lnTo>
                <a:lnTo>
                  <a:pt x="382053" y="71192"/>
                </a:lnTo>
                <a:cubicBezTo>
                  <a:pt x="382053" y="78371"/>
                  <a:pt x="382221" y="82752"/>
                  <a:pt x="382557" y="84334"/>
                </a:cubicBezTo>
                <a:cubicBezTo>
                  <a:pt x="382893" y="85917"/>
                  <a:pt x="383430" y="87022"/>
                  <a:pt x="384169" y="87648"/>
                </a:cubicBezTo>
                <a:cubicBezTo>
                  <a:pt x="384908" y="88274"/>
                  <a:pt x="385769" y="88587"/>
                  <a:pt x="386755" y="88587"/>
                </a:cubicBezTo>
                <a:cubicBezTo>
                  <a:pt x="387963" y="88587"/>
                  <a:pt x="389575" y="88206"/>
                  <a:pt x="391590" y="87445"/>
                </a:cubicBezTo>
                <a:lnTo>
                  <a:pt x="392329" y="89863"/>
                </a:lnTo>
                <a:lnTo>
                  <a:pt x="374061" y="97385"/>
                </a:lnTo>
                <a:lnTo>
                  <a:pt x="370971" y="97385"/>
                </a:lnTo>
                <a:lnTo>
                  <a:pt x="370971" y="88591"/>
                </a:lnTo>
                <a:moveTo>
                  <a:pt x="370971" y="83900"/>
                </a:moveTo>
                <a:lnTo>
                  <a:pt x="370971" y="52279"/>
                </a:lnTo>
                <a:cubicBezTo>
                  <a:pt x="370703" y="49242"/>
                  <a:pt x="369897" y="46473"/>
                  <a:pt x="368554" y="43972"/>
                </a:cubicBezTo>
                <a:cubicBezTo>
                  <a:pt x="367210" y="41470"/>
                  <a:pt x="365431" y="39584"/>
                  <a:pt x="363214" y="38312"/>
                </a:cubicBezTo>
                <a:cubicBezTo>
                  <a:pt x="360998" y="37038"/>
                  <a:pt x="358838" y="36402"/>
                  <a:pt x="356733" y="36402"/>
                </a:cubicBezTo>
                <a:cubicBezTo>
                  <a:pt x="352793" y="36402"/>
                  <a:pt x="349278" y="38166"/>
                  <a:pt x="346189" y="41695"/>
                </a:cubicBezTo>
                <a:cubicBezTo>
                  <a:pt x="342114" y="46339"/>
                  <a:pt x="340077" y="53127"/>
                  <a:pt x="340077" y="62060"/>
                </a:cubicBezTo>
                <a:cubicBezTo>
                  <a:pt x="340077" y="71082"/>
                  <a:pt x="342047" y="77994"/>
                  <a:pt x="345987" y="82796"/>
                </a:cubicBezTo>
                <a:cubicBezTo>
                  <a:pt x="349927" y="87597"/>
                  <a:pt x="354315" y="89997"/>
                  <a:pt x="359151" y="89997"/>
                </a:cubicBezTo>
                <a:cubicBezTo>
                  <a:pt x="363225" y="89997"/>
                  <a:pt x="367166" y="87965"/>
                  <a:pt x="370971" y="83900"/>
                </a:cubicBezTo>
                <a:close/>
                <a:moveTo>
                  <a:pt x="431148" y="86710"/>
                </a:moveTo>
                <a:cubicBezTo>
                  <a:pt x="424835" y="91589"/>
                  <a:pt x="420873" y="94409"/>
                  <a:pt x="419261" y="95168"/>
                </a:cubicBezTo>
                <a:cubicBezTo>
                  <a:pt x="416843" y="96288"/>
                  <a:pt x="414268" y="96848"/>
                  <a:pt x="411537" y="96848"/>
                </a:cubicBezTo>
                <a:cubicBezTo>
                  <a:pt x="407284" y="96848"/>
                  <a:pt x="403780" y="95392"/>
                  <a:pt x="401026" y="92482"/>
                </a:cubicBezTo>
                <a:cubicBezTo>
                  <a:pt x="398273" y="89572"/>
                  <a:pt x="396896" y="85743"/>
                  <a:pt x="396896" y="80997"/>
                </a:cubicBezTo>
                <a:cubicBezTo>
                  <a:pt x="396896" y="77997"/>
                  <a:pt x="397568" y="75400"/>
                  <a:pt x="398911" y="73207"/>
                </a:cubicBezTo>
                <a:cubicBezTo>
                  <a:pt x="400746" y="70162"/>
                  <a:pt x="403937" y="67296"/>
                  <a:pt x="408481" y="64610"/>
                </a:cubicBezTo>
                <a:cubicBezTo>
                  <a:pt x="413026" y="61923"/>
                  <a:pt x="420582" y="58655"/>
                  <a:pt x="431148" y="54804"/>
                </a:cubicBezTo>
                <a:lnTo>
                  <a:pt x="431148" y="52395"/>
                </a:lnTo>
                <a:cubicBezTo>
                  <a:pt x="431148" y="46283"/>
                  <a:pt x="430175" y="42090"/>
                  <a:pt x="428227" y="39814"/>
                </a:cubicBezTo>
                <a:cubicBezTo>
                  <a:pt x="426279" y="37539"/>
                  <a:pt x="423447" y="36402"/>
                  <a:pt x="419731" y="36402"/>
                </a:cubicBezTo>
                <a:cubicBezTo>
                  <a:pt x="416910" y="36402"/>
                  <a:pt x="414671" y="37163"/>
                  <a:pt x="413015" y="38685"/>
                </a:cubicBezTo>
                <a:cubicBezTo>
                  <a:pt x="411313" y="40208"/>
                  <a:pt x="410463" y="41954"/>
                  <a:pt x="410463" y="43924"/>
                </a:cubicBezTo>
                <a:lnTo>
                  <a:pt x="410597" y="47819"/>
                </a:lnTo>
                <a:cubicBezTo>
                  <a:pt x="410597" y="49879"/>
                  <a:pt x="410071" y="51468"/>
                  <a:pt x="409019" y="52588"/>
                </a:cubicBezTo>
                <a:cubicBezTo>
                  <a:pt x="407966" y="53707"/>
                  <a:pt x="406590" y="54267"/>
                  <a:pt x="404888" y="54267"/>
                </a:cubicBezTo>
                <a:cubicBezTo>
                  <a:pt x="403231" y="54267"/>
                  <a:pt x="401877" y="53683"/>
                  <a:pt x="400825" y="52516"/>
                </a:cubicBezTo>
                <a:cubicBezTo>
                  <a:pt x="399773" y="51348"/>
                  <a:pt x="399247" y="49754"/>
                  <a:pt x="399247" y="47733"/>
                </a:cubicBezTo>
                <a:cubicBezTo>
                  <a:pt x="399247" y="43870"/>
                  <a:pt x="401217" y="40322"/>
                  <a:pt x="405157" y="37088"/>
                </a:cubicBezTo>
                <a:cubicBezTo>
                  <a:pt x="409097" y="33855"/>
                  <a:pt x="414627" y="32238"/>
                  <a:pt x="421746" y="32238"/>
                </a:cubicBezTo>
                <a:cubicBezTo>
                  <a:pt x="427208" y="32238"/>
                  <a:pt x="431686" y="33154"/>
                  <a:pt x="435178" y="34987"/>
                </a:cubicBezTo>
                <a:cubicBezTo>
                  <a:pt x="437820" y="36374"/>
                  <a:pt x="439768" y="38543"/>
                  <a:pt x="441021" y="41496"/>
                </a:cubicBezTo>
                <a:cubicBezTo>
                  <a:pt x="441827" y="43418"/>
                  <a:pt x="442230" y="47353"/>
                  <a:pt x="442230" y="53301"/>
                </a:cubicBezTo>
                <a:lnTo>
                  <a:pt x="442230" y="74164"/>
                </a:lnTo>
                <a:cubicBezTo>
                  <a:pt x="442230" y="80022"/>
                  <a:pt x="442342" y="83611"/>
                  <a:pt x="442566" y="84930"/>
                </a:cubicBezTo>
                <a:cubicBezTo>
                  <a:pt x="442790" y="86250"/>
                  <a:pt x="443159" y="87134"/>
                  <a:pt x="443674" y="87581"/>
                </a:cubicBezTo>
                <a:cubicBezTo>
                  <a:pt x="444189" y="88028"/>
                  <a:pt x="444782" y="88251"/>
                  <a:pt x="445454" y="88251"/>
                </a:cubicBezTo>
                <a:cubicBezTo>
                  <a:pt x="446170" y="88251"/>
                  <a:pt x="446797" y="88094"/>
                  <a:pt x="447335" y="87781"/>
                </a:cubicBezTo>
                <a:cubicBezTo>
                  <a:pt x="448275" y="87199"/>
                  <a:pt x="450088" y="85564"/>
                  <a:pt x="452775" y="82878"/>
                </a:cubicBezTo>
                <a:lnTo>
                  <a:pt x="452775" y="86639"/>
                </a:lnTo>
                <a:cubicBezTo>
                  <a:pt x="447760" y="93355"/>
                  <a:pt x="442969" y="96713"/>
                  <a:pt x="438402" y="96713"/>
                </a:cubicBezTo>
                <a:cubicBezTo>
                  <a:pt x="436208" y="96713"/>
                  <a:pt x="434462" y="95958"/>
                  <a:pt x="433163" y="94446"/>
                </a:cubicBezTo>
                <a:cubicBezTo>
                  <a:pt x="431865" y="92934"/>
                  <a:pt x="431193" y="90355"/>
                  <a:pt x="431148" y="86710"/>
                </a:cubicBezTo>
                <a:moveTo>
                  <a:pt x="431148" y="82355"/>
                </a:moveTo>
                <a:lnTo>
                  <a:pt x="431148" y="58968"/>
                </a:lnTo>
                <a:cubicBezTo>
                  <a:pt x="424388" y="61649"/>
                  <a:pt x="420022" y="63548"/>
                  <a:pt x="418052" y="64664"/>
                </a:cubicBezTo>
                <a:cubicBezTo>
                  <a:pt x="414515" y="66630"/>
                  <a:pt x="411985" y="68686"/>
                  <a:pt x="410463" y="70831"/>
                </a:cubicBezTo>
                <a:cubicBezTo>
                  <a:pt x="408940" y="72974"/>
                  <a:pt x="408179" y="75319"/>
                  <a:pt x="408179" y="77866"/>
                </a:cubicBezTo>
                <a:cubicBezTo>
                  <a:pt x="408179" y="81083"/>
                  <a:pt x="409142" y="83752"/>
                  <a:pt x="411067" y="85875"/>
                </a:cubicBezTo>
                <a:cubicBezTo>
                  <a:pt x="412992" y="87996"/>
                  <a:pt x="415209" y="89057"/>
                  <a:pt x="417716" y="89057"/>
                </a:cubicBezTo>
                <a:cubicBezTo>
                  <a:pt x="421119" y="89057"/>
                  <a:pt x="425596" y="86823"/>
                  <a:pt x="431148" y="82355"/>
                </a:cubicBezTo>
                <a:close/>
                <a:moveTo>
                  <a:pt x="475090" y="13701"/>
                </a:moveTo>
                <a:lnTo>
                  <a:pt x="475090" y="33984"/>
                </a:lnTo>
                <a:lnTo>
                  <a:pt x="489462" y="33984"/>
                </a:lnTo>
                <a:lnTo>
                  <a:pt x="489462" y="38551"/>
                </a:lnTo>
                <a:lnTo>
                  <a:pt x="475090" y="38685"/>
                </a:lnTo>
                <a:lnTo>
                  <a:pt x="475090" y="78634"/>
                </a:lnTo>
                <a:cubicBezTo>
                  <a:pt x="475090" y="82623"/>
                  <a:pt x="475661" y="85313"/>
                  <a:pt x="476802" y="86704"/>
                </a:cubicBezTo>
                <a:cubicBezTo>
                  <a:pt x="477944" y="88093"/>
                  <a:pt x="479411" y="88788"/>
                  <a:pt x="481202" y="88788"/>
                </a:cubicBezTo>
                <a:cubicBezTo>
                  <a:pt x="482679" y="88788"/>
                  <a:pt x="484112" y="88324"/>
                  <a:pt x="485500" y="87394"/>
                </a:cubicBezTo>
                <a:cubicBezTo>
                  <a:pt x="486888" y="86465"/>
                  <a:pt x="487963" y="85094"/>
                  <a:pt x="488724" y="83281"/>
                </a:cubicBezTo>
                <a:lnTo>
                  <a:pt x="491343" y="83281"/>
                </a:lnTo>
                <a:cubicBezTo>
                  <a:pt x="489776" y="87691"/>
                  <a:pt x="487560" y="91010"/>
                  <a:pt x="484694" y="93238"/>
                </a:cubicBezTo>
                <a:cubicBezTo>
                  <a:pt x="481828" y="95465"/>
                  <a:pt x="478873" y="96579"/>
                  <a:pt x="475829" y="96579"/>
                </a:cubicBezTo>
                <a:cubicBezTo>
                  <a:pt x="473769" y="96579"/>
                  <a:pt x="471754" y="96006"/>
                  <a:pt x="469784" y="94860"/>
                </a:cubicBezTo>
                <a:cubicBezTo>
                  <a:pt x="467814" y="93714"/>
                  <a:pt x="466359" y="92074"/>
                  <a:pt x="465419" y="89940"/>
                </a:cubicBezTo>
                <a:cubicBezTo>
                  <a:pt x="464478" y="87807"/>
                  <a:pt x="464008" y="84516"/>
                  <a:pt x="464008" y="80068"/>
                </a:cubicBezTo>
                <a:lnTo>
                  <a:pt x="464008" y="38551"/>
                </a:lnTo>
                <a:lnTo>
                  <a:pt x="454270" y="38551"/>
                </a:lnTo>
                <a:lnTo>
                  <a:pt x="454270" y="36398"/>
                </a:lnTo>
                <a:cubicBezTo>
                  <a:pt x="456732" y="35418"/>
                  <a:pt x="459251" y="33760"/>
                  <a:pt x="461825" y="31423"/>
                </a:cubicBezTo>
                <a:cubicBezTo>
                  <a:pt x="464400" y="29087"/>
                  <a:pt x="466695" y="26302"/>
                  <a:pt x="468709" y="23068"/>
                </a:cubicBezTo>
                <a:cubicBezTo>
                  <a:pt x="469739" y="21361"/>
                  <a:pt x="471172" y="18239"/>
                  <a:pt x="473008" y="13701"/>
                </a:cubicBezTo>
                <a:lnTo>
                  <a:pt x="475090" y="13701"/>
                </a:lnTo>
                <a:close/>
                <a:moveTo>
                  <a:pt x="505668" y="57222"/>
                </a:moveTo>
                <a:cubicBezTo>
                  <a:pt x="505624" y="66314"/>
                  <a:pt x="507840" y="73445"/>
                  <a:pt x="512317" y="78615"/>
                </a:cubicBezTo>
                <a:cubicBezTo>
                  <a:pt x="516795" y="83785"/>
                  <a:pt x="522056" y="86370"/>
                  <a:pt x="528101" y="86370"/>
                </a:cubicBezTo>
                <a:cubicBezTo>
                  <a:pt x="532130" y="86370"/>
                  <a:pt x="535634" y="85257"/>
                  <a:pt x="538611" y="83031"/>
                </a:cubicBezTo>
                <a:cubicBezTo>
                  <a:pt x="541589" y="80805"/>
                  <a:pt x="544085" y="76993"/>
                  <a:pt x="546100" y="71595"/>
                </a:cubicBezTo>
                <a:lnTo>
                  <a:pt x="548182" y="72944"/>
                </a:lnTo>
                <a:cubicBezTo>
                  <a:pt x="547242" y="79110"/>
                  <a:pt x="544510" y="84726"/>
                  <a:pt x="539988" y="89789"/>
                </a:cubicBezTo>
                <a:cubicBezTo>
                  <a:pt x="535466" y="94853"/>
                  <a:pt x="529802" y="97385"/>
                  <a:pt x="522996" y="97385"/>
                </a:cubicBezTo>
                <a:cubicBezTo>
                  <a:pt x="515608" y="97385"/>
                  <a:pt x="509284" y="94514"/>
                  <a:pt x="504023" y="88773"/>
                </a:cubicBezTo>
                <a:cubicBezTo>
                  <a:pt x="498762" y="83031"/>
                  <a:pt x="496131" y="75312"/>
                  <a:pt x="496131" y="65615"/>
                </a:cubicBezTo>
                <a:cubicBezTo>
                  <a:pt x="496131" y="55115"/>
                  <a:pt x="498829" y="46928"/>
                  <a:pt x="504224" y="41053"/>
                </a:cubicBezTo>
                <a:cubicBezTo>
                  <a:pt x="509620" y="35176"/>
                  <a:pt x="516392" y="32238"/>
                  <a:pt x="524541" y="32238"/>
                </a:cubicBezTo>
                <a:cubicBezTo>
                  <a:pt x="531436" y="32238"/>
                  <a:pt x="537100" y="34504"/>
                  <a:pt x="541533" y="39038"/>
                </a:cubicBezTo>
                <a:cubicBezTo>
                  <a:pt x="545966" y="43570"/>
                  <a:pt x="548182" y="49631"/>
                  <a:pt x="548182" y="57222"/>
                </a:cubicBezTo>
                <a:lnTo>
                  <a:pt x="505668" y="57222"/>
                </a:lnTo>
                <a:moveTo>
                  <a:pt x="505668" y="53327"/>
                </a:moveTo>
                <a:lnTo>
                  <a:pt x="534145" y="53327"/>
                </a:lnTo>
                <a:cubicBezTo>
                  <a:pt x="533921" y="49419"/>
                  <a:pt x="533451" y="46666"/>
                  <a:pt x="532735" y="45068"/>
                </a:cubicBezTo>
                <a:cubicBezTo>
                  <a:pt x="531615" y="42580"/>
                  <a:pt x="529948" y="40626"/>
                  <a:pt x="527731" y="39206"/>
                </a:cubicBezTo>
                <a:cubicBezTo>
                  <a:pt x="525515" y="37784"/>
                  <a:pt x="523198" y="37073"/>
                  <a:pt x="520780" y="37073"/>
                </a:cubicBezTo>
                <a:cubicBezTo>
                  <a:pt x="517064" y="37073"/>
                  <a:pt x="513739" y="38505"/>
                  <a:pt x="510806" y="41370"/>
                </a:cubicBezTo>
                <a:cubicBezTo>
                  <a:pt x="507874" y="44234"/>
                  <a:pt x="506161" y="48219"/>
                  <a:pt x="505668" y="53327"/>
                </a:cubicBezTo>
                <a:close/>
                <a:moveTo>
                  <a:pt x="586213" y="39894"/>
                </a:moveTo>
                <a:lnTo>
                  <a:pt x="605153" y="32372"/>
                </a:lnTo>
                <a:lnTo>
                  <a:pt x="607705" y="32372"/>
                </a:lnTo>
                <a:lnTo>
                  <a:pt x="607705" y="46812"/>
                </a:lnTo>
                <a:cubicBezTo>
                  <a:pt x="610884" y="41419"/>
                  <a:pt x="614074" y="37642"/>
                  <a:pt x="617276" y="35480"/>
                </a:cubicBezTo>
                <a:cubicBezTo>
                  <a:pt x="620477" y="33319"/>
                  <a:pt x="623846" y="32238"/>
                  <a:pt x="627384" y="32238"/>
                </a:cubicBezTo>
                <a:cubicBezTo>
                  <a:pt x="633562" y="32238"/>
                  <a:pt x="638712" y="34653"/>
                  <a:pt x="642831" y="39483"/>
                </a:cubicBezTo>
                <a:cubicBezTo>
                  <a:pt x="647890" y="45387"/>
                  <a:pt x="650420" y="53081"/>
                  <a:pt x="650420" y="62563"/>
                </a:cubicBezTo>
                <a:cubicBezTo>
                  <a:pt x="650420" y="73164"/>
                  <a:pt x="647375" y="81931"/>
                  <a:pt x="641286" y="88864"/>
                </a:cubicBezTo>
                <a:cubicBezTo>
                  <a:pt x="636271" y="94544"/>
                  <a:pt x="629958" y="97385"/>
                  <a:pt x="622346" y="97385"/>
                </a:cubicBezTo>
                <a:cubicBezTo>
                  <a:pt x="619033" y="97385"/>
                  <a:pt x="616168" y="96915"/>
                  <a:pt x="613750" y="95974"/>
                </a:cubicBezTo>
                <a:cubicBezTo>
                  <a:pt x="611959" y="95303"/>
                  <a:pt x="609944" y="93960"/>
                  <a:pt x="607705" y="91945"/>
                </a:cubicBezTo>
                <a:lnTo>
                  <a:pt x="607705" y="110683"/>
                </a:lnTo>
                <a:cubicBezTo>
                  <a:pt x="607705" y="114916"/>
                  <a:pt x="607963" y="117606"/>
                  <a:pt x="608477" y="118755"/>
                </a:cubicBezTo>
                <a:cubicBezTo>
                  <a:pt x="608992" y="119904"/>
                  <a:pt x="609888" y="120815"/>
                  <a:pt x="611164" y="121490"/>
                </a:cubicBezTo>
                <a:cubicBezTo>
                  <a:pt x="612440" y="122165"/>
                  <a:pt x="614757" y="122503"/>
                  <a:pt x="618115" y="122503"/>
                </a:cubicBezTo>
                <a:lnTo>
                  <a:pt x="618115" y="124921"/>
                </a:lnTo>
                <a:lnTo>
                  <a:pt x="585878" y="124921"/>
                </a:lnTo>
                <a:lnTo>
                  <a:pt x="585878" y="122503"/>
                </a:lnTo>
                <a:lnTo>
                  <a:pt x="587557" y="122503"/>
                </a:lnTo>
                <a:cubicBezTo>
                  <a:pt x="590019" y="122548"/>
                  <a:pt x="592124" y="122075"/>
                  <a:pt x="593870" y="121085"/>
                </a:cubicBezTo>
                <a:cubicBezTo>
                  <a:pt x="594720" y="120589"/>
                  <a:pt x="595381" y="119790"/>
                  <a:pt x="595851" y="118688"/>
                </a:cubicBezTo>
                <a:cubicBezTo>
                  <a:pt x="596321" y="117585"/>
                  <a:pt x="596556" y="114783"/>
                  <a:pt x="596556" y="110280"/>
                </a:cubicBezTo>
                <a:lnTo>
                  <a:pt x="596556" y="51983"/>
                </a:lnTo>
                <a:cubicBezTo>
                  <a:pt x="596556" y="47972"/>
                  <a:pt x="596377" y="45425"/>
                  <a:pt x="596019" y="44344"/>
                </a:cubicBezTo>
                <a:cubicBezTo>
                  <a:pt x="595661" y="43261"/>
                  <a:pt x="595090" y="42450"/>
                  <a:pt x="594306" y="41911"/>
                </a:cubicBezTo>
                <a:cubicBezTo>
                  <a:pt x="593523" y="41372"/>
                  <a:pt x="592459" y="41103"/>
                  <a:pt x="591116" y="41103"/>
                </a:cubicBezTo>
                <a:cubicBezTo>
                  <a:pt x="590042" y="41103"/>
                  <a:pt x="588676" y="41417"/>
                  <a:pt x="587019" y="42043"/>
                </a:cubicBezTo>
                <a:lnTo>
                  <a:pt x="586213" y="39894"/>
                </a:lnTo>
                <a:moveTo>
                  <a:pt x="607705" y="50774"/>
                </a:moveTo>
                <a:lnTo>
                  <a:pt x="607705" y="73744"/>
                </a:lnTo>
                <a:cubicBezTo>
                  <a:pt x="607705" y="78714"/>
                  <a:pt x="607907" y="81982"/>
                  <a:pt x="608310" y="83549"/>
                </a:cubicBezTo>
                <a:cubicBezTo>
                  <a:pt x="608936" y="86146"/>
                  <a:pt x="610470" y="88430"/>
                  <a:pt x="612910" y="90400"/>
                </a:cubicBezTo>
                <a:cubicBezTo>
                  <a:pt x="615350" y="92370"/>
                  <a:pt x="618429" y="93355"/>
                  <a:pt x="622145" y="93355"/>
                </a:cubicBezTo>
                <a:cubicBezTo>
                  <a:pt x="626622" y="93355"/>
                  <a:pt x="630249" y="91609"/>
                  <a:pt x="633025" y="88116"/>
                </a:cubicBezTo>
                <a:cubicBezTo>
                  <a:pt x="636652" y="83549"/>
                  <a:pt x="638465" y="77124"/>
                  <a:pt x="638465" y="68841"/>
                </a:cubicBezTo>
                <a:cubicBezTo>
                  <a:pt x="638465" y="59438"/>
                  <a:pt x="636406" y="52207"/>
                  <a:pt x="632286" y="47148"/>
                </a:cubicBezTo>
                <a:cubicBezTo>
                  <a:pt x="629421" y="43655"/>
                  <a:pt x="626018" y="41909"/>
                  <a:pt x="622078" y="41909"/>
                </a:cubicBezTo>
                <a:cubicBezTo>
                  <a:pt x="619929" y="41909"/>
                  <a:pt x="617802" y="42446"/>
                  <a:pt x="615697" y="43521"/>
                </a:cubicBezTo>
                <a:cubicBezTo>
                  <a:pt x="614086" y="44327"/>
                  <a:pt x="611421" y="46745"/>
                  <a:pt x="607705" y="50774"/>
                </a:cubicBezTo>
                <a:close/>
                <a:moveTo>
                  <a:pt x="694277" y="86710"/>
                </a:moveTo>
                <a:cubicBezTo>
                  <a:pt x="687964" y="91589"/>
                  <a:pt x="684001" y="94409"/>
                  <a:pt x="682389" y="95168"/>
                </a:cubicBezTo>
                <a:cubicBezTo>
                  <a:pt x="679971" y="96288"/>
                  <a:pt x="677397" y="96848"/>
                  <a:pt x="674666" y="96848"/>
                </a:cubicBezTo>
                <a:cubicBezTo>
                  <a:pt x="670412" y="96848"/>
                  <a:pt x="666908" y="95392"/>
                  <a:pt x="664155" y="92482"/>
                </a:cubicBezTo>
                <a:cubicBezTo>
                  <a:pt x="661401" y="89572"/>
                  <a:pt x="660024" y="85743"/>
                  <a:pt x="660024" y="80997"/>
                </a:cubicBezTo>
                <a:cubicBezTo>
                  <a:pt x="660024" y="77997"/>
                  <a:pt x="660696" y="75400"/>
                  <a:pt x="662039" y="73207"/>
                </a:cubicBezTo>
                <a:cubicBezTo>
                  <a:pt x="663875" y="70162"/>
                  <a:pt x="667065" y="67296"/>
                  <a:pt x="671610" y="64610"/>
                </a:cubicBezTo>
                <a:cubicBezTo>
                  <a:pt x="676154" y="61923"/>
                  <a:pt x="683710" y="58655"/>
                  <a:pt x="694277" y="54804"/>
                </a:cubicBezTo>
                <a:lnTo>
                  <a:pt x="694277" y="52395"/>
                </a:lnTo>
                <a:cubicBezTo>
                  <a:pt x="694277" y="46283"/>
                  <a:pt x="693303" y="42090"/>
                  <a:pt x="691355" y="39814"/>
                </a:cubicBezTo>
                <a:cubicBezTo>
                  <a:pt x="689408" y="37539"/>
                  <a:pt x="686576" y="36402"/>
                  <a:pt x="682859" y="36402"/>
                </a:cubicBezTo>
                <a:cubicBezTo>
                  <a:pt x="680038" y="36402"/>
                  <a:pt x="677800" y="37163"/>
                  <a:pt x="676143" y="38685"/>
                </a:cubicBezTo>
                <a:cubicBezTo>
                  <a:pt x="674442" y="40208"/>
                  <a:pt x="673591" y="41954"/>
                  <a:pt x="673591" y="43924"/>
                </a:cubicBezTo>
                <a:lnTo>
                  <a:pt x="673725" y="47819"/>
                </a:lnTo>
                <a:cubicBezTo>
                  <a:pt x="673725" y="49879"/>
                  <a:pt x="673199" y="51468"/>
                  <a:pt x="672147" y="52588"/>
                </a:cubicBezTo>
                <a:cubicBezTo>
                  <a:pt x="671095" y="53707"/>
                  <a:pt x="669718" y="54267"/>
                  <a:pt x="668016" y="54267"/>
                </a:cubicBezTo>
                <a:cubicBezTo>
                  <a:pt x="666360" y="54267"/>
                  <a:pt x="665005" y="53683"/>
                  <a:pt x="663953" y="52516"/>
                </a:cubicBezTo>
                <a:cubicBezTo>
                  <a:pt x="662901" y="51348"/>
                  <a:pt x="662375" y="49754"/>
                  <a:pt x="662375" y="47733"/>
                </a:cubicBezTo>
                <a:cubicBezTo>
                  <a:pt x="662375" y="43870"/>
                  <a:pt x="664345" y="40322"/>
                  <a:pt x="668285" y="37088"/>
                </a:cubicBezTo>
                <a:cubicBezTo>
                  <a:pt x="672225" y="33855"/>
                  <a:pt x="677755" y="32238"/>
                  <a:pt x="684874" y="32238"/>
                </a:cubicBezTo>
                <a:cubicBezTo>
                  <a:pt x="690337" y="32238"/>
                  <a:pt x="694814" y="33154"/>
                  <a:pt x="698307" y="34987"/>
                </a:cubicBezTo>
                <a:cubicBezTo>
                  <a:pt x="700948" y="36374"/>
                  <a:pt x="702896" y="38543"/>
                  <a:pt x="704150" y="41496"/>
                </a:cubicBezTo>
                <a:cubicBezTo>
                  <a:pt x="704956" y="43418"/>
                  <a:pt x="705359" y="47353"/>
                  <a:pt x="705359" y="53301"/>
                </a:cubicBezTo>
                <a:lnTo>
                  <a:pt x="705359" y="74164"/>
                </a:lnTo>
                <a:cubicBezTo>
                  <a:pt x="705359" y="80022"/>
                  <a:pt x="705470" y="83611"/>
                  <a:pt x="705694" y="84930"/>
                </a:cubicBezTo>
                <a:cubicBezTo>
                  <a:pt x="705918" y="86250"/>
                  <a:pt x="706288" y="87134"/>
                  <a:pt x="706802" y="87581"/>
                </a:cubicBezTo>
                <a:cubicBezTo>
                  <a:pt x="707317" y="88028"/>
                  <a:pt x="707911" y="88251"/>
                  <a:pt x="708582" y="88251"/>
                </a:cubicBezTo>
                <a:cubicBezTo>
                  <a:pt x="709299" y="88251"/>
                  <a:pt x="709926" y="88094"/>
                  <a:pt x="710463" y="87781"/>
                </a:cubicBezTo>
                <a:cubicBezTo>
                  <a:pt x="711403" y="87199"/>
                  <a:pt x="713216" y="85564"/>
                  <a:pt x="715903" y="82878"/>
                </a:cubicBezTo>
                <a:lnTo>
                  <a:pt x="715903" y="86639"/>
                </a:lnTo>
                <a:cubicBezTo>
                  <a:pt x="710888" y="93355"/>
                  <a:pt x="706097" y="96713"/>
                  <a:pt x="701530" y="96713"/>
                </a:cubicBezTo>
                <a:cubicBezTo>
                  <a:pt x="699336" y="96713"/>
                  <a:pt x="697590" y="95958"/>
                  <a:pt x="696292" y="94446"/>
                </a:cubicBezTo>
                <a:cubicBezTo>
                  <a:pt x="694993" y="92934"/>
                  <a:pt x="694322" y="90355"/>
                  <a:pt x="694277" y="86710"/>
                </a:cubicBezTo>
                <a:moveTo>
                  <a:pt x="694277" y="82355"/>
                </a:moveTo>
                <a:lnTo>
                  <a:pt x="694277" y="58968"/>
                </a:lnTo>
                <a:cubicBezTo>
                  <a:pt x="687516" y="61649"/>
                  <a:pt x="683150" y="63548"/>
                  <a:pt x="681180" y="64664"/>
                </a:cubicBezTo>
                <a:cubicBezTo>
                  <a:pt x="677643" y="66630"/>
                  <a:pt x="675113" y="68686"/>
                  <a:pt x="673591" y="70831"/>
                </a:cubicBezTo>
                <a:cubicBezTo>
                  <a:pt x="672069" y="72974"/>
                  <a:pt x="671307" y="75319"/>
                  <a:pt x="671307" y="77866"/>
                </a:cubicBezTo>
                <a:cubicBezTo>
                  <a:pt x="671307" y="81083"/>
                  <a:pt x="672270" y="83752"/>
                  <a:pt x="674195" y="85875"/>
                </a:cubicBezTo>
                <a:cubicBezTo>
                  <a:pt x="676121" y="87996"/>
                  <a:pt x="678337" y="89057"/>
                  <a:pt x="680844" y="89057"/>
                </a:cubicBezTo>
                <a:cubicBezTo>
                  <a:pt x="684247" y="89057"/>
                  <a:pt x="688725" y="86823"/>
                  <a:pt x="694277" y="82355"/>
                </a:cubicBezTo>
                <a:close/>
                <a:moveTo>
                  <a:pt x="715921" y="39894"/>
                </a:moveTo>
                <a:lnTo>
                  <a:pt x="734861" y="32372"/>
                </a:lnTo>
                <a:lnTo>
                  <a:pt x="737413" y="32372"/>
                </a:lnTo>
                <a:lnTo>
                  <a:pt x="737413" y="46812"/>
                </a:lnTo>
                <a:cubicBezTo>
                  <a:pt x="740592" y="41419"/>
                  <a:pt x="743782" y="37642"/>
                  <a:pt x="746983" y="35480"/>
                </a:cubicBezTo>
                <a:cubicBezTo>
                  <a:pt x="750185" y="33319"/>
                  <a:pt x="753554" y="32238"/>
                  <a:pt x="757091" y="32238"/>
                </a:cubicBezTo>
                <a:cubicBezTo>
                  <a:pt x="763270" y="32238"/>
                  <a:pt x="768419" y="34653"/>
                  <a:pt x="772538" y="39483"/>
                </a:cubicBezTo>
                <a:cubicBezTo>
                  <a:pt x="777598" y="45387"/>
                  <a:pt x="780128" y="53081"/>
                  <a:pt x="780128" y="62563"/>
                </a:cubicBezTo>
                <a:cubicBezTo>
                  <a:pt x="780128" y="73164"/>
                  <a:pt x="777083" y="81931"/>
                  <a:pt x="770994" y="88864"/>
                </a:cubicBezTo>
                <a:cubicBezTo>
                  <a:pt x="765979" y="94544"/>
                  <a:pt x="759666" y="97385"/>
                  <a:pt x="752054" y="97385"/>
                </a:cubicBezTo>
                <a:cubicBezTo>
                  <a:pt x="748741" y="97385"/>
                  <a:pt x="745875" y="96915"/>
                  <a:pt x="743457" y="95974"/>
                </a:cubicBezTo>
                <a:cubicBezTo>
                  <a:pt x="741666" y="95303"/>
                  <a:pt x="739652" y="93960"/>
                  <a:pt x="737413" y="91945"/>
                </a:cubicBezTo>
                <a:lnTo>
                  <a:pt x="737413" y="110683"/>
                </a:lnTo>
                <a:cubicBezTo>
                  <a:pt x="737413" y="114916"/>
                  <a:pt x="737670" y="117606"/>
                  <a:pt x="738185" y="118755"/>
                </a:cubicBezTo>
                <a:cubicBezTo>
                  <a:pt x="738700" y="119904"/>
                  <a:pt x="739596" y="120815"/>
                  <a:pt x="740872" y="121490"/>
                </a:cubicBezTo>
                <a:cubicBezTo>
                  <a:pt x="742148" y="122165"/>
                  <a:pt x="744465" y="122503"/>
                  <a:pt x="747823" y="122503"/>
                </a:cubicBezTo>
                <a:lnTo>
                  <a:pt x="747823" y="124921"/>
                </a:lnTo>
                <a:lnTo>
                  <a:pt x="715585" y="124921"/>
                </a:lnTo>
                <a:lnTo>
                  <a:pt x="715585" y="122503"/>
                </a:lnTo>
                <a:lnTo>
                  <a:pt x="717264" y="122503"/>
                </a:lnTo>
                <a:cubicBezTo>
                  <a:pt x="719727" y="122548"/>
                  <a:pt x="721831" y="122075"/>
                  <a:pt x="723577" y="121085"/>
                </a:cubicBezTo>
                <a:cubicBezTo>
                  <a:pt x="724428" y="120589"/>
                  <a:pt x="725089" y="119790"/>
                  <a:pt x="725559" y="118688"/>
                </a:cubicBezTo>
                <a:cubicBezTo>
                  <a:pt x="726029" y="117585"/>
                  <a:pt x="726264" y="114783"/>
                  <a:pt x="726264" y="110280"/>
                </a:cubicBezTo>
                <a:lnTo>
                  <a:pt x="726264" y="51983"/>
                </a:lnTo>
                <a:cubicBezTo>
                  <a:pt x="726264" y="47972"/>
                  <a:pt x="726085" y="45425"/>
                  <a:pt x="725727" y="44344"/>
                </a:cubicBezTo>
                <a:cubicBezTo>
                  <a:pt x="725368" y="43261"/>
                  <a:pt x="724798" y="42450"/>
                  <a:pt x="724014" y="41911"/>
                </a:cubicBezTo>
                <a:cubicBezTo>
                  <a:pt x="723230" y="41372"/>
                  <a:pt x="722167" y="41103"/>
                  <a:pt x="720824" y="41103"/>
                </a:cubicBezTo>
                <a:cubicBezTo>
                  <a:pt x="719749" y="41103"/>
                  <a:pt x="718384" y="41417"/>
                  <a:pt x="716727" y="42043"/>
                </a:cubicBezTo>
                <a:lnTo>
                  <a:pt x="715921" y="39894"/>
                </a:lnTo>
                <a:moveTo>
                  <a:pt x="737413" y="50774"/>
                </a:moveTo>
                <a:lnTo>
                  <a:pt x="737413" y="73744"/>
                </a:lnTo>
                <a:cubicBezTo>
                  <a:pt x="737413" y="78714"/>
                  <a:pt x="737614" y="81982"/>
                  <a:pt x="738017" y="83549"/>
                </a:cubicBezTo>
                <a:cubicBezTo>
                  <a:pt x="738644" y="86146"/>
                  <a:pt x="740178" y="88430"/>
                  <a:pt x="742618" y="90400"/>
                </a:cubicBezTo>
                <a:cubicBezTo>
                  <a:pt x="745058" y="92370"/>
                  <a:pt x="748136" y="93355"/>
                  <a:pt x="751853" y="93355"/>
                </a:cubicBezTo>
                <a:cubicBezTo>
                  <a:pt x="756330" y="93355"/>
                  <a:pt x="759957" y="91609"/>
                  <a:pt x="762733" y="88116"/>
                </a:cubicBezTo>
                <a:cubicBezTo>
                  <a:pt x="766360" y="83549"/>
                  <a:pt x="768173" y="77124"/>
                  <a:pt x="768173" y="68841"/>
                </a:cubicBezTo>
                <a:cubicBezTo>
                  <a:pt x="768173" y="59438"/>
                  <a:pt x="766113" y="52207"/>
                  <a:pt x="761994" y="47148"/>
                </a:cubicBezTo>
                <a:cubicBezTo>
                  <a:pt x="759128" y="43655"/>
                  <a:pt x="755726" y="41909"/>
                  <a:pt x="751785" y="41909"/>
                </a:cubicBezTo>
                <a:cubicBezTo>
                  <a:pt x="749636" y="41909"/>
                  <a:pt x="747509" y="42446"/>
                  <a:pt x="745405" y="43521"/>
                </a:cubicBezTo>
                <a:cubicBezTo>
                  <a:pt x="743793" y="44327"/>
                  <a:pt x="741129" y="46745"/>
                  <a:pt x="737413" y="50774"/>
                </a:cubicBezTo>
                <a:close/>
                <a:moveTo>
                  <a:pt x="799470" y="57222"/>
                </a:moveTo>
                <a:cubicBezTo>
                  <a:pt x="799426" y="66314"/>
                  <a:pt x="801642" y="73445"/>
                  <a:pt x="806119" y="78615"/>
                </a:cubicBezTo>
                <a:cubicBezTo>
                  <a:pt x="810597" y="83785"/>
                  <a:pt x="815858" y="86370"/>
                  <a:pt x="821902" y="86370"/>
                </a:cubicBezTo>
                <a:cubicBezTo>
                  <a:pt x="825932" y="86370"/>
                  <a:pt x="829436" y="85257"/>
                  <a:pt x="832413" y="83031"/>
                </a:cubicBezTo>
                <a:cubicBezTo>
                  <a:pt x="835391" y="80805"/>
                  <a:pt x="837887" y="76993"/>
                  <a:pt x="839902" y="71595"/>
                </a:cubicBezTo>
                <a:lnTo>
                  <a:pt x="841984" y="72944"/>
                </a:lnTo>
                <a:cubicBezTo>
                  <a:pt x="841044" y="79110"/>
                  <a:pt x="838312" y="84726"/>
                  <a:pt x="833790" y="89789"/>
                </a:cubicBezTo>
                <a:cubicBezTo>
                  <a:pt x="829268" y="94853"/>
                  <a:pt x="823604" y="97385"/>
                  <a:pt x="816798" y="97385"/>
                </a:cubicBezTo>
                <a:cubicBezTo>
                  <a:pt x="809410" y="97385"/>
                  <a:pt x="803086" y="94514"/>
                  <a:pt x="797825" y="88773"/>
                </a:cubicBezTo>
                <a:cubicBezTo>
                  <a:pt x="792564" y="83031"/>
                  <a:pt x="789933" y="75312"/>
                  <a:pt x="789933" y="65615"/>
                </a:cubicBezTo>
                <a:cubicBezTo>
                  <a:pt x="789933" y="55115"/>
                  <a:pt x="792631" y="46928"/>
                  <a:pt x="798026" y="41053"/>
                </a:cubicBezTo>
                <a:cubicBezTo>
                  <a:pt x="803422" y="35176"/>
                  <a:pt x="810194" y="32238"/>
                  <a:pt x="818343" y="32238"/>
                </a:cubicBezTo>
                <a:cubicBezTo>
                  <a:pt x="825238" y="32238"/>
                  <a:pt x="830902" y="34504"/>
                  <a:pt x="835335" y="39038"/>
                </a:cubicBezTo>
                <a:cubicBezTo>
                  <a:pt x="839767" y="43570"/>
                  <a:pt x="841984" y="49631"/>
                  <a:pt x="841984" y="57222"/>
                </a:cubicBezTo>
                <a:lnTo>
                  <a:pt x="799470" y="57222"/>
                </a:lnTo>
                <a:moveTo>
                  <a:pt x="799470" y="53327"/>
                </a:moveTo>
                <a:lnTo>
                  <a:pt x="827947" y="53327"/>
                </a:lnTo>
                <a:cubicBezTo>
                  <a:pt x="827723" y="49419"/>
                  <a:pt x="827253" y="46666"/>
                  <a:pt x="826537" y="45068"/>
                </a:cubicBezTo>
                <a:cubicBezTo>
                  <a:pt x="825417" y="42580"/>
                  <a:pt x="823749" y="40626"/>
                  <a:pt x="821533" y="39206"/>
                </a:cubicBezTo>
                <a:cubicBezTo>
                  <a:pt x="819317" y="37784"/>
                  <a:pt x="817000" y="37073"/>
                  <a:pt x="814582" y="37073"/>
                </a:cubicBezTo>
                <a:cubicBezTo>
                  <a:pt x="810865" y="37073"/>
                  <a:pt x="807541" y="38505"/>
                  <a:pt x="804608" y="41370"/>
                </a:cubicBezTo>
                <a:cubicBezTo>
                  <a:pt x="801675" y="44234"/>
                  <a:pt x="799963" y="48219"/>
                  <a:pt x="799470" y="53327"/>
                </a:cubicBezTo>
                <a:close/>
                <a:moveTo>
                  <a:pt x="868061" y="32238"/>
                </a:moveTo>
                <a:lnTo>
                  <a:pt x="868061" y="46073"/>
                </a:lnTo>
                <a:cubicBezTo>
                  <a:pt x="873210" y="36850"/>
                  <a:pt x="878493" y="32238"/>
                  <a:pt x="883911" y="32238"/>
                </a:cubicBezTo>
                <a:cubicBezTo>
                  <a:pt x="886374" y="32238"/>
                  <a:pt x="888411" y="32988"/>
                  <a:pt x="890023" y="34488"/>
                </a:cubicBezTo>
                <a:cubicBezTo>
                  <a:pt x="891635" y="35988"/>
                  <a:pt x="892440" y="37723"/>
                  <a:pt x="892440" y="39693"/>
                </a:cubicBezTo>
                <a:cubicBezTo>
                  <a:pt x="892440" y="41439"/>
                  <a:pt x="891858" y="42916"/>
                  <a:pt x="890694" y="44125"/>
                </a:cubicBezTo>
                <a:cubicBezTo>
                  <a:pt x="889530" y="45334"/>
                  <a:pt x="888142" y="45939"/>
                  <a:pt x="886530" y="45939"/>
                </a:cubicBezTo>
                <a:cubicBezTo>
                  <a:pt x="884963" y="45939"/>
                  <a:pt x="883206" y="45178"/>
                  <a:pt x="881258" y="43655"/>
                </a:cubicBezTo>
                <a:cubicBezTo>
                  <a:pt x="879310" y="42133"/>
                  <a:pt x="877866" y="41372"/>
                  <a:pt x="876926" y="41372"/>
                </a:cubicBezTo>
                <a:cubicBezTo>
                  <a:pt x="876120" y="41372"/>
                  <a:pt x="875247" y="41816"/>
                  <a:pt x="874307" y="42705"/>
                </a:cubicBezTo>
                <a:cubicBezTo>
                  <a:pt x="872292" y="44528"/>
                  <a:pt x="870210" y="47528"/>
                  <a:pt x="868061" y="51706"/>
                </a:cubicBezTo>
                <a:lnTo>
                  <a:pt x="868061" y="81132"/>
                </a:lnTo>
                <a:cubicBezTo>
                  <a:pt x="868061" y="84537"/>
                  <a:pt x="868486" y="87113"/>
                  <a:pt x="869337" y="88859"/>
                </a:cubicBezTo>
                <a:cubicBezTo>
                  <a:pt x="869919" y="90070"/>
                  <a:pt x="870949" y="91077"/>
                  <a:pt x="872426" y="91882"/>
                </a:cubicBezTo>
                <a:cubicBezTo>
                  <a:pt x="873904" y="92685"/>
                  <a:pt x="876031" y="93086"/>
                  <a:pt x="878807" y="93086"/>
                </a:cubicBezTo>
                <a:lnTo>
                  <a:pt x="878807" y="95504"/>
                </a:lnTo>
                <a:lnTo>
                  <a:pt x="847308" y="95504"/>
                </a:lnTo>
                <a:lnTo>
                  <a:pt x="847308" y="93086"/>
                </a:lnTo>
                <a:cubicBezTo>
                  <a:pt x="850442" y="93086"/>
                  <a:pt x="852770" y="92588"/>
                  <a:pt x="854292" y="91592"/>
                </a:cubicBezTo>
                <a:cubicBezTo>
                  <a:pt x="855412" y="90867"/>
                  <a:pt x="856195" y="89712"/>
                  <a:pt x="856643" y="88127"/>
                </a:cubicBezTo>
                <a:cubicBezTo>
                  <a:pt x="856867" y="87356"/>
                  <a:pt x="856979" y="85159"/>
                  <a:pt x="856979" y="81535"/>
                </a:cubicBezTo>
                <a:lnTo>
                  <a:pt x="856979" y="57894"/>
                </a:lnTo>
                <a:cubicBezTo>
                  <a:pt x="856979" y="50730"/>
                  <a:pt x="856833" y="46465"/>
                  <a:pt x="856542" y="45099"/>
                </a:cubicBezTo>
                <a:cubicBezTo>
                  <a:pt x="856251" y="43734"/>
                  <a:pt x="855714" y="42737"/>
                  <a:pt x="854931" y="42111"/>
                </a:cubicBezTo>
                <a:cubicBezTo>
                  <a:pt x="854147" y="41484"/>
                  <a:pt x="853173" y="41170"/>
                  <a:pt x="852009" y="41170"/>
                </a:cubicBezTo>
                <a:cubicBezTo>
                  <a:pt x="850621" y="41170"/>
                  <a:pt x="849054" y="41506"/>
                  <a:pt x="847308" y="42178"/>
                </a:cubicBezTo>
                <a:lnTo>
                  <a:pt x="846636" y="39760"/>
                </a:lnTo>
                <a:lnTo>
                  <a:pt x="865240" y="32238"/>
                </a:lnTo>
                <a:lnTo>
                  <a:pt x="868061" y="32238"/>
                </a:lnTo>
                <a:close/>
                <a:moveTo>
                  <a:pt x="935625" y="32238"/>
                </a:moveTo>
                <a:lnTo>
                  <a:pt x="935625" y="53192"/>
                </a:lnTo>
                <a:lnTo>
                  <a:pt x="933408" y="53192"/>
                </a:lnTo>
                <a:cubicBezTo>
                  <a:pt x="931707" y="46637"/>
                  <a:pt x="929524" y="42178"/>
                  <a:pt x="926860" y="39814"/>
                </a:cubicBezTo>
                <a:cubicBezTo>
                  <a:pt x="924196" y="37450"/>
                  <a:pt x="920804" y="36267"/>
                  <a:pt x="916685" y="36267"/>
                </a:cubicBezTo>
                <a:cubicBezTo>
                  <a:pt x="913551" y="36267"/>
                  <a:pt x="911021" y="37093"/>
                  <a:pt x="909096" y="38744"/>
                </a:cubicBezTo>
                <a:cubicBezTo>
                  <a:pt x="907170" y="40395"/>
                  <a:pt x="906208" y="42225"/>
                  <a:pt x="906208" y="44232"/>
                </a:cubicBezTo>
                <a:cubicBezTo>
                  <a:pt x="906208" y="46730"/>
                  <a:pt x="906924" y="48872"/>
                  <a:pt x="908357" y="50657"/>
                </a:cubicBezTo>
                <a:cubicBezTo>
                  <a:pt x="909745" y="52486"/>
                  <a:pt x="912566" y="54426"/>
                  <a:pt x="916819" y="56479"/>
                </a:cubicBezTo>
                <a:lnTo>
                  <a:pt x="926625" y="61231"/>
                </a:lnTo>
                <a:cubicBezTo>
                  <a:pt x="935714" y="65658"/>
                  <a:pt x="940259" y="71493"/>
                  <a:pt x="940259" y="78737"/>
                </a:cubicBezTo>
                <a:cubicBezTo>
                  <a:pt x="940259" y="84327"/>
                  <a:pt x="938143" y="88832"/>
                  <a:pt x="933912" y="92253"/>
                </a:cubicBezTo>
                <a:cubicBezTo>
                  <a:pt x="929681" y="95674"/>
                  <a:pt x="924946" y="97385"/>
                  <a:pt x="919707" y="97385"/>
                </a:cubicBezTo>
                <a:cubicBezTo>
                  <a:pt x="915946" y="97385"/>
                  <a:pt x="911648" y="96747"/>
                  <a:pt x="906812" y="95471"/>
                </a:cubicBezTo>
                <a:cubicBezTo>
                  <a:pt x="905335" y="95045"/>
                  <a:pt x="904126" y="94833"/>
                  <a:pt x="903185" y="94833"/>
                </a:cubicBezTo>
                <a:cubicBezTo>
                  <a:pt x="902156" y="94833"/>
                  <a:pt x="901350" y="95370"/>
                  <a:pt x="900768" y="96445"/>
                </a:cubicBezTo>
                <a:lnTo>
                  <a:pt x="898551" y="96445"/>
                </a:lnTo>
                <a:lnTo>
                  <a:pt x="898551" y="74415"/>
                </a:lnTo>
                <a:lnTo>
                  <a:pt x="900768" y="74415"/>
                </a:lnTo>
                <a:cubicBezTo>
                  <a:pt x="902021" y="80684"/>
                  <a:pt x="904417" y="85408"/>
                  <a:pt x="907954" y="88587"/>
                </a:cubicBezTo>
                <a:cubicBezTo>
                  <a:pt x="911491" y="91766"/>
                  <a:pt x="915454" y="93355"/>
                  <a:pt x="919842" y="93355"/>
                </a:cubicBezTo>
                <a:cubicBezTo>
                  <a:pt x="922931" y="93355"/>
                  <a:pt x="925450" y="92453"/>
                  <a:pt x="927397" y="90650"/>
                </a:cubicBezTo>
                <a:cubicBezTo>
                  <a:pt x="929345" y="88845"/>
                  <a:pt x="930319" y="86673"/>
                  <a:pt x="930319" y="84133"/>
                </a:cubicBezTo>
                <a:cubicBezTo>
                  <a:pt x="930319" y="81059"/>
                  <a:pt x="929233" y="78475"/>
                  <a:pt x="927061" y="76382"/>
                </a:cubicBezTo>
                <a:cubicBezTo>
                  <a:pt x="924890" y="74287"/>
                  <a:pt x="920558" y="71642"/>
                  <a:pt x="914066" y="68446"/>
                </a:cubicBezTo>
                <a:cubicBezTo>
                  <a:pt x="907573" y="65249"/>
                  <a:pt x="903320" y="62350"/>
                  <a:pt x="901305" y="59749"/>
                </a:cubicBezTo>
                <a:cubicBezTo>
                  <a:pt x="899290" y="57193"/>
                  <a:pt x="898283" y="53964"/>
                  <a:pt x="898283" y="50063"/>
                </a:cubicBezTo>
                <a:cubicBezTo>
                  <a:pt x="898283" y="44995"/>
                  <a:pt x="900018" y="40758"/>
                  <a:pt x="903488" y="37350"/>
                </a:cubicBezTo>
                <a:cubicBezTo>
                  <a:pt x="906958" y="33942"/>
                  <a:pt x="911446" y="32238"/>
                  <a:pt x="916954" y="32238"/>
                </a:cubicBezTo>
                <a:cubicBezTo>
                  <a:pt x="919371" y="32238"/>
                  <a:pt x="922304" y="32753"/>
                  <a:pt x="925752" y="33782"/>
                </a:cubicBezTo>
                <a:cubicBezTo>
                  <a:pt x="928035" y="34454"/>
                  <a:pt x="929558" y="34790"/>
                  <a:pt x="930319" y="34790"/>
                </a:cubicBezTo>
                <a:cubicBezTo>
                  <a:pt x="931035" y="34790"/>
                  <a:pt x="931595" y="34633"/>
                  <a:pt x="931998" y="34320"/>
                </a:cubicBezTo>
                <a:cubicBezTo>
                  <a:pt x="932401" y="34006"/>
                  <a:pt x="932871" y="33312"/>
                  <a:pt x="933408" y="32238"/>
                </a:cubicBezTo>
                <a:lnTo>
                  <a:pt x="935625" y="32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258">
            <a:extLst xmlns:a="http://schemas.openxmlformats.org/drawingml/2006/main">
              <a:ext uri="{FF2B5EF4-FFF2-40B4-BE49-F238E27FC236}">
                <a16:creationId xmlns:a16="http://schemas.microsoft.com/office/drawing/2014/main" id="{5A73B21E-8182-43BA-9350-D038F18E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470" y="1602547"/>
            <a:ext cx="204508" cy="94967"/>
          </a:xfrm>
          <a:custGeom xmlns:a="http://schemas.openxmlformats.org/drawingml/2006/main">
            <a:pathLst>
              <a:path w="204508" h="94967">
                <a:moveTo>
                  <a:pt x="48357" y="92952"/>
                </a:moveTo>
                <a:lnTo>
                  <a:pt x="0" y="92952"/>
                </a:lnTo>
                <a:lnTo>
                  <a:pt x="0" y="90467"/>
                </a:lnTo>
                <a:cubicBezTo>
                  <a:pt x="12582" y="78829"/>
                  <a:pt x="23193" y="68127"/>
                  <a:pt x="31835" y="58364"/>
                </a:cubicBezTo>
                <a:cubicBezTo>
                  <a:pt x="39088" y="50272"/>
                  <a:pt x="43644" y="44092"/>
                  <a:pt x="45502" y="39823"/>
                </a:cubicBezTo>
                <a:cubicBezTo>
                  <a:pt x="47360" y="35552"/>
                  <a:pt x="48289" y="31248"/>
                  <a:pt x="48289" y="26911"/>
                </a:cubicBezTo>
                <a:cubicBezTo>
                  <a:pt x="48289" y="22843"/>
                  <a:pt x="47002" y="19536"/>
                  <a:pt x="44428" y="16988"/>
                </a:cubicBezTo>
                <a:cubicBezTo>
                  <a:pt x="41853" y="14438"/>
                  <a:pt x="38641" y="13164"/>
                  <a:pt x="34790" y="13164"/>
                </a:cubicBezTo>
                <a:cubicBezTo>
                  <a:pt x="28566" y="13164"/>
                  <a:pt x="23238" y="16586"/>
                  <a:pt x="18805" y="23429"/>
                </a:cubicBezTo>
                <a:lnTo>
                  <a:pt x="16320" y="22287"/>
                </a:lnTo>
                <a:cubicBezTo>
                  <a:pt x="18649" y="15644"/>
                  <a:pt x="21671" y="10594"/>
                  <a:pt x="25387" y="7138"/>
                </a:cubicBezTo>
                <a:cubicBezTo>
                  <a:pt x="30536" y="2379"/>
                  <a:pt x="36581" y="0"/>
                  <a:pt x="43521" y="0"/>
                </a:cubicBezTo>
                <a:cubicBezTo>
                  <a:pt x="49968" y="0"/>
                  <a:pt x="55308" y="1993"/>
                  <a:pt x="59539" y="5980"/>
                </a:cubicBezTo>
                <a:cubicBezTo>
                  <a:pt x="63770" y="9966"/>
                  <a:pt x="65886" y="14579"/>
                  <a:pt x="65886" y="19819"/>
                </a:cubicBezTo>
                <a:cubicBezTo>
                  <a:pt x="65886" y="24432"/>
                  <a:pt x="64856" y="28989"/>
                  <a:pt x="62796" y="33491"/>
                </a:cubicBezTo>
                <a:cubicBezTo>
                  <a:pt x="60737" y="37992"/>
                  <a:pt x="56483" y="43646"/>
                  <a:pt x="50036" y="50453"/>
                </a:cubicBezTo>
                <a:cubicBezTo>
                  <a:pt x="45110" y="55644"/>
                  <a:pt x="35126" y="64662"/>
                  <a:pt x="20081" y="77505"/>
                </a:cubicBezTo>
                <a:lnTo>
                  <a:pt x="37611" y="77505"/>
                </a:lnTo>
                <a:cubicBezTo>
                  <a:pt x="43252" y="77505"/>
                  <a:pt x="47204" y="76863"/>
                  <a:pt x="49465" y="75578"/>
                </a:cubicBezTo>
                <a:cubicBezTo>
                  <a:pt x="51726" y="74292"/>
                  <a:pt x="53842" y="71711"/>
                  <a:pt x="55812" y="67834"/>
                </a:cubicBezTo>
                <a:lnTo>
                  <a:pt x="58968" y="67834"/>
                </a:lnTo>
                <a:lnTo>
                  <a:pt x="48357" y="92952"/>
                </a:lnTo>
                <a:close/>
                <a:moveTo>
                  <a:pt x="103161" y="1881"/>
                </a:moveTo>
                <a:lnTo>
                  <a:pt x="137548" y="1881"/>
                </a:lnTo>
                <a:lnTo>
                  <a:pt x="133048" y="17596"/>
                </a:lnTo>
                <a:lnTo>
                  <a:pt x="101146" y="17596"/>
                </a:lnTo>
                <a:lnTo>
                  <a:pt x="97116" y="25790"/>
                </a:lnTo>
                <a:cubicBezTo>
                  <a:pt x="103564" y="26821"/>
                  <a:pt x="108903" y="28547"/>
                  <a:pt x="113134" y="30968"/>
                </a:cubicBezTo>
                <a:cubicBezTo>
                  <a:pt x="117365" y="33387"/>
                  <a:pt x="120779" y="36894"/>
                  <a:pt x="123376" y="41487"/>
                </a:cubicBezTo>
                <a:cubicBezTo>
                  <a:pt x="125973" y="46081"/>
                  <a:pt x="127272" y="51067"/>
                  <a:pt x="127272" y="56445"/>
                </a:cubicBezTo>
                <a:cubicBezTo>
                  <a:pt x="127272" y="62900"/>
                  <a:pt x="125537" y="69152"/>
                  <a:pt x="122067" y="75202"/>
                </a:cubicBezTo>
                <a:cubicBezTo>
                  <a:pt x="118597" y="81253"/>
                  <a:pt x="113772" y="86060"/>
                  <a:pt x="107593" y="89623"/>
                </a:cubicBezTo>
                <a:cubicBezTo>
                  <a:pt x="101414" y="93186"/>
                  <a:pt x="94877" y="94967"/>
                  <a:pt x="87982" y="94967"/>
                </a:cubicBezTo>
                <a:cubicBezTo>
                  <a:pt x="83012" y="94967"/>
                  <a:pt x="79352" y="94034"/>
                  <a:pt x="77001" y="92169"/>
                </a:cubicBezTo>
                <a:cubicBezTo>
                  <a:pt x="74650" y="90303"/>
                  <a:pt x="73475" y="88178"/>
                  <a:pt x="73475" y="85795"/>
                </a:cubicBezTo>
                <a:cubicBezTo>
                  <a:pt x="73475" y="83817"/>
                  <a:pt x="74180" y="82119"/>
                  <a:pt x="75591" y="80703"/>
                </a:cubicBezTo>
                <a:cubicBezTo>
                  <a:pt x="77001" y="79287"/>
                  <a:pt x="78669" y="78579"/>
                  <a:pt x="80594" y="78579"/>
                </a:cubicBezTo>
                <a:cubicBezTo>
                  <a:pt x="82206" y="78579"/>
                  <a:pt x="83639" y="78850"/>
                  <a:pt x="84893" y="79392"/>
                </a:cubicBezTo>
                <a:cubicBezTo>
                  <a:pt x="85654" y="79753"/>
                  <a:pt x="87937" y="81489"/>
                  <a:pt x="91743" y="84601"/>
                </a:cubicBezTo>
                <a:cubicBezTo>
                  <a:pt x="94161" y="86586"/>
                  <a:pt x="96646" y="87579"/>
                  <a:pt x="99198" y="87579"/>
                </a:cubicBezTo>
                <a:cubicBezTo>
                  <a:pt x="102601" y="87579"/>
                  <a:pt x="105467" y="86100"/>
                  <a:pt x="107795" y="83140"/>
                </a:cubicBezTo>
                <a:cubicBezTo>
                  <a:pt x="110929" y="79284"/>
                  <a:pt x="112496" y="74374"/>
                  <a:pt x="112496" y="68411"/>
                </a:cubicBezTo>
                <a:cubicBezTo>
                  <a:pt x="112496" y="63031"/>
                  <a:pt x="111198" y="58043"/>
                  <a:pt x="108601" y="53446"/>
                </a:cubicBezTo>
                <a:cubicBezTo>
                  <a:pt x="106004" y="48850"/>
                  <a:pt x="102467" y="45364"/>
                  <a:pt x="97989" y="42988"/>
                </a:cubicBezTo>
                <a:cubicBezTo>
                  <a:pt x="94542" y="41149"/>
                  <a:pt x="90086" y="40163"/>
                  <a:pt x="84624" y="40029"/>
                </a:cubicBezTo>
                <a:lnTo>
                  <a:pt x="103161" y="1881"/>
                </a:lnTo>
                <a:close/>
                <a:moveTo>
                  <a:pt x="165285" y="45370"/>
                </a:moveTo>
                <a:cubicBezTo>
                  <a:pt x="162465" y="41612"/>
                  <a:pt x="160349" y="37954"/>
                  <a:pt x="158939" y="34397"/>
                </a:cubicBezTo>
                <a:cubicBezTo>
                  <a:pt x="157528" y="30839"/>
                  <a:pt x="156823" y="27382"/>
                  <a:pt x="156823" y="24027"/>
                </a:cubicBezTo>
                <a:cubicBezTo>
                  <a:pt x="156823" y="17181"/>
                  <a:pt x="159118" y="11465"/>
                  <a:pt x="163707" y="6880"/>
                </a:cubicBezTo>
                <a:cubicBezTo>
                  <a:pt x="168296" y="2293"/>
                  <a:pt x="174375" y="0"/>
                  <a:pt x="181942" y="0"/>
                </a:cubicBezTo>
                <a:cubicBezTo>
                  <a:pt x="188926" y="0"/>
                  <a:pt x="194434" y="1913"/>
                  <a:pt x="198463" y="5738"/>
                </a:cubicBezTo>
                <a:cubicBezTo>
                  <a:pt x="202493" y="9564"/>
                  <a:pt x="204508" y="14183"/>
                  <a:pt x="204508" y="19597"/>
                </a:cubicBezTo>
                <a:cubicBezTo>
                  <a:pt x="204508" y="23177"/>
                  <a:pt x="203657" y="26422"/>
                  <a:pt x="201956" y="29331"/>
                </a:cubicBezTo>
                <a:cubicBezTo>
                  <a:pt x="200254" y="32238"/>
                  <a:pt x="197814" y="34810"/>
                  <a:pt x="194635" y="37046"/>
                </a:cubicBezTo>
                <a:cubicBezTo>
                  <a:pt x="192576" y="38479"/>
                  <a:pt x="189419" y="39956"/>
                  <a:pt x="185165" y="41477"/>
                </a:cubicBezTo>
                <a:cubicBezTo>
                  <a:pt x="190359" y="48287"/>
                  <a:pt x="193594" y="53114"/>
                  <a:pt x="194870" y="55958"/>
                </a:cubicBezTo>
                <a:cubicBezTo>
                  <a:pt x="196146" y="58803"/>
                  <a:pt x="196784" y="61972"/>
                  <a:pt x="196784" y="65466"/>
                </a:cubicBezTo>
                <a:cubicBezTo>
                  <a:pt x="196784" y="73665"/>
                  <a:pt x="193975" y="80610"/>
                  <a:pt x="188355" y="86299"/>
                </a:cubicBezTo>
                <a:cubicBezTo>
                  <a:pt x="182736" y="91988"/>
                  <a:pt x="175606" y="94833"/>
                  <a:pt x="166964" y="94833"/>
                </a:cubicBezTo>
                <a:cubicBezTo>
                  <a:pt x="159218" y="94833"/>
                  <a:pt x="153140" y="92760"/>
                  <a:pt x="148730" y="88616"/>
                </a:cubicBezTo>
                <a:cubicBezTo>
                  <a:pt x="144320" y="84472"/>
                  <a:pt x="142114" y="79263"/>
                  <a:pt x="142114" y="72990"/>
                </a:cubicBezTo>
                <a:cubicBezTo>
                  <a:pt x="142114" y="68734"/>
                  <a:pt x="143088" y="64814"/>
                  <a:pt x="145036" y="61231"/>
                </a:cubicBezTo>
                <a:cubicBezTo>
                  <a:pt x="146984" y="57646"/>
                  <a:pt x="149861" y="54398"/>
                  <a:pt x="153666" y="51486"/>
                </a:cubicBezTo>
                <a:cubicBezTo>
                  <a:pt x="156442" y="49380"/>
                  <a:pt x="160315" y="47341"/>
                  <a:pt x="165285" y="45370"/>
                </a:cubicBezTo>
                <a:moveTo>
                  <a:pt x="182344" y="38389"/>
                </a:moveTo>
                <a:cubicBezTo>
                  <a:pt x="184718" y="36689"/>
                  <a:pt x="186285" y="34900"/>
                  <a:pt x="187046" y="33021"/>
                </a:cubicBezTo>
                <a:cubicBezTo>
                  <a:pt x="188747" y="28770"/>
                  <a:pt x="189598" y="23110"/>
                  <a:pt x="189598" y="16041"/>
                </a:cubicBezTo>
                <a:cubicBezTo>
                  <a:pt x="189598" y="11657"/>
                  <a:pt x="188915" y="8560"/>
                  <a:pt x="187550" y="6748"/>
                </a:cubicBezTo>
                <a:cubicBezTo>
                  <a:pt x="186184" y="4936"/>
                  <a:pt x="184583" y="4030"/>
                  <a:pt x="182747" y="4030"/>
                </a:cubicBezTo>
                <a:cubicBezTo>
                  <a:pt x="180374" y="4030"/>
                  <a:pt x="178561" y="4902"/>
                  <a:pt x="177307" y="6647"/>
                </a:cubicBezTo>
                <a:cubicBezTo>
                  <a:pt x="175113" y="9689"/>
                  <a:pt x="174016" y="13849"/>
                  <a:pt x="174016" y="19129"/>
                </a:cubicBezTo>
                <a:cubicBezTo>
                  <a:pt x="174016" y="22350"/>
                  <a:pt x="174598" y="25359"/>
                  <a:pt x="175763" y="28156"/>
                </a:cubicBezTo>
                <a:cubicBezTo>
                  <a:pt x="176927" y="30951"/>
                  <a:pt x="179121" y="34362"/>
                  <a:pt x="182344" y="38389"/>
                </a:cubicBezTo>
                <a:moveTo>
                  <a:pt x="167703" y="48390"/>
                </a:moveTo>
                <a:cubicBezTo>
                  <a:pt x="165420" y="50359"/>
                  <a:pt x="163808" y="52104"/>
                  <a:pt x="162868" y="53625"/>
                </a:cubicBezTo>
                <a:cubicBezTo>
                  <a:pt x="161435" y="55907"/>
                  <a:pt x="160103" y="59296"/>
                  <a:pt x="158871" y="63793"/>
                </a:cubicBezTo>
                <a:cubicBezTo>
                  <a:pt x="157640" y="68289"/>
                  <a:pt x="157024" y="73065"/>
                  <a:pt x="157024" y="78120"/>
                </a:cubicBezTo>
                <a:cubicBezTo>
                  <a:pt x="157024" y="82324"/>
                  <a:pt x="157842" y="85422"/>
                  <a:pt x="159476" y="87413"/>
                </a:cubicBezTo>
                <a:cubicBezTo>
                  <a:pt x="161110" y="89404"/>
                  <a:pt x="163248" y="90400"/>
                  <a:pt x="165890" y="90400"/>
                </a:cubicBezTo>
                <a:cubicBezTo>
                  <a:pt x="169114" y="90400"/>
                  <a:pt x="171890" y="88924"/>
                  <a:pt x="174218" y="85971"/>
                </a:cubicBezTo>
                <a:cubicBezTo>
                  <a:pt x="177486" y="81900"/>
                  <a:pt x="179121" y="77000"/>
                  <a:pt x="179121" y="71274"/>
                </a:cubicBezTo>
                <a:cubicBezTo>
                  <a:pt x="179121" y="67515"/>
                  <a:pt x="178360" y="64026"/>
                  <a:pt x="176837" y="60805"/>
                </a:cubicBezTo>
                <a:cubicBezTo>
                  <a:pt x="175315" y="57584"/>
                  <a:pt x="172270" y="53446"/>
                  <a:pt x="167703" y="483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33160-7D79-4461-92D4-7F47D401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88" y="1393752"/>
            <a:ext cx="1153649" cy="341455"/>
          </a:xfrm>
          <a:custGeom xmlns:a="http://schemas.openxmlformats.org/drawingml/2006/main">
            <a:pathLst>
              <a:path w="1153649" h="341455">
                <a:moveTo>
                  <a:pt x="0" y="56909"/>
                </a:moveTo>
                <a:lnTo>
                  <a:pt x="0" y="56909"/>
                </a:lnTo>
                <a:cubicBezTo>
                  <a:pt x="0" y="25479"/>
                  <a:pt x="25479" y="0"/>
                  <a:pt x="56909" y="0"/>
                </a:cubicBezTo>
                <a:lnTo>
                  <a:pt x="1096739" y="0"/>
                </a:lnTo>
                <a:cubicBezTo>
                  <a:pt x="1111833" y="0"/>
                  <a:pt x="1126308" y="5996"/>
                  <a:pt x="1136980" y="16668"/>
                </a:cubicBezTo>
                <a:cubicBezTo>
                  <a:pt x="1147653" y="27341"/>
                  <a:pt x="1153649" y="41816"/>
                  <a:pt x="1153649" y="56909"/>
                </a:cubicBezTo>
                <a:lnTo>
                  <a:pt x="1153649" y="284546"/>
                </a:lnTo>
                <a:cubicBezTo>
                  <a:pt x="1153649" y="315976"/>
                  <a:pt x="1128169" y="341455"/>
                  <a:pt x="1096739" y="341455"/>
                </a:cubicBezTo>
                <a:lnTo>
                  <a:pt x="56909" y="341455"/>
                </a:lnTo>
                <a:cubicBezTo>
                  <a:pt x="25479" y="341455"/>
                  <a:pt x="0" y="315976"/>
                  <a:pt x="0" y="284546"/>
                </a:cubicBezTo>
                <a:lnTo>
                  <a:pt x="0" y="569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64327-73AD-4EC0-989A-809181D3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88" y="1393752"/>
            <a:ext cx="1153649" cy="341455"/>
          </a:xfrm>
          <a:custGeom xmlns:a="http://schemas.openxmlformats.org/drawingml/2006/main">
            <a:pathLst>
              <a:path w="1153649" h="341455" fill="none">
                <a:moveTo>
                  <a:pt x="0" y="56909"/>
                </a:moveTo>
                <a:lnTo>
                  <a:pt x="0" y="56909"/>
                </a:lnTo>
                <a:cubicBezTo>
                  <a:pt x="0" y="25479"/>
                  <a:pt x="25479" y="0"/>
                  <a:pt x="56909" y="0"/>
                </a:cubicBezTo>
                <a:lnTo>
                  <a:pt x="1096739" y="0"/>
                </a:lnTo>
                <a:cubicBezTo>
                  <a:pt x="1111833" y="0"/>
                  <a:pt x="1126308" y="5996"/>
                  <a:pt x="1136980" y="16668"/>
                </a:cubicBezTo>
                <a:cubicBezTo>
                  <a:pt x="1147653" y="27341"/>
                  <a:pt x="1153649" y="41816"/>
                  <a:pt x="1153649" y="56909"/>
                </a:cubicBezTo>
                <a:lnTo>
                  <a:pt x="1153649" y="284546"/>
                </a:lnTo>
                <a:cubicBezTo>
                  <a:pt x="1153649" y="315976"/>
                  <a:pt x="1128169" y="341455"/>
                  <a:pt x="1096739" y="341455"/>
                </a:cubicBezTo>
                <a:lnTo>
                  <a:pt x="56909" y="341455"/>
                </a:lnTo>
                <a:cubicBezTo>
                  <a:pt x="25479" y="341455"/>
                  <a:pt x="0" y="315976"/>
                  <a:pt x="0" y="284546"/>
                </a:cubicBezTo>
                <a:lnTo>
                  <a:pt x="0" y="569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142" name="Text Candidatepapers">
            <a:extLst xmlns:a="http://schemas.openxmlformats.org/drawingml/2006/main">
              <a:ext uri="{FF2B5EF4-FFF2-40B4-BE49-F238E27FC236}">
                <a16:creationId xmlns:a16="http://schemas.microsoft.com/office/drawing/2014/main" id="{9970B057-B489-4434-923D-B064AE17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158" y="1436543"/>
            <a:ext cx="940258" cy="124921"/>
          </a:xfrm>
          <a:custGeom xmlns:a="http://schemas.openxmlformats.org/drawingml/2006/main">
            <a:pathLst>
              <a:path w="940258" h="124921">
                <a:moveTo>
                  <a:pt x="77841" y="2418"/>
                </a:moveTo>
                <a:lnTo>
                  <a:pt x="79923" y="33447"/>
                </a:lnTo>
                <a:lnTo>
                  <a:pt x="77841" y="33447"/>
                </a:lnTo>
                <a:cubicBezTo>
                  <a:pt x="75065" y="24155"/>
                  <a:pt x="71102" y="17466"/>
                  <a:pt x="65953" y="13382"/>
                </a:cubicBezTo>
                <a:cubicBezTo>
                  <a:pt x="60804" y="9296"/>
                  <a:pt x="54625" y="7253"/>
                  <a:pt x="47416" y="7253"/>
                </a:cubicBezTo>
                <a:cubicBezTo>
                  <a:pt x="41372" y="7253"/>
                  <a:pt x="35909" y="8785"/>
                  <a:pt x="31029" y="11848"/>
                </a:cubicBezTo>
                <a:cubicBezTo>
                  <a:pt x="26148" y="14909"/>
                  <a:pt x="22309" y="19793"/>
                  <a:pt x="19511" y="26500"/>
                </a:cubicBezTo>
                <a:cubicBezTo>
                  <a:pt x="16712" y="33205"/>
                  <a:pt x="15313" y="41541"/>
                  <a:pt x="15313" y="51509"/>
                </a:cubicBezTo>
                <a:cubicBezTo>
                  <a:pt x="15313" y="59735"/>
                  <a:pt x="16634" y="66865"/>
                  <a:pt x="19275" y="72900"/>
                </a:cubicBezTo>
                <a:cubicBezTo>
                  <a:pt x="21917" y="78935"/>
                  <a:pt x="25891" y="83562"/>
                  <a:pt x="31197" y="86782"/>
                </a:cubicBezTo>
                <a:cubicBezTo>
                  <a:pt x="36503" y="90000"/>
                  <a:pt x="42558" y="91609"/>
                  <a:pt x="49364" y="91609"/>
                </a:cubicBezTo>
                <a:cubicBezTo>
                  <a:pt x="55274" y="91609"/>
                  <a:pt x="60491" y="90340"/>
                  <a:pt x="65013" y="87802"/>
                </a:cubicBezTo>
                <a:cubicBezTo>
                  <a:pt x="69535" y="85262"/>
                  <a:pt x="74505" y="80218"/>
                  <a:pt x="79923" y="72669"/>
                </a:cubicBezTo>
                <a:lnTo>
                  <a:pt x="82005" y="74012"/>
                </a:lnTo>
                <a:cubicBezTo>
                  <a:pt x="77438" y="82140"/>
                  <a:pt x="72110" y="88091"/>
                  <a:pt x="66020" y="91863"/>
                </a:cubicBezTo>
                <a:cubicBezTo>
                  <a:pt x="59931" y="95634"/>
                  <a:pt x="52700" y="97519"/>
                  <a:pt x="44327" y="97519"/>
                </a:cubicBezTo>
                <a:cubicBezTo>
                  <a:pt x="29238" y="97519"/>
                  <a:pt x="17552" y="91930"/>
                  <a:pt x="9268" y="80752"/>
                </a:cubicBezTo>
                <a:cubicBezTo>
                  <a:pt x="3089" y="72436"/>
                  <a:pt x="0" y="62645"/>
                  <a:pt x="0" y="51377"/>
                </a:cubicBezTo>
                <a:cubicBezTo>
                  <a:pt x="0" y="42300"/>
                  <a:pt x="2037" y="33962"/>
                  <a:pt x="6112" y="26361"/>
                </a:cubicBezTo>
                <a:cubicBezTo>
                  <a:pt x="10186" y="18761"/>
                  <a:pt x="15794" y="12870"/>
                  <a:pt x="22936" y="8689"/>
                </a:cubicBezTo>
                <a:cubicBezTo>
                  <a:pt x="30077" y="4508"/>
                  <a:pt x="37879" y="2418"/>
                  <a:pt x="46342" y="2418"/>
                </a:cubicBezTo>
                <a:cubicBezTo>
                  <a:pt x="52924" y="2418"/>
                  <a:pt x="59416" y="4030"/>
                  <a:pt x="65819" y="7253"/>
                </a:cubicBezTo>
                <a:cubicBezTo>
                  <a:pt x="67699" y="8239"/>
                  <a:pt x="69042" y="8731"/>
                  <a:pt x="69848" y="8731"/>
                </a:cubicBezTo>
                <a:cubicBezTo>
                  <a:pt x="71057" y="8731"/>
                  <a:pt x="72110" y="8306"/>
                  <a:pt x="73005" y="7455"/>
                </a:cubicBezTo>
                <a:cubicBezTo>
                  <a:pt x="74169" y="6246"/>
                  <a:pt x="74998" y="4567"/>
                  <a:pt x="75490" y="2418"/>
                </a:cubicBezTo>
                <a:lnTo>
                  <a:pt x="77841" y="2418"/>
                </a:lnTo>
                <a:close/>
                <a:moveTo>
                  <a:pt x="125792" y="86710"/>
                </a:moveTo>
                <a:cubicBezTo>
                  <a:pt x="119479" y="91589"/>
                  <a:pt x="115517" y="94409"/>
                  <a:pt x="113905" y="95168"/>
                </a:cubicBezTo>
                <a:cubicBezTo>
                  <a:pt x="111487" y="96288"/>
                  <a:pt x="108912" y="96848"/>
                  <a:pt x="106181" y="96848"/>
                </a:cubicBezTo>
                <a:cubicBezTo>
                  <a:pt x="101927" y="96848"/>
                  <a:pt x="98424" y="95392"/>
                  <a:pt x="95670" y="92482"/>
                </a:cubicBezTo>
                <a:cubicBezTo>
                  <a:pt x="92917" y="89572"/>
                  <a:pt x="91540" y="85743"/>
                  <a:pt x="91540" y="80997"/>
                </a:cubicBezTo>
                <a:cubicBezTo>
                  <a:pt x="91540" y="77997"/>
                  <a:pt x="92211" y="75400"/>
                  <a:pt x="93555" y="73207"/>
                </a:cubicBezTo>
                <a:cubicBezTo>
                  <a:pt x="95390" y="70162"/>
                  <a:pt x="98581" y="67296"/>
                  <a:pt x="103125" y="64610"/>
                </a:cubicBezTo>
                <a:cubicBezTo>
                  <a:pt x="107670" y="61923"/>
                  <a:pt x="115225" y="58655"/>
                  <a:pt x="125792" y="54804"/>
                </a:cubicBezTo>
                <a:lnTo>
                  <a:pt x="125792" y="52395"/>
                </a:lnTo>
                <a:cubicBezTo>
                  <a:pt x="125792" y="46283"/>
                  <a:pt x="124818" y="42090"/>
                  <a:pt x="122871" y="39814"/>
                </a:cubicBezTo>
                <a:cubicBezTo>
                  <a:pt x="120923" y="37539"/>
                  <a:pt x="118091" y="36402"/>
                  <a:pt x="114375" y="36402"/>
                </a:cubicBezTo>
                <a:cubicBezTo>
                  <a:pt x="111554" y="36402"/>
                  <a:pt x="109315" y="37163"/>
                  <a:pt x="107659" y="38685"/>
                </a:cubicBezTo>
                <a:cubicBezTo>
                  <a:pt x="105957" y="40208"/>
                  <a:pt x="105106" y="41954"/>
                  <a:pt x="105106" y="43924"/>
                </a:cubicBezTo>
                <a:lnTo>
                  <a:pt x="105241" y="47819"/>
                </a:lnTo>
                <a:cubicBezTo>
                  <a:pt x="105241" y="49879"/>
                  <a:pt x="104715" y="51468"/>
                  <a:pt x="103662" y="52588"/>
                </a:cubicBezTo>
                <a:cubicBezTo>
                  <a:pt x="102610" y="53707"/>
                  <a:pt x="101233" y="54267"/>
                  <a:pt x="99532" y="54267"/>
                </a:cubicBezTo>
                <a:cubicBezTo>
                  <a:pt x="97875" y="54267"/>
                  <a:pt x="96521" y="53683"/>
                  <a:pt x="95469" y="52516"/>
                </a:cubicBezTo>
                <a:cubicBezTo>
                  <a:pt x="94416" y="51348"/>
                  <a:pt x="93890" y="49754"/>
                  <a:pt x="93890" y="47733"/>
                </a:cubicBezTo>
                <a:cubicBezTo>
                  <a:pt x="93890" y="43870"/>
                  <a:pt x="95860" y="40322"/>
                  <a:pt x="99801" y="37088"/>
                </a:cubicBezTo>
                <a:cubicBezTo>
                  <a:pt x="103741" y="33855"/>
                  <a:pt x="109270" y="32238"/>
                  <a:pt x="116390" y="32238"/>
                </a:cubicBezTo>
                <a:cubicBezTo>
                  <a:pt x="121852" y="32238"/>
                  <a:pt x="126330" y="33154"/>
                  <a:pt x="129822" y="34987"/>
                </a:cubicBezTo>
                <a:cubicBezTo>
                  <a:pt x="132464" y="36374"/>
                  <a:pt x="134411" y="38543"/>
                  <a:pt x="135665" y="41496"/>
                </a:cubicBezTo>
                <a:cubicBezTo>
                  <a:pt x="136471" y="43418"/>
                  <a:pt x="136874" y="47353"/>
                  <a:pt x="136874" y="53301"/>
                </a:cubicBezTo>
                <a:lnTo>
                  <a:pt x="136874" y="74164"/>
                </a:lnTo>
                <a:cubicBezTo>
                  <a:pt x="136874" y="80022"/>
                  <a:pt x="136986" y="83611"/>
                  <a:pt x="137210" y="84930"/>
                </a:cubicBezTo>
                <a:cubicBezTo>
                  <a:pt x="137434" y="86250"/>
                  <a:pt x="137803" y="87134"/>
                  <a:pt x="138318" y="87581"/>
                </a:cubicBezTo>
                <a:cubicBezTo>
                  <a:pt x="138833" y="88028"/>
                  <a:pt x="139426" y="88251"/>
                  <a:pt x="140098" y="88251"/>
                </a:cubicBezTo>
                <a:cubicBezTo>
                  <a:pt x="140814" y="88251"/>
                  <a:pt x="141441" y="88094"/>
                  <a:pt x="141978" y="87781"/>
                </a:cubicBezTo>
                <a:cubicBezTo>
                  <a:pt x="142919" y="87199"/>
                  <a:pt x="144732" y="85564"/>
                  <a:pt x="147418" y="82878"/>
                </a:cubicBezTo>
                <a:lnTo>
                  <a:pt x="147418" y="86639"/>
                </a:lnTo>
                <a:cubicBezTo>
                  <a:pt x="142404" y="93355"/>
                  <a:pt x="137613" y="96713"/>
                  <a:pt x="133046" y="96713"/>
                </a:cubicBezTo>
                <a:cubicBezTo>
                  <a:pt x="130852" y="96713"/>
                  <a:pt x="129106" y="95958"/>
                  <a:pt x="127807" y="94446"/>
                </a:cubicBezTo>
                <a:cubicBezTo>
                  <a:pt x="126509" y="92934"/>
                  <a:pt x="125837" y="90355"/>
                  <a:pt x="125792" y="86710"/>
                </a:cubicBezTo>
                <a:moveTo>
                  <a:pt x="125792" y="82355"/>
                </a:moveTo>
                <a:lnTo>
                  <a:pt x="125792" y="58968"/>
                </a:lnTo>
                <a:cubicBezTo>
                  <a:pt x="119031" y="61649"/>
                  <a:pt x="114666" y="63548"/>
                  <a:pt x="112696" y="64664"/>
                </a:cubicBezTo>
                <a:cubicBezTo>
                  <a:pt x="109159" y="66630"/>
                  <a:pt x="106629" y="68686"/>
                  <a:pt x="105106" y="70831"/>
                </a:cubicBezTo>
                <a:cubicBezTo>
                  <a:pt x="103584" y="72974"/>
                  <a:pt x="102823" y="75319"/>
                  <a:pt x="102823" y="77866"/>
                </a:cubicBezTo>
                <a:cubicBezTo>
                  <a:pt x="102823" y="81083"/>
                  <a:pt x="103786" y="83752"/>
                  <a:pt x="105711" y="85875"/>
                </a:cubicBezTo>
                <a:cubicBezTo>
                  <a:pt x="107636" y="87996"/>
                  <a:pt x="109853" y="89057"/>
                  <a:pt x="112360" y="89057"/>
                </a:cubicBezTo>
                <a:cubicBezTo>
                  <a:pt x="115763" y="89057"/>
                  <a:pt x="120240" y="86823"/>
                  <a:pt x="125792" y="82355"/>
                </a:cubicBezTo>
                <a:close/>
                <a:moveTo>
                  <a:pt x="169801" y="45200"/>
                </a:moveTo>
                <a:cubicBezTo>
                  <a:pt x="177010" y="36558"/>
                  <a:pt x="183882" y="32238"/>
                  <a:pt x="190420" y="32238"/>
                </a:cubicBezTo>
                <a:cubicBezTo>
                  <a:pt x="193778" y="32238"/>
                  <a:pt x="196666" y="33075"/>
                  <a:pt x="199083" y="34750"/>
                </a:cubicBezTo>
                <a:cubicBezTo>
                  <a:pt x="201501" y="36423"/>
                  <a:pt x="203427" y="39181"/>
                  <a:pt x="204859" y="43021"/>
                </a:cubicBezTo>
                <a:cubicBezTo>
                  <a:pt x="205844" y="45701"/>
                  <a:pt x="206337" y="49809"/>
                  <a:pt x="206337" y="55346"/>
                </a:cubicBezTo>
                <a:lnTo>
                  <a:pt x="206337" y="81535"/>
                </a:lnTo>
                <a:cubicBezTo>
                  <a:pt x="206337" y="85452"/>
                  <a:pt x="206650" y="88109"/>
                  <a:pt x="207277" y="89506"/>
                </a:cubicBezTo>
                <a:cubicBezTo>
                  <a:pt x="207770" y="90632"/>
                  <a:pt x="208564" y="91511"/>
                  <a:pt x="209661" y="92142"/>
                </a:cubicBezTo>
                <a:cubicBezTo>
                  <a:pt x="210758" y="92772"/>
                  <a:pt x="212784" y="93086"/>
                  <a:pt x="215740" y="93086"/>
                </a:cubicBezTo>
                <a:lnTo>
                  <a:pt x="215740" y="95504"/>
                </a:lnTo>
                <a:lnTo>
                  <a:pt x="185315" y="95504"/>
                </a:lnTo>
                <a:lnTo>
                  <a:pt x="185315" y="93086"/>
                </a:lnTo>
                <a:lnTo>
                  <a:pt x="186591" y="93086"/>
                </a:lnTo>
                <a:cubicBezTo>
                  <a:pt x="189457" y="93086"/>
                  <a:pt x="191461" y="92648"/>
                  <a:pt x="192602" y="91771"/>
                </a:cubicBezTo>
                <a:cubicBezTo>
                  <a:pt x="193744" y="90892"/>
                  <a:pt x="194539" y="89597"/>
                  <a:pt x="194987" y="87886"/>
                </a:cubicBezTo>
                <a:cubicBezTo>
                  <a:pt x="195166" y="87210"/>
                  <a:pt x="195255" y="85093"/>
                  <a:pt x="195255" y="81535"/>
                </a:cubicBezTo>
                <a:lnTo>
                  <a:pt x="195255" y="56391"/>
                </a:lnTo>
                <a:cubicBezTo>
                  <a:pt x="195255" y="50802"/>
                  <a:pt x="194528" y="46745"/>
                  <a:pt x="193072" y="44220"/>
                </a:cubicBezTo>
                <a:cubicBezTo>
                  <a:pt x="191617" y="41694"/>
                  <a:pt x="189166" y="40431"/>
                  <a:pt x="185718" y="40431"/>
                </a:cubicBezTo>
                <a:cubicBezTo>
                  <a:pt x="180390" y="40431"/>
                  <a:pt x="175084" y="43342"/>
                  <a:pt x="169801" y="49163"/>
                </a:cubicBezTo>
                <a:lnTo>
                  <a:pt x="169801" y="81535"/>
                </a:lnTo>
                <a:cubicBezTo>
                  <a:pt x="169801" y="85722"/>
                  <a:pt x="170047" y="88312"/>
                  <a:pt x="170540" y="89304"/>
                </a:cubicBezTo>
                <a:cubicBezTo>
                  <a:pt x="171166" y="90610"/>
                  <a:pt x="172028" y="91567"/>
                  <a:pt x="173125" y="92176"/>
                </a:cubicBezTo>
                <a:cubicBezTo>
                  <a:pt x="174222" y="92783"/>
                  <a:pt x="176450" y="93086"/>
                  <a:pt x="179808" y="93086"/>
                </a:cubicBezTo>
                <a:lnTo>
                  <a:pt x="179808" y="95504"/>
                </a:lnTo>
                <a:lnTo>
                  <a:pt x="149384" y="95504"/>
                </a:lnTo>
                <a:lnTo>
                  <a:pt x="149384" y="93086"/>
                </a:lnTo>
                <a:lnTo>
                  <a:pt x="150727" y="93086"/>
                </a:lnTo>
                <a:cubicBezTo>
                  <a:pt x="153861" y="93086"/>
                  <a:pt x="155977" y="92288"/>
                  <a:pt x="157074" y="90690"/>
                </a:cubicBezTo>
                <a:cubicBezTo>
                  <a:pt x="158171" y="89090"/>
                  <a:pt x="158719" y="86039"/>
                  <a:pt x="158719" y="81535"/>
                </a:cubicBezTo>
                <a:lnTo>
                  <a:pt x="158719" y="58834"/>
                </a:lnTo>
                <a:cubicBezTo>
                  <a:pt x="158719" y="51446"/>
                  <a:pt x="158551" y="46946"/>
                  <a:pt x="158215" y="45334"/>
                </a:cubicBezTo>
                <a:cubicBezTo>
                  <a:pt x="157880" y="43722"/>
                  <a:pt x="157365" y="42625"/>
                  <a:pt x="156671" y="42043"/>
                </a:cubicBezTo>
                <a:cubicBezTo>
                  <a:pt x="155977" y="41461"/>
                  <a:pt x="155048" y="41170"/>
                  <a:pt x="153883" y="41170"/>
                </a:cubicBezTo>
                <a:cubicBezTo>
                  <a:pt x="152630" y="41170"/>
                  <a:pt x="151130" y="41506"/>
                  <a:pt x="149384" y="42178"/>
                </a:cubicBezTo>
                <a:lnTo>
                  <a:pt x="148376" y="39760"/>
                </a:lnTo>
                <a:lnTo>
                  <a:pt x="166913" y="32238"/>
                </a:lnTo>
                <a:lnTo>
                  <a:pt x="169801" y="32238"/>
                </a:lnTo>
                <a:lnTo>
                  <a:pt x="169801" y="45200"/>
                </a:lnTo>
                <a:close/>
                <a:moveTo>
                  <a:pt x="264096" y="88591"/>
                </a:moveTo>
                <a:cubicBezTo>
                  <a:pt x="261096" y="91724"/>
                  <a:pt x="258163" y="93973"/>
                  <a:pt x="255298" y="95338"/>
                </a:cubicBezTo>
                <a:cubicBezTo>
                  <a:pt x="252432" y="96703"/>
                  <a:pt x="249343" y="97385"/>
                  <a:pt x="246030" y="97385"/>
                </a:cubicBezTo>
                <a:cubicBezTo>
                  <a:pt x="239313" y="97385"/>
                  <a:pt x="233448" y="94582"/>
                  <a:pt x="228433" y="88975"/>
                </a:cubicBezTo>
                <a:cubicBezTo>
                  <a:pt x="223418" y="83367"/>
                  <a:pt x="220911" y="76161"/>
                  <a:pt x="220911" y="67357"/>
                </a:cubicBezTo>
                <a:cubicBezTo>
                  <a:pt x="220911" y="58555"/>
                  <a:pt x="223687" y="50501"/>
                  <a:pt x="229239" y="43196"/>
                </a:cubicBezTo>
                <a:cubicBezTo>
                  <a:pt x="234791" y="35890"/>
                  <a:pt x="241933" y="32238"/>
                  <a:pt x="250664" y="32238"/>
                </a:cubicBezTo>
                <a:cubicBezTo>
                  <a:pt x="256081" y="32238"/>
                  <a:pt x="260559" y="33961"/>
                  <a:pt x="264096" y="37407"/>
                </a:cubicBezTo>
                <a:lnTo>
                  <a:pt x="264096" y="25925"/>
                </a:lnTo>
                <a:cubicBezTo>
                  <a:pt x="264096" y="18924"/>
                  <a:pt x="263928" y="14622"/>
                  <a:pt x="263592" y="13017"/>
                </a:cubicBezTo>
                <a:cubicBezTo>
                  <a:pt x="263257" y="11412"/>
                  <a:pt x="262730" y="10319"/>
                  <a:pt x="262014" y="9738"/>
                </a:cubicBezTo>
                <a:cubicBezTo>
                  <a:pt x="261298" y="9156"/>
                  <a:pt x="260402" y="8865"/>
                  <a:pt x="259328" y="8865"/>
                </a:cubicBezTo>
                <a:cubicBezTo>
                  <a:pt x="258163" y="8865"/>
                  <a:pt x="256619" y="9224"/>
                  <a:pt x="254693" y="9940"/>
                </a:cubicBezTo>
                <a:lnTo>
                  <a:pt x="253820" y="7522"/>
                </a:lnTo>
                <a:lnTo>
                  <a:pt x="272156" y="0"/>
                </a:lnTo>
                <a:lnTo>
                  <a:pt x="275178" y="0"/>
                </a:lnTo>
                <a:lnTo>
                  <a:pt x="275178" y="71192"/>
                </a:lnTo>
                <a:cubicBezTo>
                  <a:pt x="275178" y="78371"/>
                  <a:pt x="275346" y="82752"/>
                  <a:pt x="275682" y="84334"/>
                </a:cubicBezTo>
                <a:cubicBezTo>
                  <a:pt x="276017" y="85917"/>
                  <a:pt x="276555" y="87022"/>
                  <a:pt x="277293" y="87648"/>
                </a:cubicBezTo>
                <a:cubicBezTo>
                  <a:pt x="278032" y="88274"/>
                  <a:pt x="278894" y="88587"/>
                  <a:pt x="279879" y="88587"/>
                </a:cubicBezTo>
                <a:cubicBezTo>
                  <a:pt x="281088" y="88587"/>
                  <a:pt x="282700" y="88206"/>
                  <a:pt x="284715" y="87445"/>
                </a:cubicBezTo>
                <a:lnTo>
                  <a:pt x="285454" y="89863"/>
                </a:lnTo>
                <a:lnTo>
                  <a:pt x="267186" y="97385"/>
                </a:lnTo>
                <a:lnTo>
                  <a:pt x="264096" y="97385"/>
                </a:lnTo>
                <a:lnTo>
                  <a:pt x="264096" y="88591"/>
                </a:lnTo>
                <a:moveTo>
                  <a:pt x="264096" y="83900"/>
                </a:moveTo>
                <a:lnTo>
                  <a:pt x="264096" y="52279"/>
                </a:lnTo>
                <a:cubicBezTo>
                  <a:pt x="263827" y="49242"/>
                  <a:pt x="263022" y="46473"/>
                  <a:pt x="261678" y="43972"/>
                </a:cubicBezTo>
                <a:cubicBezTo>
                  <a:pt x="260335" y="41470"/>
                  <a:pt x="258555" y="39584"/>
                  <a:pt x="256339" y="38312"/>
                </a:cubicBezTo>
                <a:cubicBezTo>
                  <a:pt x="254123" y="37038"/>
                  <a:pt x="251962" y="36402"/>
                  <a:pt x="249858" y="36402"/>
                </a:cubicBezTo>
                <a:cubicBezTo>
                  <a:pt x="245918" y="36402"/>
                  <a:pt x="242403" y="38166"/>
                  <a:pt x="239313" y="41695"/>
                </a:cubicBezTo>
                <a:cubicBezTo>
                  <a:pt x="235239" y="46339"/>
                  <a:pt x="233202" y="53127"/>
                  <a:pt x="233202" y="62060"/>
                </a:cubicBezTo>
                <a:cubicBezTo>
                  <a:pt x="233202" y="71082"/>
                  <a:pt x="235172" y="77994"/>
                  <a:pt x="239112" y="82796"/>
                </a:cubicBezTo>
                <a:cubicBezTo>
                  <a:pt x="243052" y="87597"/>
                  <a:pt x="247440" y="89997"/>
                  <a:pt x="252276" y="89997"/>
                </a:cubicBezTo>
                <a:cubicBezTo>
                  <a:pt x="256350" y="89997"/>
                  <a:pt x="260290" y="87965"/>
                  <a:pt x="264096" y="83900"/>
                </a:cubicBezTo>
                <a:close/>
                <a:moveTo>
                  <a:pt x="305065" y="0"/>
                </a:moveTo>
                <a:cubicBezTo>
                  <a:pt x="306946" y="0"/>
                  <a:pt x="308546" y="664"/>
                  <a:pt x="309867" y="1992"/>
                </a:cubicBezTo>
                <a:cubicBezTo>
                  <a:pt x="311188" y="3318"/>
                  <a:pt x="311848" y="4927"/>
                  <a:pt x="311848" y="6817"/>
                </a:cubicBezTo>
                <a:cubicBezTo>
                  <a:pt x="311848" y="8707"/>
                  <a:pt x="311188" y="10328"/>
                  <a:pt x="309867" y="11678"/>
                </a:cubicBezTo>
                <a:cubicBezTo>
                  <a:pt x="308546" y="13027"/>
                  <a:pt x="306946" y="13701"/>
                  <a:pt x="305065" y="13701"/>
                </a:cubicBezTo>
                <a:cubicBezTo>
                  <a:pt x="303185" y="13701"/>
                  <a:pt x="301573" y="13027"/>
                  <a:pt x="300229" y="11678"/>
                </a:cubicBezTo>
                <a:cubicBezTo>
                  <a:pt x="298886" y="10328"/>
                  <a:pt x="298215" y="8707"/>
                  <a:pt x="298215" y="6817"/>
                </a:cubicBezTo>
                <a:cubicBezTo>
                  <a:pt x="298215" y="4927"/>
                  <a:pt x="298875" y="3318"/>
                  <a:pt x="300196" y="1992"/>
                </a:cubicBezTo>
                <a:cubicBezTo>
                  <a:pt x="301517" y="664"/>
                  <a:pt x="303140" y="0"/>
                  <a:pt x="305065" y="0"/>
                </a:cubicBezTo>
                <a:moveTo>
                  <a:pt x="310640" y="32238"/>
                </a:moveTo>
                <a:lnTo>
                  <a:pt x="310640" y="81535"/>
                </a:lnTo>
                <a:cubicBezTo>
                  <a:pt x="310640" y="85408"/>
                  <a:pt x="310919" y="87986"/>
                  <a:pt x="311479" y="89271"/>
                </a:cubicBezTo>
                <a:cubicBezTo>
                  <a:pt x="312039" y="90554"/>
                  <a:pt x="312867" y="91511"/>
                  <a:pt x="313964" y="92142"/>
                </a:cubicBezTo>
                <a:cubicBezTo>
                  <a:pt x="315061" y="92772"/>
                  <a:pt x="317065" y="93086"/>
                  <a:pt x="319975" y="93086"/>
                </a:cubicBezTo>
                <a:lnTo>
                  <a:pt x="319975" y="95504"/>
                </a:lnTo>
                <a:lnTo>
                  <a:pt x="290088" y="95504"/>
                </a:lnTo>
                <a:lnTo>
                  <a:pt x="290088" y="93086"/>
                </a:lnTo>
                <a:cubicBezTo>
                  <a:pt x="293088" y="93086"/>
                  <a:pt x="295103" y="92794"/>
                  <a:pt x="296133" y="92209"/>
                </a:cubicBezTo>
                <a:cubicBezTo>
                  <a:pt x="297162" y="91623"/>
                  <a:pt x="297979" y="90655"/>
                  <a:pt x="298584" y="89304"/>
                </a:cubicBezTo>
                <a:cubicBezTo>
                  <a:pt x="299188" y="87953"/>
                  <a:pt x="299491" y="85363"/>
                  <a:pt x="299491" y="81535"/>
                </a:cubicBezTo>
                <a:lnTo>
                  <a:pt x="299491" y="58028"/>
                </a:lnTo>
                <a:cubicBezTo>
                  <a:pt x="299491" y="51329"/>
                  <a:pt x="299289" y="46990"/>
                  <a:pt x="298886" y="45011"/>
                </a:cubicBezTo>
                <a:cubicBezTo>
                  <a:pt x="298573" y="43571"/>
                  <a:pt x="298080" y="42572"/>
                  <a:pt x="297409" y="42012"/>
                </a:cubicBezTo>
                <a:cubicBezTo>
                  <a:pt x="296737" y="41451"/>
                  <a:pt x="295819" y="41170"/>
                  <a:pt x="294655" y="41170"/>
                </a:cubicBezTo>
                <a:cubicBezTo>
                  <a:pt x="293401" y="41170"/>
                  <a:pt x="291879" y="41506"/>
                  <a:pt x="290088" y="42178"/>
                </a:cubicBezTo>
                <a:lnTo>
                  <a:pt x="289148" y="39760"/>
                </a:lnTo>
                <a:lnTo>
                  <a:pt x="307684" y="32238"/>
                </a:lnTo>
                <a:lnTo>
                  <a:pt x="310640" y="32238"/>
                </a:lnTo>
                <a:close/>
                <a:moveTo>
                  <a:pt x="370971" y="88591"/>
                </a:moveTo>
                <a:cubicBezTo>
                  <a:pt x="367971" y="91724"/>
                  <a:pt x="365038" y="93973"/>
                  <a:pt x="362172" y="95338"/>
                </a:cubicBezTo>
                <a:cubicBezTo>
                  <a:pt x="359307" y="96703"/>
                  <a:pt x="356217" y="97385"/>
                  <a:pt x="352904" y="97385"/>
                </a:cubicBezTo>
                <a:cubicBezTo>
                  <a:pt x="346188" y="97385"/>
                  <a:pt x="340322" y="94582"/>
                  <a:pt x="335308" y="88975"/>
                </a:cubicBezTo>
                <a:cubicBezTo>
                  <a:pt x="330293" y="83367"/>
                  <a:pt x="327785" y="76161"/>
                  <a:pt x="327785" y="67357"/>
                </a:cubicBezTo>
                <a:cubicBezTo>
                  <a:pt x="327785" y="58555"/>
                  <a:pt x="330562" y="50501"/>
                  <a:pt x="336114" y="43196"/>
                </a:cubicBezTo>
                <a:cubicBezTo>
                  <a:pt x="341666" y="35890"/>
                  <a:pt x="348807" y="32238"/>
                  <a:pt x="357538" y="32238"/>
                </a:cubicBezTo>
                <a:cubicBezTo>
                  <a:pt x="362956" y="32238"/>
                  <a:pt x="367433" y="33961"/>
                  <a:pt x="370971" y="37407"/>
                </a:cubicBezTo>
                <a:lnTo>
                  <a:pt x="370971" y="25925"/>
                </a:lnTo>
                <a:cubicBezTo>
                  <a:pt x="370971" y="18924"/>
                  <a:pt x="370803" y="14622"/>
                  <a:pt x="370467" y="13017"/>
                </a:cubicBezTo>
                <a:cubicBezTo>
                  <a:pt x="370131" y="11412"/>
                  <a:pt x="369605" y="10319"/>
                  <a:pt x="368889" y="9738"/>
                </a:cubicBezTo>
                <a:cubicBezTo>
                  <a:pt x="368172" y="9156"/>
                  <a:pt x="367277" y="8865"/>
                  <a:pt x="366202" y="8865"/>
                </a:cubicBezTo>
                <a:cubicBezTo>
                  <a:pt x="365038" y="8865"/>
                  <a:pt x="363493" y="9224"/>
                  <a:pt x="361568" y="9940"/>
                </a:cubicBezTo>
                <a:lnTo>
                  <a:pt x="360695" y="7522"/>
                </a:lnTo>
                <a:lnTo>
                  <a:pt x="379030" y="0"/>
                </a:lnTo>
                <a:lnTo>
                  <a:pt x="382052" y="0"/>
                </a:lnTo>
                <a:lnTo>
                  <a:pt x="382052" y="71192"/>
                </a:lnTo>
                <a:cubicBezTo>
                  <a:pt x="382052" y="78371"/>
                  <a:pt x="382220" y="82752"/>
                  <a:pt x="382556" y="84334"/>
                </a:cubicBezTo>
                <a:cubicBezTo>
                  <a:pt x="382892" y="85917"/>
                  <a:pt x="383429" y="87022"/>
                  <a:pt x="384168" y="87648"/>
                </a:cubicBezTo>
                <a:cubicBezTo>
                  <a:pt x="384907" y="88274"/>
                  <a:pt x="385769" y="88587"/>
                  <a:pt x="386754" y="88587"/>
                </a:cubicBezTo>
                <a:cubicBezTo>
                  <a:pt x="387963" y="88587"/>
                  <a:pt x="389574" y="88206"/>
                  <a:pt x="391589" y="87445"/>
                </a:cubicBezTo>
                <a:lnTo>
                  <a:pt x="392328" y="89863"/>
                </a:lnTo>
                <a:lnTo>
                  <a:pt x="374060" y="97385"/>
                </a:lnTo>
                <a:lnTo>
                  <a:pt x="370971" y="97385"/>
                </a:lnTo>
                <a:lnTo>
                  <a:pt x="370971" y="88591"/>
                </a:lnTo>
                <a:moveTo>
                  <a:pt x="370971" y="83900"/>
                </a:moveTo>
                <a:lnTo>
                  <a:pt x="370971" y="52279"/>
                </a:lnTo>
                <a:cubicBezTo>
                  <a:pt x="370702" y="49242"/>
                  <a:pt x="369896" y="46473"/>
                  <a:pt x="368553" y="43972"/>
                </a:cubicBezTo>
                <a:cubicBezTo>
                  <a:pt x="367210" y="41470"/>
                  <a:pt x="365430" y="39584"/>
                  <a:pt x="363213" y="38312"/>
                </a:cubicBezTo>
                <a:cubicBezTo>
                  <a:pt x="360997" y="37038"/>
                  <a:pt x="358837" y="36402"/>
                  <a:pt x="356732" y="36402"/>
                </a:cubicBezTo>
                <a:cubicBezTo>
                  <a:pt x="352792" y="36402"/>
                  <a:pt x="349277" y="38166"/>
                  <a:pt x="346188" y="41695"/>
                </a:cubicBezTo>
                <a:cubicBezTo>
                  <a:pt x="342113" y="46339"/>
                  <a:pt x="340076" y="53127"/>
                  <a:pt x="340076" y="62060"/>
                </a:cubicBezTo>
                <a:cubicBezTo>
                  <a:pt x="340076" y="71082"/>
                  <a:pt x="342046" y="77994"/>
                  <a:pt x="345986" y="82796"/>
                </a:cubicBezTo>
                <a:cubicBezTo>
                  <a:pt x="349927" y="87597"/>
                  <a:pt x="354314" y="89997"/>
                  <a:pt x="359150" y="89997"/>
                </a:cubicBezTo>
                <a:cubicBezTo>
                  <a:pt x="363225" y="89997"/>
                  <a:pt x="367165" y="87965"/>
                  <a:pt x="370971" y="83900"/>
                </a:cubicBezTo>
                <a:close/>
                <a:moveTo>
                  <a:pt x="431148" y="86710"/>
                </a:moveTo>
                <a:cubicBezTo>
                  <a:pt x="424835" y="91589"/>
                  <a:pt x="420872" y="94409"/>
                  <a:pt x="419260" y="95168"/>
                </a:cubicBezTo>
                <a:cubicBezTo>
                  <a:pt x="416842" y="96288"/>
                  <a:pt x="414268" y="96848"/>
                  <a:pt x="411537" y="96848"/>
                </a:cubicBezTo>
                <a:cubicBezTo>
                  <a:pt x="407283" y="96848"/>
                  <a:pt x="403779" y="95392"/>
                  <a:pt x="401026" y="92482"/>
                </a:cubicBezTo>
                <a:cubicBezTo>
                  <a:pt x="398272" y="89572"/>
                  <a:pt x="396895" y="85743"/>
                  <a:pt x="396895" y="80997"/>
                </a:cubicBezTo>
                <a:cubicBezTo>
                  <a:pt x="396895" y="77997"/>
                  <a:pt x="397567" y="75400"/>
                  <a:pt x="398910" y="73207"/>
                </a:cubicBezTo>
                <a:cubicBezTo>
                  <a:pt x="400746" y="70162"/>
                  <a:pt x="403936" y="67296"/>
                  <a:pt x="408481" y="64610"/>
                </a:cubicBezTo>
                <a:cubicBezTo>
                  <a:pt x="413025" y="61923"/>
                  <a:pt x="420581" y="58655"/>
                  <a:pt x="431148" y="54804"/>
                </a:cubicBezTo>
                <a:lnTo>
                  <a:pt x="431148" y="52395"/>
                </a:lnTo>
                <a:cubicBezTo>
                  <a:pt x="431148" y="46283"/>
                  <a:pt x="430174" y="42090"/>
                  <a:pt x="428226" y="39814"/>
                </a:cubicBezTo>
                <a:cubicBezTo>
                  <a:pt x="426279" y="37539"/>
                  <a:pt x="423447" y="36402"/>
                  <a:pt x="419730" y="36402"/>
                </a:cubicBezTo>
                <a:cubicBezTo>
                  <a:pt x="416910" y="36402"/>
                  <a:pt x="414671" y="37163"/>
                  <a:pt x="413014" y="38685"/>
                </a:cubicBezTo>
                <a:cubicBezTo>
                  <a:pt x="411313" y="40208"/>
                  <a:pt x="410462" y="41954"/>
                  <a:pt x="410462" y="43924"/>
                </a:cubicBezTo>
                <a:lnTo>
                  <a:pt x="410596" y="47819"/>
                </a:lnTo>
                <a:cubicBezTo>
                  <a:pt x="410596" y="49879"/>
                  <a:pt x="410070" y="51468"/>
                  <a:pt x="409018" y="52588"/>
                </a:cubicBezTo>
                <a:cubicBezTo>
                  <a:pt x="407966" y="53707"/>
                  <a:pt x="406589" y="54267"/>
                  <a:pt x="404888" y="54267"/>
                </a:cubicBezTo>
                <a:cubicBezTo>
                  <a:pt x="403231" y="54267"/>
                  <a:pt x="401876" y="53683"/>
                  <a:pt x="400824" y="52516"/>
                </a:cubicBezTo>
                <a:cubicBezTo>
                  <a:pt x="399772" y="51348"/>
                  <a:pt x="399246" y="49754"/>
                  <a:pt x="399246" y="47733"/>
                </a:cubicBezTo>
                <a:cubicBezTo>
                  <a:pt x="399246" y="43870"/>
                  <a:pt x="401216" y="40322"/>
                  <a:pt x="405156" y="37088"/>
                </a:cubicBezTo>
                <a:cubicBezTo>
                  <a:pt x="409096" y="33855"/>
                  <a:pt x="414626" y="32238"/>
                  <a:pt x="421745" y="32238"/>
                </a:cubicBezTo>
                <a:cubicBezTo>
                  <a:pt x="427208" y="32238"/>
                  <a:pt x="431685" y="33154"/>
                  <a:pt x="435178" y="34987"/>
                </a:cubicBezTo>
                <a:cubicBezTo>
                  <a:pt x="437819" y="36374"/>
                  <a:pt x="439767" y="38543"/>
                  <a:pt x="441021" y="41496"/>
                </a:cubicBezTo>
                <a:cubicBezTo>
                  <a:pt x="441827" y="43418"/>
                  <a:pt x="442230" y="47353"/>
                  <a:pt x="442230" y="53301"/>
                </a:cubicBezTo>
                <a:lnTo>
                  <a:pt x="442230" y="74164"/>
                </a:lnTo>
                <a:cubicBezTo>
                  <a:pt x="442230" y="80022"/>
                  <a:pt x="442342" y="83611"/>
                  <a:pt x="442565" y="84930"/>
                </a:cubicBezTo>
                <a:cubicBezTo>
                  <a:pt x="442789" y="86250"/>
                  <a:pt x="443159" y="87134"/>
                  <a:pt x="443674" y="87581"/>
                </a:cubicBezTo>
                <a:cubicBezTo>
                  <a:pt x="444189" y="88028"/>
                  <a:pt x="444782" y="88251"/>
                  <a:pt x="445453" y="88251"/>
                </a:cubicBezTo>
                <a:cubicBezTo>
                  <a:pt x="446170" y="88251"/>
                  <a:pt x="446797" y="88094"/>
                  <a:pt x="447334" y="87781"/>
                </a:cubicBezTo>
                <a:cubicBezTo>
                  <a:pt x="448274" y="87199"/>
                  <a:pt x="450088" y="85564"/>
                  <a:pt x="452774" y="82878"/>
                </a:cubicBezTo>
                <a:lnTo>
                  <a:pt x="452774" y="86639"/>
                </a:lnTo>
                <a:cubicBezTo>
                  <a:pt x="447759" y="93355"/>
                  <a:pt x="442968" y="96713"/>
                  <a:pt x="438401" y="96713"/>
                </a:cubicBezTo>
                <a:cubicBezTo>
                  <a:pt x="436207" y="96713"/>
                  <a:pt x="434461" y="95958"/>
                  <a:pt x="433163" y="94446"/>
                </a:cubicBezTo>
                <a:cubicBezTo>
                  <a:pt x="431864" y="92934"/>
                  <a:pt x="431193" y="90355"/>
                  <a:pt x="431148" y="86710"/>
                </a:cubicBezTo>
                <a:moveTo>
                  <a:pt x="431148" y="82355"/>
                </a:moveTo>
                <a:lnTo>
                  <a:pt x="431148" y="58968"/>
                </a:lnTo>
                <a:cubicBezTo>
                  <a:pt x="424387" y="61649"/>
                  <a:pt x="420021" y="63548"/>
                  <a:pt x="418051" y="64664"/>
                </a:cubicBezTo>
                <a:cubicBezTo>
                  <a:pt x="414514" y="66630"/>
                  <a:pt x="411984" y="68686"/>
                  <a:pt x="410462" y="70831"/>
                </a:cubicBezTo>
                <a:cubicBezTo>
                  <a:pt x="408940" y="72974"/>
                  <a:pt x="408179" y="75319"/>
                  <a:pt x="408179" y="77866"/>
                </a:cubicBezTo>
                <a:cubicBezTo>
                  <a:pt x="408179" y="81083"/>
                  <a:pt x="409141" y="83752"/>
                  <a:pt x="411066" y="85875"/>
                </a:cubicBezTo>
                <a:cubicBezTo>
                  <a:pt x="412992" y="87996"/>
                  <a:pt x="415208" y="89057"/>
                  <a:pt x="417716" y="89057"/>
                </a:cubicBezTo>
                <a:cubicBezTo>
                  <a:pt x="421118" y="89057"/>
                  <a:pt x="425596" y="86823"/>
                  <a:pt x="431148" y="82355"/>
                </a:cubicBezTo>
                <a:close/>
                <a:moveTo>
                  <a:pt x="475090" y="13701"/>
                </a:moveTo>
                <a:lnTo>
                  <a:pt x="475090" y="33984"/>
                </a:lnTo>
                <a:lnTo>
                  <a:pt x="489462" y="33984"/>
                </a:lnTo>
                <a:lnTo>
                  <a:pt x="489462" y="38551"/>
                </a:lnTo>
                <a:lnTo>
                  <a:pt x="475090" y="38685"/>
                </a:lnTo>
                <a:lnTo>
                  <a:pt x="475090" y="78634"/>
                </a:lnTo>
                <a:cubicBezTo>
                  <a:pt x="475090" y="82623"/>
                  <a:pt x="475660" y="85313"/>
                  <a:pt x="476802" y="86704"/>
                </a:cubicBezTo>
                <a:cubicBezTo>
                  <a:pt x="477944" y="88093"/>
                  <a:pt x="479410" y="88788"/>
                  <a:pt x="481201" y="88788"/>
                </a:cubicBezTo>
                <a:cubicBezTo>
                  <a:pt x="482679" y="88788"/>
                  <a:pt x="484112" y="88324"/>
                  <a:pt x="485500" y="87394"/>
                </a:cubicBezTo>
                <a:cubicBezTo>
                  <a:pt x="486888" y="86465"/>
                  <a:pt x="487962" y="85094"/>
                  <a:pt x="488723" y="83281"/>
                </a:cubicBezTo>
                <a:lnTo>
                  <a:pt x="491343" y="83281"/>
                </a:lnTo>
                <a:cubicBezTo>
                  <a:pt x="489776" y="87691"/>
                  <a:pt x="487559" y="91010"/>
                  <a:pt x="484694" y="93238"/>
                </a:cubicBezTo>
                <a:cubicBezTo>
                  <a:pt x="481828" y="95465"/>
                  <a:pt x="478873" y="96579"/>
                  <a:pt x="475828" y="96579"/>
                </a:cubicBezTo>
                <a:cubicBezTo>
                  <a:pt x="473769" y="96579"/>
                  <a:pt x="471754" y="96006"/>
                  <a:pt x="469784" y="94860"/>
                </a:cubicBezTo>
                <a:cubicBezTo>
                  <a:pt x="467814" y="93714"/>
                  <a:pt x="466358" y="92074"/>
                  <a:pt x="465418" y="89940"/>
                </a:cubicBezTo>
                <a:cubicBezTo>
                  <a:pt x="464478" y="87807"/>
                  <a:pt x="464008" y="84516"/>
                  <a:pt x="464008" y="80068"/>
                </a:cubicBezTo>
                <a:lnTo>
                  <a:pt x="464008" y="38551"/>
                </a:lnTo>
                <a:lnTo>
                  <a:pt x="454269" y="38551"/>
                </a:lnTo>
                <a:lnTo>
                  <a:pt x="454269" y="36398"/>
                </a:lnTo>
                <a:cubicBezTo>
                  <a:pt x="456732" y="35418"/>
                  <a:pt x="459251" y="33760"/>
                  <a:pt x="461825" y="31423"/>
                </a:cubicBezTo>
                <a:cubicBezTo>
                  <a:pt x="464400" y="29087"/>
                  <a:pt x="466694" y="26302"/>
                  <a:pt x="468709" y="23068"/>
                </a:cubicBezTo>
                <a:cubicBezTo>
                  <a:pt x="469739" y="21361"/>
                  <a:pt x="471172" y="18239"/>
                  <a:pt x="473008" y="13701"/>
                </a:cubicBezTo>
                <a:lnTo>
                  <a:pt x="475090" y="13701"/>
                </a:lnTo>
                <a:close/>
                <a:moveTo>
                  <a:pt x="505668" y="57222"/>
                </a:moveTo>
                <a:cubicBezTo>
                  <a:pt x="505624" y="66314"/>
                  <a:pt x="507840" y="73445"/>
                  <a:pt x="512317" y="78615"/>
                </a:cubicBezTo>
                <a:cubicBezTo>
                  <a:pt x="516795" y="83785"/>
                  <a:pt x="522056" y="86370"/>
                  <a:pt x="528101" y="86370"/>
                </a:cubicBezTo>
                <a:cubicBezTo>
                  <a:pt x="532130" y="86370"/>
                  <a:pt x="535634" y="85257"/>
                  <a:pt x="538611" y="83031"/>
                </a:cubicBezTo>
                <a:cubicBezTo>
                  <a:pt x="541589" y="80805"/>
                  <a:pt x="544085" y="76993"/>
                  <a:pt x="546100" y="71595"/>
                </a:cubicBezTo>
                <a:lnTo>
                  <a:pt x="548182" y="72944"/>
                </a:lnTo>
                <a:cubicBezTo>
                  <a:pt x="547242" y="79110"/>
                  <a:pt x="544510" y="84726"/>
                  <a:pt x="539988" y="89789"/>
                </a:cubicBezTo>
                <a:cubicBezTo>
                  <a:pt x="535466" y="94853"/>
                  <a:pt x="529802" y="97385"/>
                  <a:pt x="522996" y="97385"/>
                </a:cubicBezTo>
                <a:cubicBezTo>
                  <a:pt x="515608" y="97385"/>
                  <a:pt x="509284" y="94514"/>
                  <a:pt x="504023" y="88773"/>
                </a:cubicBezTo>
                <a:cubicBezTo>
                  <a:pt x="498762" y="83031"/>
                  <a:pt x="496131" y="75312"/>
                  <a:pt x="496131" y="65615"/>
                </a:cubicBezTo>
                <a:cubicBezTo>
                  <a:pt x="496131" y="55115"/>
                  <a:pt x="498829" y="46928"/>
                  <a:pt x="504224" y="41053"/>
                </a:cubicBezTo>
                <a:cubicBezTo>
                  <a:pt x="509620" y="35176"/>
                  <a:pt x="516392" y="32238"/>
                  <a:pt x="524541" y="32238"/>
                </a:cubicBezTo>
                <a:cubicBezTo>
                  <a:pt x="531436" y="32238"/>
                  <a:pt x="537100" y="34504"/>
                  <a:pt x="541533" y="39038"/>
                </a:cubicBezTo>
                <a:cubicBezTo>
                  <a:pt x="545966" y="43570"/>
                  <a:pt x="548182" y="49631"/>
                  <a:pt x="548182" y="57222"/>
                </a:cubicBezTo>
                <a:lnTo>
                  <a:pt x="505668" y="57222"/>
                </a:lnTo>
                <a:moveTo>
                  <a:pt x="505668" y="53327"/>
                </a:moveTo>
                <a:lnTo>
                  <a:pt x="534145" y="53327"/>
                </a:lnTo>
                <a:cubicBezTo>
                  <a:pt x="533921" y="49419"/>
                  <a:pt x="533451" y="46666"/>
                  <a:pt x="532735" y="45068"/>
                </a:cubicBezTo>
                <a:cubicBezTo>
                  <a:pt x="531615" y="42580"/>
                  <a:pt x="529948" y="40626"/>
                  <a:pt x="527731" y="39206"/>
                </a:cubicBezTo>
                <a:cubicBezTo>
                  <a:pt x="525515" y="37784"/>
                  <a:pt x="523198" y="37073"/>
                  <a:pt x="520780" y="37073"/>
                </a:cubicBezTo>
                <a:cubicBezTo>
                  <a:pt x="517064" y="37073"/>
                  <a:pt x="513739" y="38505"/>
                  <a:pt x="510806" y="41370"/>
                </a:cubicBezTo>
                <a:cubicBezTo>
                  <a:pt x="507874" y="44234"/>
                  <a:pt x="506161" y="48219"/>
                  <a:pt x="505668" y="53327"/>
                </a:cubicBezTo>
                <a:close/>
                <a:moveTo>
                  <a:pt x="586213" y="39894"/>
                </a:moveTo>
                <a:lnTo>
                  <a:pt x="605153" y="32372"/>
                </a:lnTo>
                <a:lnTo>
                  <a:pt x="607705" y="32372"/>
                </a:lnTo>
                <a:lnTo>
                  <a:pt x="607705" y="46812"/>
                </a:lnTo>
                <a:cubicBezTo>
                  <a:pt x="610884" y="41419"/>
                  <a:pt x="614074" y="37642"/>
                  <a:pt x="617276" y="35480"/>
                </a:cubicBezTo>
                <a:cubicBezTo>
                  <a:pt x="620477" y="33319"/>
                  <a:pt x="623846" y="32238"/>
                  <a:pt x="627384" y="32238"/>
                </a:cubicBezTo>
                <a:cubicBezTo>
                  <a:pt x="633562" y="32238"/>
                  <a:pt x="638712" y="34653"/>
                  <a:pt x="642831" y="39483"/>
                </a:cubicBezTo>
                <a:cubicBezTo>
                  <a:pt x="647890" y="45387"/>
                  <a:pt x="650420" y="53081"/>
                  <a:pt x="650420" y="62563"/>
                </a:cubicBezTo>
                <a:cubicBezTo>
                  <a:pt x="650420" y="73164"/>
                  <a:pt x="647375" y="81931"/>
                  <a:pt x="641286" y="88864"/>
                </a:cubicBezTo>
                <a:cubicBezTo>
                  <a:pt x="636271" y="94544"/>
                  <a:pt x="629958" y="97385"/>
                  <a:pt x="622346" y="97385"/>
                </a:cubicBezTo>
                <a:cubicBezTo>
                  <a:pt x="619033" y="97385"/>
                  <a:pt x="616168" y="96915"/>
                  <a:pt x="613750" y="95974"/>
                </a:cubicBezTo>
                <a:cubicBezTo>
                  <a:pt x="611959" y="95303"/>
                  <a:pt x="609944" y="93960"/>
                  <a:pt x="607705" y="91945"/>
                </a:cubicBezTo>
                <a:lnTo>
                  <a:pt x="607705" y="110683"/>
                </a:lnTo>
                <a:cubicBezTo>
                  <a:pt x="607705" y="114916"/>
                  <a:pt x="607963" y="117606"/>
                  <a:pt x="608477" y="118755"/>
                </a:cubicBezTo>
                <a:cubicBezTo>
                  <a:pt x="608992" y="119904"/>
                  <a:pt x="609888" y="120815"/>
                  <a:pt x="611164" y="121490"/>
                </a:cubicBezTo>
                <a:cubicBezTo>
                  <a:pt x="612440" y="122165"/>
                  <a:pt x="614757" y="122503"/>
                  <a:pt x="618115" y="122503"/>
                </a:cubicBezTo>
                <a:lnTo>
                  <a:pt x="618115" y="124921"/>
                </a:lnTo>
                <a:lnTo>
                  <a:pt x="585878" y="124921"/>
                </a:lnTo>
                <a:lnTo>
                  <a:pt x="585878" y="122503"/>
                </a:lnTo>
                <a:lnTo>
                  <a:pt x="587557" y="122503"/>
                </a:lnTo>
                <a:cubicBezTo>
                  <a:pt x="590019" y="122548"/>
                  <a:pt x="592124" y="122075"/>
                  <a:pt x="593870" y="121085"/>
                </a:cubicBezTo>
                <a:cubicBezTo>
                  <a:pt x="594720" y="120589"/>
                  <a:pt x="595381" y="119790"/>
                  <a:pt x="595851" y="118688"/>
                </a:cubicBezTo>
                <a:cubicBezTo>
                  <a:pt x="596321" y="117585"/>
                  <a:pt x="596556" y="114783"/>
                  <a:pt x="596556" y="110280"/>
                </a:cubicBezTo>
                <a:lnTo>
                  <a:pt x="596556" y="51983"/>
                </a:lnTo>
                <a:cubicBezTo>
                  <a:pt x="596556" y="47972"/>
                  <a:pt x="596377" y="45425"/>
                  <a:pt x="596019" y="44344"/>
                </a:cubicBezTo>
                <a:cubicBezTo>
                  <a:pt x="595661" y="43261"/>
                  <a:pt x="595090" y="42450"/>
                  <a:pt x="594306" y="41911"/>
                </a:cubicBezTo>
                <a:cubicBezTo>
                  <a:pt x="593523" y="41372"/>
                  <a:pt x="592459" y="41103"/>
                  <a:pt x="591116" y="41103"/>
                </a:cubicBezTo>
                <a:cubicBezTo>
                  <a:pt x="590042" y="41103"/>
                  <a:pt x="588676" y="41417"/>
                  <a:pt x="587019" y="42043"/>
                </a:cubicBezTo>
                <a:lnTo>
                  <a:pt x="586213" y="39894"/>
                </a:lnTo>
                <a:moveTo>
                  <a:pt x="607705" y="50774"/>
                </a:moveTo>
                <a:lnTo>
                  <a:pt x="607705" y="73744"/>
                </a:lnTo>
                <a:cubicBezTo>
                  <a:pt x="607705" y="78714"/>
                  <a:pt x="607907" y="81982"/>
                  <a:pt x="608310" y="83549"/>
                </a:cubicBezTo>
                <a:cubicBezTo>
                  <a:pt x="608936" y="86146"/>
                  <a:pt x="610470" y="88430"/>
                  <a:pt x="612910" y="90400"/>
                </a:cubicBezTo>
                <a:cubicBezTo>
                  <a:pt x="615350" y="92370"/>
                  <a:pt x="618429" y="93355"/>
                  <a:pt x="622145" y="93355"/>
                </a:cubicBezTo>
                <a:cubicBezTo>
                  <a:pt x="626622" y="93355"/>
                  <a:pt x="630249" y="91609"/>
                  <a:pt x="633025" y="88116"/>
                </a:cubicBezTo>
                <a:cubicBezTo>
                  <a:pt x="636652" y="83549"/>
                  <a:pt x="638465" y="77124"/>
                  <a:pt x="638465" y="68841"/>
                </a:cubicBezTo>
                <a:cubicBezTo>
                  <a:pt x="638465" y="59438"/>
                  <a:pt x="636406" y="52207"/>
                  <a:pt x="632286" y="47148"/>
                </a:cubicBezTo>
                <a:cubicBezTo>
                  <a:pt x="629421" y="43655"/>
                  <a:pt x="626018" y="41909"/>
                  <a:pt x="622078" y="41909"/>
                </a:cubicBezTo>
                <a:cubicBezTo>
                  <a:pt x="619929" y="41909"/>
                  <a:pt x="617802" y="42446"/>
                  <a:pt x="615697" y="43521"/>
                </a:cubicBezTo>
                <a:cubicBezTo>
                  <a:pt x="614086" y="44327"/>
                  <a:pt x="611421" y="46745"/>
                  <a:pt x="607705" y="50774"/>
                </a:cubicBezTo>
                <a:close/>
                <a:moveTo>
                  <a:pt x="694277" y="86710"/>
                </a:moveTo>
                <a:cubicBezTo>
                  <a:pt x="687964" y="91589"/>
                  <a:pt x="684001" y="94409"/>
                  <a:pt x="682389" y="95168"/>
                </a:cubicBezTo>
                <a:cubicBezTo>
                  <a:pt x="679971" y="96288"/>
                  <a:pt x="677397" y="96848"/>
                  <a:pt x="674666" y="96848"/>
                </a:cubicBezTo>
                <a:cubicBezTo>
                  <a:pt x="670412" y="96848"/>
                  <a:pt x="666908" y="95392"/>
                  <a:pt x="664155" y="92482"/>
                </a:cubicBezTo>
                <a:cubicBezTo>
                  <a:pt x="661401" y="89572"/>
                  <a:pt x="660024" y="85743"/>
                  <a:pt x="660024" y="80997"/>
                </a:cubicBezTo>
                <a:cubicBezTo>
                  <a:pt x="660024" y="77997"/>
                  <a:pt x="660696" y="75400"/>
                  <a:pt x="662039" y="73207"/>
                </a:cubicBezTo>
                <a:cubicBezTo>
                  <a:pt x="663875" y="70162"/>
                  <a:pt x="667065" y="67296"/>
                  <a:pt x="671610" y="64610"/>
                </a:cubicBezTo>
                <a:cubicBezTo>
                  <a:pt x="676154" y="61923"/>
                  <a:pt x="683710" y="58655"/>
                  <a:pt x="694277" y="54804"/>
                </a:cubicBezTo>
                <a:lnTo>
                  <a:pt x="694277" y="52395"/>
                </a:lnTo>
                <a:cubicBezTo>
                  <a:pt x="694277" y="46283"/>
                  <a:pt x="693303" y="42090"/>
                  <a:pt x="691355" y="39814"/>
                </a:cubicBezTo>
                <a:cubicBezTo>
                  <a:pt x="689408" y="37539"/>
                  <a:pt x="686576" y="36402"/>
                  <a:pt x="682859" y="36402"/>
                </a:cubicBezTo>
                <a:cubicBezTo>
                  <a:pt x="680038" y="36402"/>
                  <a:pt x="677800" y="37163"/>
                  <a:pt x="676143" y="38685"/>
                </a:cubicBezTo>
                <a:cubicBezTo>
                  <a:pt x="674442" y="40208"/>
                  <a:pt x="673591" y="41954"/>
                  <a:pt x="673591" y="43924"/>
                </a:cubicBezTo>
                <a:lnTo>
                  <a:pt x="673725" y="47819"/>
                </a:lnTo>
                <a:cubicBezTo>
                  <a:pt x="673725" y="49879"/>
                  <a:pt x="673199" y="51468"/>
                  <a:pt x="672147" y="52588"/>
                </a:cubicBezTo>
                <a:cubicBezTo>
                  <a:pt x="671095" y="53707"/>
                  <a:pt x="669718" y="54267"/>
                  <a:pt x="668016" y="54267"/>
                </a:cubicBezTo>
                <a:cubicBezTo>
                  <a:pt x="666360" y="54267"/>
                  <a:pt x="665005" y="53683"/>
                  <a:pt x="663953" y="52516"/>
                </a:cubicBezTo>
                <a:cubicBezTo>
                  <a:pt x="662901" y="51348"/>
                  <a:pt x="662375" y="49754"/>
                  <a:pt x="662375" y="47733"/>
                </a:cubicBezTo>
                <a:cubicBezTo>
                  <a:pt x="662375" y="43870"/>
                  <a:pt x="664345" y="40322"/>
                  <a:pt x="668285" y="37088"/>
                </a:cubicBezTo>
                <a:cubicBezTo>
                  <a:pt x="672225" y="33855"/>
                  <a:pt x="677755" y="32238"/>
                  <a:pt x="684874" y="32238"/>
                </a:cubicBezTo>
                <a:cubicBezTo>
                  <a:pt x="690337" y="32238"/>
                  <a:pt x="694814" y="33154"/>
                  <a:pt x="698307" y="34987"/>
                </a:cubicBezTo>
                <a:cubicBezTo>
                  <a:pt x="700948" y="36374"/>
                  <a:pt x="702896" y="38543"/>
                  <a:pt x="704150" y="41496"/>
                </a:cubicBezTo>
                <a:cubicBezTo>
                  <a:pt x="704956" y="43418"/>
                  <a:pt x="705359" y="47353"/>
                  <a:pt x="705359" y="53301"/>
                </a:cubicBezTo>
                <a:lnTo>
                  <a:pt x="705359" y="74164"/>
                </a:lnTo>
                <a:cubicBezTo>
                  <a:pt x="705359" y="80022"/>
                  <a:pt x="705470" y="83611"/>
                  <a:pt x="705694" y="84930"/>
                </a:cubicBezTo>
                <a:cubicBezTo>
                  <a:pt x="705918" y="86250"/>
                  <a:pt x="706288" y="87134"/>
                  <a:pt x="706802" y="87581"/>
                </a:cubicBezTo>
                <a:cubicBezTo>
                  <a:pt x="707317" y="88028"/>
                  <a:pt x="707911" y="88251"/>
                  <a:pt x="708582" y="88251"/>
                </a:cubicBezTo>
                <a:cubicBezTo>
                  <a:pt x="709299" y="88251"/>
                  <a:pt x="709926" y="88094"/>
                  <a:pt x="710463" y="87781"/>
                </a:cubicBezTo>
                <a:cubicBezTo>
                  <a:pt x="711403" y="87199"/>
                  <a:pt x="713216" y="85564"/>
                  <a:pt x="715903" y="82878"/>
                </a:cubicBezTo>
                <a:lnTo>
                  <a:pt x="715903" y="86639"/>
                </a:lnTo>
                <a:cubicBezTo>
                  <a:pt x="710888" y="93355"/>
                  <a:pt x="706097" y="96713"/>
                  <a:pt x="701530" y="96713"/>
                </a:cubicBezTo>
                <a:cubicBezTo>
                  <a:pt x="699336" y="96713"/>
                  <a:pt x="697590" y="95958"/>
                  <a:pt x="696292" y="94446"/>
                </a:cubicBezTo>
                <a:cubicBezTo>
                  <a:pt x="694993" y="92934"/>
                  <a:pt x="694322" y="90355"/>
                  <a:pt x="694277" y="86710"/>
                </a:cubicBezTo>
                <a:moveTo>
                  <a:pt x="694277" y="82355"/>
                </a:moveTo>
                <a:lnTo>
                  <a:pt x="694277" y="58968"/>
                </a:lnTo>
                <a:cubicBezTo>
                  <a:pt x="687516" y="61649"/>
                  <a:pt x="683150" y="63548"/>
                  <a:pt x="681180" y="64664"/>
                </a:cubicBezTo>
                <a:cubicBezTo>
                  <a:pt x="677643" y="66630"/>
                  <a:pt x="675113" y="68686"/>
                  <a:pt x="673591" y="70831"/>
                </a:cubicBezTo>
                <a:cubicBezTo>
                  <a:pt x="672069" y="72974"/>
                  <a:pt x="671307" y="75319"/>
                  <a:pt x="671307" y="77866"/>
                </a:cubicBezTo>
                <a:cubicBezTo>
                  <a:pt x="671307" y="81083"/>
                  <a:pt x="672270" y="83752"/>
                  <a:pt x="674195" y="85875"/>
                </a:cubicBezTo>
                <a:cubicBezTo>
                  <a:pt x="676121" y="87996"/>
                  <a:pt x="678337" y="89057"/>
                  <a:pt x="680844" y="89057"/>
                </a:cubicBezTo>
                <a:cubicBezTo>
                  <a:pt x="684247" y="89057"/>
                  <a:pt x="688725" y="86823"/>
                  <a:pt x="694277" y="82355"/>
                </a:cubicBezTo>
                <a:close/>
                <a:moveTo>
                  <a:pt x="715921" y="39894"/>
                </a:moveTo>
                <a:lnTo>
                  <a:pt x="734861" y="32372"/>
                </a:lnTo>
                <a:lnTo>
                  <a:pt x="737413" y="32372"/>
                </a:lnTo>
                <a:lnTo>
                  <a:pt x="737413" y="46812"/>
                </a:lnTo>
                <a:cubicBezTo>
                  <a:pt x="740592" y="41419"/>
                  <a:pt x="743782" y="37642"/>
                  <a:pt x="746983" y="35480"/>
                </a:cubicBezTo>
                <a:cubicBezTo>
                  <a:pt x="750185" y="33319"/>
                  <a:pt x="753554" y="32238"/>
                  <a:pt x="757091" y="32238"/>
                </a:cubicBezTo>
                <a:cubicBezTo>
                  <a:pt x="763270" y="32238"/>
                  <a:pt x="768419" y="34653"/>
                  <a:pt x="772538" y="39483"/>
                </a:cubicBezTo>
                <a:cubicBezTo>
                  <a:pt x="777598" y="45387"/>
                  <a:pt x="780128" y="53081"/>
                  <a:pt x="780128" y="62563"/>
                </a:cubicBezTo>
                <a:cubicBezTo>
                  <a:pt x="780128" y="73164"/>
                  <a:pt x="777083" y="81931"/>
                  <a:pt x="770994" y="88864"/>
                </a:cubicBezTo>
                <a:cubicBezTo>
                  <a:pt x="765979" y="94544"/>
                  <a:pt x="759666" y="97385"/>
                  <a:pt x="752054" y="97385"/>
                </a:cubicBezTo>
                <a:cubicBezTo>
                  <a:pt x="748741" y="97385"/>
                  <a:pt x="745875" y="96915"/>
                  <a:pt x="743457" y="95974"/>
                </a:cubicBezTo>
                <a:cubicBezTo>
                  <a:pt x="741666" y="95303"/>
                  <a:pt x="739652" y="93960"/>
                  <a:pt x="737413" y="91945"/>
                </a:cubicBezTo>
                <a:lnTo>
                  <a:pt x="737413" y="110683"/>
                </a:lnTo>
                <a:cubicBezTo>
                  <a:pt x="737413" y="114916"/>
                  <a:pt x="737670" y="117606"/>
                  <a:pt x="738185" y="118755"/>
                </a:cubicBezTo>
                <a:cubicBezTo>
                  <a:pt x="738700" y="119904"/>
                  <a:pt x="739596" y="120815"/>
                  <a:pt x="740872" y="121490"/>
                </a:cubicBezTo>
                <a:cubicBezTo>
                  <a:pt x="742148" y="122165"/>
                  <a:pt x="744465" y="122503"/>
                  <a:pt x="747823" y="122503"/>
                </a:cubicBezTo>
                <a:lnTo>
                  <a:pt x="747823" y="124921"/>
                </a:lnTo>
                <a:lnTo>
                  <a:pt x="715585" y="124921"/>
                </a:lnTo>
                <a:lnTo>
                  <a:pt x="715585" y="122503"/>
                </a:lnTo>
                <a:lnTo>
                  <a:pt x="717264" y="122503"/>
                </a:lnTo>
                <a:cubicBezTo>
                  <a:pt x="719727" y="122548"/>
                  <a:pt x="721831" y="122075"/>
                  <a:pt x="723577" y="121085"/>
                </a:cubicBezTo>
                <a:cubicBezTo>
                  <a:pt x="724428" y="120589"/>
                  <a:pt x="725089" y="119790"/>
                  <a:pt x="725559" y="118688"/>
                </a:cubicBezTo>
                <a:cubicBezTo>
                  <a:pt x="726029" y="117585"/>
                  <a:pt x="726264" y="114783"/>
                  <a:pt x="726264" y="110280"/>
                </a:cubicBezTo>
                <a:lnTo>
                  <a:pt x="726264" y="51983"/>
                </a:lnTo>
                <a:cubicBezTo>
                  <a:pt x="726264" y="47972"/>
                  <a:pt x="726085" y="45425"/>
                  <a:pt x="725727" y="44344"/>
                </a:cubicBezTo>
                <a:cubicBezTo>
                  <a:pt x="725368" y="43261"/>
                  <a:pt x="724798" y="42450"/>
                  <a:pt x="724014" y="41911"/>
                </a:cubicBezTo>
                <a:cubicBezTo>
                  <a:pt x="723230" y="41372"/>
                  <a:pt x="722167" y="41103"/>
                  <a:pt x="720824" y="41103"/>
                </a:cubicBezTo>
                <a:cubicBezTo>
                  <a:pt x="719749" y="41103"/>
                  <a:pt x="718384" y="41417"/>
                  <a:pt x="716727" y="42043"/>
                </a:cubicBezTo>
                <a:lnTo>
                  <a:pt x="715921" y="39894"/>
                </a:lnTo>
                <a:moveTo>
                  <a:pt x="737413" y="50774"/>
                </a:moveTo>
                <a:lnTo>
                  <a:pt x="737413" y="73744"/>
                </a:lnTo>
                <a:cubicBezTo>
                  <a:pt x="737413" y="78714"/>
                  <a:pt x="737614" y="81982"/>
                  <a:pt x="738017" y="83549"/>
                </a:cubicBezTo>
                <a:cubicBezTo>
                  <a:pt x="738644" y="86146"/>
                  <a:pt x="740178" y="88430"/>
                  <a:pt x="742618" y="90400"/>
                </a:cubicBezTo>
                <a:cubicBezTo>
                  <a:pt x="745058" y="92370"/>
                  <a:pt x="748136" y="93355"/>
                  <a:pt x="751853" y="93355"/>
                </a:cubicBezTo>
                <a:cubicBezTo>
                  <a:pt x="756330" y="93355"/>
                  <a:pt x="759957" y="91609"/>
                  <a:pt x="762733" y="88116"/>
                </a:cubicBezTo>
                <a:cubicBezTo>
                  <a:pt x="766360" y="83549"/>
                  <a:pt x="768173" y="77124"/>
                  <a:pt x="768173" y="68841"/>
                </a:cubicBezTo>
                <a:cubicBezTo>
                  <a:pt x="768173" y="59438"/>
                  <a:pt x="766113" y="52207"/>
                  <a:pt x="761994" y="47148"/>
                </a:cubicBezTo>
                <a:cubicBezTo>
                  <a:pt x="759128" y="43655"/>
                  <a:pt x="755726" y="41909"/>
                  <a:pt x="751785" y="41909"/>
                </a:cubicBezTo>
                <a:cubicBezTo>
                  <a:pt x="749636" y="41909"/>
                  <a:pt x="747509" y="42446"/>
                  <a:pt x="745405" y="43521"/>
                </a:cubicBezTo>
                <a:cubicBezTo>
                  <a:pt x="743793" y="44327"/>
                  <a:pt x="741129" y="46745"/>
                  <a:pt x="737413" y="50774"/>
                </a:cubicBezTo>
                <a:close/>
                <a:moveTo>
                  <a:pt x="799470" y="57222"/>
                </a:moveTo>
                <a:cubicBezTo>
                  <a:pt x="799426" y="66314"/>
                  <a:pt x="801642" y="73445"/>
                  <a:pt x="806119" y="78615"/>
                </a:cubicBezTo>
                <a:cubicBezTo>
                  <a:pt x="810597" y="83785"/>
                  <a:pt x="815858" y="86370"/>
                  <a:pt x="821902" y="86370"/>
                </a:cubicBezTo>
                <a:cubicBezTo>
                  <a:pt x="825932" y="86370"/>
                  <a:pt x="829436" y="85257"/>
                  <a:pt x="832413" y="83031"/>
                </a:cubicBezTo>
                <a:cubicBezTo>
                  <a:pt x="835391" y="80805"/>
                  <a:pt x="837887" y="76993"/>
                  <a:pt x="839902" y="71595"/>
                </a:cubicBezTo>
                <a:lnTo>
                  <a:pt x="841984" y="72944"/>
                </a:lnTo>
                <a:cubicBezTo>
                  <a:pt x="841044" y="79110"/>
                  <a:pt x="838312" y="84726"/>
                  <a:pt x="833790" y="89789"/>
                </a:cubicBezTo>
                <a:cubicBezTo>
                  <a:pt x="829268" y="94853"/>
                  <a:pt x="823604" y="97385"/>
                  <a:pt x="816798" y="97385"/>
                </a:cubicBezTo>
                <a:cubicBezTo>
                  <a:pt x="809410" y="97385"/>
                  <a:pt x="803086" y="94514"/>
                  <a:pt x="797825" y="88773"/>
                </a:cubicBezTo>
                <a:cubicBezTo>
                  <a:pt x="792564" y="83031"/>
                  <a:pt x="789933" y="75312"/>
                  <a:pt x="789933" y="65615"/>
                </a:cubicBezTo>
                <a:cubicBezTo>
                  <a:pt x="789933" y="55115"/>
                  <a:pt x="792631" y="46928"/>
                  <a:pt x="798026" y="41053"/>
                </a:cubicBezTo>
                <a:cubicBezTo>
                  <a:pt x="803422" y="35176"/>
                  <a:pt x="810194" y="32238"/>
                  <a:pt x="818343" y="32238"/>
                </a:cubicBezTo>
                <a:cubicBezTo>
                  <a:pt x="825238" y="32238"/>
                  <a:pt x="830902" y="34504"/>
                  <a:pt x="835335" y="39038"/>
                </a:cubicBezTo>
                <a:cubicBezTo>
                  <a:pt x="839767" y="43570"/>
                  <a:pt x="841984" y="49631"/>
                  <a:pt x="841984" y="57222"/>
                </a:cubicBezTo>
                <a:lnTo>
                  <a:pt x="799470" y="57222"/>
                </a:lnTo>
                <a:moveTo>
                  <a:pt x="799470" y="53327"/>
                </a:moveTo>
                <a:lnTo>
                  <a:pt x="827947" y="53327"/>
                </a:lnTo>
                <a:cubicBezTo>
                  <a:pt x="827723" y="49419"/>
                  <a:pt x="827253" y="46666"/>
                  <a:pt x="826537" y="45068"/>
                </a:cubicBezTo>
                <a:cubicBezTo>
                  <a:pt x="825417" y="42580"/>
                  <a:pt x="823749" y="40626"/>
                  <a:pt x="821533" y="39206"/>
                </a:cubicBezTo>
                <a:cubicBezTo>
                  <a:pt x="819317" y="37784"/>
                  <a:pt x="817000" y="37073"/>
                  <a:pt x="814582" y="37073"/>
                </a:cubicBezTo>
                <a:cubicBezTo>
                  <a:pt x="810865" y="37073"/>
                  <a:pt x="807541" y="38505"/>
                  <a:pt x="804608" y="41370"/>
                </a:cubicBezTo>
                <a:cubicBezTo>
                  <a:pt x="801675" y="44234"/>
                  <a:pt x="799963" y="48219"/>
                  <a:pt x="799470" y="53327"/>
                </a:cubicBezTo>
                <a:close/>
                <a:moveTo>
                  <a:pt x="868060" y="32238"/>
                </a:moveTo>
                <a:lnTo>
                  <a:pt x="868060" y="46073"/>
                </a:lnTo>
                <a:cubicBezTo>
                  <a:pt x="873209" y="36850"/>
                  <a:pt x="878493" y="32238"/>
                  <a:pt x="883910" y="32238"/>
                </a:cubicBezTo>
                <a:cubicBezTo>
                  <a:pt x="886373" y="32238"/>
                  <a:pt x="888410" y="32988"/>
                  <a:pt x="890022" y="34488"/>
                </a:cubicBezTo>
                <a:cubicBezTo>
                  <a:pt x="891634" y="35988"/>
                  <a:pt x="892440" y="37723"/>
                  <a:pt x="892440" y="39693"/>
                </a:cubicBezTo>
                <a:cubicBezTo>
                  <a:pt x="892440" y="41439"/>
                  <a:pt x="891858" y="42916"/>
                  <a:pt x="890694" y="44125"/>
                </a:cubicBezTo>
                <a:cubicBezTo>
                  <a:pt x="889530" y="45334"/>
                  <a:pt x="888142" y="45939"/>
                  <a:pt x="886530" y="45939"/>
                </a:cubicBezTo>
                <a:cubicBezTo>
                  <a:pt x="884963" y="45939"/>
                  <a:pt x="883205" y="45178"/>
                  <a:pt x="881257" y="43655"/>
                </a:cubicBezTo>
                <a:cubicBezTo>
                  <a:pt x="879310" y="42133"/>
                  <a:pt x="877866" y="41372"/>
                  <a:pt x="876925" y="41372"/>
                </a:cubicBezTo>
                <a:cubicBezTo>
                  <a:pt x="876120" y="41372"/>
                  <a:pt x="875246" y="41816"/>
                  <a:pt x="874306" y="42705"/>
                </a:cubicBezTo>
                <a:cubicBezTo>
                  <a:pt x="872291" y="44528"/>
                  <a:pt x="870209" y="47528"/>
                  <a:pt x="868060" y="51706"/>
                </a:cubicBezTo>
                <a:lnTo>
                  <a:pt x="868060" y="81132"/>
                </a:lnTo>
                <a:cubicBezTo>
                  <a:pt x="868060" y="84537"/>
                  <a:pt x="868485" y="87113"/>
                  <a:pt x="869336" y="88859"/>
                </a:cubicBezTo>
                <a:cubicBezTo>
                  <a:pt x="869918" y="90070"/>
                  <a:pt x="870948" y="91077"/>
                  <a:pt x="872426" y="91882"/>
                </a:cubicBezTo>
                <a:cubicBezTo>
                  <a:pt x="873903" y="92685"/>
                  <a:pt x="876030" y="93086"/>
                  <a:pt x="878806" y="93086"/>
                </a:cubicBezTo>
                <a:lnTo>
                  <a:pt x="878806" y="95504"/>
                </a:lnTo>
                <a:lnTo>
                  <a:pt x="847307" y="95504"/>
                </a:lnTo>
                <a:lnTo>
                  <a:pt x="847307" y="93086"/>
                </a:lnTo>
                <a:cubicBezTo>
                  <a:pt x="850441" y="93086"/>
                  <a:pt x="852770" y="92588"/>
                  <a:pt x="854292" y="91592"/>
                </a:cubicBezTo>
                <a:cubicBezTo>
                  <a:pt x="855411" y="90867"/>
                  <a:pt x="856195" y="89712"/>
                  <a:pt x="856643" y="88127"/>
                </a:cubicBezTo>
                <a:cubicBezTo>
                  <a:pt x="856866" y="87356"/>
                  <a:pt x="856978" y="85159"/>
                  <a:pt x="856978" y="81535"/>
                </a:cubicBezTo>
                <a:lnTo>
                  <a:pt x="856978" y="57894"/>
                </a:lnTo>
                <a:cubicBezTo>
                  <a:pt x="856978" y="50730"/>
                  <a:pt x="856833" y="46465"/>
                  <a:pt x="856542" y="45099"/>
                </a:cubicBezTo>
                <a:cubicBezTo>
                  <a:pt x="856251" y="43734"/>
                  <a:pt x="855714" y="42737"/>
                  <a:pt x="854930" y="42111"/>
                </a:cubicBezTo>
                <a:cubicBezTo>
                  <a:pt x="854146" y="41484"/>
                  <a:pt x="853173" y="41170"/>
                  <a:pt x="852008" y="41170"/>
                </a:cubicBezTo>
                <a:cubicBezTo>
                  <a:pt x="850620" y="41170"/>
                  <a:pt x="849053" y="41506"/>
                  <a:pt x="847307" y="42178"/>
                </a:cubicBezTo>
                <a:lnTo>
                  <a:pt x="846635" y="39760"/>
                </a:lnTo>
                <a:lnTo>
                  <a:pt x="865239" y="32238"/>
                </a:lnTo>
                <a:lnTo>
                  <a:pt x="868060" y="32238"/>
                </a:lnTo>
                <a:close/>
                <a:moveTo>
                  <a:pt x="935624" y="32238"/>
                </a:moveTo>
                <a:lnTo>
                  <a:pt x="935624" y="53192"/>
                </a:lnTo>
                <a:lnTo>
                  <a:pt x="933408" y="53192"/>
                </a:lnTo>
                <a:cubicBezTo>
                  <a:pt x="931706" y="46637"/>
                  <a:pt x="929523" y="42178"/>
                  <a:pt x="926859" y="39814"/>
                </a:cubicBezTo>
                <a:cubicBezTo>
                  <a:pt x="924195" y="37450"/>
                  <a:pt x="920804" y="36267"/>
                  <a:pt x="916684" y="36267"/>
                </a:cubicBezTo>
                <a:cubicBezTo>
                  <a:pt x="913550" y="36267"/>
                  <a:pt x="911020" y="37093"/>
                  <a:pt x="909095" y="38744"/>
                </a:cubicBezTo>
                <a:cubicBezTo>
                  <a:pt x="907170" y="40395"/>
                  <a:pt x="906207" y="42225"/>
                  <a:pt x="906207" y="44232"/>
                </a:cubicBezTo>
                <a:cubicBezTo>
                  <a:pt x="906207" y="46730"/>
                  <a:pt x="906923" y="48872"/>
                  <a:pt x="908356" y="50657"/>
                </a:cubicBezTo>
                <a:cubicBezTo>
                  <a:pt x="909744" y="52486"/>
                  <a:pt x="912565" y="54426"/>
                  <a:pt x="916819" y="56479"/>
                </a:cubicBezTo>
                <a:lnTo>
                  <a:pt x="926624" y="61231"/>
                </a:lnTo>
                <a:cubicBezTo>
                  <a:pt x="935714" y="65658"/>
                  <a:pt x="940258" y="71493"/>
                  <a:pt x="940258" y="78737"/>
                </a:cubicBezTo>
                <a:cubicBezTo>
                  <a:pt x="940258" y="84327"/>
                  <a:pt x="938143" y="88832"/>
                  <a:pt x="933911" y="92253"/>
                </a:cubicBezTo>
                <a:cubicBezTo>
                  <a:pt x="929680" y="95674"/>
                  <a:pt x="924945" y="97385"/>
                  <a:pt x="919707" y="97385"/>
                </a:cubicBezTo>
                <a:cubicBezTo>
                  <a:pt x="915946" y="97385"/>
                  <a:pt x="911647" y="96747"/>
                  <a:pt x="906812" y="95471"/>
                </a:cubicBezTo>
                <a:cubicBezTo>
                  <a:pt x="905334" y="95045"/>
                  <a:pt x="904125" y="94833"/>
                  <a:pt x="903185" y="94833"/>
                </a:cubicBezTo>
                <a:cubicBezTo>
                  <a:pt x="902155" y="94833"/>
                  <a:pt x="901349" y="95370"/>
                  <a:pt x="900767" y="96445"/>
                </a:cubicBezTo>
                <a:lnTo>
                  <a:pt x="898551" y="96445"/>
                </a:lnTo>
                <a:lnTo>
                  <a:pt x="898551" y="74415"/>
                </a:lnTo>
                <a:lnTo>
                  <a:pt x="900767" y="74415"/>
                </a:lnTo>
                <a:cubicBezTo>
                  <a:pt x="902021" y="80684"/>
                  <a:pt x="904416" y="85408"/>
                  <a:pt x="907953" y="88587"/>
                </a:cubicBezTo>
                <a:cubicBezTo>
                  <a:pt x="911490" y="91766"/>
                  <a:pt x="915453" y="93355"/>
                  <a:pt x="919841" y="93355"/>
                </a:cubicBezTo>
                <a:cubicBezTo>
                  <a:pt x="922930" y="93355"/>
                  <a:pt x="925449" y="92453"/>
                  <a:pt x="927397" y="90650"/>
                </a:cubicBezTo>
                <a:cubicBezTo>
                  <a:pt x="929344" y="88845"/>
                  <a:pt x="930318" y="86673"/>
                  <a:pt x="930318" y="84133"/>
                </a:cubicBezTo>
                <a:cubicBezTo>
                  <a:pt x="930318" y="81059"/>
                  <a:pt x="929232" y="78475"/>
                  <a:pt x="927061" y="76382"/>
                </a:cubicBezTo>
                <a:cubicBezTo>
                  <a:pt x="924889" y="74287"/>
                  <a:pt x="920557" y="71642"/>
                  <a:pt x="914065" y="68446"/>
                </a:cubicBezTo>
                <a:cubicBezTo>
                  <a:pt x="907573" y="65249"/>
                  <a:pt x="903319" y="62350"/>
                  <a:pt x="901304" y="59749"/>
                </a:cubicBezTo>
                <a:cubicBezTo>
                  <a:pt x="899289" y="57193"/>
                  <a:pt x="898282" y="53964"/>
                  <a:pt x="898282" y="50063"/>
                </a:cubicBezTo>
                <a:cubicBezTo>
                  <a:pt x="898282" y="44995"/>
                  <a:pt x="900017" y="40758"/>
                  <a:pt x="903487" y="37350"/>
                </a:cubicBezTo>
                <a:cubicBezTo>
                  <a:pt x="906957" y="33942"/>
                  <a:pt x="911446" y="32238"/>
                  <a:pt x="916953" y="32238"/>
                </a:cubicBezTo>
                <a:cubicBezTo>
                  <a:pt x="919371" y="32238"/>
                  <a:pt x="922304" y="32753"/>
                  <a:pt x="925751" y="33782"/>
                </a:cubicBezTo>
                <a:cubicBezTo>
                  <a:pt x="928035" y="34454"/>
                  <a:pt x="929557" y="34790"/>
                  <a:pt x="930318" y="34790"/>
                </a:cubicBezTo>
                <a:cubicBezTo>
                  <a:pt x="931035" y="34790"/>
                  <a:pt x="931594" y="34633"/>
                  <a:pt x="931997" y="34320"/>
                </a:cubicBezTo>
                <a:cubicBezTo>
                  <a:pt x="932400" y="34006"/>
                  <a:pt x="932870" y="33312"/>
                  <a:pt x="933408" y="32238"/>
                </a:cubicBezTo>
                <a:lnTo>
                  <a:pt x="935624" y="32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251">
            <a:extLst xmlns:a="http://schemas.openxmlformats.org/drawingml/2006/main">
              <a:ext uri="{FF2B5EF4-FFF2-40B4-BE49-F238E27FC236}">
                <a16:creationId xmlns:a16="http://schemas.microsoft.com/office/drawing/2014/main" id="{28EFB339-E04D-451B-AD50-B3C2C3DB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771" y="1603573"/>
            <a:ext cx="198195" cy="94967"/>
          </a:xfrm>
          <a:custGeom xmlns:a="http://schemas.openxmlformats.org/drawingml/2006/main">
            <a:pathLst>
              <a:path w="198195" h="94967">
                <a:moveTo>
                  <a:pt x="48357" y="92952"/>
                </a:moveTo>
                <a:lnTo>
                  <a:pt x="0" y="92952"/>
                </a:lnTo>
                <a:lnTo>
                  <a:pt x="0" y="90467"/>
                </a:lnTo>
                <a:cubicBezTo>
                  <a:pt x="12582" y="78829"/>
                  <a:pt x="23193" y="68127"/>
                  <a:pt x="31835" y="58364"/>
                </a:cubicBezTo>
                <a:cubicBezTo>
                  <a:pt x="39088" y="50272"/>
                  <a:pt x="43644" y="44092"/>
                  <a:pt x="45502" y="39823"/>
                </a:cubicBezTo>
                <a:cubicBezTo>
                  <a:pt x="47360" y="35552"/>
                  <a:pt x="48289" y="31248"/>
                  <a:pt x="48289" y="26911"/>
                </a:cubicBezTo>
                <a:cubicBezTo>
                  <a:pt x="48289" y="22843"/>
                  <a:pt x="47002" y="19536"/>
                  <a:pt x="44428" y="16988"/>
                </a:cubicBezTo>
                <a:cubicBezTo>
                  <a:pt x="41853" y="14438"/>
                  <a:pt x="38641" y="13164"/>
                  <a:pt x="34790" y="13164"/>
                </a:cubicBezTo>
                <a:cubicBezTo>
                  <a:pt x="28566" y="13164"/>
                  <a:pt x="23238" y="16586"/>
                  <a:pt x="18805" y="23429"/>
                </a:cubicBezTo>
                <a:lnTo>
                  <a:pt x="16320" y="22287"/>
                </a:lnTo>
                <a:cubicBezTo>
                  <a:pt x="18649" y="15644"/>
                  <a:pt x="21671" y="10594"/>
                  <a:pt x="25387" y="7138"/>
                </a:cubicBezTo>
                <a:cubicBezTo>
                  <a:pt x="30536" y="2379"/>
                  <a:pt x="36581" y="0"/>
                  <a:pt x="43521" y="0"/>
                </a:cubicBezTo>
                <a:cubicBezTo>
                  <a:pt x="49968" y="0"/>
                  <a:pt x="55308" y="1993"/>
                  <a:pt x="59539" y="5980"/>
                </a:cubicBezTo>
                <a:cubicBezTo>
                  <a:pt x="63770" y="9966"/>
                  <a:pt x="65886" y="14579"/>
                  <a:pt x="65886" y="19819"/>
                </a:cubicBezTo>
                <a:cubicBezTo>
                  <a:pt x="65886" y="24432"/>
                  <a:pt x="64856" y="28989"/>
                  <a:pt x="62796" y="33491"/>
                </a:cubicBezTo>
                <a:cubicBezTo>
                  <a:pt x="60737" y="37992"/>
                  <a:pt x="56483" y="43646"/>
                  <a:pt x="50036" y="50453"/>
                </a:cubicBezTo>
                <a:cubicBezTo>
                  <a:pt x="45110" y="55644"/>
                  <a:pt x="35126" y="64662"/>
                  <a:pt x="20081" y="77505"/>
                </a:cubicBezTo>
                <a:lnTo>
                  <a:pt x="37611" y="77505"/>
                </a:lnTo>
                <a:cubicBezTo>
                  <a:pt x="43252" y="77505"/>
                  <a:pt x="47204" y="76863"/>
                  <a:pt x="49465" y="75578"/>
                </a:cubicBezTo>
                <a:cubicBezTo>
                  <a:pt x="51726" y="74292"/>
                  <a:pt x="53842" y="71711"/>
                  <a:pt x="55812" y="67834"/>
                </a:cubicBezTo>
                <a:lnTo>
                  <a:pt x="58968" y="67834"/>
                </a:lnTo>
                <a:lnTo>
                  <a:pt x="48357" y="92952"/>
                </a:lnTo>
                <a:close/>
                <a:moveTo>
                  <a:pt x="103161" y="1881"/>
                </a:moveTo>
                <a:lnTo>
                  <a:pt x="137548" y="1881"/>
                </a:lnTo>
                <a:lnTo>
                  <a:pt x="133048" y="17596"/>
                </a:lnTo>
                <a:lnTo>
                  <a:pt x="101146" y="17596"/>
                </a:lnTo>
                <a:lnTo>
                  <a:pt x="97116" y="25790"/>
                </a:lnTo>
                <a:cubicBezTo>
                  <a:pt x="103564" y="26821"/>
                  <a:pt x="108903" y="28547"/>
                  <a:pt x="113134" y="30968"/>
                </a:cubicBezTo>
                <a:cubicBezTo>
                  <a:pt x="117366" y="33387"/>
                  <a:pt x="120780" y="36894"/>
                  <a:pt x="123377" y="41487"/>
                </a:cubicBezTo>
                <a:cubicBezTo>
                  <a:pt x="125974" y="46081"/>
                  <a:pt x="127272" y="51067"/>
                  <a:pt x="127272" y="56445"/>
                </a:cubicBezTo>
                <a:cubicBezTo>
                  <a:pt x="127272" y="62900"/>
                  <a:pt x="125537" y="69152"/>
                  <a:pt x="122067" y="75202"/>
                </a:cubicBezTo>
                <a:cubicBezTo>
                  <a:pt x="118597" y="81253"/>
                  <a:pt x="113773" y="86060"/>
                  <a:pt x="107594" y="89623"/>
                </a:cubicBezTo>
                <a:cubicBezTo>
                  <a:pt x="101415" y="93186"/>
                  <a:pt x="94878" y="94967"/>
                  <a:pt x="87982" y="94967"/>
                </a:cubicBezTo>
                <a:cubicBezTo>
                  <a:pt x="83012" y="94967"/>
                  <a:pt x="79352" y="94034"/>
                  <a:pt x="77001" y="92169"/>
                </a:cubicBezTo>
                <a:cubicBezTo>
                  <a:pt x="74651" y="90303"/>
                  <a:pt x="73475" y="88178"/>
                  <a:pt x="73475" y="85795"/>
                </a:cubicBezTo>
                <a:cubicBezTo>
                  <a:pt x="73475" y="83817"/>
                  <a:pt x="74181" y="82119"/>
                  <a:pt x="75591" y="80703"/>
                </a:cubicBezTo>
                <a:cubicBezTo>
                  <a:pt x="77001" y="79287"/>
                  <a:pt x="78669" y="78579"/>
                  <a:pt x="80595" y="78579"/>
                </a:cubicBezTo>
                <a:cubicBezTo>
                  <a:pt x="82206" y="78579"/>
                  <a:pt x="83639" y="78850"/>
                  <a:pt x="84893" y="79392"/>
                </a:cubicBezTo>
                <a:cubicBezTo>
                  <a:pt x="85654" y="79753"/>
                  <a:pt x="87938" y="81489"/>
                  <a:pt x="91743" y="84601"/>
                </a:cubicBezTo>
                <a:cubicBezTo>
                  <a:pt x="94161" y="86586"/>
                  <a:pt x="96646" y="87579"/>
                  <a:pt x="99198" y="87579"/>
                </a:cubicBezTo>
                <a:cubicBezTo>
                  <a:pt x="102601" y="87579"/>
                  <a:pt x="105467" y="86100"/>
                  <a:pt x="107795" y="83140"/>
                </a:cubicBezTo>
                <a:cubicBezTo>
                  <a:pt x="110929" y="79284"/>
                  <a:pt x="112496" y="74374"/>
                  <a:pt x="112496" y="68411"/>
                </a:cubicBezTo>
                <a:cubicBezTo>
                  <a:pt x="112496" y="63031"/>
                  <a:pt x="111198" y="58043"/>
                  <a:pt x="108601" y="53446"/>
                </a:cubicBezTo>
                <a:cubicBezTo>
                  <a:pt x="106004" y="48850"/>
                  <a:pt x="102467" y="45364"/>
                  <a:pt x="97989" y="42988"/>
                </a:cubicBezTo>
                <a:cubicBezTo>
                  <a:pt x="94542" y="41149"/>
                  <a:pt x="90087" y="40163"/>
                  <a:pt x="84624" y="40029"/>
                </a:cubicBezTo>
                <a:lnTo>
                  <a:pt x="103161" y="1881"/>
                </a:lnTo>
                <a:close/>
                <a:moveTo>
                  <a:pt x="198195" y="0"/>
                </a:moveTo>
                <a:lnTo>
                  <a:pt x="175964" y="76430"/>
                </a:lnTo>
                <a:cubicBezTo>
                  <a:pt x="174800" y="80435"/>
                  <a:pt x="174218" y="82976"/>
                  <a:pt x="174218" y="84055"/>
                </a:cubicBezTo>
                <a:cubicBezTo>
                  <a:pt x="174218" y="85135"/>
                  <a:pt x="174632" y="86249"/>
                  <a:pt x="175460" y="87397"/>
                </a:cubicBezTo>
                <a:cubicBezTo>
                  <a:pt x="176289" y="88544"/>
                  <a:pt x="177184" y="89286"/>
                  <a:pt x="178147" y="89623"/>
                </a:cubicBezTo>
                <a:cubicBezTo>
                  <a:pt x="179110" y="89961"/>
                  <a:pt x="182009" y="90264"/>
                  <a:pt x="186844" y="90534"/>
                </a:cubicBezTo>
                <a:lnTo>
                  <a:pt x="186106" y="92952"/>
                </a:lnTo>
                <a:lnTo>
                  <a:pt x="140234" y="92952"/>
                </a:lnTo>
                <a:lnTo>
                  <a:pt x="140973" y="90534"/>
                </a:lnTo>
                <a:cubicBezTo>
                  <a:pt x="145540" y="90445"/>
                  <a:pt x="148719" y="90063"/>
                  <a:pt x="150510" y="89388"/>
                </a:cubicBezTo>
                <a:cubicBezTo>
                  <a:pt x="152301" y="88713"/>
                  <a:pt x="153767" y="87610"/>
                  <a:pt x="154909" y="86081"/>
                </a:cubicBezTo>
                <a:cubicBezTo>
                  <a:pt x="156051" y="84551"/>
                  <a:pt x="157338" y="81335"/>
                  <a:pt x="158771" y="76430"/>
                </a:cubicBezTo>
                <a:lnTo>
                  <a:pt x="171934" y="31025"/>
                </a:lnTo>
                <a:cubicBezTo>
                  <a:pt x="173949" y="24131"/>
                  <a:pt x="175001" y="20483"/>
                  <a:pt x="175091" y="20081"/>
                </a:cubicBezTo>
                <a:cubicBezTo>
                  <a:pt x="175360" y="18917"/>
                  <a:pt x="175494" y="17820"/>
                  <a:pt x="175494" y="16790"/>
                </a:cubicBezTo>
                <a:cubicBezTo>
                  <a:pt x="175494" y="14820"/>
                  <a:pt x="174878" y="13253"/>
                  <a:pt x="173647" y="12089"/>
                </a:cubicBezTo>
                <a:cubicBezTo>
                  <a:pt x="172416" y="10925"/>
                  <a:pt x="170658" y="10343"/>
                  <a:pt x="168375" y="10343"/>
                </a:cubicBezTo>
                <a:cubicBezTo>
                  <a:pt x="167255" y="10343"/>
                  <a:pt x="165039" y="10522"/>
                  <a:pt x="161726" y="10880"/>
                </a:cubicBezTo>
                <a:lnTo>
                  <a:pt x="161188" y="8328"/>
                </a:lnTo>
                <a:lnTo>
                  <a:pt x="195374" y="0"/>
                </a:lnTo>
                <a:lnTo>
                  <a:pt x="1981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C0427-1112-4928-B853-411FA383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931" y="1265433"/>
            <a:ext cx="2027" cy="139420"/>
          </a:xfrm>
          <a:custGeom xmlns:a="http://schemas.openxmlformats.org/drawingml/2006/main">
            <a:pathLst>
              <a:path w="2027" h="139420">
                <a:moveTo>
                  <a:pt x="2027" y="0"/>
                </a:moveTo>
                <a:lnTo>
                  <a:pt x="0" y="13942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F29B41-DDC3-4CCA-B01A-D9838A74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326" y="1265433"/>
            <a:ext cx="1631" cy="112213"/>
          </a:xfrm>
          <a:custGeom xmlns:a="http://schemas.openxmlformats.org/drawingml/2006/main">
            <a:pathLst>
              <a:path w="1631" h="112213" fill="none">
                <a:moveTo>
                  <a:pt x="1631" y="0"/>
                </a:moveTo>
                <a:lnTo>
                  <a:pt x="0" y="112213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5DCF5-A4BD-4C56-BC7C-2B8EA058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8" y="1368589"/>
            <a:ext cx="17855" cy="24658"/>
          </a:xfrm>
          <a:custGeom xmlns:a="http://schemas.openxmlformats.org/drawingml/2006/main">
            <a:pathLst>
              <a:path w="17855" h="24658">
                <a:moveTo>
                  <a:pt x="8798" y="9057"/>
                </a:moveTo>
                <a:lnTo>
                  <a:pt x="17855" y="260"/>
                </a:lnTo>
                <a:lnTo>
                  <a:pt x="8571" y="24658"/>
                </a:lnTo>
                <a:lnTo>
                  <a:pt x="0" y="0"/>
                </a:lnTo>
                <a:lnTo>
                  <a:pt x="8798" y="9057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BE99D-EC6B-407B-AF0B-045D46CC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8" y="1368589"/>
            <a:ext cx="17855" cy="24658"/>
          </a:xfrm>
          <a:custGeom xmlns:a="http://schemas.openxmlformats.org/drawingml/2006/main">
            <a:pathLst>
              <a:path w="17855" h="24658" fill="none">
                <a:moveTo>
                  <a:pt x="8798" y="9057"/>
                </a:moveTo>
                <a:lnTo>
                  <a:pt x="0" y="0"/>
                </a:lnTo>
                <a:lnTo>
                  <a:pt x="8571" y="24658"/>
                </a:lnTo>
                <a:lnTo>
                  <a:pt x="17855" y="260"/>
                </a:lnTo>
                <a:lnTo>
                  <a:pt x="8798" y="90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7C55D-9CE4-4732-8ECA-7D974CF8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76" y="1251840"/>
            <a:ext cx="2027" cy="141897"/>
          </a:xfrm>
          <a:custGeom xmlns:a="http://schemas.openxmlformats.org/drawingml/2006/main">
            <a:pathLst>
              <a:path w="2027" h="141897">
                <a:moveTo>
                  <a:pt x="0" y="0"/>
                </a:moveTo>
                <a:lnTo>
                  <a:pt x="2027" y="14189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B5128-7310-4E04-A2F4-CD24C3C7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76" y="1251840"/>
            <a:ext cx="1638" cy="114691"/>
          </a:xfrm>
          <a:custGeom xmlns:a="http://schemas.openxmlformats.org/drawingml/2006/main">
            <a:pathLst>
              <a:path w="1638" h="114691" fill="none">
                <a:moveTo>
                  <a:pt x="0" y="0"/>
                </a:moveTo>
                <a:lnTo>
                  <a:pt x="1638" y="114691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EA96D-B72A-44B6-A636-60B18979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759" y="1357476"/>
            <a:ext cx="17856" cy="24656"/>
          </a:xfrm>
          <a:custGeom xmlns:a="http://schemas.openxmlformats.org/drawingml/2006/main">
            <a:pathLst>
              <a:path w="17856" h="24656">
                <a:moveTo>
                  <a:pt x="9055" y="9055"/>
                </a:moveTo>
                <a:lnTo>
                  <a:pt x="17856" y="0"/>
                </a:lnTo>
                <a:lnTo>
                  <a:pt x="9278" y="24656"/>
                </a:lnTo>
                <a:lnTo>
                  <a:pt x="0" y="255"/>
                </a:lnTo>
                <a:lnTo>
                  <a:pt x="9055" y="9055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4ABB9-75E4-4A25-B7E3-EB488D32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759" y="1357476"/>
            <a:ext cx="17856" cy="24656"/>
          </a:xfrm>
          <a:custGeom xmlns:a="http://schemas.openxmlformats.org/drawingml/2006/main">
            <a:pathLst>
              <a:path w="17856" h="24656" fill="none">
                <a:moveTo>
                  <a:pt x="9055" y="9055"/>
                </a:moveTo>
                <a:lnTo>
                  <a:pt x="0" y="255"/>
                </a:lnTo>
                <a:lnTo>
                  <a:pt x="9278" y="24656"/>
                </a:lnTo>
                <a:lnTo>
                  <a:pt x="17856" y="0"/>
                </a:lnTo>
                <a:lnTo>
                  <a:pt x="9055" y="90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2EDFF-E018-4A79-807D-98524F89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10" y="1722018"/>
            <a:ext cx="1126" cy="131311"/>
          </a:xfrm>
          <a:custGeom xmlns:a="http://schemas.openxmlformats.org/drawingml/2006/main">
            <a:pathLst>
              <a:path w="1126" h="131311">
                <a:moveTo>
                  <a:pt x="0" y="0"/>
                </a:moveTo>
                <a:lnTo>
                  <a:pt x="1126" y="13131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CA04D-8D9D-40C3-BBAE-1382FDAE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10" y="1722018"/>
            <a:ext cx="893" cy="104103"/>
          </a:xfrm>
          <a:custGeom xmlns:a="http://schemas.openxmlformats.org/drawingml/2006/main">
            <a:pathLst>
              <a:path w="893" h="104103" fill="none">
                <a:moveTo>
                  <a:pt x="0" y="0"/>
                </a:moveTo>
                <a:lnTo>
                  <a:pt x="893" y="104103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E3A9CE-1ADF-4947-8175-B92E30A6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898" y="1817116"/>
            <a:ext cx="17857" cy="24607"/>
          </a:xfrm>
          <a:custGeom xmlns:a="http://schemas.openxmlformats.org/drawingml/2006/main">
            <a:pathLst>
              <a:path w="17857" h="24607">
                <a:moveTo>
                  <a:pt x="9005" y="9005"/>
                </a:moveTo>
                <a:lnTo>
                  <a:pt x="17857" y="0"/>
                </a:lnTo>
                <a:lnTo>
                  <a:pt x="9139" y="24607"/>
                </a:lnTo>
                <a:lnTo>
                  <a:pt x="0" y="153"/>
                </a:lnTo>
                <a:lnTo>
                  <a:pt x="9005" y="9005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319C5-A960-4B30-A1F2-FEE7691F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898" y="1817116"/>
            <a:ext cx="17857" cy="24607"/>
          </a:xfrm>
          <a:custGeom xmlns:a="http://schemas.openxmlformats.org/drawingml/2006/main">
            <a:pathLst>
              <a:path w="17857" h="24607" fill="none">
                <a:moveTo>
                  <a:pt x="9005" y="9005"/>
                </a:moveTo>
                <a:lnTo>
                  <a:pt x="0" y="153"/>
                </a:lnTo>
                <a:lnTo>
                  <a:pt x="9139" y="24607"/>
                </a:lnTo>
                <a:lnTo>
                  <a:pt x="17857" y="0"/>
                </a:lnTo>
                <a:lnTo>
                  <a:pt x="9005" y="90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E439D-565B-4D90-A97F-8C308866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312" y="1735207"/>
            <a:ext cx="3153" cy="128158"/>
          </a:xfrm>
          <a:custGeom xmlns:a="http://schemas.openxmlformats.org/drawingml/2006/main">
            <a:pathLst>
              <a:path w="3153" h="128158">
                <a:moveTo>
                  <a:pt x="0" y="0"/>
                </a:moveTo>
                <a:lnTo>
                  <a:pt x="3153" y="128158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6F9A5-193D-4284-A7C5-B2F14A88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312" y="1735207"/>
            <a:ext cx="2484" cy="100957"/>
          </a:xfrm>
          <a:custGeom xmlns:a="http://schemas.openxmlformats.org/drawingml/2006/main">
            <a:pathLst>
              <a:path w="2484" h="100957" fill="none">
                <a:moveTo>
                  <a:pt x="0" y="0"/>
                </a:moveTo>
                <a:lnTo>
                  <a:pt x="2484" y="100957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8897C-A8B6-4457-94AC-50D00678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650" y="1827018"/>
            <a:ext cx="17851" cy="24743"/>
          </a:xfrm>
          <a:custGeom xmlns:a="http://schemas.openxmlformats.org/drawingml/2006/main">
            <a:pathLst>
              <a:path w="17851" h="24743">
                <a:moveTo>
                  <a:pt x="9145" y="9145"/>
                </a:moveTo>
                <a:lnTo>
                  <a:pt x="17851" y="0"/>
                </a:lnTo>
                <a:lnTo>
                  <a:pt x="9529" y="24743"/>
                </a:lnTo>
                <a:lnTo>
                  <a:pt x="0" y="439"/>
                </a:lnTo>
                <a:lnTo>
                  <a:pt x="9145" y="9145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C7962-4CAB-4EBD-96B2-F8FC5C1D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650" y="1827018"/>
            <a:ext cx="17851" cy="24743"/>
          </a:xfrm>
          <a:custGeom xmlns:a="http://schemas.openxmlformats.org/drawingml/2006/main">
            <a:pathLst>
              <a:path w="17851" h="24743" fill="none">
                <a:moveTo>
                  <a:pt x="9145" y="9145"/>
                </a:moveTo>
                <a:lnTo>
                  <a:pt x="0" y="439"/>
                </a:lnTo>
                <a:lnTo>
                  <a:pt x="9529" y="24743"/>
                </a:lnTo>
                <a:lnTo>
                  <a:pt x="17851" y="0"/>
                </a:lnTo>
                <a:lnTo>
                  <a:pt x="9145" y="9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BB3AD-6BF3-46CC-B7C2-B6B5EB5D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469" y="2083221"/>
            <a:ext cx="599348" cy="307670"/>
          </a:xfrm>
          <a:custGeom xmlns:a="http://schemas.openxmlformats.org/drawingml/2006/main">
            <a:pathLst>
              <a:path w="599348" h="307670">
                <a:moveTo>
                  <a:pt x="0" y="0"/>
                </a:moveTo>
                <a:lnTo>
                  <a:pt x="599348" y="0"/>
                </a:lnTo>
                <a:lnTo>
                  <a:pt x="599348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Select">
            <a:extLst xmlns:a="http://schemas.openxmlformats.org/drawingml/2006/main">
              <a:ext uri="{FF2B5EF4-FFF2-40B4-BE49-F238E27FC236}">
                <a16:creationId xmlns:a16="http://schemas.microsoft.com/office/drawing/2014/main" id="{15F1C57C-A373-4E05-8C5A-B09A30BA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916" y="2188463"/>
            <a:ext cx="302028" cy="90017"/>
          </a:xfrm>
          <a:custGeom xmlns:a="http://schemas.openxmlformats.org/drawingml/2006/main">
            <a:pathLst>
              <a:path w="302028" h="90017">
                <a:moveTo>
                  <a:pt x="50278" y="2232"/>
                </a:moveTo>
                <a:lnTo>
                  <a:pt x="50278" y="31370"/>
                </a:lnTo>
                <a:lnTo>
                  <a:pt x="47985" y="31370"/>
                </a:lnTo>
                <a:cubicBezTo>
                  <a:pt x="47241" y="25776"/>
                  <a:pt x="45908" y="21322"/>
                  <a:pt x="43986" y="18008"/>
                </a:cubicBezTo>
                <a:cubicBezTo>
                  <a:pt x="42064" y="14692"/>
                  <a:pt x="39326" y="12061"/>
                  <a:pt x="35771" y="10113"/>
                </a:cubicBezTo>
                <a:cubicBezTo>
                  <a:pt x="32217" y="8165"/>
                  <a:pt x="28539" y="7191"/>
                  <a:pt x="24736" y="7191"/>
                </a:cubicBezTo>
                <a:cubicBezTo>
                  <a:pt x="20438" y="7191"/>
                  <a:pt x="16883" y="8502"/>
                  <a:pt x="14073" y="11122"/>
                </a:cubicBezTo>
                <a:cubicBezTo>
                  <a:pt x="11263" y="13743"/>
                  <a:pt x="9857" y="16724"/>
                  <a:pt x="9857" y="20065"/>
                </a:cubicBezTo>
                <a:cubicBezTo>
                  <a:pt x="9857" y="22624"/>
                  <a:pt x="10746" y="24956"/>
                  <a:pt x="12523" y="27061"/>
                </a:cubicBezTo>
                <a:cubicBezTo>
                  <a:pt x="15086" y="30156"/>
                  <a:pt x="21182" y="34282"/>
                  <a:pt x="30812" y="39439"/>
                </a:cubicBezTo>
                <a:cubicBezTo>
                  <a:pt x="38665" y="43648"/>
                  <a:pt x="44027" y="46878"/>
                  <a:pt x="46900" y="49128"/>
                </a:cubicBezTo>
                <a:cubicBezTo>
                  <a:pt x="49772" y="51376"/>
                  <a:pt x="51983" y="54028"/>
                  <a:pt x="53533" y="57082"/>
                </a:cubicBezTo>
                <a:cubicBezTo>
                  <a:pt x="55083" y="60136"/>
                  <a:pt x="55858" y="63334"/>
                  <a:pt x="55858" y="66678"/>
                </a:cubicBezTo>
                <a:cubicBezTo>
                  <a:pt x="55858" y="73034"/>
                  <a:pt x="53388" y="78513"/>
                  <a:pt x="48449" y="83115"/>
                </a:cubicBezTo>
                <a:cubicBezTo>
                  <a:pt x="43511" y="87717"/>
                  <a:pt x="37156" y="90017"/>
                  <a:pt x="29386" y="90017"/>
                </a:cubicBezTo>
                <a:cubicBezTo>
                  <a:pt x="26947" y="90017"/>
                  <a:pt x="24654" y="89829"/>
                  <a:pt x="22504" y="89452"/>
                </a:cubicBezTo>
                <a:cubicBezTo>
                  <a:pt x="21223" y="89243"/>
                  <a:pt x="18568" y="88479"/>
                  <a:pt x="14538" y="87160"/>
                </a:cubicBezTo>
                <a:cubicBezTo>
                  <a:pt x="10508" y="85841"/>
                  <a:pt x="7956" y="85182"/>
                  <a:pt x="6882" y="85182"/>
                </a:cubicBezTo>
                <a:cubicBezTo>
                  <a:pt x="5848" y="85182"/>
                  <a:pt x="5032" y="85496"/>
                  <a:pt x="4433" y="86123"/>
                </a:cubicBezTo>
                <a:cubicBezTo>
                  <a:pt x="3833" y="86751"/>
                  <a:pt x="3389" y="88049"/>
                  <a:pt x="3100" y="90017"/>
                </a:cubicBezTo>
                <a:lnTo>
                  <a:pt x="806" y="90017"/>
                </a:lnTo>
                <a:lnTo>
                  <a:pt x="806" y="61128"/>
                </a:lnTo>
                <a:lnTo>
                  <a:pt x="3100" y="61128"/>
                </a:lnTo>
                <a:cubicBezTo>
                  <a:pt x="4174" y="67177"/>
                  <a:pt x="5621" y="71704"/>
                  <a:pt x="7439" y="74708"/>
                </a:cubicBezTo>
                <a:cubicBezTo>
                  <a:pt x="9258" y="77713"/>
                  <a:pt x="12037" y="80209"/>
                  <a:pt x="15778" y="82198"/>
                </a:cubicBezTo>
                <a:cubicBezTo>
                  <a:pt x="19518" y="84187"/>
                  <a:pt x="23620" y="85182"/>
                  <a:pt x="28084" y="85182"/>
                </a:cubicBezTo>
                <a:cubicBezTo>
                  <a:pt x="33250" y="85182"/>
                  <a:pt x="37332" y="83817"/>
                  <a:pt x="40328" y="81088"/>
                </a:cubicBezTo>
                <a:cubicBezTo>
                  <a:pt x="43325" y="78359"/>
                  <a:pt x="44823" y="75134"/>
                  <a:pt x="44823" y="71413"/>
                </a:cubicBezTo>
                <a:cubicBezTo>
                  <a:pt x="44823" y="69345"/>
                  <a:pt x="44254" y="67257"/>
                  <a:pt x="43118" y="65150"/>
                </a:cubicBezTo>
                <a:cubicBezTo>
                  <a:pt x="41981" y="63040"/>
                  <a:pt x="40214" y="61076"/>
                  <a:pt x="37817" y="59256"/>
                </a:cubicBezTo>
                <a:cubicBezTo>
                  <a:pt x="36205" y="58016"/>
                  <a:pt x="31804" y="55397"/>
                  <a:pt x="24612" y="51398"/>
                </a:cubicBezTo>
                <a:cubicBezTo>
                  <a:pt x="17421" y="47398"/>
                  <a:pt x="12306" y="44201"/>
                  <a:pt x="9268" y="41806"/>
                </a:cubicBezTo>
                <a:cubicBezTo>
                  <a:pt x="6231" y="39412"/>
                  <a:pt x="3926" y="36769"/>
                  <a:pt x="2356" y="33879"/>
                </a:cubicBezTo>
                <a:cubicBezTo>
                  <a:pt x="785" y="30988"/>
                  <a:pt x="0" y="27809"/>
                  <a:pt x="0" y="24341"/>
                </a:cubicBezTo>
                <a:cubicBezTo>
                  <a:pt x="0" y="18313"/>
                  <a:pt x="2314" y="13122"/>
                  <a:pt x="6943" y="8767"/>
                </a:cubicBezTo>
                <a:cubicBezTo>
                  <a:pt x="11572" y="4410"/>
                  <a:pt x="17462" y="2232"/>
                  <a:pt x="24612" y="2232"/>
                </a:cubicBezTo>
                <a:cubicBezTo>
                  <a:pt x="29076" y="2232"/>
                  <a:pt x="33808" y="3327"/>
                  <a:pt x="38809" y="5518"/>
                </a:cubicBezTo>
                <a:cubicBezTo>
                  <a:pt x="41124" y="6551"/>
                  <a:pt x="42756" y="7067"/>
                  <a:pt x="43707" y="7067"/>
                </a:cubicBezTo>
                <a:cubicBezTo>
                  <a:pt x="44781" y="7067"/>
                  <a:pt x="45660" y="6747"/>
                  <a:pt x="46342" y="6107"/>
                </a:cubicBezTo>
                <a:cubicBezTo>
                  <a:pt x="47024" y="5466"/>
                  <a:pt x="47571" y="4174"/>
                  <a:pt x="47985" y="2232"/>
                </a:cubicBezTo>
                <a:lnTo>
                  <a:pt x="50278" y="2232"/>
                </a:lnTo>
                <a:close/>
                <a:moveTo>
                  <a:pt x="76173" y="52820"/>
                </a:moveTo>
                <a:cubicBezTo>
                  <a:pt x="76132" y="61213"/>
                  <a:pt x="78178" y="67795"/>
                  <a:pt x="82311" y="72568"/>
                </a:cubicBezTo>
                <a:cubicBezTo>
                  <a:pt x="86444" y="77340"/>
                  <a:pt x="91300" y="79726"/>
                  <a:pt x="96880" y="79726"/>
                </a:cubicBezTo>
                <a:cubicBezTo>
                  <a:pt x="100600" y="79726"/>
                  <a:pt x="103834" y="78699"/>
                  <a:pt x="106582" y="76644"/>
                </a:cubicBezTo>
                <a:cubicBezTo>
                  <a:pt x="109331" y="74589"/>
                  <a:pt x="111635" y="71070"/>
                  <a:pt x="113495" y="66087"/>
                </a:cubicBezTo>
                <a:lnTo>
                  <a:pt x="115416" y="67333"/>
                </a:lnTo>
                <a:cubicBezTo>
                  <a:pt x="114548" y="73025"/>
                  <a:pt x="112027" y="78208"/>
                  <a:pt x="107853" y="82882"/>
                </a:cubicBezTo>
                <a:cubicBezTo>
                  <a:pt x="103679" y="87556"/>
                  <a:pt x="98450" y="89893"/>
                  <a:pt x="92168" y="89893"/>
                </a:cubicBezTo>
                <a:cubicBezTo>
                  <a:pt x="85349" y="89893"/>
                  <a:pt x="79511" y="87244"/>
                  <a:pt x="74654" y="81945"/>
                </a:cubicBezTo>
                <a:cubicBezTo>
                  <a:pt x="69798" y="76644"/>
                  <a:pt x="67370" y="69518"/>
                  <a:pt x="67370" y="60568"/>
                </a:cubicBezTo>
                <a:cubicBezTo>
                  <a:pt x="67370" y="50876"/>
                  <a:pt x="69860" y="43318"/>
                  <a:pt x="74840" y="37895"/>
                </a:cubicBezTo>
                <a:cubicBezTo>
                  <a:pt x="79821" y="32470"/>
                  <a:pt x="86072" y="29758"/>
                  <a:pt x="93594" y="29758"/>
                </a:cubicBezTo>
                <a:cubicBezTo>
                  <a:pt x="99959" y="29758"/>
                  <a:pt x="105187" y="31850"/>
                  <a:pt x="109279" y="36035"/>
                </a:cubicBezTo>
                <a:cubicBezTo>
                  <a:pt x="113371" y="40218"/>
                  <a:pt x="115416" y="45813"/>
                  <a:pt x="115416" y="52820"/>
                </a:cubicBezTo>
                <a:lnTo>
                  <a:pt x="76173" y="52820"/>
                </a:lnTo>
                <a:moveTo>
                  <a:pt x="76173" y="49224"/>
                </a:moveTo>
                <a:lnTo>
                  <a:pt x="102459" y="49224"/>
                </a:lnTo>
                <a:cubicBezTo>
                  <a:pt x="102253" y="45617"/>
                  <a:pt x="101819" y="43076"/>
                  <a:pt x="101157" y="41601"/>
                </a:cubicBezTo>
                <a:cubicBezTo>
                  <a:pt x="100124" y="39305"/>
                  <a:pt x="98585" y="37501"/>
                  <a:pt x="96539" y="36190"/>
                </a:cubicBezTo>
                <a:cubicBezTo>
                  <a:pt x="94493" y="34878"/>
                  <a:pt x="92354" y="34222"/>
                  <a:pt x="90122" y="34222"/>
                </a:cubicBezTo>
                <a:cubicBezTo>
                  <a:pt x="86692" y="34222"/>
                  <a:pt x="83623" y="35543"/>
                  <a:pt x="80916" y="38187"/>
                </a:cubicBezTo>
                <a:cubicBezTo>
                  <a:pt x="78209" y="40831"/>
                  <a:pt x="76628" y="44510"/>
                  <a:pt x="76173" y="49224"/>
                </a:cubicBezTo>
                <a:close/>
                <a:moveTo>
                  <a:pt x="142401" y="0"/>
                </a:moveTo>
                <a:lnTo>
                  <a:pt x="142401" y="75263"/>
                </a:lnTo>
                <a:cubicBezTo>
                  <a:pt x="142401" y="78838"/>
                  <a:pt x="142659" y="81208"/>
                  <a:pt x="143176" y="82373"/>
                </a:cubicBezTo>
                <a:cubicBezTo>
                  <a:pt x="143692" y="83536"/>
                  <a:pt x="144488" y="84420"/>
                  <a:pt x="145562" y="85023"/>
                </a:cubicBezTo>
                <a:cubicBezTo>
                  <a:pt x="146637" y="85625"/>
                  <a:pt x="148642" y="85926"/>
                  <a:pt x="151576" y="85926"/>
                </a:cubicBezTo>
                <a:lnTo>
                  <a:pt x="151576" y="88158"/>
                </a:lnTo>
                <a:lnTo>
                  <a:pt x="123740" y="88158"/>
                </a:lnTo>
                <a:lnTo>
                  <a:pt x="123740" y="85926"/>
                </a:lnTo>
                <a:cubicBezTo>
                  <a:pt x="126344" y="85926"/>
                  <a:pt x="128121" y="85656"/>
                  <a:pt x="129072" y="85116"/>
                </a:cubicBezTo>
                <a:cubicBezTo>
                  <a:pt x="130022" y="84575"/>
                  <a:pt x="130766" y="83681"/>
                  <a:pt x="131304" y="82435"/>
                </a:cubicBezTo>
                <a:cubicBezTo>
                  <a:pt x="131841" y="81187"/>
                  <a:pt x="132109" y="78796"/>
                  <a:pt x="132109" y="75263"/>
                </a:cubicBezTo>
                <a:lnTo>
                  <a:pt x="132109" y="23806"/>
                </a:lnTo>
                <a:cubicBezTo>
                  <a:pt x="132109" y="17400"/>
                  <a:pt x="131965" y="13463"/>
                  <a:pt x="131676" y="11996"/>
                </a:cubicBezTo>
                <a:cubicBezTo>
                  <a:pt x="131386" y="10529"/>
                  <a:pt x="130921" y="9527"/>
                  <a:pt x="130281" y="8989"/>
                </a:cubicBezTo>
                <a:cubicBezTo>
                  <a:pt x="129640" y="8452"/>
                  <a:pt x="128824" y="8183"/>
                  <a:pt x="127832" y="8183"/>
                </a:cubicBezTo>
                <a:cubicBezTo>
                  <a:pt x="126757" y="8183"/>
                  <a:pt x="125393" y="8514"/>
                  <a:pt x="123740" y="9175"/>
                </a:cubicBezTo>
                <a:lnTo>
                  <a:pt x="122686" y="6943"/>
                </a:lnTo>
                <a:lnTo>
                  <a:pt x="139611" y="0"/>
                </a:lnTo>
                <a:lnTo>
                  <a:pt x="142401" y="0"/>
                </a:lnTo>
                <a:close/>
                <a:moveTo>
                  <a:pt x="167589" y="52820"/>
                </a:moveTo>
                <a:cubicBezTo>
                  <a:pt x="167548" y="61213"/>
                  <a:pt x="169594" y="67795"/>
                  <a:pt x="173727" y="72568"/>
                </a:cubicBezTo>
                <a:cubicBezTo>
                  <a:pt x="177860" y="77340"/>
                  <a:pt x="182716" y="79726"/>
                  <a:pt x="188296" y="79726"/>
                </a:cubicBezTo>
                <a:cubicBezTo>
                  <a:pt x="192016" y="79726"/>
                  <a:pt x="195250" y="78699"/>
                  <a:pt x="197998" y="76644"/>
                </a:cubicBezTo>
                <a:cubicBezTo>
                  <a:pt x="200747" y="74589"/>
                  <a:pt x="203051" y="71070"/>
                  <a:pt x="204911" y="66087"/>
                </a:cubicBezTo>
                <a:lnTo>
                  <a:pt x="206832" y="67333"/>
                </a:lnTo>
                <a:cubicBezTo>
                  <a:pt x="205964" y="73025"/>
                  <a:pt x="203443" y="78208"/>
                  <a:pt x="199269" y="82882"/>
                </a:cubicBezTo>
                <a:cubicBezTo>
                  <a:pt x="195095" y="87556"/>
                  <a:pt x="189866" y="89893"/>
                  <a:pt x="183584" y="89893"/>
                </a:cubicBezTo>
                <a:cubicBezTo>
                  <a:pt x="176765" y="89893"/>
                  <a:pt x="170927" y="87244"/>
                  <a:pt x="166070" y="81945"/>
                </a:cubicBezTo>
                <a:cubicBezTo>
                  <a:pt x="161214" y="76644"/>
                  <a:pt x="158786" y="69518"/>
                  <a:pt x="158786" y="60568"/>
                </a:cubicBezTo>
                <a:cubicBezTo>
                  <a:pt x="158786" y="50876"/>
                  <a:pt x="161276" y="43318"/>
                  <a:pt x="166256" y="37895"/>
                </a:cubicBezTo>
                <a:cubicBezTo>
                  <a:pt x="171237" y="32470"/>
                  <a:pt x="177488" y="29758"/>
                  <a:pt x="185010" y="29758"/>
                </a:cubicBezTo>
                <a:cubicBezTo>
                  <a:pt x="191375" y="29758"/>
                  <a:pt x="196603" y="31850"/>
                  <a:pt x="200695" y="36035"/>
                </a:cubicBezTo>
                <a:cubicBezTo>
                  <a:pt x="204787" y="40218"/>
                  <a:pt x="206832" y="45813"/>
                  <a:pt x="206832" y="52820"/>
                </a:cubicBezTo>
                <a:lnTo>
                  <a:pt x="167589" y="52820"/>
                </a:lnTo>
                <a:moveTo>
                  <a:pt x="167589" y="49224"/>
                </a:moveTo>
                <a:lnTo>
                  <a:pt x="193875" y="49224"/>
                </a:lnTo>
                <a:cubicBezTo>
                  <a:pt x="193669" y="45617"/>
                  <a:pt x="193235" y="43076"/>
                  <a:pt x="192573" y="41601"/>
                </a:cubicBezTo>
                <a:cubicBezTo>
                  <a:pt x="191540" y="39305"/>
                  <a:pt x="190001" y="37501"/>
                  <a:pt x="187955" y="36190"/>
                </a:cubicBezTo>
                <a:cubicBezTo>
                  <a:pt x="185909" y="34878"/>
                  <a:pt x="183770" y="34222"/>
                  <a:pt x="181538" y="34222"/>
                </a:cubicBezTo>
                <a:cubicBezTo>
                  <a:pt x="178108" y="34222"/>
                  <a:pt x="175039" y="35543"/>
                  <a:pt x="172332" y="38187"/>
                </a:cubicBezTo>
                <a:cubicBezTo>
                  <a:pt x="169625" y="40831"/>
                  <a:pt x="168044" y="44510"/>
                  <a:pt x="167589" y="49224"/>
                </a:cubicBezTo>
                <a:close/>
                <a:moveTo>
                  <a:pt x="262521" y="66583"/>
                </a:moveTo>
                <a:cubicBezTo>
                  <a:pt x="260992" y="74064"/>
                  <a:pt x="257995" y="79819"/>
                  <a:pt x="253532" y="83849"/>
                </a:cubicBezTo>
                <a:cubicBezTo>
                  <a:pt x="249068" y="87879"/>
                  <a:pt x="244129" y="89893"/>
                  <a:pt x="238715" y="89893"/>
                </a:cubicBezTo>
                <a:cubicBezTo>
                  <a:pt x="232267" y="89893"/>
                  <a:pt x="226646" y="87190"/>
                  <a:pt x="221852" y="81782"/>
                </a:cubicBezTo>
                <a:cubicBezTo>
                  <a:pt x="217058" y="76373"/>
                  <a:pt x="214660" y="69064"/>
                  <a:pt x="214660" y="59857"/>
                </a:cubicBezTo>
                <a:cubicBezTo>
                  <a:pt x="214660" y="50938"/>
                  <a:pt x="217316" y="43693"/>
                  <a:pt x="222627" y="38119"/>
                </a:cubicBezTo>
                <a:cubicBezTo>
                  <a:pt x="227938" y="32545"/>
                  <a:pt x="234313" y="29758"/>
                  <a:pt x="241752" y="29758"/>
                </a:cubicBezTo>
                <a:cubicBezTo>
                  <a:pt x="247332" y="29758"/>
                  <a:pt x="251920" y="31241"/>
                  <a:pt x="255515" y="34206"/>
                </a:cubicBezTo>
                <a:cubicBezTo>
                  <a:pt x="259111" y="37170"/>
                  <a:pt x="260909" y="40249"/>
                  <a:pt x="260909" y="43441"/>
                </a:cubicBezTo>
                <a:cubicBezTo>
                  <a:pt x="260909" y="45017"/>
                  <a:pt x="260403" y="46293"/>
                  <a:pt x="259390" y="47268"/>
                </a:cubicBezTo>
                <a:cubicBezTo>
                  <a:pt x="258378" y="48242"/>
                  <a:pt x="256962" y="48728"/>
                  <a:pt x="255143" y="48728"/>
                </a:cubicBezTo>
                <a:cubicBezTo>
                  <a:pt x="252705" y="48728"/>
                  <a:pt x="250866" y="47937"/>
                  <a:pt x="249626" y="46353"/>
                </a:cubicBezTo>
                <a:cubicBezTo>
                  <a:pt x="248923" y="45478"/>
                  <a:pt x="248458" y="43810"/>
                  <a:pt x="248231" y="41351"/>
                </a:cubicBezTo>
                <a:cubicBezTo>
                  <a:pt x="248004" y="38892"/>
                  <a:pt x="247167" y="37016"/>
                  <a:pt x="245720" y="35725"/>
                </a:cubicBezTo>
                <a:cubicBezTo>
                  <a:pt x="244274" y="34475"/>
                  <a:pt x="242269" y="33850"/>
                  <a:pt x="239707" y="33850"/>
                </a:cubicBezTo>
                <a:cubicBezTo>
                  <a:pt x="235574" y="33850"/>
                  <a:pt x="232246" y="35379"/>
                  <a:pt x="229725" y="38437"/>
                </a:cubicBezTo>
                <a:cubicBezTo>
                  <a:pt x="226378" y="42488"/>
                  <a:pt x="224704" y="47840"/>
                  <a:pt x="224704" y="54494"/>
                </a:cubicBezTo>
                <a:cubicBezTo>
                  <a:pt x="224704" y="61272"/>
                  <a:pt x="226367" y="67255"/>
                  <a:pt x="229694" y="72442"/>
                </a:cubicBezTo>
                <a:cubicBezTo>
                  <a:pt x="233021" y="77629"/>
                  <a:pt x="237516" y="80222"/>
                  <a:pt x="243178" y="80222"/>
                </a:cubicBezTo>
                <a:cubicBezTo>
                  <a:pt x="247229" y="80222"/>
                  <a:pt x="250866" y="78838"/>
                  <a:pt x="254090" y="76068"/>
                </a:cubicBezTo>
                <a:cubicBezTo>
                  <a:pt x="256363" y="74167"/>
                  <a:pt x="258574" y="70716"/>
                  <a:pt x="260723" y="65715"/>
                </a:cubicBezTo>
                <a:lnTo>
                  <a:pt x="262521" y="66583"/>
                </a:lnTo>
                <a:close/>
                <a:moveTo>
                  <a:pt x="287025" y="12647"/>
                </a:moveTo>
                <a:lnTo>
                  <a:pt x="287025" y="31370"/>
                </a:lnTo>
                <a:lnTo>
                  <a:pt x="300292" y="31370"/>
                </a:lnTo>
                <a:lnTo>
                  <a:pt x="300292" y="35585"/>
                </a:lnTo>
                <a:lnTo>
                  <a:pt x="287025" y="35709"/>
                </a:lnTo>
                <a:lnTo>
                  <a:pt x="287025" y="72585"/>
                </a:lnTo>
                <a:cubicBezTo>
                  <a:pt x="287025" y="76267"/>
                  <a:pt x="287552" y="78750"/>
                  <a:pt x="288606" y="80034"/>
                </a:cubicBezTo>
                <a:cubicBezTo>
                  <a:pt x="289660" y="81317"/>
                  <a:pt x="291014" y="81958"/>
                  <a:pt x="292667" y="81958"/>
                </a:cubicBezTo>
                <a:cubicBezTo>
                  <a:pt x="294031" y="81958"/>
                  <a:pt x="295353" y="81529"/>
                  <a:pt x="296635" y="80672"/>
                </a:cubicBezTo>
                <a:cubicBezTo>
                  <a:pt x="297916" y="79814"/>
                  <a:pt x="298908" y="78548"/>
                  <a:pt x="299610" y="76874"/>
                </a:cubicBezTo>
                <a:lnTo>
                  <a:pt x="302028" y="76874"/>
                </a:lnTo>
                <a:cubicBezTo>
                  <a:pt x="300582" y="80945"/>
                  <a:pt x="298536" y="84009"/>
                  <a:pt x="295891" y="86065"/>
                </a:cubicBezTo>
                <a:cubicBezTo>
                  <a:pt x="293246" y="88121"/>
                  <a:pt x="290518" y="89150"/>
                  <a:pt x="287707" y="89150"/>
                </a:cubicBezTo>
                <a:cubicBezTo>
                  <a:pt x="285806" y="89150"/>
                  <a:pt x="283946" y="88621"/>
                  <a:pt x="282128" y="87563"/>
                </a:cubicBezTo>
                <a:cubicBezTo>
                  <a:pt x="280309" y="86505"/>
                  <a:pt x="278966" y="84991"/>
                  <a:pt x="278098" y="83022"/>
                </a:cubicBezTo>
                <a:cubicBezTo>
                  <a:pt x="277230" y="81052"/>
                  <a:pt x="276796" y="78014"/>
                  <a:pt x="276796" y="73908"/>
                </a:cubicBezTo>
                <a:lnTo>
                  <a:pt x="276796" y="35585"/>
                </a:lnTo>
                <a:lnTo>
                  <a:pt x="267807" y="35585"/>
                </a:lnTo>
                <a:lnTo>
                  <a:pt x="267807" y="33598"/>
                </a:lnTo>
                <a:cubicBezTo>
                  <a:pt x="270080" y="32694"/>
                  <a:pt x="272405" y="31163"/>
                  <a:pt x="274781" y="29006"/>
                </a:cubicBezTo>
                <a:cubicBezTo>
                  <a:pt x="277158" y="26849"/>
                  <a:pt x="279276" y="24278"/>
                  <a:pt x="281136" y="21294"/>
                </a:cubicBezTo>
                <a:cubicBezTo>
                  <a:pt x="282086" y="19718"/>
                  <a:pt x="283409" y="16836"/>
                  <a:pt x="285104" y="12647"/>
                </a:cubicBezTo>
                <a:lnTo>
                  <a:pt x="287025" y="126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9DCF81-0D66-439B-B370-DD289377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018" y="346164"/>
            <a:ext cx="749804" cy="307670"/>
          </a:xfrm>
          <a:custGeom xmlns:a="http://schemas.openxmlformats.org/drawingml/2006/main">
            <a:pathLst>
              <a:path w="749804" h="307670">
                <a:moveTo>
                  <a:pt x="0" y="0"/>
                </a:moveTo>
                <a:lnTo>
                  <a:pt x="749804" y="0"/>
                </a:lnTo>
                <a:lnTo>
                  <a:pt x="749804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Combine">
            <a:extLst xmlns:a="http://schemas.openxmlformats.org/drawingml/2006/main">
              <a:ext uri="{FF2B5EF4-FFF2-40B4-BE49-F238E27FC236}">
                <a16:creationId xmlns:a16="http://schemas.microsoft.com/office/drawing/2014/main" id="{392879CE-D10F-4C14-9D2F-A6A93483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117" y="451406"/>
            <a:ext cx="457004" cy="90017"/>
          </a:xfrm>
          <a:custGeom xmlns:a="http://schemas.openxmlformats.org/drawingml/2006/main">
            <a:pathLst>
              <a:path w="457004" h="90017">
                <a:moveTo>
                  <a:pt x="71853" y="2232"/>
                </a:moveTo>
                <a:lnTo>
                  <a:pt x="73775" y="30874"/>
                </a:lnTo>
                <a:lnTo>
                  <a:pt x="71853" y="30874"/>
                </a:lnTo>
                <a:cubicBezTo>
                  <a:pt x="69290" y="22296"/>
                  <a:pt x="65633" y="16123"/>
                  <a:pt x="60880" y="12353"/>
                </a:cubicBezTo>
                <a:cubicBezTo>
                  <a:pt x="56127" y="8581"/>
                  <a:pt x="50423" y="6696"/>
                  <a:pt x="43769" y="6696"/>
                </a:cubicBezTo>
                <a:cubicBezTo>
                  <a:pt x="38189" y="6696"/>
                  <a:pt x="33147" y="8109"/>
                  <a:pt x="28642" y="10936"/>
                </a:cubicBezTo>
                <a:cubicBezTo>
                  <a:pt x="24137" y="13762"/>
                  <a:pt x="20593" y="18271"/>
                  <a:pt x="18010" y="24461"/>
                </a:cubicBezTo>
                <a:cubicBezTo>
                  <a:pt x="15427" y="30650"/>
                  <a:pt x="14135" y="38346"/>
                  <a:pt x="14135" y="47547"/>
                </a:cubicBezTo>
                <a:cubicBezTo>
                  <a:pt x="14135" y="55140"/>
                  <a:pt x="15354" y="61722"/>
                  <a:pt x="17793" y="67292"/>
                </a:cubicBezTo>
                <a:cubicBezTo>
                  <a:pt x="20231" y="72863"/>
                  <a:pt x="23899" y="77134"/>
                  <a:pt x="28797" y="80106"/>
                </a:cubicBezTo>
                <a:cubicBezTo>
                  <a:pt x="33695" y="83077"/>
                  <a:pt x="39284" y="84562"/>
                  <a:pt x="45567" y="84562"/>
                </a:cubicBezTo>
                <a:cubicBezTo>
                  <a:pt x="51022" y="84562"/>
                  <a:pt x="55837" y="83390"/>
                  <a:pt x="60012" y="81048"/>
                </a:cubicBezTo>
                <a:cubicBezTo>
                  <a:pt x="64186" y="78703"/>
                  <a:pt x="68774" y="74047"/>
                  <a:pt x="73775" y="67079"/>
                </a:cubicBezTo>
                <a:lnTo>
                  <a:pt x="75697" y="68319"/>
                </a:lnTo>
                <a:cubicBezTo>
                  <a:pt x="71481" y="75822"/>
                  <a:pt x="66563" y="81314"/>
                  <a:pt x="60942" y="84796"/>
                </a:cubicBezTo>
                <a:cubicBezTo>
                  <a:pt x="55321" y="88277"/>
                  <a:pt x="48646" y="90017"/>
                  <a:pt x="40917" y="90017"/>
                </a:cubicBezTo>
                <a:cubicBezTo>
                  <a:pt x="26989" y="90017"/>
                  <a:pt x="16201" y="84858"/>
                  <a:pt x="8555" y="74540"/>
                </a:cubicBezTo>
                <a:cubicBezTo>
                  <a:pt x="2852" y="66864"/>
                  <a:pt x="0" y="57826"/>
                  <a:pt x="0" y="47425"/>
                </a:cubicBezTo>
                <a:cubicBezTo>
                  <a:pt x="0" y="39046"/>
                  <a:pt x="1881" y="31349"/>
                  <a:pt x="5642" y="24333"/>
                </a:cubicBezTo>
                <a:cubicBezTo>
                  <a:pt x="9403" y="17317"/>
                  <a:pt x="14579" y="11880"/>
                  <a:pt x="21171" y="8021"/>
                </a:cubicBezTo>
                <a:cubicBezTo>
                  <a:pt x="27764" y="4161"/>
                  <a:pt x="34965" y="2232"/>
                  <a:pt x="42777" y="2232"/>
                </a:cubicBezTo>
                <a:cubicBezTo>
                  <a:pt x="48852" y="2232"/>
                  <a:pt x="54845" y="3720"/>
                  <a:pt x="60756" y="6696"/>
                </a:cubicBezTo>
                <a:cubicBezTo>
                  <a:pt x="62491" y="7605"/>
                  <a:pt x="63731" y="8059"/>
                  <a:pt x="64475" y="8059"/>
                </a:cubicBezTo>
                <a:cubicBezTo>
                  <a:pt x="65591" y="8059"/>
                  <a:pt x="66563" y="7667"/>
                  <a:pt x="67389" y="6882"/>
                </a:cubicBezTo>
                <a:cubicBezTo>
                  <a:pt x="68464" y="5766"/>
                  <a:pt x="69228" y="4216"/>
                  <a:pt x="69683" y="2232"/>
                </a:cubicBezTo>
                <a:lnTo>
                  <a:pt x="71853" y="2232"/>
                </a:lnTo>
                <a:close/>
                <a:moveTo>
                  <a:pt x="111714" y="29758"/>
                </a:moveTo>
                <a:cubicBezTo>
                  <a:pt x="120311" y="29758"/>
                  <a:pt x="127213" y="33020"/>
                  <a:pt x="132421" y="39543"/>
                </a:cubicBezTo>
                <a:cubicBezTo>
                  <a:pt x="136843" y="45117"/>
                  <a:pt x="139054" y="51516"/>
                  <a:pt x="139054" y="58743"/>
                </a:cubicBezTo>
                <a:cubicBezTo>
                  <a:pt x="139054" y="63821"/>
                  <a:pt x="137835" y="68962"/>
                  <a:pt x="135396" y="74164"/>
                </a:cubicBezTo>
                <a:cubicBezTo>
                  <a:pt x="132958" y="79365"/>
                  <a:pt x="129600" y="83287"/>
                  <a:pt x="125322" y="85930"/>
                </a:cubicBezTo>
                <a:cubicBezTo>
                  <a:pt x="121044" y="88572"/>
                  <a:pt x="116281" y="89893"/>
                  <a:pt x="111032" y="89893"/>
                </a:cubicBezTo>
                <a:cubicBezTo>
                  <a:pt x="102477" y="89893"/>
                  <a:pt x="95678" y="86487"/>
                  <a:pt x="90636" y="79674"/>
                </a:cubicBezTo>
                <a:cubicBezTo>
                  <a:pt x="86379" y="73935"/>
                  <a:pt x="84250" y="67495"/>
                  <a:pt x="84250" y="60353"/>
                </a:cubicBezTo>
                <a:cubicBezTo>
                  <a:pt x="84250" y="55150"/>
                  <a:pt x="85542" y="49979"/>
                  <a:pt x="88125" y="44838"/>
                </a:cubicBezTo>
                <a:cubicBezTo>
                  <a:pt x="90708" y="39698"/>
                  <a:pt x="94107" y="35899"/>
                  <a:pt x="98323" y="33443"/>
                </a:cubicBezTo>
                <a:cubicBezTo>
                  <a:pt x="102539" y="30986"/>
                  <a:pt x="107002" y="29758"/>
                  <a:pt x="111714" y="29758"/>
                </a:cubicBezTo>
                <a:moveTo>
                  <a:pt x="109792" y="33850"/>
                </a:moveTo>
                <a:cubicBezTo>
                  <a:pt x="107602" y="33850"/>
                  <a:pt x="105401" y="34499"/>
                  <a:pt x="103190" y="35797"/>
                </a:cubicBezTo>
                <a:cubicBezTo>
                  <a:pt x="100978" y="37093"/>
                  <a:pt x="99191" y="39368"/>
                  <a:pt x="97827" y="42622"/>
                </a:cubicBezTo>
                <a:cubicBezTo>
                  <a:pt x="96463" y="45875"/>
                  <a:pt x="95781" y="50055"/>
                  <a:pt x="95781" y="55161"/>
                </a:cubicBezTo>
                <a:cubicBezTo>
                  <a:pt x="95781" y="63397"/>
                  <a:pt x="97424" y="70501"/>
                  <a:pt x="100710" y="76473"/>
                </a:cubicBezTo>
                <a:cubicBezTo>
                  <a:pt x="103996" y="82444"/>
                  <a:pt x="108325" y="85430"/>
                  <a:pt x="113698" y="85430"/>
                </a:cubicBezTo>
                <a:cubicBezTo>
                  <a:pt x="117707" y="85430"/>
                  <a:pt x="121013" y="83782"/>
                  <a:pt x="123617" y="80488"/>
                </a:cubicBezTo>
                <a:cubicBezTo>
                  <a:pt x="126221" y="77193"/>
                  <a:pt x="127523" y="71531"/>
                  <a:pt x="127523" y="63501"/>
                </a:cubicBezTo>
                <a:cubicBezTo>
                  <a:pt x="127523" y="53452"/>
                  <a:pt x="125353" y="45545"/>
                  <a:pt x="121013" y="39780"/>
                </a:cubicBezTo>
                <a:cubicBezTo>
                  <a:pt x="118079" y="35826"/>
                  <a:pt x="114339" y="33850"/>
                  <a:pt x="109792" y="33850"/>
                </a:cubicBezTo>
                <a:close/>
                <a:moveTo>
                  <a:pt x="164286" y="41954"/>
                </a:moveTo>
                <a:cubicBezTo>
                  <a:pt x="168419" y="37784"/>
                  <a:pt x="170857" y="35387"/>
                  <a:pt x="171601" y="34762"/>
                </a:cubicBezTo>
                <a:cubicBezTo>
                  <a:pt x="173461" y="33177"/>
                  <a:pt x="175466" y="31947"/>
                  <a:pt x="177615" y="31071"/>
                </a:cubicBezTo>
                <a:cubicBezTo>
                  <a:pt x="179764" y="30196"/>
                  <a:pt x="181893" y="29758"/>
                  <a:pt x="184000" y="29758"/>
                </a:cubicBezTo>
                <a:cubicBezTo>
                  <a:pt x="187555" y="29758"/>
                  <a:pt x="190613" y="30800"/>
                  <a:pt x="193176" y="32885"/>
                </a:cubicBezTo>
                <a:cubicBezTo>
                  <a:pt x="195738" y="34969"/>
                  <a:pt x="197453" y="37992"/>
                  <a:pt x="198321" y="41954"/>
                </a:cubicBezTo>
                <a:cubicBezTo>
                  <a:pt x="202578" y="36950"/>
                  <a:pt x="206174" y="33667"/>
                  <a:pt x="209109" y="32104"/>
                </a:cubicBezTo>
                <a:cubicBezTo>
                  <a:pt x="212043" y="30540"/>
                  <a:pt x="215060" y="29758"/>
                  <a:pt x="218160" y="29758"/>
                </a:cubicBezTo>
                <a:cubicBezTo>
                  <a:pt x="221177" y="29758"/>
                  <a:pt x="223853" y="30531"/>
                  <a:pt x="226188" y="32077"/>
                </a:cubicBezTo>
                <a:cubicBezTo>
                  <a:pt x="228524" y="33622"/>
                  <a:pt x="230373" y="36146"/>
                  <a:pt x="231737" y="39650"/>
                </a:cubicBezTo>
                <a:cubicBezTo>
                  <a:pt x="232646" y="42041"/>
                  <a:pt x="233101" y="45791"/>
                  <a:pt x="233101" y="50902"/>
                </a:cubicBezTo>
                <a:lnTo>
                  <a:pt x="233101" y="75263"/>
                </a:lnTo>
                <a:cubicBezTo>
                  <a:pt x="233101" y="78838"/>
                  <a:pt x="233370" y="81290"/>
                  <a:pt x="233907" y="82621"/>
                </a:cubicBezTo>
                <a:cubicBezTo>
                  <a:pt x="234320" y="83535"/>
                  <a:pt x="235085" y="84315"/>
                  <a:pt x="236201" y="84959"/>
                </a:cubicBezTo>
                <a:cubicBezTo>
                  <a:pt x="237317" y="85604"/>
                  <a:pt x="239135" y="85926"/>
                  <a:pt x="241656" y="85926"/>
                </a:cubicBezTo>
                <a:lnTo>
                  <a:pt x="241656" y="88158"/>
                </a:lnTo>
                <a:lnTo>
                  <a:pt x="213634" y="88158"/>
                </a:lnTo>
                <a:lnTo>
                  <a:pt x="213634" y="85926"/>
                </a:lnTo>
                <a:lnTo>
                  <a:pt x="214812" y="85926"/>
                </a:lnTo>
                <a:cubicBezTo>
                  <a:pt x="217251" y="85926"/>
                  <a:pt x="219152" y="85448"/>
                  <a:pt x="220516" y="84492"/>
                </a:cubicBezTo>
                <a:cubicBezTo>
                  <a:pt x="221466" y="83827"/>
                  <a:pt x="222148" y="82767"/>
                  <a:pt x="222562" y="81311"/>
                </a:cubicBezTo>
                <a:cubicBezTo>
                  <a:pt x="222727" y="80604"/>
                  <a:pt x="222810" y="78588"/>
                  <a:pt x="222810" y="75263"/>
                </a:cubicBezTo>
                <a:lnTo>
                  <a:pt x="222810" y="50995"/>
                </a:lnTo>
                <a:cubicBezTo>
                  <a:pt x="222810" y="46396"/>
                  <a:pt x="222252" y="43152"/>
                  <a:pt x="221136" y="41264"/>
                </a:cubicBezTo>
                <a:cubicBezTo>
                  <a:pt x="219524" y="38635"/>
                  <a:pt x="216941" y="37321"/>
                  <a:pt x="213386" y="37321"/>
                </a:cubicBezTo>
                <a:cubicBezTo>
                  <a:pt x="211196" y="37321"/>
                  <a:pt x="208995" y="37867"/>
                  <a:pt x="206784" y="38958"/>
                </a:cubicBezTo>
                <a:cubicBezTo>
                  <a:pt x="204573" y="40050"/>
                  <a:pt x="201897" y="42078"/>
                  <a:pt x="198755" y="45042"/>
                </a:cubicBezTo>
                <a:lnTo>
                  <a:pt x="198631" y="45722"/>
                </a:lnTo>
                <a:lnTo>
                  <a:pt x="198755" y="48368"/>
                </a:lnTo>
                <a:lnTo>
                  <a:pt x="198755" y="75263"/>
                </a:lnTo>
                <a:cubicBezTo>
                  <a:pt x="198755" y="79171"/>
                  <a:pt x="198972" y="81603"/>
                  <a:pt x="199406" y="82559"/>
                </a:cubicBezTo>
                <a:cubicBezTo>
                  <a:pt x="199840" y="83514"/>
                  <a:pt x="200657" y="84315"/>
                  <a:pt x="201855" y="84959"/>
                </a:cubicBezTo>
                <a:cubicBezTo>
                  <a:pt x="203054" y="85604"/>
                  <a:pt x="205100" y="85926"/>
                  <a:pt x="207993" y="85926"/>
                </a:cubicBezTo>
                <a:lnTo>
                  <a:pt x="207993" y="88158"/>
                </a:lnTo>
                <a:lnTo>
                  <a:pt x="179289" y="88158"/>
                </a:lnTo>
                <a:lnTo>
                  <a:pt x="179289" y="85926"/>
                </a:lnTo>
                <a:cubicBezTo>
                  <a:pt x="182430" y="85926"/>
                  <a:pt x="184589" y="85552"/>
                  <a:pt x="185767" y="84804"/>
                </a:cubicBezTo>
                <a:cubicBezTo>
                  <a:pt x="186945" y="84055"/>
                  <a:pt x="187762" y="82933"/>
                  <a:pt x="188216" y="81437"/>
                </a:cubicBezTo>
                <a:cubicBezTo>
                  <a:pt x="188423" y="80729"/>
                  <a:pt x="188526" y="78671"/>
                  <a:pt x="188526" y="75263"/>
                </a:cubicBezTo>
                <a:lnTo>
                  <a:pt x="188526" y="51011"/>
                </a:lnTo>
                <a:cubicBezTo>
                  <a:pt x="188526" y="46414"/>
                  <a:pt x="187844" y="43098"/>
                  <a:pt x="186480" y="41062"/>
                </a:cubicBezTo>
                <a:cubicBezTo>
                  <a:pt x="184662" y="38403"/>
                  <a:pt x="182120" y="37073"/>
                  <a:pt x="178855" y="37073"/>
                </a:cubicBezTo>
                <a:cubicBezTo>
                  <a:pt x="176623" y="37073"/>
                  <a:pt x="174412" y="37675"/>
                  <a:pt x="172221" y="38879"/>
                </a:cubicBezTo>
                <a:cubicBezTo>
                  <a:pt x="168791" y="40705"/>
                  <a:pt x="166146" y="42759"/>
                  <a:pt x="164286" y="45042"/>
                </a:cubicBezTo>
                <a:lnTo>
                  <a:pt x="164286" y="75263"/>
                </a:lnTo>
                <a:cubicBezTo>
                  <a:pt x="164286" y="79004"/>
                  <a:pt x="164544" y="81436"/>
                  <a:pt x="165061" y="82559"/>
                </a:cubicBezTo>
                <a:cubicBezTo>
                  <a:pt x="165577" y="83681"/>
                  <a:pt x="166342" y="84523"/>
                  <a:pt x="167355" y="85085"/>
                </a:cubicBezTo>
                <a:cubicBezTo>
                  <a:pt x="168367" y="85646"/>
                  <a:pt x="170423" y="85926"/>
                  <a:pt x="173523" y="85926"/>
                </a:cubicBezTo>
                <a:lnTo>
                  <a:pt x="173523" y="88158"/>
                </a:lnTo>
                <a:lnTo>
                  <a:pt x="145439" y="88158"/>
                </a:lnTo>
                <a:lnTo>
                  <a:pt x="145439" y="85926"/>
                </a:lnTo>
                <a:cubicBezTo>
                  <a:pt x="148043" y="85926"/>
                  <a:pt x="149862" y="85646"/>
                  <a:pt x="150895" y="85085"/>
                </a:cubicBezTo>
                <a:cubicBezTo>
                  <a:pt x="151928" y="84523"/>
                  <a:pt x="152713" y="83629"/>
                  <a:pt x="153251" y="82404"/>
                </a:cubicBezTo>
                <a:cubicBezTo>
                  <a:pt x="153788" y="81177"/>
                  <a:pt x="154057" y="78796"/>
                  <a:pt x="154057" y="75263"/>
                </a:cubicBezTo>
                <a:lnTo>
                  <a:pt x="154057" y="53688"/>
                </a:lnTo>
                <a:cubicBezTo>
                  <a:pt x="154057" y="47447"/>
                  <a:pt x="153871" y="43418"/>
                  <a:pt x="153499" y="41599"/>
                </a:cubicBezTo>
                <a:cubicBezTo>
                  <a:pt x="153209" y="40235"/>
                  <a:pt x="152755" y="39295"/>
                  <a:pt x="152135" y="38778"/>
                </a:cubicBezTo>
                <a:cubicBezTo>
                  <a:pt x="151515" y="38262"/>
                  <a:pt x="150668" y="38003"/>
                  <a:pt x="149593" y="38003"/>
                </a:cubicBezTo>
                <a:cubicBezTo>
                  <a:pt x="148436" y="38003"/>
                  <a:pt x="147051" y="38313"/>
                  <a:pt x="145439" y="38933"/>
                </a:cubicBezTo>
                <a:lnTo>
                  <a:pt x="144509" y="36701"/>
                </a:lnTo>
                <a:lnTo>
                  <a:pt x="161620" y="29758"/>
                </a:lnTo>
                <a:lnTo>
                  <a:pt x="164286" y="29758"/>
                </a:lnTo>
                <a:lnTo>
                  <a:pt x="164286" y="41954"/>
                </a:lnTo>
                <a:close/>
                <a:moveTo>
                  <a:pt x="261637" y="41337"/>
                </a:moveTo>
                <a:cubicBezTo>
                  <a:pt x="267134" y="33618"/>
                  <a:pt x="273065" y="29758"/>
                  <a:pt x="279430" y="29758"/>
                </a:cubicBezTo>
                <a:cubicBezTo>
                  <a:pt x="285257" y="29758"/>
                  <a:pt x="290341" y="32245"/>
                  <a:pt x="294681" y="37221"/>
                </a:cubicBezTo>
                <a:cubicBezTo>
                  <a:pt x="299020" y="42196"/>
                  <a:pt x="301190" y="48998"/>
                  <a:pt x="301190" y="57627"/>
                </a:cubicBezTo>
                <a:cubicBezTo>
                  <a:pt x="301190" y="67701"/>
                  <a:pt x="297843" y="75814"/>
                  <a:pt x="291147" y="81966"/>
                </a:cubicBezTo>
                <a:cubicBezTo>
                  <a:pt x="285402" y="87251"/>
                  <a:pt x="278996" y="89893"/>
                  <a:pt x="271928" y="89893"/>
                </a:cubicBezTo>
                <a:cubicBezTo>
                  <a:pt x="268622" y="89893"/>
                  <a:pt x="265264" y="89290"/>
                  <a:pt x="261854" y="88084"/>
                </a:cubicBezTo>
                <a:cubicBezTo>
                  <a:pt x="258444" y="86878"/>
                  <a:pt x="254962" y="85068"/>
                  <a:pt x="251408" y="82654"/>
                </a:cubicBezTo>
                <a:lnTo>
                  <a:pt x="251408" y="23930"/>
                </a:lnTo>
                <a:cubicBezTo>
                  <a:pt x="251408" y="17483"/>
                  <a:pt x="251253" y="13515"/>
                  <a:pt x="250943" y="12027"/>
                </a:cubicBezTo>
                <a:cubicBezTo>
                  <a:pt x="250633" y="10539"/>
                  <a:pt x="250147" y="9527"/>
                  <a:pt x="249486" y="8989"/>
                </a:cubicBezTo>
                <a:cubicBezTo>
                  <a:pt x="248825" y="8452"/>
                  <a:pt x="247998" y="8183"/>
                  <a:pt x="247006" y="8183"/>
                </a:cubicBezTo>
                <a:cubicBezTo>
                  <a:pt x="245849" y="8183"/>
                  <a:pt x="244402" y="8514"/>
                  <a:pt x="242667" y="9175"/>
                </a:cubicBezTo>
                <a:lnTo>
                  <a:pt x="241799" y="6943"/>
                </a:lnTo>
                <a:lnTo>
                  <a:pt x="258847" y="0"/>
                </a:lnTo>
                <a:lnTo>
                  <a:pt x="261637" y="0"/>
                </a:lnTo>
                <a:lnTo>
                  <a:pt x="261637" y="41337"/>
                </a:lnTo>
                <a:moveTo>
                  <a:pt x="261637" y="45284"/>
                </a:moveTo>
                <a:lnTo>
                  <a:pt x="261637" y="79077"/>
                </a:lnTo>
                <a:cubicBezTo>
                  <a:pt x="263745" y="81133"/>
                  <a:pt x="265925" y="82686"/>
                  <a:pt x="268178" y="83735"/>
                </a:cubicBezTo>
                <a:cubicBezTo>
                  <a:pt x="270430" y="84782"/>
                  <a:pt x="272734" y="85306"/>
                  <a:pt x="275090" y="85306"/>
                </a:cubicBezTo>
                <a:cubicBezTo>
                  <a:pt x="278851" y="85306"/>
                  <a:pt x="282354" y="83250"/>
                  <a:pt x="285598" y="79139"/>
                </a:cubicBezTo>
                <a:cubicBezTo>
                  <a:pt x="288843" y="75028"/>
                  <a:pt x="290465" y="69046"/>
                  <a:pt x="290465" y="61193"/>
                </a:cubicBezTo>
                <a:cubicBezTo>
                  <a:pt x="290465" y="53958"/>
                  <a:pt x="288843" y="48398"/>
                  <a:pt x="285598" y="44513"/>
                </a:cubicBezTo>
                <a:cubicBezTo>
                  <a:pt x="282354" y="40628"/>
                  <a:pt x="278665" y="38685"/>
                  <a:pt x="274532" y="38685"/>
                </a:cubicBezTo>
                <a:cubicBezTo>
                  <a:pt x="272342" y="38685"/>
                  <a:pt x="270151" y="39240"/>
                  <a:pt x="267961" y="40349"/>
                </a:cubicBezTo>
                <a:cubicBezTo>
                  <a:pt x="266308" y="41172"/>
                  <a:pt x="264200" y="42817"/>
                  <a:pt x="261637" y="45284"/>
                </a:cubicBezTo>
                <a:close/>
                <a:moveTo>
                  <a:pt x="324005" y="0"/>
                </a:moveTo>
                <a:cubicBezTo>
                  <a:pt x="325740" y="0"/>
                  <a:pt x="327218" y="613"/>
                  <a:pt x="328437" y="1839"/>
                </a:cubicBezTo>
                <a:cubicBezTo>
                  <a:pt x="329657" y="3063"/>
                  <a:pt x="330266" y="4548"/>
                  <a:pt x="330266" y="6293"/>
                </a:cubicBezTo>
                <a:cubicBezTo>
                  <a:pt x="330266" y="8037"/>
                  <a:pt x="329657" y="9533"/>
                  <a:pt x="328437" y="10779"/>
                </a:cubicBezTo>
                <a:cubicBezTo>
                  <a:pt x="327218" y="12025"/>
                  <a:pt x="325740" y="12647"/>
                  <a:pt x="324005" y="12647"/>
                </a:cubicBezTo>
                <a:cubicBezTo>
                  <a:pt x="322269" y="12647"/>
                  <a:pt x="320781" y="12025"/>
                  <a:pt x="319541" y="10779"/>
                </a:cubicBezTo>
                <a:cubicBezTo>
                  <a:pt x="318301" y="9533"/>
                  <a:pt x="317681" y="8037"/>
                  <a:pt x="317681" y="6293"/>
                </a:cubicBezTo>
                <a:cubicBezTo>
                  <a:pt x="317681" y="4548"/>
                  <a:pt x="318291" y="3063"/>
                  <a:pt x="319510" y="1839"/>
                </a:cubicBezTo>
                <a:cubicBezTo>
                  <a:pt x="320729" y="613"/>
                  <a:pt x="322227" y="0"/>
                  <a:pt x="324005" y="0"/>
                </a:cubicBezTo>
                <a:moveTo>
                  <a:pt x="329150" y="29758"/>
                </a:moveTo>
                <a:lnTo>
                  <a:pt x="329150" y="75263"/>
                </a:lnTo>
                <a:cubicBezTo>
                  <a:pt x="329150" y="78838"/>
                  <a:pt x="329409" y="81218"/>
                  <a:pt x="329925" y="82404"/>
                </a:cubicBezTo>
                <a:cubicBezTo>
                  <a:pt x="330442" y="83588"/>
                  <a:pt x="331206" y="84471"/>
                  <a:pt x="332219" y="85054"/>
                </a:cubicBezTo>
                <a:cubicBezTo>
                  <a:pt x="333232" y="85635"/>
                  <a:pt x="335081" y="85926"/>
                  <a:pt x="337768" y="85926"/>
                </a:cubicBezTo>
                <a:lnTo>
                  <a:pt x="337768" y="88158"/>
                </a:lnTo>
                <a:lnTo>
                  <a:pt x="310180" y="88158"/>
                </a:lnTo>
                <a:lnTo>
                  <a:pt x="310180" y="85926"/>
                </a:lnTo>
                <a:cubicBezTo>
                  <a:pt x="312949" y="85926"/>
                  <a:pt x="314809" y="85656"/>
                  <a:pt x="315759" y="85116"/>
                </a:cubicBezTo>
                <a:cubicBezTo>
                  <a:pt x="316710" y="84575"/>
                  <a:pt x="317464" y="83681"/>
                  <a:pt x="318022" y="82435"/>
                </a:cubicBezTo>
                <a:cubicBezTo>
                  <a:pt x="318580" y="81187"/>
                  <a:pt x="318859" y="78796"/>
                  <a:pt x="318859" y="75263"/>
                </a:cubicBezTo>
                <a:lnTo>
                  <a:pt x="318859" y="53564"/>
                </a:lnTo>
                <a:cubicBezTo>
                  <a:pt x="318859" y="47380"/>
                  <a:pt x="318673" y="43375"/>
                  <a:pt x="318301" y="41549"/>
                </a:cubicBezTo>
                <a:cubicBezTo>
                  <a:pt x="318012" y="40220"/>
                  <a:pt x="317557" y="39297"/>
                  <a:pt x="316937" y="38780"/>
                </a:cubicBezTo>
                <a:cubicBezTo>
                  <a:pt x="316317" y="38262"/>
                  <a:pt x="315470" y="38003"/>
                  <a:pt x="314395" y="38003"/>
                </a:cubicBezTo>
                <a:cubicBezTo>
                  <a:pt x="313238" y="38003"/>
                  <a:pt x="311833" y="38313"/>
                  <a:pt x="310180" y="38933"/>
                </a:cubicBezTo>
                <a:lnTo>
                  <a:pt x="309312" y="36701"/>
                </a:lnTo>
                <a:lnTo>
                  <a:pt x="326422" y="29758"/>
                </a:lnTo>
                <a:lnTo>
                  <a:pt x="329150" y="29758"/>
                </a:lnTo>
                <a:close/>
                <a:moveTo>
                  <a:pt x="361282" y="41723"/>
                </a:moveTo>
                <a:cubicBezTo>
                  <a:pt x="367936" y="33746"/>
                  <a:pt x="374281" y="29758"/>
                  <a:pt x="380315" y="29758"/>
                </a:cubicBezTo>
                <a:cubicBezTo>
                  <a:pt x="383415" y="29758"/>
                  <a:pt x="386081" y="30531"/>
                  <a:pt x="388312" y="32077"/>
                </a:cubicBezTo>
                <a:cubicBezTo>
                  <a:pt x="390544" y="33622"/>
                  <a:pt x="392321" y="36167"/>
                  <a:pt x="393644" y="39712"/>
                </a:cubicBezTo>
                <a:cubicBezTo>
                  <a:pt x="394553" y="42185"/>
                  <a:pt x="395008" y="45977"/>
                  <a:pt x="395008" y="51088"/>
                </a:cubicBezTo>
                <a:lnTo>
                  <a:pt x="395008" y="75263"/>
                </a:lnTo>
                <a:cubicBezTo>
                  <a:pt x="395008" y="78879"/>
                  <a:pt x="395297" y="81332"/>
                  <a:pt x="395876" y="82621"/>
                </a:cubicBezTo>
                <a:cubicBezTo>
                  <a:pt x="396330" y="83660"/>
                  <a:pt x="397064" y="84471"/>
                  <a:pt x="398077" y="85054"/>
                </a:cubicBezTo>
                <a:cubicBezTo>
                  <a:pt x="399089" y="85635"/>
                  <a:pt x="400959" y="85926"/>
                  <a:pt x="403687" y="85926"/>
                </a:cubicBezTo>
                <a:lnTo>
                  <a:pt x="403687" y="88158"/>
                </a:lnTo>
                <a:lnTo>
                  <a:pt x="375603" y="88158"/>
                </a:lnTo>
                <a:lnTo>
                  <a:pt x="375603" y="85926"/>
                </a:lnTo>
                <a:lnTo>
                  <a:pt x="376781" y="85926"/>
                </a:lnTo>
                <a:cubicBezTo>
                  <a:pt x="379426" y="85926"/>
                  <a:pt x="381276" y="85521"/>
                  <a:pt x="382330" y="84711"/>
                </a:cubicBezTo>
                <a:cubicBezTo>
                  <a:pt x="383384" y="83900"/>
                  <a:pt x="384117" y="82705"/>
                  <a:pt x="384531" y="81125"/>
                </a:cubicBezTo>
                <a:cubicBezTo>
                  <a:pt x="384696" y="80501"/>
                  <a:pt x="384779" y="78547"/>
                  <a:pt x="384779" y="75263"/>
                </a:cubicBezTo>
                <a:lnTo>
                  <a:pt x="384779" y="52053"/>
                </a:lnTo>
                <a:cubicBezTo>
                  <a:pt x="384779" y="46894"/>
                  <a:pt x="384107" y="43150"/>
                  <a:pt x="382764" y="40818"/>
                </a:cubicBezTo>
                <a:cubicBezTo>
                  <a:pt x="381421" y="38487"/>
                  <a:pt x="379158" y="37321"/>
                  <a:pt x="375975" y="37321"/>
                </a:cubicBezTo>
                <a:cubicBezTo>
                  <a:pt x="371057" y="37321"/>
                  <a:pt x="366159" y="40008"/>
                  <a:pt x="361282" y="45381"/>
                </a:cubicBezTo>
                <a:lnTo>
                  <a:pt x="361282" y="75263"/>
                </a:lnTo>
                <a:cubicBezTo>
                  <a:pt x="361282" y="79128"/>
                  <a:pt x="361510" y="81519"/>
                  <a:pt x="361964" y="82435"/>
                </a:cubicBezTo>
                <a:cubicBezTo>
                  <a:pt x="362543" y="83640"/>
                  <a:pt x="363338" y="84523"/>
                  <a:pt x="364351" y="85085"/>
                </a:cubicBezTo>
                <a:cubicBezTo>
                  <a:pt x="365364" y="85646"/>
                  <a:pt x="367420" y="85926"/>
                  <a:pt x="370520" y="85926"/>
                </a:cubicBezTo>
                <a:lnTo>
                  <a:pt x="370520" y="88158"/>
                </a:lnTo>
                <a:lnTo>
                  <a:pt x="342436" y="88158"/>
                </a:lnTo>
                <a:lnTo>
                  <a:pt x="342436" y="85926"/>
                </a:lnTo>
                <a:lnTo>
                  <a:pt x="343676" y="85926"/>
                </a:lnTo>
                <a:cubicBezTo>
                  <a:pt x="346569" y="85926"/>
                  <a:pt x="348522" y="85188"/>
                  <a:pt x="349534" y="83713"/>
                </a:cubicBezTo>
                <a:cubicBezTo>
                  <a:pt x="350547" y="82237"/>
                  <a:pt x="351053" y="79420"/>
                  <a:pt x="351053" y="75263"/>
                </a:cubicBezTo>
                <a:lnTo>
                  <a:pt x="351053" y="54308"/>
                </a:lnTo>
                <a:cubicBezTo>
                  <a:pt x="351053" y="47489"/>
                  <a:pt x="350898" y="43335"/>
                  <a:pt x="350588" y="41847"/>
                </a:cubicBezTo>
                <a:cubicBezTo>
                  <a:pt x="350278" y="40359"/>
                  <a:pt x="349803" y="39346"/>
                  <a:pt x="349162" y="38809"/>
                </a:cubicBezTo>
                <a:cubicBezTo>
                  <a:pt x="348522" y="38272"/>
                  <a:pt x="347664" y="38003"/>
                  <a:pt x="346589" y="38003"/>
                </a:cubicBezTo>
                <a:cubicBezTo>
                  <a:pt x="345432" y="38003"/>
                  <a:pt x="344048" y="38313"/>
                  <a:pt x="342436" y="38933"/>
                </a:cubicBezTo>
                <a:lnTo>
                  <a:pt x="341506" y="36701"/>
                </a:lnTo>
                <a:lnTo>
                  <a:pt x="358616" y="29758"/>
                </a:lnTo>
                <a:lnTo>
                  <a:pt x="361282" y="29758"/>
                </a:lnTo>
                <a:lnTo>
                  <a:pt x="361282" y="41723"/>
                </a:lnTo>
                <a:close/>
                <a:moveTo>
                  <a:pt x="417760" y="52820"/>
                </a:moveTo>
                <a:cubicBezTo>
                  <a:pt x="417719" y="61213"/>
                  <a:pt x="419765" y="67795"/>
                  <a:pt x="423898" y="72568"/>
                </a:cubicBezTo>
                <a:cubicBezTo>
                  <a:pt x="428031" y="77340"/>
                  <a:pt x="432887" y="79726"/>
                  <a:pt x="438467" y="79726"/>
                </a:cubicBezTo>
                <a:cubicBezTo>
                  <a:pt x="442187" y="79726"/>
                  <a:pt x="445421" y="78699"/>
                  <a:pt x="448169" y="76644"/>
                </a:cubicBezTo>
                <a:cubicBezTo>
                  <a:pt x="450918" y="74589"/>
                  <a:pt x="453222" y="71070"/>
                  <a:pt x="455082" y="66087"/>
                </a:cubicBezTo>
                <a:lnTo>
                  <a:pt x="457004" y="67333"/>
                </a:lnTo>
                <a:cubicBezTo>
                  <a:pt x="456136" y="73025"/>
                  <a:pt x="453614" y="78208"/>
                  <a:pt x="449440" y="82882"/>
                </a:cubicBezTo>
                <a:cubicBezTo>
                  <a:pt x="445266" y="87556"/>
                  <a:pt x="440037" y="89893"/>
                  <a:pt x="433755" y="89893"/>
                </a:cubicBezTo>
                <a:cubicBezTo>
                  <a:pt x="426936" y="89893"/>
                  <a:pt x="421098" y="87244"/>
                  <a:pt x="416242" y="81945"/>
                </a:cubicBezTo>
                <a:cubicBezTo>
                  <a:pt x="411385" y="76644"/>
                  <a:pt x="408957" y="69518"/>
                  <a:pt x="408957" y="60568"/>
                </a:cubicBezTo>
                <a:cubicBezTo>
                  <a:pt x="408957" y="50876"/>
                  <a:pt x="411447" y="43318"/>
                  <a:pt x="416427" y="37895"/>
                </a:cubicBezTo>
                <a:cubicBezTo>
                  <a:pt x="421408" y="32470"/>
                  <a:pt x="427659" y="29758"/>
                  <a:pt x="435181" y="29758"/>
                </a:cubicBezTo>
                <a:cubicBezTo>
                  <a:pt x="441546" y="29758"/>
                  <a:pt x="446774" y="31850"/>
                  <a:pt x="450866" y="36035"/>
                </a:cubicBezTo>
                <a:cubicBezTo>
                  <a:pt x="454958" y="40218"/>
                  <a:pt x="457004" y="45813"/>
                  <a:pt x="457004" y="52820"/>
                </a:cubicBezTo>
                <a:lnTo>
                  <a:pt x="417760" y="52820"/>
                </a:lnTo>
                <a:moveTo>
                  <a:pt x="417760" y="49224"/>
                </a:moveTo>
                <a:lnTo>
                  <a:pt x="444046" y="49224"/>
                </a:lnTo>
                <a:cubicBezTo>
                  <a:pt x="443840" y="45617"/>
                  <a:pt x="443406" y="43076"/>
                  <a:pt x="442745" y="41601"/>
                </a:cubicBezTo>
                <a:cubicBezTo>
                  <a:pt x="441711" y="39305"/>
                  <a:pt x="440172" y="37501"/>
                  <a:pt x="438126" y="36190"/>
                </a:cubicBezTo>
                <a:cubicBezTo>
                  <a:pt x="436080" y="34878"/>
                  <a:pt x="433941" y="34222"/>
                  <a:pt x="431709" y="34222"/>
                </a:cubicBezTo>
                <a:cubicBezTo>
                  <a:pt x="428279" y="34222"/>
                  <a:pt x="425210" y="35543"/>
                  <a:pt x="422503" y="38187"/>
                </a:cubicBezTo>
                <a:cubicBezTo>
                  <a:pt x="419796" y="40831"/>
                  <a:pt x="418215" y="44510"/>
                  <a:pt x="417760" y="49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0C8A7-C2B4-426C-B1E0-A8497E34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38" y="1171479"/>
            <a:ext cx="706109" cy="307670"/>
          </a:xfrm>
          <a:custGeom xmlns:a="http://schemas.openxmlformats.org/drawingml/2006/main">
            <a:pathLst>
              <a:path w="706109" h="307670">
                <a:moveTo>
                  <a:pt x="0" y="0"/>
                </a:moveTo>
                <a:lnTo>
                  <a:pt x="706109" y="0"/>
                </a:lnTo>
                <a:lnTo>
                  <a:pt x="706109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Return">
            <a:extLst xmlns:a="http://schemas.openxmlformats.org/drawingml/2006/main">
              <a:ext uri="{FF2B5EF4-FFF2-40B4-BE49-F238E27FC236}">
                <a16:creationId xmlns:a16="http://schemas.microsoft.com/office/drawing/2014/main" id="{83D50A24-B09C-4F2D-84C9-B0877CC2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19" y="1280813"/>
            <a:ext cx="342495" cy="85802"/>
          </a:xfrm>
          <a:custGeom xmlns:a="http://schemas.openxmlformats.org/drawingml/2006/main">
            <a:pathLst>
              <a:path w="342495" h="85802">
                <a:moveTo>
                  <a:pt x="82503" y="81572"/>
                </a:moveTo>
                <a:lnTo>
                  <a:pt x="81952" y="81493"/>
                </a:lnTo>
                <a:lnTo>
                  <a:pt x="81410" y="81407"/>
                </a:lnTo>
                <a:lnTo>
                  <a:pt x="80878" y="81314"/>
                </a:lnTo>
                <a:lnTo>
                  <a:pt x="80354" y="81214"/>
                </a:lnTo>
                <a:lnTo>
                  <a:pt x="79839" y="81107"/>
                </a:lnTo>
                <a:lnTo>
                  <a:pt x="79334" y="80994"/>
                </a:lnTo>
                <a:lnTo>
                  <a:pt x="78837" y="80873"/>
                </a:lnTo>
                <a:lnTo>
                  <a:pt x="78349" y="80746"/>
                </a:lnTo>
                <a:lnTo>
                  <a:pt x="77871" y="80611"/>
                </a:lnTo>
                <a:lnTo>
                  <a:pt x="77401" y="80470"/>
                </a:lnTo>
                <a:lnTo>
                  <a:pt x="76941" y="80322"/>
                </a:lnTo>
                <a:lnTo>
                  <a:pt x="76490" y="80167"/>
                </a:lnTo>
                <a:lnTo>
                  <a:pt x="76047" y="80005"/>
                </a:lnTo>
                <a:lnTo>
                  <a:pt x="75614" y="79836"/>
                </a:lnTo>
                <a:lnTo>
                  <a:pt x="75190" y="79661"/>
                </a:lnTo>
                <a:lnTo>
                  <a:pt x="74774" y="79478"/>
                </a:lnTo>
                <a:lnTo>
                  <a:pt x="74368" y="79289"/>
                </a:lnTo>
                <a:lnTo>
                  <a:pt x="73971" y="79092"/>
                </a:lnTo>
                <a:lnTo>
                  <a:pt x="73583" y="78889"/>
                </a:lnTo>
                <a:lnTo>
                  <a:pt x="73204" y="78679"/>
                </a:lnTo>
                <a:lnTo>
                  <a:pt x="72834" y="78462"/>
                </a:lnTo>
                <a:lnTo>
                  <a:pt x="72473" y="78238"/>
                </a:lnTo>
                <a:lnTo>
                  <a:pt x="72113" y="78001"/>
                </a:lnTo>
                <a:lnTo>
                  <a:pt x="71748" y="77745"/>
                </a:lnTo>
                <a:lnTo>
                  <a:pt x="71377" y="77469"/>
                </a:lnTo>
                <a:lnTo>
                  <a:pt x="71000" y="77174"/>
                </a:lnTo>
                <a:lnTo>
                  <a:pt x="70618" y="76860"/>
                </a:lnTo>
                <a:lnTo>
                  <a:pt x="70229" y="76526"/>
                </a:lnTo>
                <a:lnTo>
                  <a:pt x="69835" y="76172"/>
                </a:lnTo>
                <a:lnTo>
                  <a:pt x="69435" y="75800"/>
                </a:lnTo>
                <a:lnTo>
                  <a:pt x="69029" y="75408"/>
                </a:lnTo>
                <a:lnTo>
                  <a:pt x="68617" y="74996"/>
                </a:lnTo>
                <a:lnTo>
                  <a:pt x="68200" y="74566"/>
                </a:lnTo>
                <a:lnTo>
                  <a:pt x="67777" y="74116"/>
                </a:lnTo>
                <a:lnTo>
                  <a:pt x="67347" y="73646"/>
                </a:lnTo>
                <a:lnTo>
                  <a:pt x="66913" y="73157"/>
                </a:lnTo>
                <a:lnTo>
                  <a:pt x="66472" y="72649"/>
                </a:lnTo>
                <a:lnTo>
                  <a:pt x="66025" y="72121"/>
                </a:lnTo>
                <a:lnTo>
                  <a:pt x="65573" y="71574"/>
                </a:lnTo>
                <a:lnTo>
                  <a:pt x="65115" y="71008"/>
                </a:lnTo>
                <a:lnTo>
                  <a:pt x="64651" y="70422"/>
                </a:lnTo>
                <a:lnTo>
                  <a:pt x="64181" y="69817"/>
                </a:lnTo>
                <a:lnTo>
                  <a:pt x="63705" y="69193"/>
                </a:lnTo>
                <a:lnTo>
                  <a:pt x="63224" y="68549"/>
                </a:lnTo>
                <a:lnTo>
                  <a:pt x="62737" y="67886"/>
                </a:lnTo>
                <a:lnTo>
                  <a:pt x="62243" y="67203"/>
                </a:lnTo>
                <a:lnTo>
                  <a:pt x="44885" y="43108"/>
                </a:lnTo>
                <a:lnTo>
                  <a:pt x="45759" y="42906"/>
                </a:lnTo>
                <a:lnTo>
                  <a:pt x="46613" y="42693"/>
                </a:lnTo>
                <a:lnTo>
                  <a:pt x="47448" y="42467"/>
                </a:lnTo>
                <a:lnTo>
                  <a:pt x="48264" y="42231"/>
                </a:lnTo>
                <a:lnTo>
                  <a:pt x="49061" y="41982"/>
                </a:lnTo>
                <a:lnTo>
                  <a:pt x="49839" y="41722"/>
                </a:lnTo>
                <a:lnTo>
                  <a:pt x="50597" y="41451"/>
                </a:lnTo>
                <a:lnTo>
                  <a:pt x="51336" y="41167"/>
                </a:lnTo>
                <a:lnTo>
                  <a:pt x="52055" y="40873"/>
                </a:lnTo>
                <a:lnTo>
                  <a:pt x="52756" y="40566"/>
                </a:lnTo>
                <a:lnTo>
                  <a:pt x="53437" y="40248"/>
                </a:lnTo>
                <a:lnTo>
                  <a:pt x="54099" y="39918"/>
                </a:lnTo>
                <a:lnTo>
                  <a:pt x="54741" y="39577"/>
                </a:lnTo>
                <a:lnTo>
                  <a:pt x="55365" y="39224"/>
                </a:lnTo>
                <a:lnTo>
                  <a:pt x="55969" y="38860"/>
                </a:lnTo>
                <a:lnTo>
                  <a:pt x="56554" y="38483"/>
                </a:lnTo>
                <a:lnTo>
                  <a:pt x="57119" y="38096"/>
                </a:lnTo>
                <a:lnTo>
                  <a:pt x="57666" y="37696"/>
                </a:lnTo>
                <a:lnTo>
                  <a:pt x="58193" y="37285"/>
                </a:lnTo>
                <a:lnTo>
                  <a:pt x="58700" y="36863"/>
                </a:lnTo>
                <a:lnTo>
                  <a:pt x="59189" y="36429"/>
                </a:lnTo>
                <a:lnTo>
                  <a:pt x="59658" y="35983"/>
                </a:lnTo>
                <a:lnTo>
                  <a:pt x="60108" y="35526"/>
                </a:lnTo>
                <a:lnTo>
                  <a:pt x="60539" y="35057"/>
                </a:lnTo>
                <a:lnTo>
                  <a:pt x="60951" y="34578"/>
                </a:lnTo>
                <a:lnTo>
                  <a:pt x="61346" y="34093"/>
                </a:lnTo>
                <a:lnTo>
                  <a:pt x="61723" y="33600"/>
                </a:lnTo>
                <a:lnTo>
                  <a:pt x="62082" y="33100"/>
                </a:lnTo>
                <a:lnTo>
                  <a:pt x="62425" y="32594"/>
                </a:lnTo>
                <a:lnTo>
                  <a:pt x="62749" y="32080"/>
                </a:lnTo>
                <a:lnTo>
                  <a:pt x="63056" y="31559"/>
                </a:lnTo>
                <a:lnTo>
                  <a:pt x="63346" y="31031"/>
                </a:lnTo>
                <a:lnTo>
                  <a:pt x="63618" y="30495"/>
                </a:lnTo>
                <a:lnTo>
                  <a:pt x="63872" y="29953"/>
                </a:lnTo>
                <a:lnTo>
                  <a:pt x="64109" y="29404"/>
                </a:lnTo>
                <a:lnTo>
                  <a:pt x="64328" y="28847"/>
                </a:lnTo>
                <a:lnTo>
                  <a:pt x="64530" y="28284"/>
                </a:lnTo>
                <a:lnTo>
                  <a:pt x="64714" y="27713"/>
                </a:lnTo>
                <a:lnTo>
                  <a:pt x="64881" y="27135"/>
                </a:lnTo>
                <a:lnTo>
                  <a:pt x="65030" y="26550"/>
                </a:lnTo>
                <a:lnTo>
                  <a:pt x="65161" y="25958"/>
                </a:lnTo>
                <a:lnTo>
                  <a:pt x="65275" y="25359"/>
                </a:lnTo>
                <a:lnTo>
                  <a:pt x="65372" y="24753"/>
                </a:lnTo>
                <a:lnTo>
                  <a:pt x="65451" y="24140"/>
                </a:lnTo>
                <a:lnTo>
                  <a:pt x="65512" y="23519"/>
                </a:lnTo>
                <a:lnTo>
                  <a:pt x="65556" y="22892"/>
                </a:lnTo>
                <a:lnTo>
                  <a:pt x="65582" y="22257"/>
                </a:lnTo>
                <a:lnTo>
                  <a:pt x="65591" y="21615"/>
                </a:lnTo>
                <a:lnTo>
                  <a:pt x="65584" y="21015"/>
                </a:lnTo>
                <a:lnTo>
                  <a:pt x="65560" y="20421"/>
                </a:lnTo>
                <a:lnTo>
                  <a:pt x="65522" y="19835"/>
                </a:lnTo>
                <a:lnTo>
                  <a:pt x="65468" y="19256"/>
                </a:lnTo>
                <a:lnTo>
                  <a:pt x="65399" y="18683"/>
                </a:lnTo>
                <a:lnTo>
                  <a:pt x="65314" y="18118"/>
                </a:lnTo>
                <a:lnTo>
                  <a:pt x="65214" y="17560"/>
                </a:lnTo>
                <a:lnTo>
                  <a:pt x="65099" y="17008"/>
                </a:lnTo>
                <a:lnTo>
                  <a:pt x="64968" y="16464"/>
                </a:lnTo>
                <a:lnTo>
                  <a:pt x="64822" y="15926"/>
                </a:lnTo>
                <a:lnTo>
                  <a:pt x="64660" y="15396"/>
                </a:lnTo>
                <a:lnTo>
                  <a:pt x="64483" y="14873"/>
                </a:lnTo>
                <a:lnTo>
                  <a:pt x="64291" y="14356"/>
                </a:lnTo>
                <a:lnTo>
                  <a:pt x="64083" y="13847"/>
                </a:lnTo>
                <a:lnTo>
                  <a:pt x="63860" y="13344"/>
                </a:lnTo>
                <a:lnTo>
                  <a:pt x="63621" y="12849"/>
                </a:lnTo>
                <a:lnTo>
                  <a:pt x="63367" y="12360"/>
                </a:lnTo>
                <a:lnTo>
                  <a:pt x="63098" y="11879"/>
                </a:lnTo>
                <a:lnTo>
                  <a:pt x="62813" y="11404"/>
                </a:lnTo>
                <a:lnTo>
                  <a:pt x="62513" y="10937"/>
                </a:lnTo>
                <a:lnTo>
                  <a:pt x="62197" y="10476"/>
                </a:lnTo>
                <a:lnTo>
                  <a:pt x="61867" y="10023"/>
                </a:lnTo>
                <a:lnTo>
                  <a:pt x="61520" y="9576"/>
                </a:lnTo>
                <a:lnTo>
                  <a:pt x="61159" y="9137"/>
                </a:lnTo>
                <a:lnTo>
                  <a:pt x="60786" y="8706"/>
                </a:lnTo>
                <a:lnTo>
                  <a:pt x="60406" y="8287"/>
                </a:lnTo>
                <a:lnTo>
                  <a:pt x="60020" y="7879"/>
                </a:lnTo>
                <a:lnTo>
                  <a:pt x="59628" y="7483"/>
                </a:lnTo>
                <a:lnTo>
                  <a:pt x="59228" y="7098"/>
                </a:lnTo>
                <a:lnTo>
                  <a:pt x="58822" y="6724"/>
                </a:lnTo>
                <a:lnTo>
                  <a:pt x="58409" y="6362"/>
                </a:lnTo>
                <a:lnTo>
                  <a:pt x="57990" y="6012"/>
                </a:lnTo>
                <a:lnTo>
                  <a:pt x="57564" y="5672"/>
                </a:lnTo>
                <a:lnTo>
                  <a:pt x="57131" y="5344"/>
                </a:lnTo>
                <a:lnTo>
                  <a:pt x="56692" y="5028"/>
                </a:lnTo>
                <a:lnTo>
                  <a:pt x="56245" y="4723"/>
                </a:lnTo>
                <a:lnTo>
                  <a:pt x="55793" y="4429"/>
                </a:lnTo>
                <a:lnTo>
                  <a:pt x="55333" y="4147"/>
                </a:lnTo>
                <a:lnTo>
                  <a:pt x="54867" y="3876"/>
                </a:lnTo>
                <a:lnTo>
                  <a:pt x="54394" y="3616"/>
                </a:lnTo>
                <a:lnTo>
                  <a:pt x="53915" y="3368"/>
                </a:lnTo>
                <a:lnTo>
                  <a:pt x="53429" y="3132"/>
                </a:lnTo>
                <a:lnTo>
                  <a:pt x="52936" y="2906"/>
                </a:lnTo>
                <a:lnTo>
                  <a:pt x="52436" y="2692"/>
                </a:lnTo>
                <a:lnTo>
                  <a:pt x="51930" y="2490"/>
                </a:lnTo>
                <a:lnTo>
                  <a:pt x="51417" y="2299"/>
                </a:lnTo>
                <a:lnTo>
                  <a:pt x="50898" y="2119"/>
                </a:lnTo>
                <a:lnTo>
                  <a:pt x="50371" y="1951"/>
                </a:lnTo>
                <a:lnTo>
                  <a:pt x="49830" y="1792"/>
                </a:lnTo>
                <a:lnTo>
                  <a:pt x="49263" y="1639"/>
                </a:lnTo>
                <a:lnTo>
                  <a:pt x="48673" y="1494"/>
                </a:lnTo>
                <a:lnTo>
                  <a:pt x="48058" y="1355"/>
                </a:lnTo>
                <a:lnTo>
                  <a:pt x="47418" y="1223"/>
                </a:lnTo>
                <a:lnTo>
                  <a:pt x="46754" y="1097"/>
                </a:lnTo>
                <a:lnTo>
                  <a:pt x="46066" y="979"/>
                </a:lnTo>
                <a:lnTo>
                  <a:pt x="45353" y="867"/>
                </a:lnTo>
                <a:lnTo>
                  <a:pt x="44616" y="762"/>
                </a:lnTo>
                <a:lnTo>
                  <a:pt x="43854" y="664"/>
                </a:lnTo>
                <a:lnTo>
                  <a:pt x="43068" y="572"/>
                </a:lnTo>
                <a:lnTo>
                  <a:pt x="42258" y="488"/>
                </a:lnTo>
                <a:lnTo>
                  <a:pt x="41423" y="410"/>
                </a:lnTo>
                <a:lnTo>
                  <a:pt x="40563" y="339"/>
                </a:lnTo>
                <a:lnTo>
                  <a:pt x="39680" y="274"/>
                </a:lnTo>
                <a:lnTo>
                  <a:pt x="38771" y="217"/>
                </a:lnTo>
                <a:lnTo>
                  <a:pt x="37839" y="166"/>
                </a:lnTo>
                <a:lnTo>
                  <a:pt x="36882" y="122"/>
                </a:lnTo>
                <a:lnTo>
                  <a:pt x="35900" y="85"/>
                </a:lnTo>
                <a:lnTo>
                  <a:pt x="34894" y="54"/>
                </a:lnTo>
                <a:lnTo>
                  <a:pt x="33864" y="30"/>
                </a:lnTo>
                <a:lnTo>
                  <a:pt x="32809" y="14"/>
                </a:lnTo>
                <a:lnTo>
                  <a:pt x="31729" y="3"/>
                </a:lnTo>
                <a:lnTo>
                  <a:pt x="30626" y="0"/>
                </a:lnTo>
                <a:lnTo>
                  <a:pt x="0" y="0"/>
                </a:lnTo>
                <a:lnTo>
                  <a:pt x="0" y="2356"/>
                </a:lnTo>
                <a:lnTo>
                  <a:pt x="3162" y="2356"/>
                </a:lnTo>
                <a:lnTo>
                  <a:pt x="3555" y="2361"/>
                </a:lnTo>
                <a:lnTo>
                  <a:pt x="3941" y="2375"/>
                </a:lnTo>
                <a:lnTo>
                  <a:pt x="4318" y="2398"/>
                </a:lnTo>
                <a:lnTo>
                  <a:pt x="4688" y="2431"/>
                </a:lnTo>
                <a:lnTo>
                  <a:pt x="5049" y="2474"/>
                </a:lnTo>
                <a:lnTo>
                  <a:pt x="5401" y="2525"/>
                </a:lnTo>
                <a:lnTo>
                  <a:pt x="5746" y="2587"/>
                </a:lnTo>
                <a:lnTo>
                  <a:pt x="6082" y="2657"/>
                </a:lnTo>
                <a:lnTo>
                  <a:pt x="6411" y="2738"/>
                </a:lnTo>
                <a:lnTo>
                  <a:pt x="6731" y="2827"/>
                </a:lnTo>
                <a:lnTo>
                  <a:pt x="7043" y="2926"/>
                </a:lnTo>
                <a:lnTo>
                  <a:pt x="7346" y="3034"/>
                </a:lnTo>
                <a:lnTo>
                  <a:pt x="7642" y="3152"/>
                </a:lnTo>
                <a:lnTo>
                  <a:pt x="7929" y="3279"/>
                </a:lnTo>
                <a:lnTo>
                  <a:pt x="8209" y="3416"/>
                </a:lnTo>
                <a:lnTo>
                  <a:pt x="8480" y="3562"/>
                </a:lnTo>
                <a:lnTo>
                  <a:pt x="8742" y="3718"/>
                </a:lnTo>
                <a:lnTo>
                  <a:pt x="8997" y="3883"/>
                </a:lnTo>
                <a:lnTo>
                  <a:pt x="9244" y="4057"/>
                </a:lnTo>
                <a:lnTo>
                  <a:pt x="9482" y="4241"/>
                </a:lnTo>
                <a:lnTo>
                  <a:pt x="9712" y="4434"/>
                </a:lnTo>
                <a:lnTo>
                  <a:pt x="9934" y="4637"/>
                </a:lnTo>
                <a:lnTo>
                  <a:pt x="10148" y="4849"/>
                </a:lnTo>
                <a:lnTo>
                  <a:pt x="10353" y="5070"/>
                </a:lnTo>
                <a:lnTo>
                  <a:pt x="10495" y="5240"/>
                </a:lnTo>
                <a:lnTo>
                  <a:pt x="10631" y="5430"/>
                </a:lnTo>
                <a:lnTo>
                  <a:pt x="10760" y="5642"/>
                </a:lnTo>
                <a:lnTo>
                  <a:pt x="10884" y="5874"/>
                </a:lnTo>
                <a:lnTo>
                  <a:pt x="11001" y="6127"/>
                </a:lnTo>
                <a:lnTo>
                  <a:pt x="11113" y="6400"/>
                </a:lnTo>
                <a:lnTo>
                  <a:pt x="11218" y="6695"/>
                </a:lnTo>
                <a:lnTo>
                  <a:pt x="11318" y="7010"/>
                </a:lnTo>
                <a:lnTo>
                  <a:pt x="11411" y="7346"/>
                </a:lnTo>
                <a:lnTo>
                  <a:pt x="11498" y="7703"/>
                </a:lnTo>
                <a:lnTo>
                  <a:pt x="11580" y="8080"/>
                </a:lnTo>
                <a:lnTo>
                  <a:pt x="11655" y="8478"/>
                </a:lnTo>
                <a:lnTo>
                  <a:pt x="11724" y="8897"/>
                </a:lnTo>
                <a:lnTo>
                  <a:pt x="11788" y="9337"/>
                </a:lnTo>
                <a:lnTo>
                  <a:pt x="11845" y="9798"/>
                </a:lnTo>
                <a:lnTo>
                  <a:pt x="11896" y="10279"/>
                </a:lnTo>
                <a:lnTo>
                  <a:pt x="11941" y="10782"/>
                </a:lnTo>
                <a:lnTo>
                  <a:pt x="11981" y="11305"/>
                </a:lnTo>
                <a:lnTo>
                  <a:pt x="12014" y="11848"/>
                </a:lnTo>
                <a:lnTo>
                  <a:pt x="12041" y="12413"/>
                </a:lnTo>
                <a:lnTo>
                  <a:pt x="12062" y="12998"/>
                </a:lnTo>
                <a:lnTo>
                  <a:pt x="12077" y="13604"/>
                </a:lnTo>
                <a:lnTo>
                  <a:pt x="12086" y="14231"/>
                </a:lnTo>
                <a:lnTo>
                  <a:pt x="12089" y="14879"/>
                </a:lnTo>
                <a:lnTo>
                  <a:pt x="12089" y="69187"/>
                </a:lnTo>
                <a:lnTo>
                  <a:pt x="12087" y="69774"/>
                </a:lnTo>
                <a:lnTo>
                  <a:pt x="12080" y="70343"/>
                </a:lnTo>
                <a:lnTo>
                  <a:pt x="12069" y="70894"/>
                </a:lnTo>
                <a:lnTo>
                  <a:pt x="12053" y="71427"/>
                </a:lnTo>
                <a:lnTo>
                  <a:pt x="12033" y="71941"/>
                </a:lnTo>
                <a:lnTo>
                  <a:pt x="12008" y="72438"/>
                </a:lnTo>
                <a:lnTo>
                  <a:pt x="11978" y="72916"/>
                </a:lnTo>
                <a:lnTo>
                  <a:pt x="11944" y="73375"/>
                </a:lnTo>
                <a:lnTo>
                  <a:pt x="11906" y="73817"/>
                </a:lnTo>
                <a:lnTo>
                  <a:pt x="11863" y="74240"/>
                </a:lnTo>
                <a:lnTo>
                  <a:pt x="11816" y="74646"/>
                </a:lnTo>
                <a:lnTo>
                  <a:pt x="11764" y="75032"/>
                </a:lnTo>
                <a:lnTo>
                  <a:pt x="11707" y="75401"/>
                </a:lnTo>
                <a:lnTo>
                  <a:pt x="11646" y="75752"/>
                </a:lnTo>
                <a:lnTo>
                  <a:pt x="11581" y="76084"/>
                </a:lnTo>
                <a:lnTo>
                  <a:pt x="11510" y="76398"/>
                </a:lnTo>
                <a:lnTo>
                  <a:pt x="11436" y="76694"/>
                </a:lnTo>
                <a:lnTo>
                  <a:pt x="11357" y="76972"/>
                </a:lnTo>
                <a:lnTo>
                  <a:pt x="11273" y="77231"/>
                </a:lnTo>
                <a:lnTo>
                  <a:pt x="11185" y="77473"/>
                </a:lnTo>
                <a:lnTo>
                  <a:pt x="11092" y="77696"/>
                </a:lnTo>
                <a:lnTo>
                  <a:pt x="10995" y="77901"/>
                </a:lnTo>
                <a:lnTo>
                  <a:pt x="10893" y="78087"/>
                </a:lnTo>
                <a:lnTo>
                  <a:pt x="10787" y="78256"/>
                </a:lnTo>
                <a:lnTo>
                  <a:pt x="10591" y="78538"/>
                </a:lnTo>
                <a:lnTo>
                  <a:pt x="10384" y="78808"/>
                </a:lnTo>
                <a:lnTo>
                  <a:pt x="10166" y="79065"/>
                </a:lnTo>
                <a:lnTo>
                  <a:pt x="9938" y="79311"/>
                </a:lnTo>
                <a:lnTo>
                  <a:pt x="9700" y="79545"/>
                </a:lnTo>
                <a:lnTo>
                  <a:pt x="9450" y="79767"/>
                </a:lnTo>
                <a:lnTo>
                  <a:pt x="9191" y="79977"/>
                </a:lnTo>
                <a:lnTo>
                  <a:pt x="8920" y="80175"/>
                </a:lnTo>
                <a:lnTo>
                  <a:pt x="8640" y="80361"/>
                </a:lnTo>
                <a:lnTo>
                  <a:pt x="8348" y="80535"/>
                </a:lnTo>
                <a:lnTo>
                  <a:pt x="8046" y="80697"/>
                </a:lnTo>
                <a:lnTo>
                  <a:pt x="7734" y="80847"/>
                </a:lnTo>
                <a:lnTo>
                  <a:pt x="7411" y="80984"/>
                </a:lnTo>
                <a:lnTo>
                  <a:pt x="7077" y="81110"/>
                </a:lnTo>
                <a:lnTo>
                  <a:pt x="6733" y="81224"/>
                </a:lnTo>
                <a:lnTo>
                  <a:pt x="6379" y="81326"/>
                </a:lnTo>
                <a:lnTo>
                  <a:pt x="6013" y="81416"/>
                </a:lnTo>
                <a:lnTo>
                  <a:pt x="5638" y="81494"/>
                </a:lnTo>
                <a:lnTo>
                  <a:pt x="5251" y="81560"/>
                </a:lnTo>
                <a:lnTo>
                  <a:pt x="4855" y="81614"/>
                </a:lnTo>
                <a:lnTo>
                  <a:pt x="4447" y="81656"/>
                </a:lnTo>
                <a:lnTo>
                  <a:pt x="4029" y="81686"/>
                </a:lnTo>
                <a:lnTo>
                  <a:pt x="3601" y="81704"/>
                </a:lnTo>
                <a:lnTo>
                  <a:pt x="3162" y="81710"/>
                </a:lnTo>
                <a:lnTo>
                  <a:pt x="0" y="81710"/>
                </a:lnTo>
                <a:lnTo>
                  <a:pt x="0" y="84066"/>
                </a:lnTo>
                <a:lnTo>
                  <a:pt x="36019" y="84066"/>
                </a:lnTo>
                <a:lnTo>
                  <a:pt x="36019" y="81710"/>
                </a:lnTo>
                <a:lnTo>
                  <a:pt x="32734" y="81710"/>
                </a:lnTo>
                <a:lnTo>
                  <a:pt x="32345" y="81705"/>
                </a:lnTo>
                <a:lnTo>
                  <a:pt x="31965" y="81691"/>
                </a:lnTo>
                <a:lnTo>
                  <a:pt x="31593" y="81668"/>
                </a:lnTo>
                <a:lnTo>
                  <a:pt x="31229" y="81635"/>
                </a:lnTo>
                <a:lnTo>
                  <a:pt x="30873" y="81592"/>
                </a:lnTo>
                <a:lnTo>
                  <a:pt x="30525" y="81540"/>
                </a:lnTo>
                <a:lnTo>
                  <a:pt x="30186" y="81479"/>
                </a:lnTo>
                <a:lnTo>
                  <a:pt x="29854" y="81409"/>
                </a:lnTo>
                <a:lnTo>
                  <a:pt x="29531" y="81328"/>
                </a:lnTo>
                <a:lnTo>
                  <a:pt x="29216" y="81239"/>
                </a:lnTo>
                <a:lnTo>
                  <a:pt x="28909" y="81140"/>
                </a:lnTo>
                <a:lnTo>
                  <a:pt x="28611" y="81032"/>
                </a:lnTo>
                <a:lnTo>
                  <a:pt x="28321" y="80914"/>
                </a:lnTo>
                <a:lnTo>
                  <a:pt x="28038" y="80786"/>
                </a:lnTo>
                <a:lnTo>
                  <a:pt x="27764" y="80650"/>
                </a:lnTo>
                <a:lnTo>
                  <a:pt x="27498" y="80504"/>
                </a:lnTo>
                <a:lnTo>
                  <a:pt x="27241" y="80348"/>
                </a:lnTo>
                <a:lnTo>
                  <a:pt x="26991" y="80183"/>
                </a:lnTo>
                <a:lnTo>
                  <a:pt x="26750" y="80009"/>
                </a:lnTo>
                <a:lnTo>
                  <a:pt x="26517" y="79825"/>
                </a:lnTo>
                <a:lnTo>
                  <a:pt x="26292" y="79632"/>
                </a:lnTo>
                <a:lnTo>
                  <a:pt x="26075" y="79429"/>
                </a:lnTo>
                <a:lnTo>
                  <a:pt x="25867" y="79217"/>
                </a:lnTo>
                <a:lnTo>
                  <a:pt x="25666" y="78996"/>
                </a:lnTo>
                <a:lnTo>
                  <a:pt x="25524" y="78826"/>
                </a:lnTo>
                <a:lnTo>
                  <a:pt x="25389" y="78636"/>
                </a:lnTo>
                <a:lnTo>
                  <a:pt x="25259" y="78424"/>
                </a:lnTo>
                <a:lnTo>
                  <a:pt x="25136" y="78192"/>
                </a:lnTo>
                <a:lnTo>
                  <a:pt x="25018" y="77939"/>
                </a:lnTo>
                <a:lnTo>
                  <a:pt x="24907" y="77666"/>
                </a:lnTo>
                <a:lnTo>
                  <a:pt x="24801" y="77371"/>
                </a:lnTo>
                <a:lnTo>
                  <a:pt x="24702" y="77056"/>
                </a:lnTo>
                <a:lnTo>
                  <a:pt x="24608" y="76720"/>
                </a:lnTo>
                <a:lnTo>
                  <a:pt x="24521" y="76363"/>
                </a:lnTo>
                <a:lnTo>
                  <a:pt x="24440" y="75986"/>
                </a:lnTo>
                <a:lnTo>
                  <a:pt x="24364" y="75588"/>
                </a:lnTo>
                <a:lnTo>
                  <a:pt x="24295" y="75168"/>
                </a:lnTo>
                <a:lnTo>
                  <a:pt x="24232" y="74729"/>
                </a:lnTo>
                <a:lnTo>
                  <a:pt x="24174" y="74268"/>
                </a:lnTo>
                <a:lnTo>
                  <a:pt x="24123" y="73787"/>
                </a:lnTo>
                <a:lnTo>
                  <a:pt x="24078" y="73284"/>
                </a:lnTo>
                <a:lnTo>
                  <a:pt x="24039" y="72761"/>
                </a:lnTo>
                <a:lnTo>
                  <a:pt x="24006" y="72218"/>
                </a:lnTo>
                <a:lnTo>
                  <a:pt x="23978" y="71653"/>
                </a:lnTo>
                <a:lnTo>
                  <a:pt x="23957" y="71068"/>
                </a:lnTo>
                <a:lnTo>
                  <a:pt x="23942" y="70462"/>
                </a:lnTo>
                <a:lnTo>
                  <a:pt x="23933" y="69835"/>
                </a:lnTo>
                <a:lnTo>
                  <a:pt x="23930" y="69187"/>
                </a:lnTo>
                <a:lnTo>
                  <a:pt x="23930" y="44761"/>
                </a:lnTo>
                <a:lnTo>
                  <a:pt x="24013" y="44766"/>
                </a:lnTo>
                <a:lnTo>
                  <a:pt x="24095" y="44771"/>
                </a:lnTo>
                <a:lnTo>
                  <a:pt x="24177" y="44776"/>
                </a:lnTo>
                <a:lnTo>
                  <a:pt x="24259" y="44781"/>
                </a:lnTo>
                <a:lnTo>
                  <a:pt x="24341" y="44785"/>
                </a:lnTo>
                <a:lnTo>
                  <a:pt x="24422" y="44790"/>
                </a:lnTo>
                <a:lnTo>
                  <a:pt x="24504" y="44794"/>
                </a:lnTo>
                <a:lnTo>
                  <a:pt x="24585" y="44799"/>
                </a:lnTo>
                <a:lnTo>
                  <a:pt x="24665" y="44803"/>
                </a:lnTo>
                <a:lnTo>
                  <a:pt x="24746" y="44807"/>
                </a:lnTo>
                <a:lnTo>
                  <a:pt x="24827" y="44811"/>
                </a:lnTo>
                <a:lnTo>
                  <a:pt x="24907" y="44815"/>
                </a:lnTo>
                <a:lnTo>
                  <a:pt x="24987" y="44819"/>
                </a:lnTo>
                <a:lnTo>
                  <a:pt x="25066" y="44823"/>
                </a:lnTo>
                <a:lnTo>
                  <a:pt x="25146" y="44826"/>
                </a:lnTo>
                <a:lnTo>
                  <a:pt x="25225" y="44830"/>
                </a:lnTo>
                <a:lnTo>
                  <a:pt x="25304" y="44833"/>
                </a:lnTo>
                <a:lnTo>
                  <a:pt x="25383" y="44836"/>
                </a:lnTo>
                <a:lnTo>
                  <a:pt x="25462" y="44839"/>
                </a:lnTo>
                <a:lnTo>
                  <a:pt x="25540" y="44843"/>
                </a:lnTo>
                <a:lnTo>
                  <a:pt x="25619" y="44846"/>
                </a:lnTo>
                <a:lnTo>
                  <a:pt x="25697" y="44848"/>
                </a:lnTo>
                <a:lnTo>
                  <a:pt x="25775" y="44851"/>
                </a:lnTo>
                <a:lnTo>
                  <a:pt x="25852" y="44854"/>
                </a:lnTo>
                <a:lnTo>
                  <a:pt x="25929" y="44856"/>
                </a:lnTo>
                <a:lnTo>
                  <a:pt x="26006" y="44859"/>
                </a:lnTo>
                <a:lnTo>
                  <a:pt x="26083" y="44861"/>
                </a:lnTo>
                <a:lnTo>
                  <a:pt x="26159" y="44863"/>
                </a:lnTo>
                <a:lnTo>
                  <a:pt x="26234" y="44865"/>
                </a:lnTo>
                <a:lnTo>
                  <a:pt x="26309" y="44867"/>
                </a:lnTo>
                <a:lnTo>
                  <a:pt x="26384" y="44869"/>
                </a:lnTo>
                <a:lnTo>
                  <a:pt x="26458" y="44871"/>
                </a:lnTo>
                <a:lnTo>
                  <a:pt x="26532" y="44873"/>
                </a:lnTo>
                <a:lnTo>
                  <a:pt x="26606" y="44874"/>
                </a:lnTo>
                <a:lnTo>
                  <a:pt x="26679" y="44876"/>
                </a:lnTo>
                <a:lnTo>
                  <a:pt x="26751" y="44877"/>
                </a:lnTo>
                <a:lnTo>
                  <a:pt x="26823" y="44878"/>
                </a:lnTo>
                <a:lnTo>
                  <a:pt x="26895" y="44879"/>
                </a:lnTo>
                <a:lnTo>
                  <a:pt x="26966" y="44880"/>
                </a:lnTo>
                <a:lnTo>
                  <a:pt x="27037" y="44881"/>
                </a:lnTo>
                <a:lnTo>
                  <a:pt x="27107" y="44882"/>
                </a:lnTo>
                <a:lnTo>
                  <a:pt x="27177" y="44883"/>
                </a:lnTo>
                <a:lnTo>
                  <a:pt x="27247" y="44883"/>
                </a:lnTo>
                <a:lnTo>
                  <a:pt x="27316" y="44884"/>
                </a:lnTo>
                <a:lnTo>
                  <a:pt x="27385" y="44884"/>
                </a:lnTo>
                <a:lnTo>
                  <a:pt x="27453" y="44885"/>
                </a:lnTo>
                <a:lnTo>
                  <a:pt x="27521" y="44885"/>
                </a:lnTo>
                <a:lnTo>
                  <a:pt x="27588" y="44885"/>
                </a:lnTo>
                <a:lnTo>
                  <a:pt x="27755" y="44885"/>
                </a:lnTo>
                <a:lnTo>
                  <a:pt x="27927" y="44884"/>
                </a:lnTo>
                <a:lnTo>
                  <a:pt x="28102" y="44883"/>
                </a:lnTo>
                <a:lnTo>
                  <a:pt x="28282" y="44881"/>
                </a:lnTo>
                <a:lnTo>
                  <a:pt x="28466" y="44879"/>
                </a:lnTo>
                <a:lnTo>
                  <a:pt x="28654" y="44877"/>
                </a:lnTo>
                <a:lnTo>
                  <a:pt x="28845" y="44874"/>
                </a:lnTo>
                <a:lnTo>
                  <a:pt x="29041" y="44871"/>
                </a:lnTo>
                <a:lnTo>
                  <a:pt x="29242" y="44867"/>
                </a:lnTo>
                <a:lnTo>
                  <a:pt x="29446" y="44863"/>
                </a:lnTo>
                <a:lnTo>
                  <a:pt x="29654" y="44859"/>
                </a:lnTo>
                <a:lnTo>
                  <a:pt x="29866" y="44854"/>
                </a:lnTo>
                <a:lnTo>
                  <a:pt x="30083" y="44848"/>
                </a:lnTo>
                <a:lnTo>
                  <a:pt x="30303" y="44843"/>
                </a:lnTo>
                <a:lnTo>
                  <a:pt x="30528" y="44836"/>
                </a:lnTo>
                <a:lnTo>
                  <a:pt x="30757" y="44830"/>
                </a:lnTo>
                <a:lnTo>
                  <a:pt x="30989" y="44823"/>
                </a:lnTo>
                <a:lnTo>
                  <a:pt x="31226" y="44815"/>
                </a:lnTo>
                <a:lnTo>
                  <a:pt x="31467" y="44807"/>
                </a:lnTo>
                <a:lnTo>
                  <a:pt x="31712" y="44799"/>
                </a:lnTo>
                <a:lnTo>
                  <a:pt x="31962" y="44790"/>
                </a:lnTo>
                <a:lnTo>
                  <a:pt x="32215" y="44781"/>
                </a:lnTo>
                <a:lnTo>
                  <a:pt x="32472" y="44771"/>
                </a:lnTo>
                <a:lnTo>
                  <a:pt x="32734" y="44761"/>
                </a:lnTo>
                <a:lnTo>
                  <a:pt x="61190" y="84066"/>
                </a:lnTo>
                <a:lnTo>
                  <a:pt x="83632" y="84066"/>
                </a:lnTo>
                <a:lnTo>
                  <a:pt x="83632" y="81710"/>
                </a:lnTo>
                <a:lnTo>
                  <a:pt x="83063" y="81645"/>
                </a:lnTo>
                <a:lnTo>
                  <a:pt x="82503" y="81572"/>
                </a:lnTo>
                <a:close/>
                <a:moveTo>
                  <a:pt x="24936" y="5754"/>
                </a:moveTo>
                <a:lnTo>
                  <a:pt x="25425" y="5661"/>
                </a:lnTo>
                <a:lnTo>
                  <a:pt x="25906" y="5573"/>
                </a:lnTo>
                <a:lnTo>
                  <a:pt x="26377" y="5489"/>
                </a:lnTo>
                <a:lnTo>
                  <a:pt x="26840" y="5409"/>
                </a:lnTo>
                <a:lnTo>
                  <a:pt x="27294" y="5334"/>
                </a:lnTo>
                <a:lnTo>
                  <a:pt x="27740" y="5263"/>
                </a:lnTo>
                <a:lnTo>
                  <a:pt x="28176" y="5196"/>
                </a:lnTo>
                <a:lnTo>
                  <a:pt x="28604" y="5134"/>
                </a:lnTo>
                <a:lnTo>
                  <a:pt x="29022" y="5075"/>
                </a:lnTo>
                <a:lnTo>
                  <a:pt x="29432" y="5022"/>
                </a:lnTo>
                <a:lnTo>
                  <a:pt x="29834" y="4972"/>
                </a:lnTo>
                <a:lnTo>
                  <a:pt x="30226" y="4927"/>
                </a:lnTo>
                <a:lnTo>
                  <a:pt x="30609" y="4886"/>
                </a:lnTo>
                <a:lnTo>
                  <a:pt x="30984" y="4849"/>
                </a:lnTo>
                <a:lnTo>
                  <a:pt x="31350" y="4817"/>
                </a:lnTo>
                <a:lnTo>
                  <a:pt x="31707" y="4789"/>
                </a:lnTo>
                <a:lnTo>
                  <a:pt x="32055" y="4765"/>
                </a:lnTo>
                <a:lnTo>
                  <a:pt x="32394" y="4746"/>
                </a:lnTo>
                <a:lnTo>
                  <a:pt x="32725" y="4731"/>
                </a:lnTo>
                <a:lnTo>
                  <a:pt x="33047" y="4720"/>
                </a:lnTo>
                <a:lnTo>
                  <a:pt x="33360" y="4714"/>
                </a:lnTo>
                <a:lnTo>
                  <a:pt x="33664" y="4712"/>
                </a:lnTo>
                <a:lnTo>
                  <a:pt x="34335" y="4720"/>
                </a:lnTo>
                <a:lnTo>
                  <a:pt x="34995" y="4746"/>
                </a:lnTo>
                <a:lnTo>
                  <a:pt x="35644" y="4789"/>
                </a:lnTo>
                <a:lnTo>
                  <a:pt x="36282" y="4848"/>
                </a:lnTo>
                <a:lnTo>
                  <a:pt x="36909" y="4925"/>
                </a:lnTo>
                <a:lnTo>
                  <a:pt x="37525" y="5019"/>
                </a:lnTo>
                <a:lnTo>
                  <a:pt x="38129" y="5130"/>
                </a:lnTo>
                <a:lnTo>
                  <a:pt x="38723" y="5258"/>
                </a:lnTo>
                <a:lnTo>
                  <a:pt x="39306" y="5404"/>
                </a:lnTo>
                <a:lnTo>
                  <a:pt x="39877" y="5566"/>
                </a:lnTo>
                <a:lnTo>
                  <a:pt x="40437" y="5745"/>
                </a:lnTo>
                <a:lnTo>
                  <a:pt x="40987" y="5942"/>
                </a:lnTo>
                <a:lnTo>
                  <a:pt x="41525" y="6155"/>
                </a:lnTo>
                <a:lnTo>
                  <a:pt x="42052" y="6386"/>
                </a:lnTo>
                <a:lnTo>
                  <a:pt x="42568" y="6634"/>
                </a:lnTo>
                <a:lnTo>
                  <a:pt x="43073" y="6899"/>
                </a:lnTo>
                <a:lnTo>
                  <a:pt x="43567" y="7181"/>
                </a:lnTo>
                <a:lnTo>
                  <a:pt x="44050" y="7480"/>
                </a:lnTo>
                <a:lnTo>
                  <a:pt x="44521" y="7796"/>
                </a:lnTo>
                <a:lnTo>
                  <a:pt x="44982" y="8129"/>
                </a:lnTo>
                <a:lnTo>
                  <a:pt x="45432" y="8479"/>
                </a:lnTo>
                <a:lnTo>
                  <a:pt x="45870" y="8847"/>
                </a:lnTo>
                <a:lnTo>
                  <a:pt x="46297" y="9231"/>
                </a:lnTo>
                <a:lnTo>
                  <a:pt x="46714" y="9633"/>
                </a:lnTo>
                <a:lnTo>
                  <a:pt x="47116" y="10048"/>
                </a:lnTo>
                <a:lnTo>
                  <a:pt x="47501" y="10473"/>
                </a:lnTo>
                <a:lnTo>
                  <a:pt x="47869" y="10908"/>
                </a:lnTo>
                <a:lnTo>
                  <a:pt x="48220" y="11354"/>
                </a:lnTo>
                <a:lnTo>
                  <a:pt x="48553" y="11810"/>
                </a:lnTo>
                <a:lnTo>
                  <a:pt x="48870" y="12276"/>
                </a:lnTo>
                <a:lnTo>
                  <a:pt x="49169" y="12752"/>
                </a:lnTo>
                <a:lnTo>
                  <a:pt x="49452" y="13239"/>
                </a:lnTo>
                <a:lnTo>
                  <a:pt x="49717" y="13735"/>
                </a:lnTo>
                <a:lnTo>
                  <a:pt x="49965" y="14242"/>
                </a:lnTo>
                <a:lnTo>
                  <a:pt x="50196" y="14759"/>
                </a:lnTo>
                <a:lnTo>
                  <a:pt x="50410" y="15287"/>
                </a:lnTo>
                <a:lnTo>
                  <a:pt x="50607" y="15824"/>
                </a:lnTo>
                <a:lnTo>
                  <a:pt x="50787" y="16372"/>
                </a:lnTo>
                <a:lnTo>
                  <a:pt x="50949" y="16930"/>
                </a:lnTo>
                <a:lnTo>
                  <a:pt x="51095" y="17498"/>
                </a:lnTo>
                <a:lnTo>
                  <a:pt x="51223" y="18077"/>
                </a:lnTo>
                <a:lnTo>
                  <a:pt x="51334" y="18665"/>
                </a:lnTo>
                <a:lnTo>
                  <a:pt x="51428" y="19264"/>
                </a:lnTo>
                <a:lnTo>
                  <a:pt x="51505" y="19873"/>
                </a:lnTo>
                <a:lnTo>
                  <a:pt x="51565" y="20492"/>
                </a:lnTo>
                <a:lnTo>
                  <a:pt x="51608" y="21122"/>
                </a:lnTo>
                <a:lnTo>
                  <a:pt x="51634" y="21761"/>
                </a:lnTo>
                <a:lnTo>
                  <a:pt x="51642" y="22411"/>
                </a:lnTo>
                <a:lnTo>
                  <a:pt x="51632" y="23077"/>
                </a:lnTo>
                <a:lnTo>
                  <a:pt x="51600" y="23733"/>
                </a:lnTo>
                <a:lnTo>
                  <a:pt x="51547" y="24378"/>
                </a:lnTo>
                <a:lnTo>
                  <a:pt x="51473" y="25014"/>
                </a:lnTo>
                <a:lnTo>
                  <a:pt x="51377" y="25640"/>
                </a:lnTo>
                <a:lnTo>
                  <a:pt x="51261" y="26256"/>
                </a:lnTo>
                <a:lnTo>
                  <a:pt x="51123" y="26863"/>
                </a:lnTo>
                <a:lnTo>
                  <a:pt x="50964" y="27459"/>
                </a:lnTo>
                <a:lnTo>
                  <a:pt x="50784" y="28046"/>
                </a:lnTo>
                <a:lnTo>
                  <a:pt x="50582" y="28622"/>
                </a:lnTo>
                <a:lnTo>
                  <a:pt x="50359" y="29189"/>
                </a:lnTo>
                <a:lnTo>
                  <a:pt x="50116" y="29746"/>
                </a:lnTo>
                <a:lnTo>
                  <a:pt x="49851" y="30293"/>
                </a:lnTo>
                <a:lnTo>
                  <a:pt x="49564" y="30830"/>
                </a:lnTo>
                <a:lnTo>
                  <a:pt x="49257" y="31357"/>
                </a:lnTo>
                <a:lnTo>
                  <a:pt x="48928" y="31874"/>
                </a:lnTo>
                <a:lnTo>
                  <a:pt x="48578" y="32382"/>
                </a:lnTo>
                <a:lnTo>
                  <a:pt x="48207" y="32879"/>
                </a:lnTo>
                <a:lnTo>
                  <a:pt x="47815" y="33367"/>
                </a:lnTo>
                <a:lnTo>
                  <a:pt x="47402" y="33845"/>
                </a:lnTo>
                <a:lnTo>
                  <a:pt x="46967" y="34313"/>
                </a:lnTo>
                <a:lnTo>
                  <a:pt x="46511" y="34771"/>
                </a:lnTo>
                <a:lnTo>
                  <a:pt x="46034" y="35219"/>
                </a:lnTo>
                <a:lnTo>
                  <a:pt x="45536" y="35657"/>
                </a:lnTo>
                <a:lnTo>
                  <a:pt x="45017" y="36081"/>
                </a:lnTo>
                <a:lnTo>
                  <a:pt x="44477" y="36487"/>
                </a:lnTo>
                <a:lnTo>
                  <a:pt x="43917" y="36875"/>
                </a:lnTo>
                <a:lnTo>
                  <a:pt x="43336" y="37245"/>
                </a:lnTo>
                <a:lnTo>
                  <a:pt x="42734" y="37597"/>
                </a:lnTo>
                <a:lnTo>
                  <a:pt x="42112" y="37931"/>
                </a:lnTo>
                <a:lnTo>
                  <a:pt x="41470" y="38247"/>
                </a:lnTo>
                <a:lnTo>
                  <a:pt x="40807" y="38545"/>
                </a:lnTo>
                <a:lnTo>
                  <a:pt x="40123" y="38825"/>
                </a:lnTo>
                <a:lnTo>
                  <a:pt x="39419" y="39086"/>
                </a:lnTo>
                <a:lnTo>
                  <a:pt x="38694" y="39330"/>
                </a:lnTo>
                <a:lnTo>
                  <a:pt x="37949" y="39556"/>
                </a:lnTo>
                <a:lnTo>
                  <a:pt x="37183" y="39763"/>
                </a:lnTo>
                <a:lnTo>
                  <a:pt x="36397" y="39953"/>
                </a:lnTo>
                <a:lnTo>
                  <a:pt x="35590" y="40124"/>
                </a:lnTo>
                <a:lnTo>
                  <a:pt x="34762" y="40277"/>
                </a:lnTo>
                <a:lnTo>
                  <a:pt x="33914" y="40413"/>
                </a:lnTo>
                <a:lnTo>
                  <a:pt x="33046" y="40530"/>
                </a:lnTo>
                <a:lnTo>
                  <a:pt x="32156" y="40629"/>
                </a:lnTo>
                <a:lnTo>
                  <a:pt x="31247" y="40711"/>
                </a:lnTo>
                <a:lnTo>
                  <a:pt x="30316" y="40774"/>
                </a:lnTo>
                <a:lnTo>
                  <a:pt x="29365" y="40819"/>
                </a:lnTo>
                <a:lnTo>
                  <a:pt x="28394" y="40846"/>
                </a:lnTo>
                <a:lnTo>
                  <a:pt x="27402" y="40855"/>
                </a:lnTo>
                <a:lnTo>
                  <a:pt x="27355" y="40855"/>
                </a:lnTo>
                <a:lnTo>
                  <a:pt x="27307" y="40855"/>
                </a:lnTo>
                <a:lnTo>
                  <a:pt x="27258" y="40855"/>
                </a:lnTo>
                <a:lnTo>
                  <a:pt x="27207" y="40854"/>
                </a:lnTo>
                <a:lnTo>
                  <a:pt x="27156" y="40854"/>
                </a:lnTo>
                <a:lnTo>
                  <a:pt x="27104" y="40853"/>
                </a:lnTo>
                <a:lnTo>
                  <a:pt x="27050" y="40852"/>
                </a:lnTo>
                <a:lnTo>
                  <a:pt x="26996" y="40852"/>
                </a:lnTo>
                <a:lnTo>
                  <a:pt x="26940" y="40851"/>
                </a:lnTo>
                <a:lnTo>
                  <a:pt x="26883" y="40850"/>
                </a:lnTo>
                <a:lnTo>
                  <a:pt x="26825" y="40849"/>
                </a:lnTo>
                <a:lnTo>
                  <a:pt x="26767" y="40847"/>
                </a:lnTo>
                <a:lnTo>
                  <a:pt x="26707" y="40846"/>
                </a:lnTo>
                <a:lnTo>
                  <a:pt x="26646" y="40844"/>
                </a:lnTo>
                <a:lnTo>
                  <a:pt x="26583" y="40843"/>
                </a:lnTo>
                <a:lnTo>
                  <a:pt x="26520" y="40841"/>
                </a:lnTo>
                <a:lnTo>
                  <a:pt x="26456" y="40839"/>
                </a:lnTo>
                <a:lnTo>
                  <a:pt x="26391" y="40838"/>
                </a:lnTo>
                <a:lnTo>
                  <a:pt x="26324" y="40836"/>
                </a:lnTo>
                <a:lnTo>
                  <a:pt x="26257" y="40834"/>
                </a:lnTo>
                <a:lnTo>
                  <a:pt x="26188" y="40831"/>
                </a:lnTo>
                <a:lnTo>
                  <a:pt x="26119" y="40829"/>
                </a:lnTo>
                <a:lnTo>
                  <a:pt x="26048" y="40827"/>
                </a:lnTo>
                <a:lnTo>
                  <a:pt x="25976" y="40824"/>
                </a:lnTo>
                <a:lnTo>
                  <a:pt x="25903" y="40822"/>
                </a:lnTo>
                <a:lnTo>
                  <a:pt x="25829" y="40819"/>
                </a:lnTo>
                <a:lnTo>
                  <a:pt x="25754" y="40817"/>
                </a:lnTo>
                <a:lnTo>
                  <a:pt x="25678" y="40815"/>
                </a:lnTo>
                <a:lnTo>
                  <a:pt x="25601" y="40812"/>
                </a:lnTo>
                <a:lnTo>
                  <a:pt x="25523" y="40810"/>
                </a:lnTo>
                <a:lnTo>
                  <a:pt x="25443" y="40809"/>
                </a:lnTo>
                <a:lnTo>
                  <a:pt x="25363" y="40807"/>
                </a:lnTo>
                <a:lnTo>
                  <a:pt x="25282" y="40805"/>
                </a:lnTo>
                <a:lnTo>
                  <a:pt x="25199" y="40804"/>
                </a:lnTo>
                <a:lnTo>
                  <a:pt x="25115" y="40802"/>
                </a:lnTo>
                <a:lnTo>
                  <a:pt x="25031" y="40801"/>
                </a:lnTo>
                <a:lnTo>
                  <a:pt x="24945" y="40800"/>
                </a:lnTo>
                <a:lnTo>
                  <a:pt x="24858" y="40798"/>
                </a:lnTo>
                <a:lnTo>
                  <a:pt x="24770" y="40797"/>
                </a:lnTo>
                <a:lnTo>
                  <a:pt x="24681" y="40796"/>
                </a:lnTo>
                <a:lnTo>
                  <a:pt x="24591" y="40796"/>
                </a:lnTo>
                <a:lnTo>
                  <a:pt x="24500" y="40795"/>
                </a:lnTo>
                <a:lnTo>
                  <a:pt x="24408" y="40794"/>
                </a:lnTo>
                <a:lnTo>
                  <a:pt x="24314" y="40794"/>
                </a:lnTo>
                <a:lnTo>
                  <a:pt x="24220" y="40794"/>
                </a:lnTo>
                <a:lnTo>
                  <a:pt x="24124" y="40793"/>
                </a:lnTo>
                <a:lnTo>
                  <a:pt x="24028" y="40793"/>
                </a:lnTo>
                <a:lnTo>
                  <a:pt x="23930" y="40793"/>
                </a:lnTo>
                <a:lnTo>
                  <a:pt x="23930" y="5952"/>
                </a:lnTo>
                <a:lnTo>
                  <a:pt x="24437" y="5850"/>
                </a:lnTo>
                <a:lnTo>
                  <a:pt x="24936" y="5754"/>
                </a:lnTo>
                <a:close/>
                <a:moveTo>
                  <a:pt x="156757" y="9575"/>
                </a:moveTo>
                <a:lnTo>
                  <a:pt x="156555" y="10065"/>
                </a:lnTo>
                <a:lnTo>
                  <a:pt x="156357" y="10541"/>
                </a:lnTo>
                <a:lnTo>
                  <a:pt x="156162" y="11003"/>
                </a:lnTo>
                <a:lnTo>
                  <a:pt x="155972" y="11452"/>
                </a:lnTo>
                <a:lnTo>
                  <a:pt x="155785" y="11887"/>
                </a:lnTo>
                <a:lnTo>
                  <a:pt x="155602" y="12308"/>
                </a:lnTo>
                <a:lnTo>
                  <a:pt x="155424" y="12716"/>
                </a:lnTo>
                <a:lnTo>
                  <a:pt x="155249" y="13111"/>
                </a:lnTo>
                <a:lnTo>
                  <a:pt x="155077" y="13491"/>
                </a:lnTo>
                <a:lnTo>
                  <a:pt x="154910" y="13858"/>
                </a:lnTo>
                <a:lnTo>
                  <a:pt x="154747" y="14212"/>
                </a:lnTo>
                <a:lnTo>
                  <a:pt x="154587" y="14552"/>
                </a:lnTo>
                <a:lnTo>
                  <a:pt x="154432" y="14878"/>
                </a:lnTo>
                <a:lnTo>
                  <a:pt x="154280" y="15191"/>
                </a:lnTo>
                <a:lnTo>
                  <a:pt x="154132" y="15490"/>
                </a:lnTo>
                <a:lnTo>
                  <a:pt x="153988" y="15775"/>
                </a:lnTo>
                <a:lnTo>
                  <a:pt x="153848" y="16047"/>
                </a:lnTo>
                <a:lnTo>
                  <a:pt x="153712" y="16305"/>
                </a:lnTo>
                <a:lnTo>
                  <a:pt x="153579" y="16550"/>
                </a:lnTo>
                <a:lnTo>
                  <a:pt x="153451" y="16781"/>
                </a:lnTo>
                <a:lnTo>
                  <a:pt x="153326" y="16998"/>
                </a:lnTo>
                <a:lnTo>
                  <a:pt x="153205" y="17202"/>
                </a:lnTo>
                <a:lnTo>
                  <a:pt x="152971" y="17573"/>
                </a:lnTo>
                <a:lnTo>
                  <a:pt x="152735" y="17939"/>
                </a:lnTo>
                <a:lnTo>
                  <a:pt x="152496" y="18302"/>
                </a:lnTo>
                <a:lnTo>
                  <a:pt x="152254" y="18660"/>
                </a:lnTo>
                <a:lnTo>
                  <a:pt x="152009" y="19013"/>
                </a:lnTo>
                <a:lnTo>
                  <a:pt x="151762" y="19363"/>
                </a:lnTo>
                <a:lnTo>
                  <a:pt x="151512" y="19708"/>
                </a:lnTo>
                <a:lnTo>
                  <a:pt x="151259" y="20049"/>
                </a:lnTo>
                <a:lnTo>
                  <a:pt x="151004" y="20385"/>
                </a:lnTo>
                <a:lnTo>
                  <a:pt x="150746" y="20717"/>
                </a:lnTo>
                <a:lnTo>
                  <a:pt x="150485" y="21045"/>
                </a:lnTo>
                <a:lnTo>
                  <a:pt x="150222" y="21369"/>
                </a:lnTo>
                <a:lnTo>
                  <a:pt x="149956" y="21688"/>
                </a:lnTo>
                <a:lnTo>
                  <a:pt x="149687" y="22003"/>
                </a:lnTo>
                <a:lnTo>
                  <a:pt x="149415" y="22313"/>
                </a:lnTo>
                <a:lnTo>
                  <a:pt x="149141" y="22620"/>
                </a:lnTo>
                <a:lnTo>
                  <a:pt x="148864" y="22921"/>
                </a:lnTo>
                <a:lnTo>
                  <a:pt x="148585" y="23219"/>
                </a:lnTo>
                <a:lnTo>
                  <a:pt x="148302" y="23512"/>
                </a:lnTo>
                <a:lnTo>
                  <a:pt x="148017" y="23801"/>
                </a:lnTo>
                <a:lnTo>
                  <a:pt x="147730" y="24086"/>
                </a:lnTo>
                <a:lnTo>
                  <a:pt x="147439" y="24367"/>
                </a:lnTo>
                <a:lnTo>
                  <a:pt x="147146" y="24643"/>
                </a:lnTo>
                <a:lnTo>
                  <a:pt x="146851" y="24914"/>
                </a:lnTo>
                <a:lnTo>
                  <a:pt x="146554" y="25181"/>
                </a:lnTo>
                <a:lnTo>
                  <a:pt x="146258" y="25441"/>
                </a:lnTo>
                <a:lnTo>
                  <a:pt x="145962" y="25694"/>
                </a:lnTo>
                <a:lnTo>
                  <a:pt x="145667" y="25941"/>
                </a:lnTo>
                <a:lnTo>
                  <a:pt x="145372" y="26181"/>
                </a:lnTo>
                <a:lnTo>
                  <a:pt x="145078" y="26415"/>
                </a:lnTo>
                <a:lnTo>
                  <a:pt x="144784" y="26642"/>
                </a:lnTo>
                <a:lnTo>
                  <a:pt x="144491" y="26863"/>
                </a:lnTo>
                <a:lnTo>
                  <a:pt x="144199" y="27077"/>
                </a:lnTo>
                <a:lnTo>
                  <a:pt x="143907" y="27284"/>
                </a:lnTo>
                <a:lnTo>
                  <a:pt x="143616" y="27485"/>
                </a:lnTo>
                <a:lnTo>
                  <a:pt x="143325" y="27680"/>
                </a:lnTo>
                <a:lnTo>
                  <a:pt x="143034" y="27868"/>
                </a:lnTo>
                <a:lnTo>
                  <a:pt x="142745" y="28050"/>
                </a:lnTo>
                <a:lnTo>
                  <a:pt x="142455" y="28225"/>
                </a:lnTo>
                <a:lnTo>
                  <a:pt x="142167" y="28393"/>
                </a:lnTo>
                <a:lnTo>
                  <a:pt x="141878" y="28555"/>
                </a:lnTo>
                <a:lnTo>
                  <a:pt x="141591" y="28710"/>
                </a:lnTo>
                <a:lnTo>
                  <a:pt x="141304" y="28859"/>
                </a:lnTo>
                <a:lnTo>
                  <a:pt x="141017" y="29002"/>
                </a:lnTo>
                <a:lnTo>
                  <a:pt x="140731" y="29138"/>
                </a:lnTo>
                <a:lnTo>
                  <a:pt x="140446" y="29267"/>
                </a:lnTo>
                <a:lnTo>
                  <a:pt x="140161" y="29390"/>
                </a:lnTo>
                <a:lnTo>
                  <a:pt x="139876" y="29506"/>
                </a:lnTo>
                <a:lnTo>
                  <a:pt x="139876" y="31494"/>
                </a:lnTo>
                <a:lnTo>
                  <a:pt x="148866" y="31494"/>
                </a:lnTo>
                <a:lnTo>
                  <a:pt x="148866" y="69817"/>
                </a:lnTo>
                <a:lnTo>
                  <a:pt x="148868" y="70324"/>
                </a:lnTo>
                <a:lnTo>
                  <a:pt x="148875" y="70821"/>
                </a:lnTo>
                <a:lnTo>
                  <a:pt x="148886" y="71306"/>
                </a:lnTo>
                <a:lnTo>
                  <a:pt x="148902" y="71781"/>
                </a:lnTo>
                <a:lnTo>
                  <a:pt x="148922" y="72244"/>
                </a:lnTo>
                <a:lnTo>
                  <a:pt x="148947" y="72696"/>
                </a:lnTo>
                <a:lnTo>
                  <a:pt x="148976" y="73137"/>
                </a:lnTo>
                <a:lnTo>
                  <a:pt x="149010" y="73567"/>
                </a:lnTo>
                <a:lnTo>
                  <a:pt x="149049" y="73985"/>
                </a:lnTo>
                <a:lnTo>
                  <a:pt x="149092" y="74393"/>
                </a:lnTo>
                <a:lnTo>
                  <a:pt x="149139" y="74789"/>
                </a:lnTo>
                <a:lnTo>
                  <a:pt x="149191" y="75174"/>
                </a:lnTo>
                <a:lnTo>
                  <a:pt x="149248" y="75549"/>
                </a:lnTo>
                <a:lnTo>
                  <a:pt x="149309" y="75912"/>
                </a:lnTo>
                <a:lnTo>
                  <a:pt x="149374" y="76264"/>
                </a:lnTo>
                <a:lnTo>
                  <a:pt x="149444" y="76604"/>
                </a:lnTo>
                <a:lnTo>
                  <a:pt x="149519" y="76934"/>
                </a:lnTo>
                <a:lnTo>
                  <a:pt x="149598" y="77252"/>
                </a:lnTo>
                <a:lnTo>
                  <a:pt x="149682" y="77560"/>
                </a:lnTo>
                <a:lnTo>
                  <a:pt x="149770" y="77856"/>
                </a:lnTo>
                <a:lnTo>
                  <a:pt x="149862" y="78141"/>
                </a:lnTo>
                <a:lnTo>
                  <a:pt x="149960" y="78415"/>
                </a:lnTo>
                <a:lnTo>
                  <a:pt x="150061" y="78678"/>
                </a:lnTo>
                <a:lnTo>
                  <a:pt x="150167" y="78930"/>
                </a:lnTo>
                <a:lnTo>
                  <a:pt x="150278" y="79174"/>
                </a:lnTo>
                <a:lnTo>
                  <a:pt x="150394" y="79413"/>
                </a:lnTo>
                <a:lnTo>
                  <a:pt x="150515" y="79647"/>
                </a:lnTo>
                <a:lnTo>
                  <a:pt x="150641" y="79877"/>
                </a:lnTo>
                <a:lnTo>
                  <a:pt x="150772" y="80102"/>
                </a:lnTo>
                <a:lnTo>
                  <a:pt x="150908" y="80322"/>
                </a:lnTo>
                <a:lnTo>
                  <a:pt x="151048" y="80537"/>
                </a:lnTo>
                <a:lnTo>
                  <a:pt x="151194" y="80748"/>
                </a:lnTo>
                <a:lnTo>
                  <a:pt x="151344" y="80953"/>
                </a:lnTo>
                <a:lnTo>
                  <a:pt x="151500" y="81155"/>
                </a:lnTo>
                <a:lnTo>
                  <a:pt x="151660" y="81351"/>
                </a:lnTo>
                <a:lnTo>
                  <a:pt x="151826" y="81543"/>
                </a:lnTo>
                <a:lnTo>
                  <a:pt x="151996" y="81729"/>
                </a:lnTo>
                <a:lnTo>
                  <a:pt x="152172" y="81911"/>
                </a:lnTo>
                <a:lnTo>
                  <a:pt x="152352" y="82089"/>
                </a:lnTo>
                <a:lnTo>
                  <a:pt x="152537" y="82261"/>
                </a:lnTo>
                <a:lnTo>
                  <a:pt x="152727" y="82429"/>
                </a:lnTo>
                <a:lnTo>
                  <a:pt x="152922" y="82592"/>
                </a:lnTo>
                <a:lnTo>
                  <a:pt x="153123" y="82751"/>
                </a:lnTo>
                <a:lnTo>
                  <a:pt x="153328" y="82904"/>
                </a:lnTo>
                <a:lnTo>
                  <a:pt x="153538" y="83053"/>
                </a:lnTo>
                <a:lnTo>
                  <a:pt x="153752" y="83197"/>
                </a:lnTo>
                <a:lnTo>
                  <a:pt x="153972" y="83337"/>
                </a:lnTo>
                <a:lnTo>
                  <a:pt x="154197" y="83471"/>
                </a:lnTo>
                <a:lnTo>
                  <a:pt x="154425" y="83601"/>
                </a:lnTo>
                <a:lnTo>
                  <a:pt x="154653" y="83725"/>
                </a:lnTo>
                <a:lnTo>
                  <a:pt x="154881" y="83843"/>
                </a:lnTo>
                <a:lnTo>
                  <a:pt x="155110" y="83956"/>
                </a:lnTo>
                <a:lnTo>
                  <a:pt x="155339" y="84063"/>
                </a:lnTo>
                <a:lnTo>
                  <a:pt x="155569" y="84165"/>
                </a:lnTo>
                <a:lnTo>
                  <a:pt x="155799" y="84262"/>
                </a:lnTo>
                <a:lnTo>
                  <a:pt x="156030" y="84353"/>
                </a:lnTo>
                <a:lnTo>
                  <a:pt x="156260" y="84438"/>
                </a:lnTo>
                <a:lnTo>
                  <a:pt x="156492" y="84518"/>
                </a:lnTo>
                <a:lnTo>
                  <a:pt x="156724" y="84592"/>
                </a:lnTo>
                <a:lnTo>
                  <a:pt x="156956" y="84661"/>
                </a:lnTo>
                <a:lnTo>
                  <a:pt x="157189" y="84725"/>
                </a:lnTo>
                <a:lnTo>
                  <a:pt x="157422" y="84782"/>
                </a:lnTo>
                <a:lnTo>
                  <a:pt x="157655" y="84835"/>
                </a:lnTo>
                <a:lnTo>
                  <a:pt x="157889" y="84882"/>
                </a:lnTo>
                <a:lnTo>
                  <a:pt x="158124" y="84923"/>
                </a:lnTo>
                <a:lnTo>
                  <a:pt x="158359" y="84959"/>
                </a:lnTo>
                <a:lnTo>
                  <a:pt x="158594" y="84989"/>
                </a:lnTo>
                <a:lnTo>
                  <a:pt x="158830" y="85014"/>
                </a:lnTo>
                <a:lnTo>
                  <a:pt x="159066" y="85033"/>
                </a:lnTo>
                <a:lnTo>
                  <a:pt x="159302" y="85047"/>
                </a:lnTo>
                <a:lnTo>
                  <a:pt x="159539" y="85055"/>
                </a:lnTo>
                <a:lnTo>
                  <a:pt x="159777" y="85058"/>
                </a:lnTo>
                <a:lnTo>
                  <a:pt x="160128" y="85052"/>
                </a:lnTo>
                <a:lnTo>
                  <a:pt x="160478" y="85036"/>
                </a:lnTo>
                <a:lnTo>
                  <a:pt x="160827" y="85010"/>
                </a:lnTo>
                <a:lnTo>
                  <a:pt x="161175" y="84972"/>
                </a:lnTo>
                <a:lnTo>
                  <a:pt x="161523" y="84924"/>
                </a:lnTo>
                <a:lnTo>
                  <a:pt x="161869" y="84865"/>
                </a:lnTo>
                <a:lnTo>
                  <a:pt x="162215" y="84795"/>
                </a:lnTo>
                <a:lnTo>
                  <a:pt x="162560" y="84715"/>
                </a:lnTo>
                <a:lnTo>
                  <a:pt x="162904" y="84624"/>
                </a:lnTo>
                <a:lnTo>
                  <a:pt x="163247" y="84522"/>
                </a:lnTo>
                <a:lnTo>
                  <a:pt x="163589" y="84410"/>
                </a:lnTo>
                <a:lnTo>
                  <a:pt x="163930" y="84287"/>
                </a:lnTo>
                <a:lnTo>
                  <a:pt x="164271" y="84153"/>
                </a:lnTo>
                <a:lnTo>
                  <a:pt x="164611" y="84008"/>
                </a:lnTo>
                <a:lnTo>
                  <a:pt x="164950" y="83853"/>
                </a:lnTo>
                <a:lnTo>
                  <a:pt x="165288" y="83687"/>
                </a:lnTo>
                <a:lnTo>
                  <a:pt x="165625" y="83510"/>
                </a:lnTo>
                <a:lnTo>
                  <a:pt x="165961" y="83323"/>
                </a:lnTo>
                <a:lnTo>
                  <a:pt x="166296" y="83125"/>
                </a:lnTo>
                <a:lnTo>
                  <a:pt x="166631" y="82916"/>
                </a:lnTo>
                <a:lnTo>
                  <a:pt x="166964" y="82696"/>
                </a:lnTo>
                <a:lnTo>
                  <a:pt x="167297" y="82466"/>
                </a:lnTo>
                <a:lnTo>
                  <a:pt x="167629" y="82225"/>
                </a:lnTo>
                <a:lnTo>
                  <a:pt x="167960" y="81974"/>
                </a:lnTo>
                <a:lnTo>
                  <a:pt x="168288" y="81711"/>
                </a:lnTo>
                <a:lnTo>
                  <a:pt x="168609" y="81439"/>
                </a:lnTo>
                <a:lnTo>
                  <a:pt x="168924" y="81155"/>
                </a:lnTo>
                <a:lnTo>
                  <a:pt x="169233" y="80862"/>
                </a:lnTo>
                <a:lnTo>
                  <a:pt x="169535" y="80557"/>
                </a:lnTo>
                <a:lnTo>
                  <a:pt x="169832" y="80243"/>
                </a:lnTo>
                <a:lnTo>
                  <a:pt x="170122" y="79917"/>
                </a:lnTo>
                <a:lnTo>
                  <a:pt x="170406" y="79582"/>
                </a:lnTo>
                <a:lnTo>
                  <a:pt x="170683" y="79235"/>
                </a:lnTo>
                <a:lnTo>
                  <a:pt x="170955" y="78879"/>
                </a:lnTo>
                <a:lnTo>
                  <a:pt x="171220" y="78511"/>
                </a:lnTo>
                <a:lnTo>
                  <a:pt x="171478" y="78134"/>
                </a:lnTo>
                <a:lnTo>
                  <a:pt x="171731" y="77746"/>
                </a:lnTo>
                <a:lnTo>
                  <a:pt x="171977" y="77347"/>
                </a:lnTo>
                <a:lnTo>
                  <a:pt x="172218" y="76938"/>
                </a:lnTo>
                <a:lnTo>
                  <a:pt x="172451" y="76518"/>
                </a:lnTo>
                <a:lnTo>
                  <a:pt x="172679" y="76088"/>
                </a:lnTo>
                <a:lnTo>
                  <a:pt x="172900" y="75647"/>
                </a:lnTo>
                <a:lnTo>
                  <a:pt x="173116" y="75196"/>
                </a:lnTo>
                <a:lnTo>
                  <a:pt x="173325" y="74734"/>
                </a:lnTo>
                <a:lnTo>
                  <a:pt x="173527" y="74262"/>
                </a:lnTo>
                <a:lnTo>
                  <a:pt x="173724" y="73780"/>
                </a:lnTo>
                <a:lnTo>
                  <a:pt x="173914" y="73286"/>
                </a:lnTo>
                <a:lnTo>
                  <a:pt x="174098" y="72783"/>
                </a:lnTo>
                <a:lnTo>
                  <a:pt x="171680" y="72783"/>
                </a:lnTo>
                <a:lnTo>
                  <a:pt x="171591" y="72990"/>
                </a:lnTo>
                <a:lnTo>
                  <a:pt x="171498" y="73193"/>
                </a:lnTo>
                <a:lnTo>
                  <a:pt x="171403" y="73391"/>
                </a:lnTo>
                <a:lnTo>
                  <a:pt x="171305" y="73586"/>
                </a:lnTo>
                <a:lnTo>
                  <a:pt x="171203" y="73776"/>
                </a:lnTo>
                <a:lnTo>
                  <a:pt x="171099" y="73962"/>
                </a:lnTo>
                <a:lnTo>
                  <a:pt x="170991" y="74143"/>
                </a:lnTo>
                <a:lnTo>
                  <a:pt x="170881" y="74321"/>
                </a:lnTo>
                <a:lnTo>
                  <a:pt x="170767" y="74494"/>
                </a:lnTo>
                <a:lnTo>
                  <a:pt x="170651" y="74663"/>
                </a:lnTo>
                <a:lnTo>
                  <a:pt x="170532" y="74827"/>
                </a:lnTo>
                <a:lnTo>
                  <a:pt x="170409" y="74987"/>
                </a:lnTo>
                <a:lnTo>
                  <a:pt x="170284" y="75144"/>
                </a:lnTo>
                <a:lnTo>
                  <a:pt x="170155" y="75295"/>
                </a:lnTo>
                <a:lnTo>
                  <a:pt x="170023" y="75443"/>
                </a:lnTo>
                <a:lnTo>
                  <a:pt x="169889" y="75586"/>
                </a:lnTo>
                <a:lnTo>
                  <a:pt x="169751" y="75725"/>
                </a:lnTo>
                <a:lnTo>
                  <a:pt x="169611" y="75860"/>
                </a:lnTo>
                <a:lnTo>
                  <a:pt x="169467" y="75991"/>
                </a:lnTo>
                <a:lnTo>
                  <a:pt x="169321" y="76117"/>
                </a:lnTo>
                <a:lnTo>
                  <a:pt x="169171" y="76239"/>
                </a:lnTo>
                <a:lnTo>
                  <a:pt x="169018" y="76357"/>
                </a:lnTo>
                <a:lnTo>
                  <a:pt x="168863" y="76471"/>
                </a:lnTo>
                <a:lnTo>
                  <a:pt x="168704" y="76580"/>
                </a:lnTo>
                <a:lnTo>
                  <a:pt x="168544" y="76685"/>
                </a:lnTo>
                <a:lnTo>
                  <a:pt x="168383" y="76785"/>
                </a:lnTo>
                <a:lnTo>
                  <a:pt x="168222" y="76881"/>
                </a:lnTo>
                <a:lnTo>
                  <a:pt x="168060" y="76973"/>
                </a:lnTo>
                <a:lnTo>
                  <a:pt x="167898" y="77060"/>
                </a:lnTo>
                <a:lnTo>
                  <a:pt x="167735" y="77143"/>
                </a:lnTo>
                <a:lnTo>
                  <a:pt x="167573" y="77221"/>
                </a:lnTo>
                <a:lnTo>
                  <a:pt x="167409" y="77295"/>
                </a:lnTo>
                <a:lnTo>
                  <a:pt x="167245" y="77364"/>
                </a:lnTo>
                <a:lnTo>
                  <a:pt x="167081" y="77429"/>
                </a:lnTo>
                <a:lnTo>
                  <a:pt x="166916" y="77489"/>
                </a:lnTo>
                <a:lnTo>
                  <a:pt x="166751" y="77545"/>
                </a:lnTo>
                <a:lnTo>
                  <a:pt x="166586" y="77596"/>
                </a:lnTo>
                <a:lnTo>
                  <a:pt x="166420" y="77643"/>
                </a:lnTo>
                <a:lnTo>
                  <a:pt x="166253" y="77685"/>
                </a:lnTo>
                <a:lnTo>
                  <a:pt x="166087" y="77723"/>
                </a:lnTo>
                <a:lnTo>
                  <a:pt x="165919" y="77757"/>
                </a:lnTo>
                <a:lnTo>
                  <a:pt x="165752" y="77786"/>
                </a:lnTo>
                <a:lnTo>
                  <a:pt x="165583" y="77811"/>
                </a:lnTo>
                <a:lnTo>
                  <a:pt x="165415" y="77831"/>
                </a:lnTo>
                <a:lnTo>
                  <a:pt x="165246" y="77846"/>
                </a:lnTo>
                <a:lnTo>
                  <a:pt x="165077" y="77857"/>
                </a:lnTo>
                <a:lnTo>
                  <a:pt x="164907" y="77864"/>
                </a:lnTo>
                <a:lnTo>
                  <a:pt x="164736" y="77866"/>
                </a:lnTo>
                <a:lnTo>
                  <a:pt x="164531" y="77863"/>
                </a:lnTo>
                <a:lnTo>
                  <a:pt x="164329" y="77853"/>
                </a:lnTo>
                <a:lnTo>
                  <a:pt x="164131" y="77836"/>
                </a:lnTo>
                <a:lnTo>
                  <a:pt x="163935" y="77813"/>
                </a:lnTo>
                <a:lnTo>
                  <a:pt x="163742" y="77783"/>
                </a:lnTo>
                <a:lnTo>
                  <a:pt x="163553" y="77746"/>
                </a:lnTo>
                <a:lnTo>
                  <a:pt x="163366" y="77703"/>
                </a:lnTo>
                <a:lnTo>
                  <a:pt x="163183" y="77653"/>
                </a:lnTo>
                <a:lnTo>
                  <a:pt x="163003" y="77596"/>
                </a:lnTo>
                <a:lnTo>
                  <a:pt x="162826" y="77532"/>
                </a:lnTo>
                <a:lnTo>
                  <a:pt x="162652" y="77462"/>
                </a:lnTo>
                <a:lnTo>
                  <a:pt x="162481" y="77385"/>
                </a:lnTo>
                <a:lnTo>
                  <a:pt x="162314" y="77302"/>
                </a:lnTo>
                <a:lnTo>
                  <a:pt x="162149" y="77212"/>
                </a:lnTo>
                <a:lnTo>
                  <a:pt x="161988" y="77115"/>
                </a:lnTo>
                <a:lnTo>
                  <a:pt x="161830" y="77011"/>
                </a:lnTo>
                <a:lnTo>
                  <a:pt x="161674" y="76901"/>
                </a:lnTo>
                <a:lnTo>
                  <a:pt x="161522" y="76784"/>
                </a:lnTo>
                <a:lnTo>
                  <a:pt x="161373" y="76661"/>
                </a:lnTo>
                <a:lnTo>
                  <a:pt x="161228" y="76530"/>
                </a:lnTo>
                <a:lnTo>
                  <a:pt x="161085" y="76393"/>
                </a:lnTo>
                <a:lnTo>
                  <a:pt x="160945" y="76250"/>
                </a:lnTo>
                <a:lnTo>
                  <a:pt x="160809" y="76100"/>
                </a:lnTo>
                <a:lnTo>
                  <a:pt x="160676" y="75943"/>
                </a:lnTo>
                <a:lnTo>
                  <a:pt x="160547" y="75776"/>
                </a:lnTo>
                <a:lnTo>
                  <a:pt x="160423" y="75597"/>
                </a:lnTo>
                <a:lnTo>
                  <a:pt x="160305" y="75405"/>
                </a:lnTo>
                <a:lnTo>
                  <a:pt x="160193" y="75201"/>
                </a:lnTo>
                <a:lnTo>
                  <a:pt x="160086" y="74984"/>
                </a:lnTo>
                <a:lnTo>
                  <a:pt x="159984" y="74755"/>
                </a:lnTo>
                <a:lnTo>
                  <a:pt x="159888" y="74513"/>
                </a:lnTo>
                <a:lnTo>
                  <a:pt x="159797" y="74259"/>
                </a:lnTo>
                <a:lnTo>
                  <a:pt x="159712" y="73992"/>
                </a:lnTo>
                <a:lnTo>
                  <a:pt x="159633" y="73713"/>
                </a:lnTo>
                <a:lnTo>
                  <a:pt x="159559" y="73422"/>
                </a:lnTo>
                <a:lnTo>
                  <a:pt x="159490" y="73117"/>
                </a:lnTo>
                <a:lnTo>
                  <a:pt x="159427" y="72801"/>
                </a:lnTo>
                <a:lnTo>
                  <a:pt x="159369" y="72472"/>
                </a:lnTo>
                <a:lnTo>
                  <a:pt x="159317" y="72130"/>
                </a:lnTo>
                <a:lnTo>
                  <a:pt x="159270" y="71776"/>
                </a:lnTo>
                <a:lnTo>
                  <a:pt x="159229" y="71409"/>
                </a:lnTo>
                <a:lnTo>
                  <a:pt x="159194" y="71030"/>
                </a:lnTo>
                <a:lnTo>
                  <a:pt x="159163" y="70639"/>
                </a:lnTo>
                <a:lnTo>
                  <a:pt x="159139" y="70235"/>
                </a:lnTo>
                <a:lnTo>
                  <a:pt x="159120" y="69818"/>
                </a:lnTo>
                <a:lnTo>
                  <a:pt x="159106" y="69389"/>
                </a:lnTo>
                <a:lnTo>
                  <a:pt x="159098" y="68947"/>
                </a:lnTo>
                <a:lnTo>
                  <a:pt x="159095" y="68493"/>
                </a:lnTo>
                <a:lnTo>
                  <a:pt x="159095" y="31618"/>
                </a:lnTo>
                <a:lnTo>
                  <a:pt x="172362" y="31494"/>
                </a:lnTo>
                <a:lnTo>
                  <a:pt x="172362" y="27278"/>
                </a:lnTo>
                <a:lnTo>
                  <a:pt x="159095" y="27278"/>
                </a:lnTo>
                <a:lnTo>
                  <a:pt x="159095" y="8555"/>
                </a:lnTo>
                <a:lnTo>
                  <a:pt x="157173" y="8555"/>
                </a:lnTo>
                <a:lnTo>
                  <a:pt x="156963" y="9072"/>
                </a:lnTo>
                <a:lnTo>
                  <a:pt x="156757" y="9575"/>
                </a:lnTo>
                <a:close/>
                <a:moveTo>
                  <a:pt x="280361" y="32098"/>
                </a:moveTo>
                <a:lnTo>
                  <a:pt x="280342" y="31876"/>
                </a:lnTo>
                <a:lnTo>
                  <a:pt x="280314" y="31656"/>
                </a:lnTo>
                <a:lnTo>
                  <a:pt x="280280" y="31439"/>
                </a:lnTo>
                <a:lnTo>
                  <a:pt x="280237" y="31224"/>
                </a:lnTo>
                <a:lnTo>
                  <a:pt x="280187" y="31012"/>
                </a:lnTo>
                <a:lnTo>
                  <a:pt x="280128" y="30801"/>
                </a:lnTo>
                <a:lnTo>
                  <a:pt x="280063" y="30593"/>
                </a:lnTo>
                <a:lnTo>
                  <a:pt x="279989" y="30387"/>
                </a:lnTo>
                <a:lnTo>
                  <a:pt x="279908" y="30184"/>
                </a:lnTo>
                <a:lnTo>
                  <a:pt x="279818" y="29983"/>
                </a:lnTo>
                <a:lnTo>
                  <a:pt x="279722" y="29784"/>
                </a:lnTo>
                <a:lnTo>
                  <a:pt x="279617" y="29587"/>
                </a:lnTo>
                <a:lnTo>
                  <a:pt x="279505" y="29392"/>
                </a:lnTo>
                <a:lnTo>
                  <a:pt x="279385" y="29200"/>
                </a:lnTo>
                <a:lnTo>
                  <a:pt x="279257" y="29010"/>
                </a:lnTo>
                <a:lnTo>
                  <a:pt x="279121" y="28822"/>
                </a:lnTo>
                <a:lnTo>
                  <a:pt x="278978" y="28637"/>
                </a:lnTo>
                <a:lnTo>
                  <a:pt x="278827" y="28453"/>
                </a:lnTo>
                <a:lnTo>
                  <a:pt x="278668" y="28272"/>
                </a:lnTo>
                <a:lnTo>
                  <a:pt x="278501" y="28094"/>
                </a:lnTo>
                <a:lnTo>
                  <a:pt x="278327" y="27917"/>
                </a:lnTo>
                <a:lnTo>
                  <a:pt x="278145" y="27743"/>
                </a:lnTo>
                <a:lnTo>
                  <a:pt x="277957" y="27574"/>
                </a:lnTo>
                <a:lnTo>
                  <a:pt x="277764" y="27411"/>
                </a:lnTo>
                <a:lnTo>
                  <a:pt x="277568" y="27256"/>
                </a:lnTo>
                <a:lnTo>
                  <a:pt x="277368" y="27108"/>
                </a:lnTo>
                <a:lnTo>
                  <a:pt x="277164" y="26968"/>
                </a:lnTo>
                <a:lnTo>
                  <a:pt x="276955" y="26834"/>
                </a:lnTo>
                <a:lnTo>
                  <a:pt x="276743" y="26708"/>
                </a:lnTo>
                <a:lnTo>
                  <a:pt x="276526" y="26589"/>
                </a:lnTo>
                <a:lnTo>
                  <a:pt x="276305" y="26477"/>
                </a:lnTo>
                <a:lnTo>
                  <a:pt x="276080" y="26373"/>
                </a:lnTo>
                <a:lnTo>
                  <a:pt x="275851" y="26275"/>
                </a:lnTo>
                <a:lnTo>
                  <a:pt x="275618" y="26185"/>
                </a:lnTo>
                <a:lnTo>
                  <a:pt x="275381" y="26102"/>
                </a:lnTo>
                <a:lnTo>
                  <a:pt x="275140" y="26027"/>
                </a:lnTo>
                <a:lnTo>
                  <a:pt x="274895" y="25958"/>
                </a:lnTo>
                <a:lnTo>
                  <a:pt x="274645" y="25897"/>
                </a:lnTo>
                <a:lnTo>
                  <a:pt x="274392" y="25843"/>
                </a:lnTo>
                <a:lnTo>
                  <a:pt x="274134" y="25796"/>
                </a:lnTo>
                <a:lnTo>
                  <a:pt x="273873" y="25756"/>
                </a:lnTo>
                <a:lnTo>
                  <a:pt x="273607" y="25724"/>
                </a:lnTo>
                <a:lnTo>
                  <a:pt x="273337" y="25699"/>
                </a:lnTo>
                <a:lnTo>
                  <a:pt x="273063" y="25681"/>
                </a:lnTo>
                <a:lnTo>
                  <a:pt x="272785" y="25670"/>
                </a:lnTo>
                <a:lnTo>
                  <a:pt x="272503" y="25666"/>
                </a:lnTo>
                <a:lnTo>
                  <a:pt x="271879" y="25688"/>
                </a:lnTo>
                <a:lnTo>
                  <a:pt x="271255" y="25755"/>
                </a:lnTo>
                <a:lnTo>
                  <a:pt x="270633" y="25866"/>
                </a:lnTo>
                <a:lnTo>
                  <a:pt x="270013" y="26021"/>
                </a:lnTo>
                <a:lnTo>
                  <a:pt x="269394" y="26220"/>
                </a:lnTo>
                <a:lnTo>
                  <a:pt x="268776" y="26464"/>
                </a:lnTo>
                <a:lnTo>
                  <a:pt x="268159" y="26753"/>
                </a:lnTo>
                <a:lnTo>
                  <a:pt x="267543" y="27085"/>
                </a:lnTo>
                <a:lnTo>
                  <a:pt x="266929" y="27462"/>
                </a:lnTo>
                <a:lnTo>
                  <a:pt x="266316" y="27883"/>
                </a:lnTo>
                <a:lnTo>
                  <a:pt x="265705" y="28349"/>
                </a:lnTo>
                <a:lnTo>
                  <a:pt x="265095" y="28859"/>
                </a:lnTo>
                <a:lnTo>
                  <a:pt x="264486" y="29413"/>
                </a:lnTo>
                <a:lnTo>
                  <a:pt x="263878" y="30012"/>
                </a:lnTo>
                <a:lnTo>
                  <a:pt x="263272" y="30655"/>
                </a:lnTo>
                <a:lnTo>
                  <a:pt x="262666" y="31342"/>
                </a:lnTo>
                <a:lnTo>
                  <a:pt x="262063" y="32074"/>
                </a:lnTo>
                <a:lnTo>
                  <a:pt x="261460" y="32850"/>
                </a:lnTo>
                <a:lnTo>
                  <a:pt x="260859" y="33670"/>
                </a:lnTo>
                <a:lnTo>
                  <a:pt x="260259" y="34535"/>
                </a:lnTo>
                <a:lnTo>
                  <a:pt x="259660" y="35444"/>
                </a:lnTo>
                <a:lnTo>
                  <a:pt x="259063" y="36397"/>
                </a:lnTo>
                <a:lnTo>
                  <a:pt x="258467" y="37395"/>
                </a:lnTo>
                <a:lnTo>
                  <a:pt x="257872" y="38437"/>
                </a:lnTo>
                <a:lnTo>
                  <a:pt x="257872" y="25666"/>
                </a:lnTo>
                <a:lnTo>
                  <a:pt x="255268" y="25666"/>
                </a:lnTo>
                <a:lnTo>
                  <a:pt x="238096" y="32610"/>
                </a:lnTo>
                <a:lnTo>
                  <a:pt x="238715" y="34841"/>
                </a:lnTo>
                <a:lnTo>
                  <a:pt x="238916" y="34766"/>
                </a:lnTo>
                <a:lnTo>
                  <a:pt x="239115" y="34693"/>
                </a:lnTo>
                <a:lnTo>
                  <a:pt x="239312" y="34624"/>
                </a:lnTo>
                <a:lnTo>
                  <a:pt x="239508" y="34557"/>
                </a:lnTo>
                <a:lnTo>
                  <a:pt x="239701" y="34494"/>
                </a:lnTo>
                <a:lnTo>
                  <a:pt x="239893" y="34435"/>
                </a:lnTo>
                <a:lnTo>
                  <a:pt x="240084" y="34378"/>
                </a:lnTo>
                <a:lnTo>
                  <a:pt x="240272" y="34325"/>
                </a:lnTo>
                <a:lnTo>
                  <a:pt x="240459" y="34275"/>
                </a:lnTo>
                <a:lnTo>
                  <a:pt x="240644" y="34228"/>
                </a:lnTo>
                <a:lnTo>
                  <a:pt x="240828" y="34184"/>
                </a:lnTo>
                <a:lnTo>
                  <a:pt x="241009" y="34144"/>
                </a:lnTo>
                <a:lnTo>
                  <a:pt x="241189" y="34107"/>
                </a:lnTo>
                <a:lnTo>
                  <a:pt x="241367" y="34073"/>
                </a:lnTo>
                <a:lnTo>
                  <a:pt x="241544" y="34042"/>
                </a:lnTo>
                <a:lnTo>
                  <a:pt x="241719" y="34015"/>
                </a:lnTo>
                <a:lnTo>
                  <a:pt x="241892" y="33991"/>
                </a:lnTo>
                <a:lnTo>
                  <a:pt x="242063" y="33970"/>
                </a:lnTo>
                <a:lnTo>
                  <a:pt x="242233" y="33952"/>
                </a:lnTo>
                <a:lnTo>
                  <a:pt x="242401" y="33937"/>
                </a:lnTo>
                <a:lnTo>
                  <a:pt x="242567" y="33926"/>
                </a:lnTo>
                <a:lnTo>
                  <a:pt x="242731" y="33918"/>
                </a:lnTo>
                <a:lnTo>
                  <a:pt x="242894" y="33913"/>
                </a:lnTo>
                <a:lnTo>
                  <a:pt x="243055" y="33912"/>
                </a:lnTo>
                <a:lnTo>
                  <a:pt x="243189" y="33913"/>
                </a:lnTo>
                <a:lnTo>
                  <a:pt x="243320" y="33918"/>
                </a:lnTo>
                <a:lnTo>
                  <a:pt x="243450" y="33925"/>
                </a:lnTo>
                <a:lnTo>
                  <a:pt x="243578" y="33936"/>
                </a:lnTo>
                <a:lnTo>
                  <a:pt x="243704" y="33949"/>
                </a:lnTo>
                <a:lnTo>
                  <a:pt x="243828" y="33966"/>
                </a:lnTo>
                <a:lnTo>
                  <a:pt x="243951" y="33985"/>
                </a:lnTo>
                <a:lnTo>
                  <a:pt x="244071" y="34008"/>
                </a:lnTo>
                <a:lnTo>
                  <a:pt x="244190" y="34034"/>
                </a:lnTo>
                <a:lnTo>
                  <a:pt x="244307" y="34062"/>
                </a:lnTo>
                <a:lnTo>
                  <a:pt x="244422" y="34094"/>
                </a:lnTo>
                <a:lnTo>
                  <a:pt x="244535" y="34129"/>
                </a:lnTo>
                <a:lnTo>
                  <a:pt x="244647" y="34166"/>
                </a:lnTo>
                <a:lnTo>
                  <a:pt x="244756" y="34207"/>
                </a:lnTo>
                <a:lnTo>
                  <a:pt x="244864" y="34251"/>
                </a:lnTo>
                <a:lnTo>
                  <a:pt x="244970" y="34297"/>
                </a:lnTo>
                <a:lnTo>
                  <a:pt x="245074" y="34347"/>
                </a:lnTo>
                <a:lnTo>
                  <a:pt x="245177" y="34400"/>
                </a:lnTo>
                <a:lnTo>
                  <a:pt x="245277" y="34456"/>
                </a:lnTo>
                <a:lnTo>
                  <a:pt x="245376" y="34514"/>
                </a:lnTo>
                <a:lnTo>
                  <a:pt x="245472" y="34576"/>
                </a:lnTo>
                <a:lnTo>
                  <a:pt x="245567" y="34641"/>
                </a:lnTo>
                <a:lnTo>
                  <a:pt x="245661" y="34709"/>
                </a:lnTo>
                <a:lnTo>
                  <a:pt x="245752" y="34779"/>
                </a:lnTo>
                <a:lnTo>
                  <a:pt x="245841" y="34854"/>
                </a:lnTo>
                <a:lnTo>
                  <a:pt x="245928" y="34931"/>
                </a:lnTo>
                <a:lnTo>
                  <a:pt x="246013" y="35012"/>
                </a:lnTo>
                <a:lnTo>
                  <a:pt x="246095" y="35097"/>
                </a:lnTo>
                <a:lnTo>
                  <a:pt x="246174" y="35186"/>
                </a:lnTo>
                <a:lnTo>
                  <a:pt x="246252" y="35277"/>
                </a:lnTo>
                <a:lnTo>
                  <a:pt x="246327" y="35373"/>
                </a:lnTo>
                <a:lnTo>
                  <a:pt x="246399" y="35472"/>
                </a:lnTo>
                <a:lnTo>
                  <a:pt x="246470" y="35574"/>
                </a:lnTo>
                <a:lnTo>
                  <a:pt x="246538" y="35680"/>
                </a:lnTo>
                <a:lnTo>
                  <a:pt x="246603" y="35790"/>
                </a:lnTo>
                <a:lnTo>
                  <a:pt x="246666" y="35903"/>
                </a:lnTo>
                <a:lnTo>
                  <a:pt x="246727" y="36020"/>
                </a:lnTo>
                <a:lnTo>
                  <a:pt x="246786" y="36140"/>
                </a:lnTo>
                <a:lnTo>
                  <a:pt x="246842" y="36264"/>
                </a:lnTo>
                <a:lnTo>
                  <a:pt x="246895" y="36391"/>
                </a:lnTo>
                <a:lnTo>
                  <a:pt x="246947" y="36522"/>
                </a:lnTo>
                <a:lnTo>
                  <a:pt x="246996" y="36657"/>
                </a:lnTo>
                <a:lnTo>
                  <a:pt x="247042" y="36795"/>
                </a:lnTo>
                <a:lnTo>
                  <a:pt x="247087" y="36936"/>
                </a:lnTo>
                <a:lnTo>
                  <a:pt x="247128" y="37082"/>
                </a:lnTo>
                <a:lnTo>
                  <a:pt x="247168" y="37230"/>
                </a:lnTo>
                <a:lnTo>
                  <a:pt x="247205" y="37382"/>
                </a:lnTo>
                <a:lnTo>
                  <a:pt x="247240" y="37538"/>
                </a:lnTo>
                <a:lnTo>
                  <a:pt x="247273" y="37710"/>
                </a:lnTo>
                <a:lnTo>
                  <a:pt x="247304" y="37909"/>
                </a:lnTo>
                <a:lnTo>
                  <a:pt x="247334" y="38136"/>
                </a:lnTo>
                <a:lnTo>
                  <a:pt x="247363" y="38392"/>
                </a:lnTo>
                <a:lnTo>
                  <a:pt x="247390" y="38675"/>
                </a:lnTo>
                <a:lnTo>
                  <a:pt x="247416" y="38985"/>
                </a:lnTo>
                <a:lnTo>
                  <a:pt x="247441" y="39324"/>
                </a:lnTo>
                <a:lnTo>
                  <a:pt x="247464" y="39691"/>
                </a:lnTo>
                <a:lnTo>
                  <a:pt x="247485" y="40085"/>
                </a:lnTo>
                <a:lnTo>
                  <a:pt x="247506" y="40508"/>
                </a:lnTo>
                <a:lnTo>
                  <a:pt x="247525" y="40958"/>
                </a:lnTo>
                <a:lnTo>
                  <a:pt x="247542" y="41436"/>
                </a:lnTo>
                <a:lnTo>
                  <a:pt x="247558" y="41942"/>
                </a:lnTo>
                <a:lnTo>
                  <a:pt x="247573" y="42476"/>
                </a:lnTo>
                <a:lnTo>
                  <a:pt x="247586" y="43038"/>
                </a:lnTo>
                <a:lnTo>
                  <a:pt x="247598" y="43628"/>
                </a:lnTo>
                <a:lnTo>
                  <a:pt x="247609" y="44245"/>
                </a:lnTo>
                <a:lnTo>
                  <a:pt x="247618" y="44891"/>
                </a:lnTo>
                <a:lnTo>
                  <a:pt x="247625" y="45564"/>
                </a:lnTo>
                <a:lnTo>
                  <a:pt x="247632" y="46265"/>
                </a:lnTo>
                <a:lnTo>
                  <a:pt x="247637" y="46994"/>
                </a:lnTo>
                <a:lnTo>
                  <a:pt x="247640" y="47751"/>
                </a:lnTo>
                <a:lnTo>
                  <a:pt x="247642" y="48536"/>
                </a:lnTo>
                <a:lnTo>
                  <a:pt x="247643" y="49348"/>
                </a:lnTo>
                <a:lnTo>
                  <a:pt x="247643" y="71171"/>
                </a:lnTo>
                <a:lnTo>
                  <a:pt x="247642" y="71582"/>
                </a:lnTo>
                <a:lnTo>
                  <a:pt x="247641" y="71980"/>
                </a:lnTo>
                <a:lnTo>
                  <a:pt x="247638" y="72364"/>
                </a:lnTo>
                <a:lnTo>
                  <a:pt x="247634" y="72734"/>
                </a:lnTo>
                <a:lnTo>
                  <a:pt x="247629" y="73090"/>
                </a:lnTo>
                <a:lnTo>
                  <a:pt x="247623" y="73433"/>
                </a:lnTo>
                <a:lnTo>
                  <a:pt x="247616" y="73762"/>
                </a:lnTo>
                <a:lnTo>
                  <a:pt x="247608" y="74077"/>
                </a:lnTo>
                <a:lnTo>
                  <a:pt x="247599" y="74379"/>
                </a:lnTo>
                <a:lnTo>
                  <a:pt x="247589" y="74667"/>
                </a:lnTo>
                <a:lnTo>
                  <a:pt x="247578" y="74941"/>
                </a:lnTo>
                <a:lnTo>
                  <a:pt x="247565" y="75201"/>
                </a:lnTo>
                <a:lnTo>
                  <a:pt x="247552" y="75448"/>
                </a:lnTo>
                <a:lnTo>
                  <a:pt x="247537" y="75681"/>
                </a:lnTo>
                <a:lnTo>
                  <a:pt x="247522" y="75900"/>
                </a:lnTo>
                <a:lnTo>
                  <a:pt x="247505" y="76106"/>
                </a:lnTo>
                <a:lnTo>
                  <a:pt x="247487" y="76297"/>
                </a:lnTo>
                <a:lnTo>
                  <a:pt x="247468" y="76475"/>
                </a:lnTo>
                <a:lnTo>
                  <a:pt x="247449" y="76640"/>
                </a:lnTo>
                <a:lnTo>
                  <a:pt x="247428" y="76791"/>
                </a:lnTo>
                <a:lnTo>
                  <a:pt x="247405" y="76928"/>
                </a:lnTo>
                <a:lnTo>
                  <a:pt x="247382" y="77051"/>
                </a:lnTo>
                <a:lnTo>
                  <a:pt x="247358" y="77160"/>
                </a:lnTo>
                <a:lnTo>
                  <a:pt x="247333" y="77256"/>
                </a:lnTo>
                <a:lnTo>
                  <a:pt x="247280" y="77437"/>
                </a:lnTo>
                <a:lnTo>
                  <a:pt x="247223" y="77614"/>
                </a:lnTo>
                <a:lnTo>
                  <a:pt x="247163" y="77786"/>
                </a:lnTo>
                <a:lnTo>
                  <a:pt x="247100" y="77955"/>
                </a:lnTo>
                <a:lnTo>
                  <a:pt x="247034" y="78119"/>
                </a:lnTo>
                <a:lnTo>
                  <a:pt x="246965" y="78279"/>
                </a:lnTo>
                <a:lnTo>
                  <a:pt x="246892" y="78435"/>
                </a:lnTo>
                <a:lnTo>
                  <a:pt x="246816" y="78587"/>
                </a:lnTo>
                <a:lnTo>
                  <a:pt x="246737" y="78735"/>
                </a:lnTo>
                <a:lnTo>
                  <a:pt x="246655" y="78878"/>
                </a:lnTo>
                <a:lnTo>
                  <a:pt x="246569" y="79018"/>
                </a:lnTo>
                <a:lnTo>
                  <a:pt x="246480" y="79153"/>
                </a:lnTo>
                <a:lnTo>
                  <a:pt x="246388" y="79284"/>
                </a:lnTo>
                <a:lnTo>
                  <a:pt x="246293" y="79412"/>
                </a:lnTo>
                <a:lnTo>
                  <a:pt x="246195" y="79534"/>
                </a:lnTo>
                <a:lnTo>
                  <a:pt x="246093" y="79653"/>
                </a:lnTo>
                <a:lnTo>
                  <a:pt x="245988" y="79768"/>
                </a:lnTo>
                <a:lnTo>
                  <a:pt x="245880" y="79878"/>
                </a:lnTo>
                <a:lnTo>
                  <a:pt x="245768" y="79985"/>
                </a:lnTo>
                <a:lnTo>
                  <a:pt x="245654" y="80087"/>
                </a:lnTo>
                <a:lnTo>
                  <a:pt x="245536" y="80185"/>
                </a:lnTo>
                <a:lnTo>
                  <a:pt x="245415" y="80279"/>
                </a:lnTo>
                <a:lnTo>
                  <a:pt x="245291" y="80369"/>
                </a:lnTo>
                <a:lnTo>
                  <a:pt x="245163" y="80455"/>
                </a:lnTo>
                <a:lnTo>
                  <a:pt x="244983" y="80567"/>
                </a:lnTo>
                <a:lnTo>
                  <a:pt x="244796" y="80675"/>
                </a:lnTo>
                <a:lnTo>
                  <a:pt x="244601" y="80778"/>
                </a:lnTo>
                <a:lnTo>
                  <a:pt x="244398" y="80876"/>
                </a:lnTo>
                <a:lnTo>
                  <a:pt x="244188" y="80970"/>
                </a:lnTo>
                <a:lnTo>
                  <a:pt x="243970" y="81058"/>
                </a:lnTo>
                <a:lnTo>
                  <a:pt x="243744" y="81142"/>
                </a:lnTo>
                <a:lnTo>
                  <a:pt x="243510" y="81221"/>
                </a:lnTo>
                <a:lnTo>
                  <a:pt x="243268" y="81295"/>
                </a:lnTo>
                <a:lnTo>
                  <a:pt x="243019" y="81365"/>
                </a:lnTo>
                <a:lnTo>
                  <a:pt x="242762" y="81429"/>
                </a:lnTo>
                <a:lnTo>
                  <a:pt x="242497" y="81489"/>
                </a:lnTo>
                <a:lnTo>
                  <a:pt x="242225" y="81544"/>
                </a:lnTo>
                <a:lnTo>
                  <a:pt x="241944" y="81595"/>
                </a:lnTo>
                <a:lnTo>
                  <a:pt x="241656" y="81640"/>
                </a:lnTo>
                <a:lnTo>
                  <a:pt x="241361" y="81681"/>
                </a:lnTo>
                <a:lnTo>
                  <a:pt x="241057" y="81717"/>
                </a:lnTo>
                <a:lnTo>
                  <a:pt x="240746" y="81748"/>
                </a:lnTo>
                <a:lnTo>
                  <a:pt x="240427" y="81774"/>
                </a:lnTo>
                <a:lnTo>
                  <a:pt x="240100" y="81796"/>
                </a:lnTo>
                <a:lnTo>
                  <a:pt x="239766" y="81813"/>
                </a:lnTo>
                <a:lnTo>
                  <a:pt x="239423" y="81824"/>
                </a:lnTo>
                <a:lnTo>
                  <a:pt x="239073" y="81832"/>
                </a:lnTo>
                <a:lnTo>
                  <a:pt x="238715" y="81834"/>
                </a:lnTo>
                <a:lnTo>
                  <a:pt x="238715" y="84066"/>
                </a:lnTo>
                <a:lnTo>
                  <a:pt x="267791" y="84066"/>
                </a:lnTo>
                <a:lnTo>
                  <a:pt x="267791" y="81834"/>
                </a:lnTo>
                <a:lnTo>
                  <a:pt x="267474" y="81832"/>
                </a:lnTo>
                <a:lnTo>
                  <a:pt x="267163" y="81826"/>
                </a:lnTo>
                <a:lnTo>
                  <a:pt x="266859" y="81817"/>
                </a:lnTo>
                <a:lnTo>
                  <a:pt x="266560" y="81803"/>
                </a:lnTo>
                <a:lnTo>
                  <a:pt x="266268" y="81786"/>
                </a:lnTo>
                <a:lnTo>
                  <a:pt x="265982" y="81765"/>
                </a:lnTo>
                <a:lnTo>
                  <a:pt x="265702" y="81739"/>
                </a:lnTo>
                <a:lnTo>
                  <a:pt x="265429" y="81711"/>
                </a:lnTo>
                <a:lnTo>
                  <a:pt x="265161" y="81678"/>
                </a:lnTo>
                <a:lnTo>
                  <a:pt x="264900" y="81641"/>
                </a:lnTo>
                <a:lnTo>
                  <a:pt x="264646" y="81600"/>
                </a:lnTo>
                <a:lnTo>
                  <a:pt x="264397" y="81556"/>
                </a:lnTo>
                <a:lnTo>
                  <a:pt x="264155" y="81508"/>
                </a:lnTo>
                <a:lnTo>
                  <a:pt x="263919" y="81456"/>
                </a:lnTo>
                <a:lnTo>
                  <a:pt x="263689" y="81400"/>
                </a:lnTo>
                <a:lnTo>
                  <a:pt x="263465" y="81340"/>
                </a:lnTo>
                <a:lnTo>
                  <a:pt x="263248" y="81276"/>
                </a:lnTo>
                <a:lnTo>
                  <a:pt x="263037" y="81209"/>
                </a:lnTo>
                <a:lnTo>
                  <a:pt x="262832" y="81137"/>
                </a:lnTo>
                <a:lnTo>
                  <a:pt x="262634" y="81062"/>
                </a:lnTo>
                <a:lnTo>
                  <a:pt x="262441" y="80983"/>
                </a:lnTo>
                <a:lnTo>
                  <a:pt x="262255" y="80900"/>
                </a:lnTo>
                <a:lnTo>
                  <a:pt x="262075" y="80813"/>
                </a:lnTo>
                <a:lnTo>
                  <a:pt x="261902" y="80722"/>
                </a:lnTo>
                <a:lnTo>
                  <a:pt x="261733" y="80628"/>
                </a:lnTo>
                <a:lnTo>
                  <a:pt x="261569" y="80532"/>
                </a:lnTo>
                <a:lnTo>
                  <a:pt x="261410" y="80435"/>
                </a:lnTo>
                <a:lnTo>
                  <a:pt x="261254" y="80335"/>
                </a:lnTo>
                <a:lnTo>
                  <a:pt x="261103" y="80233"/>
                </a:lnTo>
                <a:lnTo>
                  <a:pt x="260956" y="80130"/>
                </a:lnTo>
                <a:lnTo>
                  <a:pt x="260814" y="80024"/>
                </a:lnTo>
                <a:lnTo>
                  <a:pt x="260676" y="79917"/>
                </a:lnTo>
                <a:lnTo>
                  <a:pt x="260542" y="79808"/>
                </a:lnTo>
                <a:lnTo>
                  <a:pt x="260412" y="79696"/>
                </a:lnTo>
                <a:lnTo>
                  <a:pt x="260287" y="79583"/>
                </a:lnTo>
                <a:lnTo>
                  <a:pt x="260166" y="79468"/>
                </a:lnTo>
                <a:lnTo>
                  <a:pt x="260049" y="79350"/>
                </a:lnTo>
                <a:lnTo>
                  <a:pt x="259937" y="79231"/>
                </a:lnTo>
                <a:lnTo>
                  <a:pt x="259829" y="79110"/>
                </a:lnTo>
                <a:lnTo>
                  <a:pt x="259725" y="78987"/>
                </a:lnTo>
                <a:lnTo>
                  <a:pt x="259626" y="78862"/>
                </a:lnTo>
                <a:lnTo>
                  <a:pt x="259530" y="78735"/>
                </a:lnTo>
                <a:lnTo>
                  <a:pt x="259440" y="78606"/>
                </a:lnTo>
                <a:lnTo>
                  <a:pt x="259353" y="78475"/>
                </a:lnTo>
                <a:lnTo>
                  <a:pt x="259271" y="78342"/>
                </a:lnTo>
                <a:lnTo>
                  <a:pt x="259193" y="78208"/>
                </a:lnTo>
                <a:lnTo>
                  <a:pt x="259119" y="78071"/>
                </a:lnTo>
                <a:lnTo>
                  <a:pt x="259050" y="77932"/>
                </a:lnTo>
                <a:lnTo>
                  <a:pt x="258954" y="77727"/>
                </a:lnTo>
                <a:lnTo>
                  <a:pt x="258862" y="77513"/>
                </a:lnTo>
                <a:lnTo>
                  <a:pt x="258774" y="77292"/>
                </a:lnTo>
                <a:lnTo>
                  <a:pt x="258690" y="77062"/>
                </a:lnTo>
                <a:lnTo>
                  <a:pt x="258610" y="76825"/>
                </a:lnTo>
                <a:lnTo>
                  <a:pt x="258535" y="76580"/>
                </a:lnTo>
                <a:lnTo>
                  <a:pt x="258463" y="76326"/>
                </a:lnTo>
                <a:lnTo>
                  <a:pt x="258396" y="76065"/>
                </a:lnTo>
                <a:lnTo>
                  <a:pt x="258332" y="75796"/>
                </a:lnTo>
                <a:lnTo>
                  <a:pt x="258273" y="75518"/>
                </a:lnTo>
                <a:lnTo>
                  <a:pt x="258218" y="75233"/>
                </a:lnTo>
                <a:lnTo>
                  <a:pt x="258167" y="74940"/>
                </a:lnTo>
                <a:lnTo>
                  <a:pt x="258120" y="74639"/>
                </a:lnTo>
                <a:lnTo>
                  <a:pt x="258077" y="74330"/>
                </a:lnTo>
                <a:lnTo>
                  <a:pt x="258038" y="74012"/>
                </a:lnTo>
                <a:lnTo>
                  <a:pt x="258003" y="73687"/>
                </a:lnTo>
                <a:lnTo>
                  <a:pt x="257972" y="73354"/>
                </a:lnTo>
                <a:lnTo>
                  <a:pt x="257946" y="73013"/>
                </a:lnTo>
                <a:lnTo>
                  <a:pt x="257923" y="72664"/>
                </a:lnTo>
                <a:lnTo>
                  <a:pt x="257905" y="72307"/>
                </a:lnTo>
                <a:lnTo>
                  <a:pt x="257890" y="71942"/>
                </a:lnTo>
                <a:lnTo>
                  <a:pt x="257880" y="71569"/>
                </a:lnTo>
                <a:lnTo>
                  <a:pt x="257874" y="71188"/>
                </a:lnTo>
                <a:lnTo>
                  <a:pt x="257872" y="70799"/>
                </a:lnTo>
                <a:lnTo>
                  <a:pt x="257872" y="43637"/>
                </a:lnTo>
                <a:lnTo>
                  <a:pt x="258120" y="43161"/>
                </a:lnTo>
                <a:lnTo>
                  <a:pt x="258367" y="42696"/>
                </a:lnTo>
                <a:lnTo>
                  <a:pt x="258613" y="42242"/>
                </a:lnTo>
                <a:lnTo>
                  <a:pt x="258859" y="41799"/>
                </a:lnTo>
                <a:lnTo>
                  <a:pt x="259104" y="41368"/>
                </a:lnTo>
                <a:lnTo>
                  <a:pt x="259348" y="40948"/>
                </a:lnTo>
                <a:lnTo>
                  <a:pt x="259592" y="40540"/>
                </a:lnTo>
                <a:lnTo>
                  <a:pt x="259835" y="40143"/>
                </a:lnTo>
                <a:lnTo>
                  <a:pt x="260078" y="39757"/>
                </a:lnTo>
                <a:lnTo>
                  <a:pt x="260320" y="39382"/>
                </a:lnTo>
                <a:lnTo>
                  <a:pt x="260561" y="39019"/>
                </a:lnTo>
                <a:lnTo>
                  <a:pt x="260801" y="38667"/>
                </a:lnTo>
                <a:lnTo>
                  <a:pt x="261041" y="38327"/>
                </a:lnTo>
                <a:lnTo>
                  <a:pt x="261281" y="37997"/>
                </a:lnTo>
                <a:lnTo>
                  <a:pt x="261519" y="37680"/>
                </a:lnTo>
                <a:lnTo>
                  <a:pt x="261757" y="37373"/>
                </a:lnTo>
                <a:lnTo>
                  <a:pt x="261994" y="37078"/>
                </a:lnTo>
                <a:lnTo>
                  <a:pt x="262231" y="36794"/>
                </a:lnTo>
                <a:lnTo>
                  <a:pt x="262467" y="36521"/>
                </a:lnTo>
                <a:lnTo>
                  <a:pt x="262703" y="36260"/>
                </a:lnTo>
                <a:lnTo>
                  <a:pt x="262937" y="36010"/>
                </a:lnTo>
                <a:lnTo>
                  <a:pt x="263171" y="35771"/>
                </a:lnTo>
                <a:lnTo>
                  <a:pt x="263405" y="35544"/>
                </a:lnTo>
                <a:lnTo>
                  <a:pt x="263638" y="35328"/>
                </a:lnTo>
                <a:lnTo>
                  <a:pt x="263746" y="35227"/>
                </a:lnTo>
                <a:lnTo>
                  <a:pt x="263853" y="35131"/>
                </a:lnTo>
                <a:lnTo>
                  <a:pt x="263960" y="35039"/>
                </a:lnTo>
                <a:lnTo>
                  <a:pt x="264066" y="34952"/>
                </a:lnTo>
                <a:lnTo>
                  <a:pt x="264172" y="34869"/>
                </a:lnTo>
                <a:lnTo>
                  <a:pt x="264277" y="34790"/>
                </a:lnTo>
                <a:lnTo>
                  <a:pt x="264381" y="34715"/>
                </a:lnTo>
                <a:lnTo>
                  <a:pt x="264485" y="34644"/>
                </a:lnTo>
                <a:lnTo>
                  <a:pt x="264588" y="34578"/>
                </a:lnTo>
                <a:lnTo>
                  <a:pt x="264690" y="34516"/>
                </a:lnTo>
                <a:lnTo>
                  <a:pt x="264792" y="34458"/>
                </a:lnTo>
                <a:lnTo>
                  <a:pt x="264893" y="34405"/>
                </a:lnTo>
                <a:lnTo>
                  <a:pt x="264993" y="34356"/>
                </a:lnTo>
                <a:lnTo>
                  <a:pt x="265093" y="34311"/>
                </a:lnTo>
                <a:lnTo>
                  <a:pt x="265192" y="34271"/>
                </a:lnTo>
                <a:lnTo>
                  <a:pt x="265291" y="34234"/>
                </a:lnTo>
                <a:lnTo>
                  <a:pt x="265389" y="34202"/>
                </a:lnTo>
                <a:lnTo>
                  <a:pt x="265486" y="34174"/>
                </a:lnTo>
                <a:lnTo>
                  <a:pt x="265582" y="34151"/>
                </a:lnTo>
                <a:lnTo>
                  <a:pt x="265678" y="34132"/>
                </a:lnTo>
                <a:lnTo>
                  <a:pt x="265774" y="34117"/>
                </a:lnTo>
                <a:lnTo>
                  <a:pt x="265868" y="34106"/>
                </a:lnTo>
                <a:lnTo>
                  <a:pt x="265962" y="34100"/>
                </a:lnTo>
                <a:lnTo>
                  <a:pt x="266055" y="34098"/>
                </a:lnTo>
                <a:lnTo>
                  <a:pt x="266166" y="34101"/>
                </a:lnTo>
                <a:lnTo>
                  <a:pt x="266282" y="34112"/>
                </a:lnTo>
                <a:lnTo>
                  <a:pt x="266403" y="34130"/>
                </a:lnTo>
                <a:lnTo>
                  <a:pt x="266528" y="34156"/>
                </a:lnTo>
                <a:lnTo>
                  <a:pt x="266658" y="34189"/>
                </a:lnTo>
                <a:lnTo>
                  <a:pt x="266794" y="34229"/>
                </a:lnTo>
                <a:lnTo>
                  <a:pt x="266934" y="34277"/>
                </a:lnTo>
                <a:lnTo>
                  <a:pt x="267078" y="34332"/>
                </a:lnTo>
                <a:lnTo>
                  <a:pt x="267228" y="34394"/>
                </a:lnTo>
                <a:lnTo>
                  <a:pt x="267383" y="34463"/>
                </a:lnTo>
                <a:lnTo>
                  <a:pt x="267542" y="34540"/>
                </a:lnTo>
                <a:lnTo>
                  <a:pt x="267706" y="34624"/>
                </a:lnTo>
                <a:lnTo>
                  <a:pt x="267875" y="34716"/>
                </a:lnTo>
                <a:lnTo>
                  <a:pt x="268049" y="34815"/>
                </a:lnTo>
                <a:lnTo>
                  <a:pt x="268228" y="34921"/>
                </a:lnTo>
                <a:lnTo>
                  <a:pt x="268411" y="35034"/>
                </a:lnTo>
                <a:lnTo>
                  <a:pt x="268600" y="35155"/>
                </a:lnTo>
                <a:lnTo>
                  <a:pt x="268793" y="35283"/>
                </a:lnTo>
                <a:lnTo>
                  <a:pt x="268991" y="35419"/>
                </a:lnTo>
                <a:lnTo>
                  <a:pt x="269194" y="35561"/>
                </a:lnTo>
                <a:lnTo>
                  <a:pt x="269402" y="35711"/>
                </a:lnTo>
                <a:lnTo>
                  <a:pt x="269614" y="35869"/>
                </a:lnTo>
                <a:lnTo>
                  <a:pt x="269832" y="36033"/>
                </a:lnTo>
                <a:lnTo>
                  <a:pt x="270054" y="36205"/>
                </a:lnTo>
                <a:lnTo>
                  <a:pt x="270278" y="36377"/>
                </a:lnTo>
                <a:lnTo>
                  <a:pt x="270500" y="36542"/>
                </a:lnTo>
                <a:lnTo>
                  <a:pt x="270720" y="36699"/>
                </a:lnTo>
                <a:lnTo>
                  <a:pt x="270938" y="36849"/>
                </a:lnTo>
                <a:lnTo>
                  <a:pt x="271155" y="36992"/>
                </a:lnTo>
                <a:lnTo>
                  <a:pt x="271370" y="37128"/>
                </a:lnTo>
                <a:lnTo>
                  <a:pt x="271583" y="37256"/>
                </a:lnTo>
                <a:lnTo>
                  <a:pt x="271794" y="37376"/>
                </a:lnTo>
                <a:lnTo>
                  <a:pt x="272003" y="37490"/>
                </a:lnTo>
                <a:lnTo>
                  <a:pt x="272210" y="37596"/>
                </a:lnTo>
                <a:lnTo>
                  <a:pt x="272416" y="37695"/>
                </a:lnTo>
                <a:lnTo>
                  <a:pt x="272619" y="37786"/>
                </a:lnTo>
                <a:lnTo>
                  <a:pt x="272821" y="37870"/>
                </a:lnTo>
                <a:lnTo>
                  <a:pt x="273021" y="37947"/>
                </a:lnTo>
                <a:lnTo>
                  <a:pt x="273219" y="38017"/>
                </a:lnTo>
                <a:lnTo>
                  <a:pt x="273416" y="38079"/>
                </a:lnTo>
                <a:lnTo>
                  <a:pt x="273610" y="38134"/>
                </a:lnTo>
                <a:lnTo>
                  <a:pt x="273803" y="38181"/>
                </a:lnTo>
                <a:lnTo>
                  <a:pt x="273994" y="38222"/>
                </a:lnTo>
                <a:lnTo>
                  <a:pt x="274183" y="38255"/>
                </a:lnTo>
                <a:lnTo>
                  <a:pt x="274370" y="38280"/>
                </a:lnTo>
                <a:lnTo>
                  <a:pt x="274556" y="38299"/>
                </a:lnTo>
                <a:lnTo>
                  <a:pt x="274739" y="38310"/>
                </a:lnTo>
                <a:lnTo>
                  <a:pt x="274921" y="38313"/>
                </a:lnTo>
                <a:lnTo>
                  <a:pt x="275106" y="38310"/>
                </a:lnTo>
                <a:lnTo>
                  <a:pt x="275289" y="38302"/>
                </a:lnTo>
                <a:lnTo>
                  <a:pt x="275469" y="38287"/>
                </a:lnTo>
                <a:lnTo>
                  <a:pt x="275648" y="38267"/>
                </a:lnTo>
                <a:lnTo>
                  <a:pt x="275824" y="38241"/>
                </a:lnTo>
                <a:lnTo>
                  <a:pt x="275998" y="38209"/>
                </a:lnTo>
                <a:lnTo>
                  <a:pt x="276170" y="38171"/>
                </a:lnTo>
                <a:lnTo>
                  <a:pt x="276340" y="38127"/>
                </a:lnTo>
                <a:lnTo>
                  <a:pt x="276508" y="38078"/>
                </a:lnTo>
                <a:lnTo>
                  <a:pt x="276673" y="38023"/>
                </a:lnTo>
                <a:lnTo>
                  <a:pt x="276836" y="37962"/>
                </a:lnTo>
                <a:lnTo>
                  <a:pt x="276998" y="37895"/>
                </a:lnTo>
                <a:lnTo>
                  <a:pt x="277157" y="37822"/>
                </a:lnTo>
                <a:lnTo>
                  <a:pt x="277314" y="37744"/>
                </a:lnTo>
                <a:lnTo>
                  <a:pt x="277468" y="37659"/>
                </a:lnTo>
                <a:lnTo>
                  <a:pt x="277621" y="37569"/>
                </a:lnTo>
                <a:lnTo>
                  <a:pt x="277772" y="37473"/>
                </a:lnTo>
                <a:lnTo>
                  <a:pt x="277920" y="37372"/>
                </a:lnTo>
                <a:lnTo>
                  <a:pt x="278066" y="37264"/>
                </a:lnTo>
                <a:lnTo>
                  <a:pt x="278210" y="37151"/>
                </a:lnTo>
                <a:lnTo>
                  <a:pt x="278352" y="37032"/>
                </a:lnTo>
                <a:lnTo>
                  <a:pt x="278492" y="36907"/>
                </a:lnTo>
                <a:lnTo>
                  <a:pt x="278629" y="36776"/>
                </a:lnTo>
                <a:lnTo>
                  <a:pt x="278765" y="36639"/>
                </a:lnTo>
                <a:lnTo>
                  <a:pt x="278896" y="36499"/>
                </a:lnTo>
                <a:lnTo>
                  <a:pt x="279022" y="36355"/>
                </a:lnTo>
                <a:lnTo>
                  <a:pt x="279142" y="36209"/>
                </a:lnTo>
                <a:lnTo>
                  <a:pt x="279257" y="36061"/>
                </a:lnTo>
                <a:lnTo>
                  <a:pt x="279366" y="35910"/>
                </a:lnTo>
                <a:lnTo>
                  <a:pt x="279470" y="35756"/>
                </a:lnTo>
                <a:lnTo>
                  <a:pt x="279568" y="35600"/>
                </a:lnTo>
                <a:lnTo>
                  <a:pt x="279660" y="35441"/>
                </a:lnTo>
                <a:lnTo>
                  <a:pt x="279747" y="35279"/>
                </a:lnTo>
                <a:lnTo>
                  <a:pt x="279828" y="35115"/>
                </a:lnTo>
                <a:lnTo>
                  <a:pt x="279904" y="34949"/>
                </a:lnTo>
                <a:lnTo>
                  <a:pt x="279973" y="34779"/>
                </a:lnTo>
                <a:lnTo>
                  <a:pt x="280038" y="34608"/>
                </a:lnTo>
                <a:lnTo>
                  <a:pt x="280097" y="34433"/>
                </a:lnTo>
                <a:lnTo>
                  <a:pt x="280150" y="34256"/>
                </a:lnTo>
                <a:lnTo>
                  <a:pt x="280197" y="34077"/>
                </a:lnTo>
                <a:lnTo>
                  <a:pt x="280239" y="33895"/>
                </a:lnTo>
                <a:lnTo>
                  <a:pt x="280276" y="33710"/>
                </a:lnTo>
                <a:lnTo>
                  <a:pt x="280306" y="33523"/>
                </a:lnTo>
                <a:lnTo>
                  <a:pt x="280332" y="33333"/>
                </a:lnTo>
                <a:lnTo>
                  <a:pt x="280351" y="33140"/>
                </a:lnTo>
                <a:lnTo>
                  <a:pt x="280365" y="32945"/>
                </a:lnTo>
                <a:lnTo>
                  <a:pt x="280373" y="32753"/>
                </a:lnTo>
                <a:lnTo>
                  <a:pt x="281243" y="34841"/>
                </a:lnTo>
                <a:lnTo>
                  <a:pt x="281444" y="34766"/>
                </a:lnTo>
                <a:lnTo>
                  <a:pt x="281642" y="34693"/>
                </a:lnTo>
                <a:lnTo>
                  <a:pt x="281837" y="34624"/>
                </a:lnTo>
                <a:lnTo>
                  <a:pt x="282030" y="34557"/>
                </a:lnTo>
                <a:lnTo>
                  <a:pt x="282221" y="34494"/>
                </a:lnTo>
                <a:lnTo>
                  <a:pt x="282410" y="34435"/>
                </a:lnTo>
                <a:lnTo>
                  <a:pt x="282596" y="34378"/>
                </a:lnTo>
                <a:lnTo>
                  <a:pt x="282780" y="34325"/>
                </a:lnTo>
                <a:lnTo>
                  <a:pt x="282961" y="34275"/>
                </a:lnTo>
                <a:lnTo>
                  <a:pt x="283140" y="34228"/>
                </a:lnTo>
                <a:lnTo>
                  <a:pt x="283317" y="34184"/>
                </a:lnTo>
                <a:lnTo>
                  <a:pt x="283491" y="34144"/>
                </a:lnTo>
                <a:lnTo>
                  <a:pt x="283663" y="34107"/>
                </a:lnTo>
                <a:lnTo>
                  <a:pt x="283832" y="34073"/>
                </a:lnTo>
                <a:lnTo>
                  <a:pt x="283999" y="34042"/>
                </a:lnTo>
                <a:lnTo>
                  <a:pt x="284164" y="34015"/>
                </a:lnTo>
                <a:lnTo>
                  <a:pt x="284327" y="33991"/>
                </a:lnTo>
                <a:lnTo>
                  <a:pt x="284487" y="33970"/>
                </a:lnTo>
                <a:lnTo>
                  <a:pt x="284644" y="33952"/>
                </a:lnTo>
                <a:lnTo>
                  <a:pt x="284800" y="33937"/>
                </a:lnTo>
                <a:lnTo>
                  <a:pt x="284952" y="33926"/>
                </a:lnTo>
                <a:lnTo>
                  <a:pt x="285103" y="33918"/>
                </a:lnTo>
                <a:lnTo>
                  <a:pt x="285251" y="33913"/>
                </a:lnTo>
                <a:lnTo>
                  <a:pt x="285397" y="33912"/>
                </a:lnTo>
                <a:lnTo>
                  <a:pt x="285530" y="33913"/>
                </a:lnTo>
                <a:lnTo>
                  <a:pt x="285661" y="33917"/>
                </a:lnTo>
                <a:lnTo>
                  <a:pt x="285790" y="33924"/>
                </a:lnTo>
                <a:lnTo>
                  <a:pt x="285916" y="33934"/>
                </a:lnTo>
                <a:lnTo>
                  <a:pt x="286040" y="33947"/>
                </a:lnTo>
                <a:lnTo>
                  <a:pt x="286162" y="33962"/>
                </a:lnTo>
                <a:lnTo>
                  <a:pt x="286282" y="33980"/>
                </a:lnTo>
                <a:lnTo>
                  <a:pt x="286399" y="34001"/>
                </a:lnTo>
                <a:lnTo>
                  <a:pt x="286514" y="34025"/>
                </a:lnTo>
                <a:lnTo>
                  <a:pt x="286627" y="34051"/>
                </a:lnTo>
                <a:lnTo>
                  <a:pt x="286738" y="34081"/>
                </a:lnTo>
                <a:lnTo>
                  <a:pt x="286846" y="34113"/>
                </a:lnTo>
                <a:lnTo>
                  <a:pt x="286952" y="34148"/>
                </a:lnTo>
                <a:lnTo>
                  <a:pt x="287056" y="34186"/>
                </a:lnTo>
                <a:lnTo>
                  <a:pt x="287158" y="34226"/>
                </a:lnTo>
                <a:lnTo>
                  <a:pt x="287257" y="34270"/>
                </a:lnTo>
                <a:lnTo>
                  <a:pt x="287354" y="34316"/>
                </a:lnTo>
                <a:lnTo>
                  <a:pt x="287449" y="34365"/>
                </a:lnTo>
                <a:lnTo>
                  <a:pt x="287541" y="34417"/>
                </a:lnTo>
                <a:lnTo>
                  <a:pt x="287632" y="34471"/>
                </a:lnTo>
                <a:lnTo>
                  <a:pt x="287720" y="34529"/>
                </a:lnTo>
                <a:lnTo>
                  <a:pt x="287805" y="34589"/>
                </a:lnTo>
                <a:lnTo>
                  <a:pt x="287889" y="34652"/>
                </a:lnTo>
                <a:lnTo>
                  <a:pt x="287970" y="34717"/>
                </a:lnTo>
                <a:lnTo>
                  <a:pt x="288049" y="34787"/>
                </a:lnTo>
                <a:lnTo>
                  <a:pt x="288127" y="34862"/>
                </a:lnTo>
                <a:lnTo>
                  <a:pt x="288202" y="34941"/>
                </a:lnTo>
                <a:lnTo>
                  <a:pt x="288276" y="35026"/>
                </a:lnTo>
                <a:lnTo>
                  <a:pt x="288349" y="35115"/>
                </a:lnTo>
                <a:lnTo>
                  <a:pt x="288419" y="35210"/>
                </a:lnTo>
                <a:lnTo>
                  <a:pt x="288488" y="35309"/>
                </a:lnTo>
                <a:lnTo>
                  <a:pt x="288555" y="35413"/>
                </a:lnTo>
                <a:lnTo>
                  <a:pt x="288621" y="35522"/>
                </a:lnTo>
                <a:lnTo>
                  <a:pt x="288685" y="35637"/>
                </a:lnTo>
                <a:lnTo>
                  <a:pt x="288747" y="35756"/>
                </a:lnTo>
                <a:lnTo>
                  <a:pt x="288807" y="35880"/>
                </a:lnTo>
                <a:lnTo>
                  <a:pt x="288865" y="36009"/>
                </a:lnTo>
                <a:lnTo>
                  <a:pt x="288922" y="36143"/>
                </a:lnTo>
                <a:lnTo>
                  <a:pt x="288977" y="36282"/>
                </a:lnTo>
                <a:lnTo>
                  <a:pt x="289031" y="36426"/>
                </a:lnTo>
                <a:lnTo>
                  <a:pt x="289082" y="36575"/>
                </a:lnTo>
                <a:lnTo>
                  <a:pt x="289132" y="36728"/>
                </a:lnTo>
                <a:lnTo>
                  <a:pt x="289181" y="36887"/>
                </a:lnTo>
                <a:lnTo>
                  <a:pt x="289227" y="37051"/>
                </a:lnTo>
                <a:lnTo>
                  <a:pt x="289272" y="37220"/>
                </a:lnTo>
                <a:lnTo>
                  <a:pt x="289315" y="37393"/>
                </a:lnTo>
                <a:lnTo>
                  <a:pt x="289356" y="37572"/>
                </a:lnTo>
                <a:lnTo>
                  <a:pt x="289396" y="37755"/>
                </a:lnTo>
                <a:lnTo>
                  <a:pt x="289434" y="37955"/>
                </a:lnTo>
                <a:lnTo>
                  <a:pt x="289470" y="38183"/>
                </a:lnTo>
                <a:lnTo>
                  <a:pt x="289505" y="38438"/>
                </a:lnTo>
                <a:lnTo>
                  <a:pt x="289538" y="38721"/>
                </a:lnTo>
                <a:lnTo>
                  <a:pt x="289569" y="39032"/>
                </a:lnTo>
                <a:lnTo>
                  <a:pt x="289599" y="39371"/>
                </a:lnTo>
                <a:lnTo>
                  <a:pt x="289628" y="39738"/>
                </a:lnTo>
                <a:lnTo>
                  <a:pt x="289654" y="40132"/>
                </a:lnTo>
                <a:lnTo>
                  <a:pt x="289679" y="40554"/>
                </a:lnTo>
                <a:lnTo>
                  <a:pt x="289703" y="41004"/>
                </a:lnTo>
                <a:lnTo>
                  <a:pt x="289724" y="41481"/>
                </a:lnTo>
                <a:lnTo>
                  <a:pt x="289745" y="41986"/>
                </a:lnTo>
                <a:lnTo>
                  <a:pt x="289763" y="42520"/>
                </a:lnTo>
                <a:lnTo>
                  <a:pt x="289780" y="43080"/>
                </a:lnTo>
                <a:lnTo>
                  <a:pt x="289795" y="43669"/>
                </a:lnTo>
                <a:lnTo>
                  <a:pt x="289809" y="44285"/>
                </a:lnTo>
                <a:lnTo>
                  <a:pt x="289821" y="44930"/>
                </a:lnTo>
                <a:lnTo>
                  <a:pt x="289832" y="45602"/>
                </a:lnTo>
                <a:lnTo>
                  <a:pt x="289841" y="46301"/>
                </a:lnTo>
                <a:lnTo>
                  <a:pt x="289848" y="47029"/>
                </a:lnTo>
                <a:lnTo>
                  <a:pt x="289854" y="47784"/>
                </a:lnTo>
                <a:lnTo>
                  <a:pt x="289858" y="48567"/>
                </a:lnTo>
                <a:lnTo>
                  <a:pt x="289860" y="49378"/>
                </a:lnTo>
                <a:lnTo>
                  <a:pt x="289861" y="50216"/>
                </a:lnTo>
                <a:lnTo>
                  <a:pt x="289861" y="71171"/>
                </a:lnTo>
                <a:lnTo>
                  <a:pt x="289858" y="71684"/>
                </a:lnTo>
                <a:lnTo>
                  <a:pt x="289850" y="72182"/>
                </a:lnTo>
                <a:lnTo>
                  <a:pt x="289837" y="72667"/>
                </a:lnTo>
                <a:lnTo>
                  <a:pt x="289819" y="73138"/>
                </a:lnTo>
                <a:lnTo>
                  <a:pt x="289795" y="73595"/>
                </a:lnTo>
                <a:lnTo>
                  <a:pt x="289766" y="74038"/>
                </a:lnTo>
                <a:lnTo>
                  <a:pt x="289732" y="74467"/>
                </a:lnTo>
                <a:lnTo>
                  <a:pt x="289692" y="74882"/>
                </a:lnTo>
                <a:lnTo>
                  <a:pt x="289647" y="75283"/>
                </a:lnTo>
                <a:lnTo>
                  <a:pt x="289597" y="75670"/>
                </a:lnTo>
                <a:lnTo>
                  <a:pt x="289542" y="76043"/>
                </a:lnTo>
                <a:lnTo>
                  <a:pt x="289481" y="76402"/>
                </a:lnTo>
                <a:lnTo>
                  <a:pt x="289415" y="76747"/>
                </a:lnTo>
                <a:lnTo>
                  <a:pt x="289344" y="77078"/>
                </a:lnTo>
                <a:lnTo>
                  <a:pt x="289267" y="77395"/>
                </a:lnTo>
                <a:lnTo>
                  <a:pt x="289186" y="77698"/>
                </a:lnTo>
                <a:lnTo>
                  <a:pt x="289099" y="77988"/>
                </a:lnTo>
                <a:lnTo>
                  <a:pt x="289006" y="78263"/>
                </a:lnTo>
                <a:lnTo>
                  <a:pt x="288909" y="78524"/>
                </a:lnTo>
                <a:lnTo>
                  <a:pt x="288806" y="78772"/>
                </a:lnTo>
                <a:lnTo>
                  <a:pt x="288698" y="79005"/>
                </a:lnTo>
                <a:lnTo>
                  <a:pt x="288585" y="79225"/>
                </a:lnTo>
                <a:lnTo>
                  <a:pt x="288466" y="79430"/>
                </a:lnTo>
                <a:lnTo>
                  <a:pt x="288342" y="79622"/>
                </a:lnTo>
                <a:lnTo>
                  <a:pt x="288210" y="79802"/>
                </a:lnTo>
                <a:lnTo>
                  <a:pt x="288069" y="79975"/>
                </a:lnTo>
                <a:lnTo>
                  <a:pt x="287918" y="80140"/>
                </a:lnTo>
                <a:lnTo>
                  <a:pt x="287757" y="80298"/>
                </a:lnTo>
                <a:lnTo>
                  <a:pt x="287587" y="80447"/>
                </a:lnTo>
                <a:lnTo>
                  <a:pt x="287406" y="80590"/>
                </a:lnTo>
                <a:lnTo>
                  <a:pt x="287216" y="80724"/>
                </a:lnTo>
                <a:lnTo>
                  <a:pt x="287016" y="80851"/>
                </a:lnTo>
                <a:lnTo>
                  <a:pt x="286806" y="80970"/>
                </a:lnTo>
                <a:lnTo>
                  <a:pt x="286586" y="81081"/>
                </a:lnTo>
                <a:lnTo>
                  <a:pt x="286357" y="81185"/>
                </a:lnTo>
                <a:lnTo>
                  <a:pt x="286118" y="81281"/>
                </a:lnTo>
                <a:lnTo>
                  <a:pt x="285869" y="81369"/>
                </a:lnTo>
                <a:lnTo>
                  <a:pt x="285610" y="81450"/>
                </a:lnTo>
                <a:lnTo>
                  <a:pt x="285341" y="81523"/>
                </a:lnTo>
                <a:lnTo>
                  <a:pt x="285063" y="81588"/>
                </a:lnTo>
                <a:lnTo>
                  <a:pt x="284775" y="81646"/>
                </a:lnTo>
                <a:lnTo>
                  <a:pt x="284477" y="81696"/>
                </a:lnTo>
                <a:lnTo>
                  <a:pt x="284169" y="81738"/>
                </a:lnTo>
                <a:lnTo>
                  <a:pt x="283852" y="81773"/>
                </a:lnTo>
                <a:lnTo>
                  <a:pt x="283524" y="81800"/>
                </a:lnTo>
                <a:lnTo>
                  <a:pt x="283187" y="81819"/>
                </a:lnTo>
                <a:lnTo>
                  <a:pt x="282840" y="81830"/>
                </a:lnTo>
                <a:lnTo>
                  <a:pt x="282483" y="81834"/>
                </a:lnTo>
                <a:lnTo>
                  <a:pt x="281243" y="81834"/>
                </a:lnTo>
                <a:lnTo>
                  <a:pt x="281243" y="84066"/>
                </a:lnTo>
                <a:lnTo>
                  <a:pt x="309327" y="84066"/>
                </a:lnTo>
                <a:lnTo>
                  <a:pt x="309327" y="81834"/>
                </a:lnTo>
                <a:lnTo>
                  <a:pt x="308945" y="81833"/>
                </a:lnTo>
                <a:lnTo>
                  <a:pt x="308574" y="81828"/>
                </a:lnTo>
                <a:lnTo>
                  <a:pt x="308214" y="81821"/>
                </a:lnTo>
                <a:lnTo>
                  <a:pt x="307864" y="81811"/>
                </a:lnTo>
                <a:lnTo>
                  <a:pt x="307526" y="81798"/>
                </a:lnTo>
                <a:lnTo>
                  <a:pt x="307198" y="81782"/>
                </a:lnTo>
                <a:lnTo>
                  <a:pt x="306881" y="81763"/>
                </a:lnTo>
                <a:lnTo>
                  <a:pt x="306575" y="81741"/>
                </a:lnTo>
                <a:lnTo>
                  <a:pt x="306280" y="81716"/>
                </a:lnTo>
                <a:lnTo>
                  <a:pt x="305996" y="81688"/>
                </a:lnTo>
                <a:lnTo>
                  <a:pt x="305723" y="81657"/>
                </a:lnTo>
                <a:lnTo>
                  <a:pt x="305460" y="81624"/>
                </a:lnTo>
                <a:lnTo>
                  <a:pt x="305209" y="81587"/>
                </a:lnTo>
                <a:lnTo>
                  <a:pt x="304968" y="81548"/>
                </a:lnTo>
                <a:lnTo>
                  <a:pt x="304738" y="81506"/>
                </a:lnTo>
                <a:lnTo>
                  <a:pt x="304519" y="81460"/>
                </a:lnTo>
                <a:lnTo>
                  <a:pt x="304311" y="81412"/>
                </a:lnTo>
                <a:lnTo>
                  <a:pt x="304114" y="81361"/>
                </a:lnTo>
                <a:lnTo>
                  <a:pt x="303928" y="81307"/>
                </a:lnTo>
                <a:lnTo>
                  <a:pt x="303752" y="81250"/>
                </a:lnTo>
                <a:lnTo>
                  <a:pt x="303587" y="81190"/>
                </a:lnTo>
                <a:lnTo>
                  <a:pt x="303434" y="81128"/>
                </a:lnTo>
                <a:lnTo>
                  <a:pt x="303291" y="81062"/>
                </a:lnTo>
                <a:lnTo>
                  <a:pt x="303159" y="80993"/>
                </a:lnTo>
                <a:lnTo>
                  <a:pt x="303033" y="80921"/>
                </a:lnTo>
                <a:lnTo>
                  <a:pt x="302910" y="80846"/>
                </a:lnTo>
                <a:lnTo>
                  <a:pt x="302789" y="80768"/>
                </a:lnTo>
                <a:lnTo>
                  <a:pt x="302671" y="80686"/>
                </a:lnTo>
                <a:lnTo>
                  <a:pt x="302554" y="80600"/>
                </a:lnTo>
                <a:lnTo>
                  <a:pt x="302440" y="80512"/>
                </a:lnTo>
                <a:lnTo>
                  <a:pt x="302328" y="80420"/>
                </a:lnTo>
                <a:lnTo>
                  <a:pt x="302219" y="80324"/>
                </a:lnTo>
                <a:lnTo>
                  <a:pt x="302111" y="80226"/>
                </a:lnTo>
                <a:lnTo>
                  <a:pt x="302006" y="80123"/>
                </a:lnTo>
                <a:lnTo>
                  <a:pt x="301903" y="80018"/>
                </a:lnTo>
                <a:lnTo>
                  <a:pt x="301803" y="79909"/>
                </a:lnTo>
                <a:lnTo>
                  <a:pt x="301704" y="79797"/>
                </a:lnTo>
                <a:lnTo>
                  <a:pt x="301608" y="79682"/>
                </a:lnTo>
                <a:lnTo>
                  <a:pt x="301514" y="79563"/>
                </a:lnTo>
                <a:lnTo>
                  <a:pt x="301423" y="79441"/>
                </a:lnTo>
                <a:lnTo>
                  <a:pt x="301334" y="79315"/>
                </a:lnTo>
                <a:lnTo>
                  <a:pt x="301247" y="79186"/>
                </a:lnTo>
                <a:lnTo>
                  <a:pt x="301162" y="79054"/>
                </a:lnTo>
                <a:lnTo>
                  <a:pt x="301079" y="78919"/>
                </a:lnTo>
                <a:lnTo>
                  <a:pt x="300999" y="78780"/>
                </a:lnTo>
                <a:lnTo>
                  <a:pt x="300921" y="78638"/>
                </a:lnTo>
                <a:lnTo>
                  <a:pt x="300845" y="78492"/>
                </a:lnTo>
                <a:lnTo>
                  <a:pt x="300772" y="78343"/>
                </a:lnTo>
                <a:lnTo>
                  <a:pt x="300716" y="78221"/>
                </a:lnTo>
                <a:lnTo>
                  <a:pt x="300663" y="78083"/>
                </a:lnTo>
                <a:lnTo>
                  <a:pt x="300612" y="77930"/>
                </a:lnTo>
                <a:lnTo>
                  <a:pt x="300564" y="77762"/>
                </a:lnTo>
                <a:lnTo>
                  <a:pt x="300517" y="77579"/>
                </a:lnTo>
                <a:lnTo>
                  <a:pt x="300474" y="77380"/>
                </a:lnTo>
                <a:lnTo>
                  <a:pt x="300432" y="77165"/>
                </a:lnTo>
                <a:lnTo>
                  <a:pt x="300393" y="76936"/>
                </a:lnTo>
                <a:lnTo>
                  <a:pt x="300356" y="76691"/>
                </a:lnTo>
                <a:lnTo>
                  <a:pt x="300322" y="76430"/>
                </a:lnTo>
                <a:lnTo>
                  <a:pt x="300290" y="76154"/>
                </a:lnTo>
                <a:lnTo>
                  <a:pt x="300261" y="75863"/>
                </a:lnTo>
                <a:lnTo>
                  <a:pt x="300233" y="75557"/>
                </a:lnTo>
                <a:lnTo>
                  <a:pt x="300208" y="75235"/>
                </a:lnTo>
                <a:lnTo>
                  <a:pt x="300186" y="74897"/>
                </a:lnTo>
                <a:lnTo>
                  <a:pt x="300166" y="74545"/>
                </a:lnTo>
                <a:lnTo>
                  <a:pt x="300148" y="74177"/>
                </a:lnTo>
                <a:lnTo>
                  <a:pt x="300133" y="73794"/>
                </a:lnTo>
                <a:lnTo>
                  <a:pt x="300120" y="73395"/>
                </a:lnTo>
                <a:lnTo>
                  <a:pt x="300109" y="72981"/>
                </a:lnTo>
                <a:lnTo>
                  <a:pt x="300101" y="72551"/>
                </a:lnTo>
                <a:lnTo>
                  <a:pt x="300095" y="72107"/>
                </a:lnTo>
                <a:lnTo>
                  <a:pt x="300091" y="71646"/>
                </a:lnTo>
                <a:lnTo>
                  <a:pt x="300090" y="71171"/>
                </a:lnTo>
                <a:lnTo>
                  <a:pt x="300090" y="41289"/>
                </a:lnTo>
                <a:lnTo>
                  <a:pt x="300700" y="40631"/>
                </a:lnTo>
                <a:lnTo>
                  <a:pt x="301310" y="40002"/>
                </a:lnTo>
                <a:lnTo>
                  <a:pt x="301920" y="39400"/>
                </a:lnTo>
                <a:lnTo>
                  <a:pt x="302530" y="38826"/>
                </a:lnTo>
                <a:lnTo>
                  <a:pt x="303141" y="38281"/>
                </a:lnTo>
                <a:lnTo>
                  <a:pt x="303752" y="37763"/>
                </a:lnTo>
                <a:lnTo>
                  <a:pt x="304363" y="37273"/>
                </a:lnTo>
                <a:lnTo>
                  <a:pt x="304974" y="36812"/>
                </a:lnTo>
                <a:lnTo>
                  <a:pt x="305585" y="36378"/>
                </a:lnTo>
                <a:lnTo>
                  <a:pt x="306197" y="35972"/>
                </a:lnTo>
                <a:lnTo>
                  <a:pt x="306809" y="35594"/>
                </a:lnTo>
                <a:lnTo>
                  <a:pt x="307421" y="35244"/>
                </a:lnTo>
                <a:lnTo>
                  <a:pt x="308033" y="34923"/>
                </a:lnTo>
                <a:lnTo>
                  <a:pt x="308646" y="34629"/>
                </a:lnTo>
                <a:lnTo>
                  <a:pt x="309259" y="34363"/>
                </a:lnTo>
                <a:lnTo>
                  <a:pt x="309872" y="34125"/>
                </a:lnTo>
                <a:lnTo>
                  <a:pt x="310485" y="33915"/>
                </a:lnTo>
                <a:lnTo>
                  <a:pt x="311098" y="33733"/>
                </a:lnTo>
                <a:lnTo>
                  <a:pt x="311712" y="33579"/>
                </a:lnTo>
                <a:lnTo>
                  <a:pt x="312326" y="33453"/>
                </a:lnTo>
                <a:lnTo>
                  <a:pt x="312940" y="33356"/>
                </a:lnTo>
                <a:lnTo>
                  <a:pt x="313554" y="33286"/>
                </a:lnTo>
                <a:lnTo>
                  <a:pt x="314168" y="33244"/>
                </a:lnTo>
                <a:lnTo>
                  <a:pt x="314783" y="33230"/>
                </a:lnTo>
                <a:lnTo>
                  <a:pt x="315176" y="33236"/>
                </a:lnTo>
                <a:lnTo>
                  <a:pt x="315559" y="33254"/>
                </a:lnTo>
                <a:lnTo>
                  <a:pt x="315933" y="33284"/>
                </a:lnTo>
                <a:lnTo>
                  <a:pt x="316298" y="33327"/>
                </a:lnTo>
                <a:lnTo>
                  <a:pt x="316652" y="33381"/>
                </a:lnTo>
                <a:lnTo>
                  <a:pt x="316997" y="33448"/>
                </a:lnTo>
                <a:lnTo>
                  <a:pt x="317333" y="33527"/>
                </a:lnTo>
                <a:lnTo>
                  <a:pt x="317659" y="33618"/>
                </a:lnTo>
                <a:lnTo>
                  <a:pt x="317975" y="33721"/>
                </a:lnTo>
                <a:lnTo>
                  <a:pt x="318282" y="33837"/>
                </a:lnTo>
                <a:lnTo>
                  <a:pt x="318579" y="33964"/>
                </a:lnTo>
                <a:lnTo>
                  <a:pt x="318867" y="34104"/>
                </a:lnTo>
                <a:lnTo>
                  <a:pt x="319145" y="34256"/>
                </a:lnTo>
                <a:lnTo>
                  <a:pt x="319413" y="34420"/>
                </a:lnTo>
                <a:lnTo>
                  <a:pt x="319672" y="34596"/>
                </a:lnTo>
                <a:lnTo>
                  <a:pt x="319922" y="34784"/>
                </a:lnTo>
                <a:lnTo>
                  <a:pt x="320161" y="34984"/>
                </a:lnTo>
                <a:lnTo>
                  <a:pt x="320392" y="35197"/>
                </a:lnTo>
                <a:lnTo>
                  <a:pt x="320612" y="35421"/>
                </a:lnTo>
                <a:lnTo>
                  <a:pt x="320823" y="35658"/>
                </a:lnTo>
                <a:lnTo>
                  <a:pt x="321025" y="35907"/>
                </a:lnTo>
                <a:lnTo>
                  <a:pt x="321217" y="36168"/>
                </a:lnTo>
                <a:lnTo>
                  <a:pt x="321399" y="36441"/>
                </a:lnTo>
                <a:lnTo>
                  <a:pt x="321572" y="36727"/>
                </a:lnTo>
                <a:lnTo>
                  <a:pt x="321736" y="37025"/>
                </a:lnTo>
                <a:lnTo>
                  <a:pt x="321893" y="37339"/>
                </a:lnTo>
                <a:lnTo>
                  <a:pt x="322044" y="37667"/>
                </a:lnTo>
                <a:lnTo>
                  <a:pt x="322187" y="38010"/>
                </a:lnTo>
                <a:lnTo>
                  <a:pt x="322324" y="38368"/>
                </a:lnTo>
                <a:lnTo>
                  <a:pt x="322453" y="38740"/>
                </a:lnTo>
                <a:lnTo>
                  <a:pt x="322575" y="39127"/>
                </a:lnTo>
                <a:lnTo>
                  <a:pt x="322691" y="39529"/>
                </a:lnTo>
                <a:lnTo>
                  <a:pt x="322799" y="39946"/>
                </a:lnTo>
                <a:lnTo>
                  <a:pt x="322901" y="40377"/>
                </a:lnTo>
                <a:lnTo>
                  <a:pt x="322995" y="40823"/>
                </a:lnTo>
                <a:lnTo>
                  <a:pt x="323083" y="41284"/>
                </a:lnTo>
                <a:lnTo>
                  <a:pt x="323163" y="41759"/>
                </a:lnTo>
                <a:lnTo>
                  <a:pt x="323237" y="42249"/>
                </a:lnTo>
                <a:lnTo>
                  <a:pt x="323303" y="42754"/>
                </a:lnTo>
                <a:lnTo>
                  <a:pt x="323362" y="43274"/>
                </a:lnTo>
                <a:lnTo>
                  <a:pt x="323415" y="43808"/>
                </a:lnTo>
                <a:lnTo>
                  <a:pt x="323460" y="44357"/>
                </a:lnTo>
                <a:lnTo>
                  <a:pt x="323499" y="44921"/>
                </a:lnTo>
                <a:lnTo>
                  <a:pt x="323530" y="45500"/>
                </a:lnTo>
                <a:lnTo>
                  <a:pt x="323555" y="46093"/>
                </a:lnTo>
                <a:lnTo>
                  <a:pt x="323572" y="46701"/>
                </a:lnTo>
                <a:lnTo>
                  <a:pt x="323583" y="47324"/>
                </a:lnTo>
                <a:lnTo>
                  <a:pt x="323586" y="47961"/>
                </a:lnTo>
                <a:lnTo>
                  <a:pt x="323586" y="71171"/>
                </a:lnTo>
                <a:lnTo>
                  <a:pt x="323586" y="71574"/>
                </a:lnTo>
                <a:lnTo>
                  <a:pt x="323585" y="71964"/>
                </a:lnTo>
                <a:lnTo>
                  <a:pt x="323582" y="72340"/>
                </a:lnTo>
                <a:lnTo>
                  <a:pt x="323579" y="72702"/>
                </a:lnTo>
                <a:lnTo>
                  <a:pt x="323576" y="73050"/>
                </a:lnTo>
                <a:lnTo>
                  <a:pt x="323571" y="73385"/>
                </a:lnTo>
                <a:lnTo>
                  <a:pt x="323565" y="73705"/>
                </a:lnTo>
                <a:lnTo>
                  <a:pt x="323559" y="74012"/>
                </a:lnTo>
                <a:lnTo>
                  <a:pt x="323551" y="74305"/>
                </a:lnTo>
                <a:lnTo>
                  <a:pt x="323543" y="74584"/>
                </a:lnTo>
                <a:lnTo>
                  <a:pt x="323534" y="74849"/>
                </a:lnTo>
                <a:lnTo>
                  <a:pt x="323524" y="75100"/>
                </a:lnTo>
                <a:lnTo>
                  <a:pt x="323514" y="75337"/>
                </a:lnTo>
                <a:lnTo>
                  <a:pt x="323502" y="75561"/>
                </a:lnTo>
                <a:lnTo>
                  <a:pt x="323489" y="75770"/>
                </a:lnTo>
                <a:lnTo>
                  <a:pt x="323476" y="75966"/>
                </a:lnTo>
                <a:lnTo>
                  <a:pt x="323462" y="76148"/>
                </a:lnTo>
                <a:lnTo>
                  <a:pt x="323447" y="76316"/>
                </a:lnTo>
                <a:lnTo>
                  <a:pt x="323431" y="76470"/>
                </a:lnTo>
                <a:lnTo>
                  <a:pt x="323414" y="76611"/>
                </a:lnTo>
                <a:lnTo>
                  <a:pt x="323396" y="76737"/>
                </a:lnTo>
                <a:lnTo>
                  <a:pt x="323378" y="76850"/>
                </a:lnTo>
                <a:lnTo>
                  <a:pt x="323359" y="76948"/>
                </a:lnTo>
                <a:lnTo>
                  <a:pt x="323338" y="77033"/>
                </a:lnTo>
                <a:lnTo>
                  <a:pt x="323285" y="77229"/>
                </a:lnTo>
                <a:lnTo>
                  <a:pt x="323228" y="77420"/>
                </a:lnTo>
                <a:lnTo>
                  <a:pt x="323168" y="77608"/>
                </a:lnTo>
                <a:lnTo>
                  <a:pt x="323105" y="77791"/>
                </a:lnTo>
                <a:lnTo>
                  <a:pt x="323038" y="77971"/>
                </a:lnTo>
                <a:lnTo>
                  <a:pt x="322968" y="78146"/>
                </a:lnTo>
                <a:lnTo>
                  <a:pt x="322895" y="78317"/>
                </a:lnTo>
                <a:lnTo>
                  <a:pt x="322818" y="78485"/>
                </a:lnTo>
                <a:lnTo>
                  <a:pt x="322738" y="78648"/>
                </a:lnTo>
                <a:lnTo>
                  <a:pt x="322655" y="78808"/>
                </a:lnTo>
                <a:lnTo>
                  <a:pt x="322568" y="78963"/>
                </a:lnTo>
                <a:lnTo>
                  <a:pt x="322478" y="79115"/>
                </a:lnTo>
                <a:lnTo>
                  <a:pt x="322385" y="79262"/>
                </a:lnTo>
                <a:lnTo>
                  <a:pt x="322288" y="79405"/>
                </a:lnTo>
                <a:lnTo>
                  <a:pt x="322188" y="79545"/>
                </a:lnTo>
                <a:lnTo>
                  <a:pt x="322085" y="79680"/>
                </a:lnTo>
                <a:lnTo>
                  <a:pt x="321978" y="79812"/>
                </a:lnTo>
                <a:lnTo>
                  <a:pt x="321868" y="79939"/>
                </a:lnTo>
                <a:lnTo>
                  <a:pt x="321755" y="80062"/>
                </a:lnTo>
                <a:lnTo>
                  <a:pt x="321638" y="80182"/>
                </a:lnTo>
                <a:lnTo>
                  <a:pt x="321518" y="80297"/>
                </a:lnTo>
                <a:lnTo>
                  <a:pt x="321394" y="80409"/>
                </a:lnTo>
                <a:lnTo>
                  <a:pt x="321268" y="80516"/>
                </a:lnTo>
                <a:lnTo>
                  <a:pt x="321138" y="80619"/>
                </a:lnTo>
                <a:lnTo>
                  <a:pt x="321002" y="80718"/>
                </a:lnTo>
                <a:lnTo>
                  <a:pt x="320857" y="80813"/>
                </a:lnTo>
                <a:lnTo>
                  <a:pt x="320705" y="80904"/>
                </a:lnTo>
                <a:lnTo>
                  <a:pt x="320544" y="80991"/>
                </a:lnTo>
                <a:lnTo>
                  <a:pt x="320375" y="81073"/>
                </a:lnTo>
                <a:lnTo>
                  <a:pt x="320198" y="81151"/>
                </a:lnTo>
                <a:lnTo>
                  <a:pt x="320012" y="81225"/>
                </a:lnTo>
                <a:lnTo>
                  <a:pt x="319818" y="81294"/>
                </a:lnTo>
                <a:lnTo>
                  <a:pt x="319616" y="81360"/>
                </a:lnTo>
                <a:lnTo>
                  <a:pt x="319406" y="81421"/>
                </a:lnTo>
                <a:lnTo>
                  <a:pt x="319187" y="81478"/>
                </a:lnTo>
                <a:lnTo>
                  <a:pt x="318960" y="81530"/>
                </a:lnTo>
                <a:lnTo>
                  <a:pt x="318725" y="81579"/>
                </a:lnTo>
                <a:lnTo>
                  <a:pt x="318481" y="81623"/>
                </a:lnTo>
                <a:lnTo>
                  <a:pt x="318229" y="81663"/>
                </a:lnTo>
                <a:lnTo>
                  <a:pt x="317969" y="81699"/>
                </a:lnTo>
                <a:lnTo>
                  <a:pt x="317700" y="81731"/>
                </a:lnTo>
                <a:lnTo>
                  <a:pt x="317424" y="81758"/>
                </a:lnTo>
                <a:lnTo>
                  <a:pt x="317139" y="81781"/>
                </a:lnTo>
                <a:lnTo>
                  <a:pt x="316845" y="81800"/>
                </a:lnTo>
                <a:lnTo>
                  <a:pt x="316544" y="81815"/>
                </a:lnTo>
                <a:lnTo>
                  <a:pt x="316234" y="81826"/>
                </a:lnTo>
                <a:lnTo>
                  <a:pt x="315915" y="81832"/>
                </a:lnTo>
                <a:lnTo>
                  <a:pt x="315589" y="81834"/>
                </a:lnTo>
                <a:lnTo>
                  <a:pt x="314411" y="81834"/>
                </a:lnTo>
                <a:lnTo>
                  <a:pt x="314411" y="84066"/>
                </a:lnTo>
                <a:lnTo>
                  <a:pt x="342495" y="84066"/>
                </a:lnTo>
                <a:lnTo>
                  <a:pt x="342495" y="81834"/>
                </a:lnTo>
                <a:lnTo>
                  <a:pt x="342158" y="81833"/>
                </a:lnTo>
                <a:lnTo>
                  <a:pt x="341831" y="81828"/>
                </a:lnTo>
                <a:lnTo>
                  <a:pt x="341512" y="81820"/>
                </a:lnTo>
                <a:lnTo>
                  <a:pt x="341203" y="81810"/>
                </a:lnTo>
                <a:lnTo>
                  <a:pt x="340902" y="81796"/>
                </a:lnTo>
                <a:lnTo>
                  <a:pt x="340610" y="81780"/>
                </a:lnTo>
                <a:lnTo>
                  <a:pt x="340327" y="81760"/>
                </a:lnTo>
                <a:lnTo>
                  <a:pt x="340053" y="81737"/>
                </a:lnTo>
                <a:lnTo>
                  <a:pt x="339788" y="81711"/>
                </a:lnTo>
                <a:lnTo>
                  <a:pt x="339532" y="81683"/>
                </a:lnTo>
                <a:lnTo>
                  <a:pt x="339285" y="81651"/>
                </a:lnTo>
                <a:lnTo>
                  <a:pt x="339046" y="81616"/>
                </a:lnTo>
                <a:lnTo>
                  <a:pt x="338817" y="81578"/>
                </a:lnTo>
                <a:lnTo>
                  <a:pt x="338597" y="81537"/>
                </a:lnTo>
                <a:lnTo>
                  <a:pt x="338385" y="81494"/>
                </a:lnTo>
                <a:lnTo>
                  <a:pt x="338183" y="81447"/>
                </a:lnTo>
                <a:lnTo>
                  <a:pt x="337989" y="81397"/>
                </a:lnTo>
                <a:lnTo>
                  <a:pt x="337805" y="81344"/>
                </a:lnTo>
                <a:lnTo>
                  <a:pt x="337629" y="81288"/>
                </a:lnTo>
                <a:lnTo>
                  <a:pt x="337462" y="81229"/>
                </a:lnTo>
                <a:lnTo>
                  <a:pt x="337304" y="81167"/>
                </a:lnTo>
                <a:lnTo>
                  <a:pt x="337155" y="81102"/>
                </a:lnTo>
                <a:lnTo>
                  <a:pt x="337015" y="81033"/>
                </a:lnTo>
                <a:lnTo>
                  <a:pt x="336884" y="80962"/>
                </a:lnTo>
                <a:lnTo>
                  <a:pt x="336759" y="80888"/>
                </a:lnTo>
                <a:lnTo>
                  <a:pt x="336637" y="80812"/>
                </a:lnTo>
                <a:lnTo>
                  <a:pt x="336518" y="80733"/>
                </a:lnTo>
                <a:lnTo>
                  <a:pt x="336401" y="80652"/>
                </a:lnTo>
                <a:lnTo>
                  <a:pt x="336288" y="80568"/>
                </a:lnTo>
                <a:lnTo>
                  <a:pt x="336177" y="80483"/>
                </a:lnTo>
                <a:lnTo>
                  <a:pt x="336070" y="80394"/>
                </a:lnTo>
                <a:lnTo>
                  <a:pt x="335965" y="80304"/>
                </a:lnTo>
                <a:lnTo>
                  <a:pt x="335863" y="80211"/>
                </a:lnTo>
                <a:lnTo>
                  <a:pt x="335764" y="80115"/>
                </a:lnTo>
                <a:lnTo>
                  <a:pt x="335668" y="80017"/>
                </a:lnTo>
                <a:lnTo>
                  <a:pt x="335575" y="79917"/>
                </a:lnTo>
                <a:lnTo>
                  <a:pt x="335484" y="79814"/>
                </a:lnTo>
                <a:lnTo>
                  <a:pt x="335397" y="79710"/>
                </a:lnTo>
                <a:lnTo>
                  <a:pt x="335313" y="79602"/>
                </a:lnTo>
                <a:lnTo>
                  <a:pt x="335231" y="79492"/>
                </a:lnTo>
                <a:lnTo>
                  <a:pt x="335153" y="79380"/>
                </a:lnTo>
                <a:lnTo>
                  <a:pt x="335077" y="79266"/>
                </a:lnTo>
                <a:lnTo>
                  <a:pt x="335004" y="79149"/>
                </a:lnTo>
                <a:lnTo>
                  <a:pt x="334934" y="79030"/>
                </a:lnTo>
                <a:lnTo>
                  <a:pt x="334867" y="78908"/>
                </a:lnTo>
                <a:lnTo>
                  <a:pt x="334803" y="78784"/>
                </a:lnTo>
                <a:lnTo>
                  <a:pt x="334742" y="78658"/>
                </a:lnTo>
                <a:lnTo>
                  <a:pt x="334684" y="78529"/>
                </a:lnTo>
                <a:lnTo>
                  <a:pt x="334613" y="78362"/>
                </a:lnTo>
                <a:lnTo>
                  <a:pt x="334545" y="78182"/>
                </a:lnTo>
                <a:lnTo>
                  <a:pt x="334480" y="77991"/>
                </a:lnTo>
                <a:lnTo>
                  <a:pt x="334418" y="77787"/>
                </a:lnTo>
                <a:lnTo>
                  <a:pt x="334360" y="77572"/>
                </a:lnTo>
                <a:lnTo>
                  <a:pt x="334304" y="77344"/>
                </a:lnTo>
                <a:lnTo>
                  <a:pt x="334251" y="77104"/>
                </a:lnTo>
                <a:lnTo>
                  <a:pt x="334201" y="76852"/>
                </a:lnTo>
                <a:lnTo>
                  <a:pt x="334155" y="76588"/>
                </a:lnTo>
                <a:lnTo>
                  <a:pt x="334111" y="76312"/>
                </a:lnTo>
                <a:lnTo>
                  <a:pt x="334070" y="76023"/>
                </a:lnTo>
                <a:lnTo>
                  <a:pt x="334033" y="75723"/>
                </a:lnTo>
                <a:lnTo>
                  <a:pt x="333998" y="75410"/>
                </a:lnTo>
                <a:lnTo>
                  <a:pt x="333966" y="75085"/>
                </a:lnTo>
                <a:lnTo>
                  <a:pt x="333938" y="74748"/>
                </a:lnTo>
                <a:lnTo>
                  <a:pt x="333912" y="74399"/>
                </a:lnTo>
                <a:lnTo>
                  <a:pt x="333889" y="74038"/>
                </a:lnTo>
                <a:lnTo>
                  <a:pt x="333870" y="73665"/>
                </a:lnTo>
                <a:lnTo>
                  <a:pt x="333853" y="73280"/>
                </a:lnTo>
                <a:lnTo>
                  <a:pt x="333840" y="72882"/>
                </a:lnTo>
                <a:lnTo>
                  <a:pt x="333829" y="72472"/>
                </a:lnTo>
                <a:lnTo>
                  <a:pt x="333822" y="72051"/>
                </a:lnTo>
                <a:lnTo>
                  <a:pt x="333817" y="71617"/>
                </a:lnTo>
                <a:lnTo>
                  <a:pt x="333816" y="71171"/>
                </a:lnTo>
                <a:lnTo>
                  <a:pt x="333816" y="46996"/>
                </a:lnTo>
                <a:lnTo>
                  <a:pt x="333813" y="46364"/>
                </a:lnTo>
                <a:lnTo>
                  <a:pt x="333806" y="45746"/>
                </a:lnTo>
                <a:lnTo>
                  <a:pt x="333794" y="45142"/>
                </a:lnTo>
                <a:lnTo>
                  <a:pt x="333778" y="44551"/>
                </a:lnTo>
                <a:lnTo>
                  <a:pt x="333756" y="43974"/>
                </a:lnTo>
                <a:lnTo>
                  <a:pt x="333730" y="43411"/>
                </a:lnTo>
                <a:lnTo>
                  <a:pt x="333700" y="42861"/>
                </a:lnTo>
                <a:lnTo>
                  <a:pt x="333664" y="42325"/>
                </a:lnTo>
                <a:lnTo>
                  <a:pt x="333624" y="41803"/>
                </a:lnTo>
                <a:lnTo>
                  <a:pt x="333579" y="41295"/>
                </a:lnTo>
                <a:lnTo>
                  <a:pt x="333529" y="40800"/>
                </a:lnTo>
                <a:lnTo>
                  <a:pt x="333475" y="40319"/>
                </a:lnTo>
                <a:lnTo>
                  <a:pt x="333415" y="39852"/>
                </a:lnTo>
                <a:lnTo>
                  <a:pt x="333352" y="39399"/>
                </a:lnTo>
                <a:lnTo>
                  <a:pt x="333283" y="38959"/>
                </a:lnTo>
                <a:lnTo>
                  <a:pt x="333209" y="38533"/>
                </a:lnTo>
                <a:lnTo>
                  <a:pt x="333131" y="38121"/>
                </a:lnTo>
                <a:lnTo>
                  <a:pt x="333048" y="37723"/>
                </a:lnTo>
                <a:lnTo>
                  <a:pt x="332961" y="37338"/>
                </a:lnTo>
                <a:lnTo>
                  <a:pt x="332868" y="36967"/>
                </a:lnTo>
                <a:lnTo>
                  <a:pt x="332771" y="36610"/>
                </a:lnTo>
                <a:lnTo>
                  <a:pt x="332670" y="36266"/>
                </a:lnTo>
                <a:lnTo>
                  <a:pt x="332563" y="35936"/>
                </a:lnTo>
                <a:lnTo>
                  <a:pt x="332452" y="35620"/>
                </a:lnTo>
                <a:lnTo>
                  <a:pt x="332284" y="35182"/>
                </a:lnTo>
                <a:lnTo>
                  <a:pt x="332112" y="34755"/>
                </a:lnTo>
                <a:lnTo>
                  <a:pt x="331934" y="34338"/>
                </a:lnTo>
                <a:lnTo>
                  <a:pt x="331753" y="33931"/>
                </a:lnTo>
                <a:lnTo>
                  <a:pt x="331566" y="33535"/>
                </a:lnTo>
                <a:lnTo>
                  <a:pt x="331375" y="33149"/>
                </a:lnTo>
                <a:lnTo>
                  <a:pt x="331178" y="32773"/>
                </a:lnTo>
                <a:lnTo>
                  <a:pt x="330978" y="32408"/>
                </a:lnTo>
                <a:lnTo>
                  <a:pt x="330772" y="32054"/>
                </a:lnTo>
                <a:lnTo>
                  <a:pt x="330562" y="31710"/>
                </a:lnTo>
                <a:lnTo>
                  <a:pt x="330347" y="31376"/>
                </a:lnTo>
                <a:lnTo>
                  <a:pt x="330127" y="31052"/>
                </a:lnTo>
                <a:lnTo>
                  <a:pt x="329902" y="30740"/>
                </a:lnTo>
                <a:lnTo>
                  <a:pt x="329673" y="30437"/>
                </a:lnTo>
                <a:lnTo>
                  <a:pt x="329439" y="30145"/>
                </a:lnTo>
                <a:lnTo>
                  <a:pt x="329200" y="29863"/>
                </a:lnTo>
                <a:lnTo>
                  <a:pt x="328957" y="29592"/>
                </a:lnTo>
                <a:lnTo>
                  <a:pt x="328709" y="29331"/>
                </a:lnTo>
                <a:lnTo>
                  <a:pt x="328456" y="29081"/>
                </a:lnTo>
                <a:lnTo>
                  <a:pt x="328198" y="28841"/>
                </a:lnTo>
                <a:lnTo>
                  <a:pt x="327936" y="28611"/>
                </a:lnTo>
                <a:lnTo>
                  <a:pt x="327669" y="28392"/>
                </a:lnTo>
                <a:lnTo>
                  <a:pt x="327397" y="28183"/>
                </a:lnTo>
                <a:lnTo>
                  <a:pt x="327120" y="27985"/>
                </a:lnTo>
                <a:lnTo>
                  <a:pt x="326839" y="27796"/>
                </a:lnTo>
                <a:lnTo>
                  <a:pt x="326553" y="27615"/>
                </a:lnTo>
                <a:lnTo>
                  <a:pt x="326263" y="27442"/>
                </a:lnTo>
                <a:lnTo>
                  <a:pt x="325968" y="27277"/>
                </a:lnTo>
                <a:lnTo>
                  <a:pt x="325669" y="27120"/>
                </a:lnTo>
                <a:lnTo>
                  <a:pt x="325365" y="26971"/>
                </a:lnTo>
                <a:lnTo>
                  <a:pt x="325056" y="26830"/>
                </a:lnTo>
                <a:lnTo>
                  <a:pt x="324744" y="26697"/>
                </a:lnTo>
                <a:lnTo>
                  <a:pt x="324426" y="26572"/>
                </a:lnTo>
                <a:lnTo>
                  <a:pt x="324104" y="26455"/>
                </a:lnTo>
                <a:lnTo>
                  <a:pt x="323778" y="26347"/>
                </a:lnTo>
                <a:lnTo>
                  <a:pt x="323447" y="26246"/>
                </a:lnTo>
                <a:lnTo>
                  <a:pt x="323111" y="26153"/>
                </a:lnTo>
                <a:lnTo>
                  <a:pt x="322771" y="26069"/>
                </a:lnTo>
                <a:lnTo>
                  <a:pt x="322427" y="25992"/>
                </a:lnTo>
                <a:lnTo>
                  <a:pt x="322078" y="25924"/>
                </a:lnTo>
                <a:lnTo>
                  <a:pt x="321724" y="25863"/>
                </a:lnTo>
                <a:lnTo>
                  <a:pt x="321366" y="25811"/>
                </a:lnTo>
                <a:lnTo>
                  <a:pt x="321004" y="25767"/>
                </a:lnTo>
                <a:lnTo>
                  <a:pt x="320636" y="25731"/>
                </a:lnTo>
                <a:lnTo>
                  <a:pt x="320265" y="25702"/>
                </a:lnTo>
                <a:lnTo>
                  <a:pt x="319889" y="25682"/>
                </a:lnTo>
                <a:lnTo>
                  <a:pt x="319508" y="25670"/>
                </a:lnTo>
                <a:lnTo>
                  <a:pt x="319123" y="25666"/>
                </a:lnTo>
                <a:lnTo>
                  <a:pt x="318367" y="25687"/>
                </a:lnTo>
                <a:lnTo>
                  <a:pt x="317608" y="25749"/>
                </a:lnTo>
                <a:lnTo>
                  <a:pt x="316845" y="25853"/>
                </a:lnTo>
                <a:lnTo>
                  <a:pt x="316080" y="25999"/>
                </a:lnTo>
                <a:lnTo>
                  <a:pt x="315311" y="26185"/>
                </a:lnTo>
                <a:lnTo>
                  <a:pt x="314539" y="26414"/>
                </a:lnTo>
                <a:lnTo>
                  <a:pt x="313764" y="26684"/>
                </a:lnTo>
                <a:lnTo>
                  <a:pt x="312985" y="26996"/>
                </a:lnTo>
                <a:lnTo>
                  <a:pt x="312203" y="27349"/>
                </a:lnTo>
                <a:lnTo>
                  <a:pt x="311418" y="27743"/>
                </a:lnTo>
                <a:lnTo>
                  <a:pt x="310630" y="28180"/>
                </a:lnTo>
                <a:lnTo>
                  <a:pt x="309839" y="28657"/>
                </a:lnTo>
                <a:lnTo>
                  <a:pt x="309044" y="29177"/>
                </a:lnTo>
                <a:lnTo>
                  <a:pt x="308246" y="29738"/>
                </a:lnTo>
                <a:lnTo>
                  <a:pt x="307445" y="30340"/>
                </a:lnTo>
                <a:lnTo>
                  <a:pt x="306641" y="30984"/>
                </a:lnTo>
                <a:lnTo>
                  <a:pt x="305833" y="31669"/>
                </a:lnTo>
                <a:lnTo>
                  <a:pt x="305023" y="32397"/>
                </a:lnTo>
                <a:lnTo>
                  <a:pt x="304209" y="33165"/>
                </a:lnTo>
                <a:lnTo>
                  <a:pt x="303391" y="33975"/>
                </a:lnTo>
                <a:lnTo>
                  <a:pt x="302571" y="34827"/>
                </a:lnTo>
                <a:lnTo>
                  <a:pt x="301747" y="35720"/>
                </a:lnTo>
                <a:lnTo>
                  <a:pt x="300920" y="36655"/>
                </a:lnTo>
                <a:lnTo>
                  <a:pt x="300090" y="37631"/>
                </a:lnTo>
                <a:lnTo>
                  <a:pt x="300090" y="25666"/>
                </a:lnTo>
                <a:lnTo>
                  <a:pt x="297424" y="25666"/>
                </a:lnTo>
                <a:lnTo>
                  <a:pt x="280376" y="32584"/>
                </a:lnTo>
                <a:lnTo>
                  <a:pt x="280376" y="32548"/>
                </a:lnTo>
                <a:lnTo>
                  <a:pt x="280373" y="32321"/>
                </a:lnTo>
                <a:lnTo>
                  <a:pt x="280361" y="32098"/>
                </a:lnTo>
                <a:close/>
                <a:moveTo>
                  <a:pt x="135106" y="47006"/>
                </a:moveTo>
                <a:lnTo>
                  <a:pt x="135052" y="46167"/>
                </a:lnTo>
                <a:lnTo>
                  <a:pt x="134978" y="45343"/>
                </a:lnTo>
                <a:lnTo>
                  <a:pt x="134882" y="44533"/>
                </a:lnTo>
                <a:lnTo>
                  <a:pt x="134765" y="43738"/>
                </a:lnTo>
                <a:lnTo>
                  <a:pt x="134626" y="42958"/>
                </a:lnTo>
                <a:lnTo>
                  <a:pt x="134466" y="42192"/>
                </a:lnTo>
                <a:lnTo>
                  <a:pt x="134285" y="41441"/>
                </a:lnTo>
                <a:lnTo>
                  <a:pt x="134083" y="40705"/>
                </a:lnTo>
                <a:lnTo>
                  <a:pt x="133859" y="39984"/>
                </a:lnTo>
                <a:lnTo>
                  <a:pt x="133614" y="39277"/>
                </a:lnTo>
                <a:lnTo>
                  <a:pt x="133347" y="38585"/>
                </a:lnTo>
                <a:lnTo>
                  <a:pt x="133060" y="37908"/>
                </a:lnTo>
                <a:lnTo>
                  <a:pt x="132751" y="37245"/>
                </a:lnTo>
                <a:lnTo>
                  <a:pt x="132420" y="36597"/>
                </a:lnTo>
                <a:lnTo>
                  <a:pt x="132069" y="35964"/>
                </a:lnTo>
                <a:lnTo>
                  <a:pt x="131696" y="35345"/>
                </a:lnTo>
                <a:lnTo>
                  <a:pt x="131302" y="34742"/>
                </a:lnTo>
                <a:lnTo>
                  <a:pt x="130886" y="34153"/>
                </a:lnTo>
                <a:lnTo>
                  <a:pt x="130449" y="33578"/>
                </a:lnTo>
                <a:lnTo>
                  <a:pt x="129991" y="33018"/>
                </a:lnTo>
                <a:lnTo>
                  <a:pt x="129511" y="32473"/>
                </a:lnTo>
                <a:lnTo>
                  <a:pt x="129011" y="31943"/>
                </a:lnTo>
                <a:lnTo>
                  <a:pt x="128493" y="31431"/>
                </a:lnTo>
                <a:lnTo>
                  <a:pt x="127964" y="30941"/>
                </a:lnTo>
                <a:lnTo>
                  <a:pt x="127423" y="30472"/>
                </a:lnTo>
                <a:lnTo>
                  <a:pt x="126870" y="30025"/>
                </a:lnTo>
                <a:lnTo>
                  <a:pt x="126305" y="29600"/>
                </a:lnTo>
                <a:lnTo>
                  <a:pt x="125729" y="29197"/>
                </a:lnTo>
                <a:lnTo>
                  <a:pt x="125140" y="28816"/>
                </a:lnTo>
                <a:lnTo>
                  <a:pt x="124540" y="28456"/>
                </a:lnTo>
                <a:lnTo>
                  <a:pt x="123928" y="28118"/>
                </a:lnTo>
                <a:lnTo>
                  <a:pt x="123304" y="27802"/>
                </a:lnTo>
                <a:lnTo>
                  <a:pt x="122668" y="27508"/>
                </a:lnTo>
                <a:lnTo>
                  <a:pt x="122021" y="27235"/>
                </a:lnTo>
                <a:lnTo>
                  <a:pt x="121361" y="26985"/>
                </a:lnTo>
                <a:lnTo>
                  <a:pt x="120690" y="26756"/>
                </a:lnTo>
                <a:lnTo>
                  <a:pt x="120007" y="26549"/>
                </a:lnTo>
                <a:lnTo>
                  <a:pt x="119312" y="26364"/>
                </a:lnTo>
                <a:lnTo>
                  <a:pt x="118605" y="26200"/>
                </a:lnTo>
                <a:lnTo>
                  <a:pt x="117886" y="26058"/>
                </a:lnTo>
                <a:lnTo>
                  <a:pt x="117156" y="25939"/>
                </a:lnTo>
                <a:lnTo>
                  <a:pt x="116414" y="25841"/>
                </a:lnTo>
                <a:lnTo>
                  <a:pt x="115659" y="25764"/>
                </a:lnTo>
                <a:lnTo>
                  <a:pt x="114893" y="25710"/>
                </a:lnTo>
                <a:lnTo>
                  <a:pt x="114115" y="25677"/>
                </a:lnTo>
                <a:lnTo>
                  <a:pt x="113326" y="25666"/>
                </a:lnTo>
                <a:lnTo>
                  <a:pt x="112392" y="25680"/>
                </a:lnTo>
                <a:lnTo>
                  <a:pt x="111472" y="25723"/>
                </a:lnTo>
                <a:lnTo>
                  <a:pt x="110565" y="25793"/>
                </a:lnTo>
                <a:lnTo>
                  <a:pt x="109671" y="25892"/>
                </a:lnTo>
                <a:lnTo>
                  <a:pt x="108790" y="26019"/>
                </a:lnTo>
                <a:lnTo>
                  <a:pt x="107923" y="26175"/>
                </a:lnTo>
                <a:lnTo>
                  <a:pt x="107068" y="26358"/>
                </a:lnTo>
                <a:lnTo>
                  <a:pt x="106227" y="26570"/>
                </a:lnTo>
                <a:lnTo>
                  <a:pt x="105400" y="26810"/>
                </a:lnTo>
                <a:lnTo>
                  <a:pt x="104585" y="27079"/>
                </a:lnTo>
                <a:lnTo>
                  <a:pt x="103784" y="27375"/>
                </a:lnTo>
                <a:lnTo>
                  <a:pt x="102996" y="27700"/>
                </a:lnTo>
                <a:lnTo>
                  <a:pt x="102221" y="28054"/>
                </a:lnTo>
                <a:lnTo>
                  <a:pt x="101459" y="28435"/>
                </a:lnTo>
                <a:lnTo>
                  <a:pt x="100711" y="28845"/>
                </a:lnTo>
                <a:lnTo>
                  <a:pt x="99976" y="29283"/>
                </a:lnTo>
                <a:lnTo>
                  <a:pt x="99254" y="29749"/>
                </a:lnTo>
                <a:lnTo>
                  <a:pt x="98546" y="30243"/>
                </a:lnTo>
                <a:lnTo>
                  <a:pt x="97850" y="30766"/>
                </a:lnTo>
                <a:lnTo>
                  <a:pt x="97168" y="31317"/>
                </a:lnTo>
                <a:lnTo>
                  <a:pt x="96499" y="31896"/>
                </a:lnTo>
                <a:lnTo>
                  <a:pt x="95844" y="32503"/>
                </a:lnTo>
                <a:lnTo>
                  <a:pt x="95201" y="33139"/>
                </a:lnTo>
                <a:lnTo>
                  <a:pt x="94572" y="33803"/>
                </a:lnTo>
                <a:lnTo>
                  <a:pt x="93963" y="34492"/>
                </a:lnTo>
                <a:lnTo>
                  <a:pt x="93379" y="35203"/>
                </a:lnTo>
                <a:lnTo>
                  <a:pt x="92821" y="35937"/>
                </a:lnTo>
                <a:lnTo>
                  <a:pt x="92290" y="36693"/>
                </a:lnTo>
                <a:lnTo>
                  <a:pt x="91784" y="37471"/>
                </a:lnTo>
                <a:lnTo>
                  <a:pt x="91304" y="38271"/>
                </a:lnTo>
                <a:lnTo>
                  <a:pt x="90850" y="39093"/>
                </a:lnTo>
                <a:lnTo>
                  <a:pt x="90422" y="39938"/>
                </a:lnTo>
                <a:lnTo>
                  <a:pt x="90020" y="40805"/>
                </a:lnTo>
                <a:lnTo>
                  <a:pt x="89644" y="41694"/>
                </a:lnTo>
                <a:lnTo>
                  <a:pt x="89294" y="42605"/>
                </a:lnTo>
                <a:lnTo>
                  <a:pt x="88969" y="43539"/>
                </a:lnTo>
                <a:lnTo>
                  <a:pt x="88671" y="44495"/>
                </a:lnTo>
                <a:lnTo>
                  <a:pt x="88399" y="45473"/>
                </a:lnTo>
                <a:lnTo>
                  <a:pt x="88152" y="46473"/>
                </a:lnTo>
                <a:lnTo>
                  <a:pt x="87932" y="47495"/>
                </a:lnTo>
                <a:lnTo>
                  <a:pt x="87737" y="48540"/>
                </a:lnTo>
                <a:lnTo>
                  <a:pt x="87569" y="49607"/>
                </a:lnTo>
                <a:lnTo>
                  <a:pt x="87426" y="50696"/>
                </a:lnTo>
                <a:lnTo>
                  <a:pt x="87309" y="51808"/>
                </a:lnTo>
                <a:lnTo>
                  <a:pt x="87218" y="52942"/>
                </a:lnTo>
                <a:lnTo>
                  <a:pt x="87154" y="54097"/>
                </a:lnTo>
                <a:lnTo>
                  <a:pt x="87115" y="55276"/>
                </a:lnTo>
                <a:lnTo>
                  <a:pt x="87102" y="56476"/>
                </a:lnTo>
                <a:lnTo>
                  <a:pt x="87114" y="57585"/>
                </a:lnTo>
                <a:lnTo>
                  <a:pt x="87152" y="58676"/>
                </a:lnTo>
                <a:lnTo>
                  <a:pt x="87216" y="59747"/>
                </a:lnTo>
                <a:lnTo>
                  <a:pt x="87304" y="60799"/>
                </a:lnTo>
                <a:lnTo>
                  <a:pt x="87418" y="61832"/>
                </a:lnTo>
                <a:lnTo>
                  <a:pt x="87557" y="62847"/>
                </a:lnTo>
                <a:lnTo>
                  <a:pt x="87721" y="63842"/>
                </a:lnTo>
                <a:lnTo>
                  <a:pt x="87911" y="64818"/>
                </a:lnTo>
                <a:lnTo>
                  <a:pt x="88126" y="65775"/>
                </a:lnTo>
                <a:lnTo>
                  <a:pt x="88366" y="66714"/>
                </a:lnTo>
                <a:lnTo>
                  <a:pt x="88632" y="67633"/>
                </a:lnTo>
                <a:lnTo>
                  <a:pt x="88923" y="68533"/>
                </a:lnTo>
                <a:lnTo>
                  <a:pt x="89239" y="69414"/>
                </a:lnTo>
                <a:lnTo>
                  <a:pt x="89580" y="70277"/>
                </a:lnTo>
                <a:lnTo>
                  <a:pt x="89947" y="71120"/>
                </a:lnTo>
                <a:lnTo>
                  <a:pt x="90339" y="71944"/>
                </a:lnTo>
                <a:lnTo>
                  <a:pt x="90757" y="72749"/>
                </a:lnTo>
                <a:lnTo>
                  <a:pt x="91199" y="73535"/>
                </a:lnTo>
                <a:lnTo>
                  <a:pt x="91667" y="74302"/>
                </a:lnTo>
                <a:lnTo>
                  <a:pt x="92160" y="75050"/>
                </a:lnTo>
                <a:lnTo>
                  <a:pt x="92679" y="75780"/>
                </a:lnTo>
                <a:lnTo>
                  <a:pt x="93223" y="76490"/>
                </a:lnTo>
                <a:lnTo>
                  <a:pt x="93792" y="77181"/>
                </a:lnTo>
                <a:lnTo>
                  <a:pt x="94386" y="77853"/>
                </a:lnTo>
                <a:lnTo>
                  <a:pt x="94998" y="78501"/>
                </a:lnTo>
                <a:lnTo>
                  <a:pt x="95621" y="79122"/>
                </a:lnTo>
                <a:lnTo>
                  <a:pt x="96253" y="79716"/>
                </a:lnTo>
                <a:lnTo>
                  <a:pt x="96896" y="80282"/>
                </a:lnTo>
                <a:lnTo>
                  <a:pt x="97549" y="80820"/>
                </a:lnTo>
                <a:lnTo>
                  <a:pt x="98212" y="81330"/>
                </a:lnTo>
                <a:lnTo>
                  <a:pt x="98886" y="81813"/>
                </a:lnTo>
                <a:lnTo>
                  <a:pt x="99570" y="82269"/>
                </a:lnTo>
                <a:lnTo>
                  <a:pt x="100264" y="82697"/>
                </a:lnTo>
                <a:lnTo>
                  <a:pt x="100968" y="83097"/>
                </a:lnTo>
                <a:lnTo>
                  <a:pt x="101682" y="83470"/>
                </a:lnTo>
                <a:lnTo>
                  <a:pt x="102407" y="83815"/>
                </a:lnTo>
                <a:lnTo>
                  <a:pt x="103142" y="84132"/>
                </a:lnTo>
                <a:lnTo>
                  <a:pt x="103887" y="84422"/>
                </a:lnTo>
                <a:lnTo>
                  <a:pt x="104642" y="84684"/>
                </a:lnTo>
                <a:lnTo>
                  <a:pt x="105408" y="84919"/>
                </a:lnTo>
                <a:lnTo>
                  <a:pt x="106183" y="85126"/>
                </a:lnTo>
                <a:lnTo>
                  <a:pt x="106969" y="85305"/>
                </a:lnTo>
                <a:lnTo>
                  <a:pt x="107766" y="85457"/>
                </a:lnTo>
                <a:lnTo>
                  <a:pt x="108572" y="85581"/>
                </a:lnTo>
                <a:lnTo>
                  <a:pt x="109389" y="85678"/>
                </a:lnTo>
                <a:lnTo>
                  <a:pt x="110215" y="85747"/>
                </a:lnTo>
                <a:lnTo>
                  <a:pt x="111053" y="85788"/>
                </a:lnTo>
                <a:lnTo>
                  <a:pt x="111900" y="85802"/>
                </a:lnTo>
                <a:lnTo>
                  <a:pt x="112680" y="85790"/>
                </a:lnTo>
                <a:lnTo>
                  <a:pt x="113448" y="85753"/>
                </a:lnTo>
                <a:lnTo>
                  <a:pt x="114206" y="85692"/>
                </a:lnTo>
                <a:lnTo>
                  <a:pt x="114953" y="85607"/>
                </a:lnTo>
                <a:lnTo>
                  <a:pt x="115689" y="85497"/>
                </a:lnTo>
                <a:lnTo>
                  <a:pt x="116414" y="85364"/>
                </a:lnTo>
                <a:lnTo>
                  <a:pt x="117128" y="85205"/>
                </a:lnTo>
                <a:lnTo>
                  <a:pt x="117831" y="85023"/>
                </a:lnTo>
                <a:lnTo>
                  <a:pt x="118523" y="84816"/>
                </a:lnTo>
                <a:lnTo>
                  <a:pt x="119204" y="84585"/>
                </a:lnTo>
                <a:lnTo>
                  <a:pt x="119874" y="84329"/>
                </a:lnTo>
                <a:lnTo>
                  <a:pt x="120533" y="84049"/>
                </a:lnTo>
                <a:lnTo>
                  <a:pt x="121181" y="83745"/>
                </a:lnTo>
                <a:lnTo>
                  <a:pt x="121818" y="83416"/>
                </a:lnTo>
                <a:lnTo>
                  <a:pt x="122444" y="83063"/>
                </a:lnTo>
                <a:lnTo>
                  <a:pt x="123059" y="82686"/>
                </a:lnTo>
                <a:lnTo>
                  <a:pt x="123663" y="82284"/>
                </a:lnTo>
                <a:lnTo>
                  <a:pt x="124256" y="81858"/>
                </a:lnTo>
                <a:lnTo>
                  <a:pt x="124839" y="81408"/>
                </a:lnTo>
                <a:lnTo>
                  <a:pt x="125410" y="80933"/>
                </a:lnTo>
                <a:lnTo>
                  <a:pt x="125970" y="80434"/>
                </a:lnTo>
                <a:lnTo>
                  <a:pt x="126519" y="79910"/>
                </a:lnTo>
                <a:lnTo>
                  <a:pt x="127057" y="79363"/>
                </a:lnTo>
                <a:lnTo>
                  <a:pt x="127585" y="78790"/>
                </a:lnTo>
                <a:lnTo>
                  <a:pt x="128098" y="78204"/>
                </a:lnTo>
                <a:lnTo>
                  <a:pt x="128594" y="77611"/>
                </a:lnTo>
                <a:lnTo>
                  <a:pt x="129073" y="77014"/>
                </a:lnTo>
                <a:lnTo>
                  <a:pt x="129534" y="76411"/>
                </a:lnTo>
                <a:lnTo>
                  <a:pt x="129978" y="75803"/>
                </a:lnTo>
                <a:lnTo>
                  <a:pt x="130406" y="75189"/>
                </a:lnTo>
                <a:lnTo>
                  <a:pt x="130815" y="74571"/>
                </a:lnTo>
                <a:lnTo>
                  <a:pt x="131208" y="73947"/>
                </a:lnTo>
                <a:lnTo>
                  <a:pt x="131583" y="73317"/>
                </a:lnTo>
                <a:lnTo>
                  <a:pt x="131942" y="72683"/>
                </a:lnTo>
                <a:lnTo>
                  <a:pt x="132283" y="72043"/>
                </a:lnTo>
                <a:lnTo>
                  <a:pt x="132606" y="71398"/>
                </a:lnTo>
                <a:lnTo>
                  <a:pt x="132913" y="70747"/>
                </a:lnTo>
                <a:lnTo>
                  <a:pt x="133202" y="70091"/>
                </a:lnTo>
                <a:lnTo>
                  <a:pt x="133474" y="69430"/>
                </a:lnTo>
                <a:lnTo>
                  <a:pt x="133729" y="68764"/>
                </a:lnTo>
                <a:lnTo>
                  <a:pt x="133967" y="68092"/>
                </a:lnTo>
                <a:lnTo>
                  <a:pt x="134187" y="67415"/>
                </a:lnTo>
                <a:lnTo>
                  <a:pt x="134390" y="66732"/>
                </a:lnTo>
                <a:lnTo>
                  <a:pt x="134576" y="66045"/>
                </a:lnTo>
                <a:lnTo>
                  <a:pt x="134745" y="65352"/>
                </a:lnTo>
                <a:lnTo>
                  <a:pt x="134897" y="64654"/>
                </a:lnTo>
                <a:lnTo>
                  <a:pt x="135031" y="63950"/>
                </a:lnTo>
                <a:lnTo>
                  <a:pt x="135148" y="63241"/>
                </a:lnTo>
                <a:lnTo>
                  <a:pt x="133226" y="61996"/>
                </a:lnTo>
                <a:lnTo>
                  <a:pt x="132992" y="62611"/>
                </a:lnTo>
                <a:lnTo>
                  <a:pt x="132752" y="63211"/>
                </a:lnTo>
                <a:lnTo>
                  <a:pt x="132508" y="63795"/>
                </a:lnTo>
                <a:lnTo>
                  <a:pt x="132259" y="64365"/>
                </a:lnTo>
                <a:lnTo>
                  <a:pt x="132006" y="64919"/>
                </a:lnTo>
                <a:lnTo>
                  <a:pt x="131748" y="65458"/>
                </a:lnTo>
                <a:lnTo>
                  <a:pt x="131486" y="65982"/>
                </a:lnTo>
                <a:lnTo>
                  <a:pt x="131218" y="66490"/>
                </a:lnTo>
                <a:lnTo>
                  <a:pt x="130947" y="66984"/>
                </a:lnTo>
                <a:lnTo>
                  <a:pt x="130670" y="67462"/>
                </a:lnTo>
                <a:lnTo>
                  <a:pt x="130389" y="67924"/>
                </a:lnTo>
                <a:lnTo>
                  <a:pt x="130103" y="68372"/>
                </a:lnTo>
                <a:lnTo>
                  <a:pt x="129813" y="68804"/>
                </a:lnTo>
                <a:lnTo>
                  <a:pt x="129518" y="69221"/>
                </a:lnTo>
                <a:lnTo>
                  <a:pt x="129218" y="69623"/>
                </a:lnTo>
                <a:lnTo>
                  <a:pt x="128914" y="70009"/>
                </a:lnTo>
                <a:lnTo>
                  <a:pt x="128605" y="70381"/>
                </a:lnTo>
                <a:lnTo>
                  <a:pt x="128292" y="70737"/>
                </a:lnTo>
                <a:lnTo>
                  <a:pt x="127974" y="71077"/>
                </a:lnTo>
                <a:lnTo>
                  <a:pt x="127651" y="71403"/>
                </a:lnTo>
                <a:lnTo>
                  <a:pt x="127324" y="71713"/>
                </a:lnTo>
                <a:lnTo>
                  <a:pt x="126992" y="72008"/>
                </a:lnTo>
                <a:lnTo>
                  <a:pt x="126655" y="72288"/>
                </a:lnTo>
                <a:lnTo>
                  <a:pt x="126314" y="72552"/>
                </a:lnTo>
                <a:lnTo>
                  <a:pt x="125968" y="72804"/>
                </a:lnTo>
                <a:lnTo>
                  <a:pt x="125617" y="73045"/>
                </a:lnTo>
                <a:lnTo>
                  <a:pt x="125260" y="73275"/>
                </a:lnTo>
                <a:lnTo>
                  <a:pt x="124899" y="73494"/>
                </a:lnTo>
                <a:lnTo>
                  <a:pt x="124533" y="73703"/>
                </a:lnTo>
                <a:lnTo>
                  <a:pt x="124161" y="73901"/>
                </a:lnTo>
                <a:lnTo>
                  <a:pt x="123785" y="74088"/>
                </a:lnTo>
                <a:lnTo>
                  <a:pt x="123404" y="74265"/>
                </a:lnTo>
                <a:lnTo>
                  <a:pt x="123017" y="74430"/>
                </a:lnTo>
                <a:lnTo>
                  <a:pt x="122625" y="74586"/>
                </a:lnTo>
                <a:lnTo>
                  <a:pt x="122229" y="74730"/>
                </a:lnTo>
                <a:lnTo>
                  <a:pt x="121827" y="74864"/>
                </a:lnTo>
                <a:lnTo>
                  <a:pt x="121420" y="74987"/>
                </a:lnTo>
                <a:lnTo>
                  <a:pt x="121008" y="75099"/>
                </a:lnTo>
                <a:lnTo>
                  <a:pt x="120591" y="75201"/>
                </a:lnTo>
                <a:lnTo>
                  <a:pt x="120169" y="75292"/>
                </a:lnTo>
                <a:lnTo>
                  <a:pt x="119742" y="75372"/>
                </a:lnTo>
                <a:lnTo>
                  <a:pt x="119310" y="75442"/>
                </a:lnTo>
                <a:lnTo>
                  <a:pt x="118873" y="75501"/>
                </a:lnTo>
                <a:lnTo>
                  <a:pt x="118431" y="75549"/>
                </a:lnTo>
                <a:lnTo>
                  <a:pt x="117984" y="75586"/>
                </a:lnTo>
                <a:lnTo>
                  <a:pt x="117531" y="75613"/>
                </a:lnTo>
                <a:lnTo>
                  <a:pt x="117074" y="75629"/>
                </a:lnTo>
                <a:lnTo>
                  <a:pt x="116612" y="75635"/>
                </a:lnTo>
                <a:lnTo>
                  <a:pt x="115918" y="75622"/>
                </a:lnTo>
                <a:lnTo>
                  <a:pt x="115232" y="75585"/>
                </a:lnTo>
                <a:lnTo>
                  <a:pt x="114553" y="75523"/>
                </a:lnTo>
                <a:lnTo>
                  <a:pt x="113882" y="75436"/>
                </a:lnTo>
                <a:lnTo>
                  <a:pt x="113218" y="75324"/>
                </a:lnTo>
                <a:lnTo>
                  <a:pt x="112562" y="75187"/>
                </a:lnTo>
                <a:lnTo>
                  <a:pt x="111914" y="75026"/>
                </a:lnTo>
                <a:lnTo>
                  <a:pt x="111273" y="74839"/>
                </a:lnTo>
                <a:lnTo>
                  <a:pt x="110640" y="74628"/>
                </a:lnTo>
                <a:lnTo>
                  <a:pt x="110014" y="74392"/>
                </a:lnTo>
                <a:lnTo>
                  <a:pt x="109395" y="74131"/>
                </a:lnTo>
                <a:lnTo>
                  <a:pt x="108785" y="73845"/>
                </a:lnTo>
                <a:lnTo>
                  <a:pt x="108181" y="73534"/>
                </a:lnTo>
                <a:lnTo>
                  <a:pt x="107586" y="73199"/>
                </a:lnTo>
                <a:lnTo>
                  <a:pt x="106997" y="72838"/>
                </a:lnTo>
                <a:lnTo>
                  <a:pt x="106417" y="72453"/>
                </a:lnTo>
                <a:lnTo>
                  <a:pt x="105844" y="72043"/>
                </a:lnTo>
                <a:lnTo>
                  <a:pt x="105278" y="71608"/>
                </a:lnTo>
                <a:lnTo>
                  <a:pt x="104720" y="71148"/>
                </a:lnTo>
                <a:lnTo>
                  <a:pt x="104169" y="70663"/>
                </a:lnTo>
                <a:lnTo>
                  <a:pt x="103626" y="70154"/>
                </a:lnTo>
                <a:lnTo>
                  <a:pt x="103091" y="69619"/>
                </a:lnTo>
                <a:lnTo>
                  <a:pt x="102563" y="69060"/>
                </a:lnTo>
                <a:lnTo>
                  <a:pt x="102043" y="68476"/>
                </a:lnTo>
                <a:lnTo>
                  <a:pt x="101537" y="67870"/>
                </a:lnTo>
                <a:lnTo>
                  <a:pt x="101053" y="67245"/>
                </a:lnTo>
                <a:lnTo>
                  <a:pt x="100591" y="66601"/>
                </a:lnTo>
                <a:lnTo>
                  <a:pt x="100150" y="65939"/>
                </a:lnTo>
                <a:lnTo>
                  <a:pt x="99731" y="65258"/>
                </a:lnTo>
                <a:lnTo>
                  <a:pt x="99334" y="64557"/>
                </a:lnTo>
                <a:lnTo>
                  <a:pt x="98959" y="63838"/>
                </a:lnTo>
                <a:lnTo>
                  <a:pt x="98605" y="63100"/>
                </a:lnTo>
                <a:lnTo>
                  <a:pt x="98273" y="62343"/>
                </a:lnTo>
                <a:lnTo>
                  <a:pt x="97963" y="61568"/>
                </a:lnTo>
                <a:lnTo>
                  <a:pt x="97675" y="60773"/>
                </a:lnTo>
                <a:lnTo>
                  <a:pt x="97408" y="59960"/>
                </a:lnTo>
                <a:lnTo>
                  <a:pt x="97164" y="59128"/>
                </a:lnTo>
                <a:lnTo>
                  <a:pt x="96940" y="58276"/>
                </a:lnTo>
                <a:lnTo>
                  <a:pt x="96739" y="57407"/>
                </a:lnTo>
                <a:lnTo>
                  <a:pt x="96559" y="56518"/>
                </a:lnTo>
                <a:lnTo>
                  <a:pt x="96402" y="55610"/>
                </a:lnTo>
                <a:lnTo>
                  <a:pt x="96265" y="54684"/>
                </a:lnTo>
                <a:lnTo>
                  <a:pt x="96151" y="53738"/>
                </a:lnTo>
                <a:lnTo>
                  <a:pt x="96058" y="52774"/>
                </a:lnTo>
                <a:lnTo>
                  <a:pt x="95987" y="51791"/>
                </a:lnTo>
                <a:lnTo>
                  <a:pt x="95938" y="50789"/>
                </a:lnTo>
                <a:lnTo>
                  <a:pt x="95911" y="49768"/>
                </a:lnTo>
                <a:lnTo>
                  <a:pt x="95905" y="48728"/>
                </a:lnTo>
                <a:lnTo>
                  <a:pt x="135148" y="48728"/>
                </a:lnTo>
                <a:lnTo>
                  <a:pt x="135138" y="47860"/>
                </a:lnTo>
                <a:lnTo>
                  <a:pt x="135106" y="47006"/>
                </a:lnTo>
                <a:close/>
                <a:moveTo>
                  <a:pt x="96128" y="43413"/>
                </a:moveTo>
                <a:lnTo>
                  <a:pt x="96226" y="42862"/>
                </a:lnTo>
                <a:lnTo>
                  <a:pt x="96336" y="42321"/>
                </a:lnTo>
                <a:lnTo>
                  <a:pt x="96457" y="41791"/>
                </a:lnTo>
                <a:lnTo>
                  <a:pt x="96590" y="41272"/>
                </a:lnTo>
                <a:lnTo>
                  <a:pt x="96735" y="40764"/>
                </a:lnTo>
                <a:lnTo>
                  <a:pt x="96892" y="40266"/>
                </a:lnTo>
                <a:lnTo>
                  <a:pt x="97060" y="39779"/>
                </a:lnTo>
                <a:lnTo>
                  <a:pt x="97240" y="39303"/>
                </a:lnTo>
                <a:lnTo>
                  <a:pt x="97432" y="38838"/>
                </a:lnTo>
                <a:lnTo>
                  <a:pt x="97635" y="38383"/>
                </a:lnTo>
                <a:lnTo>
                  <a:pt x="97850" y="37940"/>
                </a:lnTo>
                <a:lnTo>
                  <a:pt x="98077" y="37507"/>
                </a:lnTo>
                <a:lnTo>
                  <a:pt x="98316" y="37085"/>
                </a:lnTo>
                <a:lnTo>
                  <a:pt x="98566" y="36673"/>
                </a:lnTo>
                <a:lnTo>
                  <a:pt x="98829" y="36273"/>
                </a:lnTo>
                <a:lnTo>
                  <a:pt x="99102" y="35883"/>
                </a:lnTo>
                <a:lnTo>
                  <a:pt x="99388" y="35504"/>
                </a:lnTo>
                <a:lnTo>
                  <a:pt x="99685" y="35136"/>
                </a:lnTo>
                <a:lnTo>
                  <a:pt x="99994" y="34778"/>
                </a:lnTo>
                <a:lnTo>
                  <a:pt x="100315" y="34431"/>
                </a:lnTo>
                <a:lnTo>
                  <a:pt x="100648" y="34096"/>
                </a:lnTo>
                <a:lnTo>
                  <a:pt x="100988" y="33772"/>
                </a:lnTo>
                <a:lnTo>
                  <a:pt x="101332" y="33462"/>
                </a:lnTo>
                <a:lnTo>
                  <a:pt x="101680" y="33166"/>
                </a:lnTo>
                <a:lnTo>
                  <a:pt x="102031" y="32884"/>
                </a:lnTo>
                <a:lnTo>
                  <a:pt x="102387" y="32615"/>
                </a:lnTo>
                <a:lnTo>
                  <a:pt x="102746" y="32361"/>
                </a:lnTo>
                <a:lnTo>
                  <a:pt x="103109" y="32120"/>
                </a:lnTo>
                <a:lnTo>
                  <a:pt x="103475" y="31892"/>
                </a:lnTo>
                <a:lnTo>
                  <a:pt x="103846" y="31679"/>
                </a:lnTo>
                <a:lnTo>
                  <a:pt x="104220" y="31479"/>
                </a:lnTo>
                <a:lnTo>
                  <a:pt x="104598" y="31293"/>
                </a:lnTo>
                <a:lnTo>
                  <a:pt x="104980" y="31121"/>
                </a:lnTo>
                <a:lnTo>
                  <a:pt x="105365" y="30963"/>
                </a:lnTo>
                <a:lnTo>
                  <a:pt x="105754" y="30818"/>
                </a:lnTo>
                <a:lnTo>
                  <a:pt x="106147" y="30688"/>
                </a:lnTo>
                <a:lnTo>
                  <a:pt x="106544" y="30570"/>
                </a:lnTo>
                <a:lnTo>
                  <a:pt x="106945" y="30467"/>
                </a:lnTo>
                <a:lnTo>
                  <a:pt x="107349" y="30378"/>
                </a:lnTo>
                <a:lnTo>
                  <a:pt x="107757" y="30302"/>
                </a:lnTo>
                <a:lnTo>
                  <a:pt x="108169" y="30240"/>
                </a:lnTo>
                <a:lnTo>
                  <a:pt x="108585" y="30192"/>
                </a:lnTo>
                <a:lnTo>
                  <a:pt x="109004" y="30157"/>
                </a:lnTo>
                <a:lnTo>
                  <a:pt x="109427" y="30137"/>
                </a:lnTo>
                <a:lnTo>
                  <a:pt x="109854" y="30130"/>
                </a:lnTo>
                <a:lnTo>
                  <a:pt x="110133" y="30133"/>
                </a:lnTo>
                <a:lnTo>
                  <a:pt x="110410" y="30143"/>
                </a:lnTo>
                <a:lnTo>
                  <a:pt x="110687" y="30161"/>
                </a:lnTo>
                <a:lnTo>
                  <a:pt x="110962" y="30184"/>
                </a:lnTo>
                <a:lnTo>
                  <a:pt x="111237" y="30215"/>
                </a:lnTo>
                <a:lnTo>
                  <a:pt x="111510" y="30253"/>
                </a:lnTo>
                <a:lnTo>
                  <a:pt x="111783" y="30297"/>
                </a:lnTo>
                <a:lnTo>
                  <a:pt x="112055" y="30349"/>
                </a:lnTo>
                <a:lnTo>
                  <a:pt x="112326" y="30407"/>
                </a:lnTo>
                <a:lnTo>
                  <a:pt x="112595" y="30472"/>
                </a:lnTo>
                <a:lnTo>
                  <a:pt x="112864" y="30543"/>
                </a:lnTo>
                <a:lnTo>
                  <a:pt x="113132" y="30622"/>
                </a:lnTo>
                <a:lnTo>
                  <a:pt x="113399" y="30707"/>
                </a:lnTo>
                <a:lnTo>
                  <a:pt x="113665" y="30800"/>
                </a:lnTo>
                <a:lnTo>
                  <a:pt x="113930" y="30899"/>
                </a:lnTo>
                <a:lnTo>
                  <a:pt x="114194" y="31005"/>
                </a:lnTo>
                <a:lnTo>
                  <a:pt x="114457" y="31117"/>
                </a:lnTo>
                <a:lnTo>
                  <a:pt x="114719" y="31237"/>
                </a:lnTo>
                <a:lnTo>
                  <a:pt x="114980" y="31363"/>
                </a:lnTo>
                <a:lnTo>
                  <a:pt x="115240" y="31497"/>
                </a:lnTo>
                <a:lnTo>
                  <a:pt x="115499" y="31637"/>
                </a:lnTo>
                <a:lnTo>
                  <a:pt x="115757" y="31784"/>
                </a:lnTo>
                <a:lnTo>
                  <a:pt x="116014" y="31938"/>
                </a:lnTo>
                <a:lnTo>
                  <a:pt x="116271" y="32098"/>
                </a:lnTo>
                <a:lnTo>
                  <a:pt x="116524" y="32265"/>
                </a:lnTo>
                <a:lnTo>
                  <a:pt x="116772" y="32436"/>
                </a:lnTo>
                <a:lnTo>
                  <a:pt x="117014" y="32613"/>
                </a:lnTo>
                <a:lnTo>
                  <a:pt x="117251" y="32795"/>
                </a:lnTo>
                <a:lnTo>
                  <a:pt x="117483" y="32982"/>
                </a:lnTo>
                <a:lnTo>
                  <a:pt x="117710" y="33174"/>
                </a:lnTo>
                <a:lnTo>
                  <a:pt x="117931" y="33371"/>
                </a:lnTo>
                <a:lnTo>
                  <a:pt x="118148" y="33573"/>
                </a:lnTo>
                <a:lnTo>
                  <a:pt x="118359" y="33781"/>
                </a:lnTo>
                <a:lnTo>
                  <a:pt x="118564" y="33993"/>
                </a:lnTo>
                <a:lnTo>
                  <a:pt x="118765" y="34211"/>
                </a:lnTo>
                <a:lnTo>
                  <a:pt x="118960" y="34434"/>
                </a:lnTo>
                <a:lnTo>
                  <a:pt x="119149" y="34662"/>
                </a:lnTo>
                <a:lnTo>
                  <a:pt x="119334" y="34895"/>
                </a:lnTo>
                <a:lnTo>
                  <a:pt x="119513" y="35134"/>
                </a:lnTo>
                <a:lnTo>
                  <a:pt x="119687" y="35377"/>
                </a:lnTo>
                <a:lnTo>
                  <a:pt x="119856" y="35626"/>
                </a:lnTo>
                <a:lnTo>
                  <a:pt x="120019" y="35879"/>
                </a:lnTo>
                <a:lnTo>
                  <a:pt x="120178" y="36138"/>
                </a:lnTo>
                <a:lnTo>
                  <a:pt x="120330" y="36402"/>
                </a:lnTo>
                <a:lnTo>
                  <a:pt x="120478" y="36671"/>
                </a:lnTo>
                <a:lnTo>
                  <a:pt x="120620" y="36945"/>
                </a:lnTo>
                <a:lnTo>
                  <a:pt x="120757" y="37225"/>
                </a:lnTo>
                <a:lnTo>
                  <a:pt x="120889" y="37509"/>
                </a:lnTo>
                <a:lnTo>
                  <a:pt x="120971" y="37699"/>
                </a:lnTo>
                <a:lnTo>
                  <a:pt x="121050" y="37900"/>
                </a:lnTo>
                <a:lnTo>
                  <a:pt x="121127" y="38112"/>
                </a:lnTo>
                <a:lnTo>
                  <a:pt x="121201" y="38336"/>
                </a:lnTo>
                <a:lnTo>
                  <a:pt x="121273" y="38570"/>
                </a:lnTo>
                <a:lnTo>
                  <a:pt x="121343" y="38815"/>
                </a:lnTo>
                <a:lnTo>
                  <a:pt x="121410" y="39072"/>
                </a:lnTo>
                <a:lnTo>
                  <a:pt x="121475" y="39340"/>
                </a:lnTo>
                <a:lnTo>
                  <a:pt x="121537" y="39618"/>
                </a:lnTo>
                <a:lnTo>
                  <a:pt x="121597" y="39908"/>
                </a:lnTo>
                <a:lnTo>
                  <a:pt x="121655" y="40209"/>
                </a:lnTo>
                <a:lnTo>
                  <a:pt x="121711" y="40521"/>
                </a:lnTo>
                <a:lnTo>
                  <a:pt x="121764" y="40845"/>
                </a:lnTo>
                <a:lnTo>
                  <a:pt x="121814" y="41179"/>
                </a:lnTo>
                <a:lnTo>
                  <a:pt x="121863" y="41524"/>
                </a:lnTo>
                <a:lnTo>
                  <a:pt x="121909" y="41881"/>
                </a:lnTo>
                <a:lnTo>
                  <a:pt x="121952" y="42248"/>
                </a:lnTo>
                <a:lnTo>
                  <a:pt x="121994" y="42627"/>
                </a:lnTo>
                <a:lnTo>
                  <a:pt x="122032" y="43017"/>
                </a:lnTo>
                <a:lnTo>
                  <a:pt x="122069" y="43418"/>
                </a:lnTo>
                <a:lnTo>
                  <a:pt x="122103" y="43830"/>
                </a:lnTo>
                <a:lnTo>
                  <a:pt x="122135" y="44253"/>
                </a:lnTo>
                <a:lnTo>
                  <a:pt x="122164" y="44687"/>
                </a:lnTo>
                <a:lnTo>
                  <a:pt x="122191" y="45133"/>
                </a:lnTo>
                <a:lnTo>
                  <a:pt x="95905" y="45133"/>
                </a:lnTo>
                <a:lnTo>
                  <a:pt x="95968" y="44549"/>
                </a:lnTo>
                <a:lnTo>
                  <a:pt x="96042" y="43976"/>
                </a:lnTo>
                <a:lnTo>
                  <a:pt x="96128" y="43413"/>
                </a:lnTo>
                <a:close/>
                <a:moveTo>
                  <a:pt x="208672" y="29523"/>
                </a:moveTo>
                <a:lnTo>
                  <a:pt x="209117" y="29542"/>
                </a:lnTo>
                <a:lnTo>
                  <a:pt x="209549" y="29567"/>
                </a:lnTo>
                <a:lnTo>
                  <a:pt x="209968" y="29597"/>
                </a:lnTo>
                <a:lnTo>
                  <a:pt x="210373" y="29633"/>
                </a:lnTo>
                <a:lnTo>
                  <a:pt x="210765" y="29674"/>
                </a:lnTo>
                <a:lnTo>
                  <a:pt x="211144" y="29721"/>
                </a:lnTo>
                <a:lnTo>
                  <a:pt x="211510" y="29774"/>
                </a:lnTo>
                <a:lnTo>
                  <a:pt x="211862" y="29832"/>
                </a:lnTo>
                <a:lnTo>
                  <a:pt x="212201" y="29896"/>
                </a:lnTo>
                <a:lnTo>
                  <a:pt x="212527" y="29965"/>
                </a:lnTo>
                <a:lnTo>
                  <a:pt x="212840" y="30040"/>
                </a:lnTo>
                <a:lnTo>
                  <a:pt x="213140" y="30121"/>
                </a:lnTo>
                <a:lnTo>
                  <a:pt x="213426" y="30207"/>
                </a:lnTo>
                <a:lnTo>
                  <a:pt x="213699" y="30299"/>
                </a:lnTo>
                <a:lnTo>
                  <a:pt x="213959" y="30397"/>
                </a:lnTo>
                <a:lnTo>
                  <a:pt x="214205" y="30500"/>
                </a:lnTo>
                <a:lnTo>
                  <a:pt x="214438" y="30609"/>
                </a:lnTo>
                <a:lnTo>
                  <a:pt x="214658" y="30723"/>
                </a:lnTo>
                <a:lnTo>
                  <a:pt x="214865" y="30843"/>
                </a:lnTo>
                <a:lnTo>
                  <a:pt x="215059" y="30969"/>
                </a:lnTo>
                <a:lnTo>
                  <a:pt x="215239" y="31100"/>
                </a:lnTo>
                <a:lnTo>
                  <a:pt x="215406" y="31237"/>
                </a:lnTo>
                <a:lnTo>
                  <a:pt x="215560" y="31379"/>
                </a:lnTo>
                <a:lnTo>
                  <a:pt x="215704" y="31530"/>
                </a:lnTo>
                <a:lnTo>
                  <a:pt x="215842" y="31692"/>
                </a:lnTo>
                <a:lnTo>
                  <a:pt x="215974" y="31865"/>
                </a:lnTo>
                <a:lnTo>
                  <a:pt x="216100" y="32049"/>
                </a:lnTo>
                <a:lnTo>
                  <a:pt x="216220" y="32245"/>
                </a:lnTo>
                <a:lnTo>
                  <a:pt x="216333" y="32451"/>
                </a:lnTo>
                <a:lnTo>
                  <a:pt x="216441" y="32669"/>
                </a:lnTo>
                <a:lnTo>
                  <a:pt x="216542" y="32897"/>
                </a:lnTo>
                <a:lnTo>
                  <a:pt x="216637" y="33137"/>
                </a:lnTo>
                <a:lnTo>
                  <a:pt x="216726" y="33388"/>
                </a:lnTo>
                <a:lnTo>
                  <a:pt x="216809" y="33650"/>
                </a:lnTo>
                <a:lnTo>
                  <a:pt x="216885" y="33923"/>
                </a:lnTo>
                <a:lnTo>
                  <a:pt x="216956" y="34207"/>
                </a:lnTo>
                <a:lnTo>
                  <a:pt x="217020" y="34502"/>
                </a:lnTo>
                <a:lnTo>
                  <a:pt x="217079" y="34808"/>
                </a:lnTo>
                <a:lnTo>
                  <a:pt x="217131" y="35126"/>
                </a:lnTo>
                <a:lnTo>
                  <a:pt x="217177" y="35454"/>
                </a:lnTo>
                <a:lnTo>
                  <a:pt x="217217" y="35794"/>
                </a:lnTo>
                <a:lnTo>
                  <a:pt x="217250" y="36145"/>
                </a:lnTo>
                <a:lnTo>
                  <a:pt x="217278" y="36507"/>
                </a:lnTo>
                <a:lnTo>
                  <a:pt x="217299" y="36880"/>
                </a:lnTo>
                <a:lnTo>
                  <a:pt x="217315" y="37264"/>
                </a:lnTo>
                <a:lnTo>
                  <a:pt x="217324" y="37659"/>
                </a:lnTo>
                <a:lnTo>
                  <a:pt x="217327" y="38065"/>
                </a:lnTo>
                <a:lnTo>
                  <a:pt x="217327" y="70169"/>
                </a:lnTo>
                <a:lnTo>
                  <a:pt x="216942" y="70557"/>
                </a:lnTo>
                <a:lnTo>
                  <a:pt x="216561" y="70934"/>
                </a:lnTo>
                <a:lnTo>
                  <a:pt x="216184" y="71301"/>
                </a:lnTo>
                <a:lnTo>
                  <a:pt x="215812" y="71657"/>
                </a:lnTo>
                <a:lnTo>
                  <a:pt x="215445" y="72003"/>
                </a:lnTo>
                <a:lnTo>
                  <a:pt x="215082" y="72338"/>
                </a:lnTo>
                <a:lnTo>
                  <a:pt x="214723" y="72662"/>
                </a:lnTo>
                <a:lnTo>
                  <a:pt x="214368" y="72976"/>
                </a:lnTo>
                <a:lnTo>
                  <a:pt x="214019" y="73280"/>
                </a:lnTo>
                <a:lnTo>
                  <a:pt x="213673" y="73572"/>
                </a:lnTo>
                <a:lnTo>
                  <a:pt x="213332" y="73855"/>
                </a:lnTo>
                <a:lnTo>
                  <a:pt x="212995" y="74126"/>
                </a:lnTo>
                <a:lnTo>
                  <a:pt x="212663" y="74387"/>
                </a:lnTo>
                <a:lnTo>
                  <a:pt x="212335" y="74638"/>
                </a:lnTo>
                <a:lnTo>
                  <a:pt x="212011" y="74878"/>
                </a:lnTo>
                <a:lnTo>
                  <a:pt x="211692" y="75107"/>
                </a:lnTo>
                <a:lnTo>
                  <a:pt x="211378" y="75326"/>
                </a:lnTo>
                <a:lnTo>
                  <a:pt x="211067" y="75535"/>
                </a:lnTo>
                <a:lnTo>
                  <a:pt x="210762" y="75732"/>
                </a:lnTo>
                <a:lnTo>
                  <a:pt x="210460" y="75919"/>
                </a:lnTo>
                <a:lnTo>
                  <a:pt x="210163" y="76096"/>
                </a:lnTo>
                <a:lnTo>
                  <a:pt x="209871" y="76262"/>
                </a:lnTo>
                <a:lnTo>
                  <a:pt x="209582" y="76418"/>
                </a:lnTo>
                <a:lnTo>
                  <a:pt x="209299" y="76563"/>
                </a:lnTo>
                <a:lnTo>
                  <a:pt x="209018" y="76699"/>
                </a:lnTo>
                <a:lnTo>
                  <a:pt x="208740" y="76830"/>
                </a:lnTo>
                <a:lnTo>
                  <a:pt x="208465" y="76955"/>
                </a:lnTo>
                <a:lnTo>
                  <a:pt x="208192" y="77075"/>
                </a:lnTo>
                <a:lnTo>
                  <a:pt x="207922" y="77188"/>
                </a:lnTo>
                <a:lnTo>
                  <a:pt x="207654" y="77296"/>
                </a:lnTo>
                <a:lnTo>
                  <a:pt x="207388" y="77398"/>
                </a:lnTo>
                <a:lnTo>
                  <a:pt x="207125" y="77494"/>
                </a:lnTo>
                <a:lnTo>
                  <a:pt x="206865" y="77584"/>
                </a:lnTo>
                <a:lnTo>
                  <a:pt x="206607" y="77668"/>
                </a:lnTo>
                <a:lnTo>
                  <a:pt x="206351" y="77747"/>
                </a:lnTo>
                <a:lnTo>
                  <a:pt x="206098" y="77819"/>
                </a:lnTo>
                <a:lnTo>
                  <a:pt x="205847" y="77886"/>
                </a:lnTo>
                <a:lnTo>
                  <a:pt x="205599" y="77947"/>
                </a:lnTo>
                <a:lnTo>
                  <a:pt x="205354" y="78003"/>
                </a:lnTo>
                <a:lnTo>
                  <a:pt x="205110" y="78052"/>
                </a:lnTo>
                <a:lnTo>
                  <a:pt x="204870" y="78096"/>
                </a:lnTo>
                <a:lnTo>
                  <a:pt x="204632" y="78134"/>
                </a:lnTo>
                <a:lnTo>
                  <a:pt x="204396" y="78166"/>
                </a:lnTo>
                <a:lnTo>
                  <a:pt x="204162" y="78192"/>
                </a:lnTo>
                <a:lnTo>
                  <a:pt x="203932" y="78212"/>
                </a:lnTo>
                <a:lnTo>
                  <a:pt x="203703" y="78227"/>
                </a:lnTo>
                <a:lnTo>
                  <a:pt x="203477" y="78235"/>
                </a:lnTo>
                <a:lnTo>
                  <a:pt x="203254" y="78238"/>
                </a:lnTo>
                <a:lnTo>
                  <a:pt x="202931" y="78234"/>
                </a:lnTo>
                <a:lnTo>
                  <a:pt x="202611" y="78221"/>
                </a:lnTo>
                <a:lnTo>
                  <a:pt x="202296" y="78200"/>
                </a:lnTo>
                <a:lnTo>
                  <a:pt x="201984" y="78169"/>
                </a:lnTo>
                <a:lnTo>
                  <a:pt x="201676" y="78131"/>
                </a:lnTo>
                <a:lnTo>
                  <a:pt x="201373" y="78083"/>
                </a:lnTo>
                <a:lnTo>
                  <a:pt x="201073" y="78027"/>
                </a:lnTo>
                <a:lnTo>
                  <a:pt x="200778" y="77963"/>
                </a:lnTo>
                <a:lnTo>
                  <a:pt x="200486" y="77889"/>
                </a:lnTo>
                <a:lnTo>
                  <a:pt x="200198" y="77807"/>
                </a:lnTo>
                <a:lnTo>
                  <a:pt x="199915" y="77717"/>
                </a:lnTo>
                <a:lnTo>
                  <a:pt x="199635" y="77618"/>
                </a:lnTo>
                <a:lnTo>
                  <a:pt x="199359" y="77510"/>
                </a:lnTo>
                <a:lnTo>
                  <a:pt x="199088" y="77394"/>
                </a:lnTo>
                <a:lnTo>
                  <a:pt x="198820" y="77269"/>
                </a:lnTo>
                <a:lnTo>
                  <a:pt x="198556" y="77135"/>
                </a:lnTo>
                <a:lnTo>
                  <a:pt x="198296" y="76993"/>
                </a:lnTo>
                <a:lnTo>
                  <a:pt x="198041" y="76842"/>
                </a:lnTo>
                <a:lnTo>
                  <a:pt x="197789" y="76683"/>
                </a:lnTo>
                <a:lnTo>
                  <a:pt x="197541" y="76515"/>
                </a:lnTo>
                <a:lnTo>
                  <a:pt x="197297" y="76338"/>
                </a:lnTo>
                <a:lnTo>
                  <a:pt x="197057" y="76153"/>
                </a:lnTo>
                <a:lnTo>
                  <a:pt x="196821" y="75959"/>
                </a:lnTo>
                <a:lnTo>
                  <a:pt x="196590" y="75757"/>
                </a:lnTo>
                <a:lnTo>
                  <a:pt x="196364" y="75540"/>
                </a:lnTo>
                <a:lnTo>
                  <a:pt x="196149" y="75305"/>
                </a:lnTo>
                <a:lnTo>
                  <a:pt x="195943" y="75050"/>
                </a:lnTo>
                <a:lnTo>
                  <a:pt x="195747" y="74777"/>
                </a:lnTo>
                <a:lnTo>
                  <a:pt x="195560" y="74485"/>
                </a:lnTo>
                <a:lnTo>
                  <a:pt x="195383" y="74173"/>
                </a:lnTo>
                <a:lnTo>
                  <a:pt x="195215" y="73843"/>
                </a:lnTo>
                <a:lnTo>
                  <a:pt x="195057" y="73494"/>
                </a:lnTo>
                <a:lnTo>
                  <a:pt x="194908" y="73126"/>
                </a:lnTo>
                <a:lnTo>
                  <a:pt x="194769" y="72739"/>
                </a:lnTo>
                <a:lnTo>
                  <a:pt x="194640" y="72333"/>
                </a:lnTo>
                <a:lnTo>
                  <a:pt x="194520" y="71908"/>
                </a:lnTo>
                <a:lnTo>
                  <a:pt x="194410" y="71464"/>
                </a:lnTo>
                <a:lnTo>
                  <a:pt x="194310" y="71001"/>
                </a:lnTo>
                <a:lnTo>
                  <a:pt x="194219" y="70519"/>
                </a:lnTo>
                <a:lnTo>
                  <a:pt x="194137" y="70018"/>
                </a:lnTo>
                <a:lnTo>
                  <a:pt x="194065" y="69498"/>
                </a:lnTo>
                <a:lnTo>
                  <a:pt x="194003" y="68959"/>
                </a:lnTo>
                <a:lnTo>
                  <a:pt x="193950" y="68401"/>
                </a:lnTo>
                <a:lnTo>
                  <a:pt x="193907" y="67824"/>
                </a:lnTo>
                <a:lnTo>
                  <a:pt x="193874" y="67229"/>
                </a:lnTo>
                <a:lnTo>
                  <a:pt x="193850" y="66614"/>
                </a:lnTo>
                <a:lnTo>
                  <a:pt x="193836" y="65980"/>
                </a:lnTo>
                <a:lnTo>
                  <a:pt x="193831" y="65328"/>
                </a:lnTo>
                <a:lnTo>
                  <a:pt x="193831" y="27278"/>
                </a:lnTo>
                <a:lnTo>
                  <a:pt x="173930" y="27278"/>
                </a:lnTo>
                <a:lnTo>
                  <a:pt x="173930" y="29510"/>
                </a:lnTo>
                <a:lnTo>
                  <a:pt x="174297" y="29506"/>
                </a:lnTo>
                <a:lnTo>
                  <a:pt x="174655" y="29506"/>
                </a:lnTo>
                <a:lnTo>
                  <a:pt x="175003" y="29509"/>
                </a:lnTo>
                <a:lnTo>
                  <a:pt x="175341" y="29514"/>
                </a:lnTo>
                <a:lnTo>
                  <a:pt x="175670" y="29523"/>
                </a:lnTo>
                <a:lnTo>
                  <a:pt x="175990" y="29535"/>
                </a:lnTo>
                <a:lnTo>
                  <a:pt x="176299" y="29551"/>
                </a:lnTo>
                <a:lnTo>
                  <a:pt x="176599" y="29569"/>
                </a:lnTo>
                <a:lnTo>
                  <a:pt x="176890" y="29591"/>
                </a:lnTo>
                <a:lnTo>
                  <a:pt x="177171" y="29615"/>
                </a:lnTo>
                <a:lnTo>
                  <a:pt x="177442" y="29643"/>
                </a:lnTo>
                <a:lnTo>
                  <a:pt x="177704" y="29674"/>
                </a:lnTo>
                <a:lnTo>
                  <a:pt x="177956" y="29708"/>
                </a:lnTo>
                <a:lnTo>
                  <a:pt x="178199" y="29745"/>
                </a:lnTo>
                <a:lnTo>
                  <a:pt x="178432" y="29786"/>
                </a:lnTo>
                <a:lnTo>
                  <a:pt x="178656" y="29829"/>
                </a:lnTo>
                <a:lnTo>
                  <a:pt x="178870" y="29876"/>
                </a:lnTo>
                <a:lnTo>
                  <a:pt x="179074" y="29926"/>
                </a:lnTo>
                <a:lnTo>
                  <a:pt x="179269" y="29979"/>
                </a:lnTo>
                <a:lnTo>
                  <a:pt x="179454" y="30035"/>
                </a:lnTo>
                <a:lnTo>
                  <a:pt x="179629" y="30094"/>
                </a:lnTo>
                <a:lnTo>
                  <a:pt x="179795" y="30156"/>
                </a:lnTo>
                <a:lnTo>
                  <a:pt x="179952" y="30222"/>
                </a:lnTo>
                <a:lnTo>
                  <a:pt x="180099" y="30291"/>
                </a:lnTo>
                <a:lnTo>
                  <a:pt x="180239" y="30362"/>
                </a:lnTo>
                <a:lnTo>
                  <a:pt x="180377" y="30436"/>
                </a:lnTo>
                <a:lnTo>
                  <a:pt x="180512" y="30513"/>
                </a:lnTo>
                <a:lnTo>
                  <a:pt x="180644" y="30592"/>
                </a:lnTo>
                <a:lnTo>
                  <a:pt x="180773" y="30673"/>
                </a:lnTo>
                <a:lnTo>
                  <a:pt x="180899" y="30757"/>
                </a:lnTo>
                <a:lnTo>
                  <a:pt x="181022" y="30843"/>
                </a:lnTo>
                <a:lnTo>
                  <a:pt x="181142" y="30932"/>
                </a:lnTo>
                <a:lnTo>
                  <a:pt x="181260" y="31024"/>
                </a:lnTo>
                <a:lnTo>
                  <a:pt x="181374" y="31118"/>
                </a:lnTo>
                <a:lnTo>
                  <a:pt x="181486" y="31214"/>
                </a:lnTo>
                <a:lnTo>
                  <a:pt x="181594" y="31313"/>
                </a:lnTo>
                <a:lnTo>
                  <a:pt x="181700" y="31414"/>
                </a:lnTo>
                <a:lnTo>
                  <a:pt x="181803" y="31518"/>
                </a:lnTo>
                <a:lnTo>
                  <a:pt x="181903" y="31625"/>
                </a:lnTo>
                <a:lnTo>
                  <a:pt x="182000" y="31734"/>
                </a:lnTo>
                <a:lnTo>
                  <a:pt x="182094" y="31845"/>
                </a:lnTo>
                <a:lnTo>
                  <a:pt x="182185" y="31959"/>
                </a:lnTo>
                <a:lnTo>
                  <a:pt x="182274" y="32075"/>
                </a:lnTo>
                <a:lnTo>
                  <a:pt x="182359" y="32194"/>
                </a:lnTo>
                <a:lnTo>
                  <a:pt x="182441" y="32316"/>
                </a:lnTo>
                <a:lnTo>
                  <a:pt x="182521" y="32440"/>
                </a:lnTo>
                <a:lnTo>
                  <a:pt x="182598" y="32566"/>
                </a:lnTo>
                <a:lnTo>
                  <a:pt x="182672" y="32695"/>
                </a:lnTo>
                <a:lnTo>
                  <a:pt x="182742" y="32829"/>
                </a:lnTo>
                <a:lnTo>
                  <a:pt x="182810" y="32972"/>
                </a:lnTo>
                <a:lnTo>
                  <a:pt x="182875" y="33124"/>
                </a:lnTo>
                <a:lnTo>
                  <a:pt x="182937" y="33284"/>
                </a:lnTo>
                <a:lnTo>
                  <a:pt x="182996" y="33453"/>
                </a:lnTo>
                <a:lnTo>
                  <a:pt x="183051" y="33631"/>
                </a:lnTo>
                <a:lnTo>
                  <a:pt x="183104" y="33817"/>
                </a:lnTo>
                <a:lnTo>
                  <a:pt x="183154" y="34012"/>
                </a:lnTo>
                <a:lnTo>
                  <a:pt x="183200" y="34216"/>
                </a:lnTo>
                <a:lnTo>
                  <a:pt x="183244" y="34428"/>
                </a:lnTo>
                <a:lnTo>
                  <a:pt x="183285" y="34649"/>
                </a:lnTo>
                <a:lnTo>
                  <a:pt x="183322" y="34879"/>
                </a:lnTo>
                <a:lnTo>
                  <a:pt x="183357" y="35118"/>
                </a:lnTo>
                <a:lnTo>
                  <a:pt x="183389" y="35365"/>
                </a:lnTo>
                <a:lnTo>
                  <a:pt x="183417" y="35621"/>
                </a:lnTo>
                <a:lnTo>
                  <a:pt x="183443" y="35885"/>
                </a:lnTo>
                <a:lnTo>
                  <a:pt x="183466" y="36158"/>
                </a:lnTo>
                <a:lnTo>
                  <a:pt x="183485" y="36440"/>
                </a:lnTo>
                <a:lnTo>
                  <a:pt x="183502" y="36731"/>
                </a:lnTo>
                <a:lnTo>
                  <a:pt x="183515" y="37030"/>
                </a:lnTo>
                <a:lnTo>
                  <a:pt x="183526" y="37338"/>
                </a:lnTo>
                <a:lnTo>
                  <a:pt x="183533" y="37654"/>
                </a:lnTo>
                <a:lnTo>
                  <a:pt x="183538" y="37979"/>
                </a:lnTo>
                <a:lnTo>
                  <a:pt x="183539" y="38313"/>
                </a:lnTo>
                <a:lnTo>
                  <a:pt x="183539" y="63669"/>
                </a:lnTo>
                <a:lnTo>
                  <a:pt x="183542" y="64324"/>
                </a:lnTo>
                <a:lnTo>
                  <a:pt x="183549" y="64967"/>
                </a:lnTo>
                <a:lnTo>
                  <a:pt x="183561" y="65597"/>
                </a:lnTo>
                <a:lnTo>
                  <a:pt x="183577" y="66215"/>
                </a:lnTo>
                <a:lnTo>
                  <a:pt x="183599" y="66820"/>
                </a:lnTo>
                <a:lnTo>
                  <a:pt x="183625" y="67412"/>
                </a:lnTo>
                <a:lnTo>
                  <a:pt x="183656" y="67993"/>
                </a:lnTo>
                <a:lnTo>
                  <a:pt x="183691" y="68560"/>
                </a:lnTo>
                <a:lnTo>
                  <a:pt x="183731" y="69115"/>
                </a:lnTo>
                <a:lnTo>
                  <a:pt x="183776" y="69658"/>
                </a:lnTo>
                <a:lnTo>
                  <a:pt x="183826" y="70188"/>
                </a:lnTo>
                <a:lnTo>
                  <a:pt x="183880" y="70706"/>
                </a:lnTo>
                <a:lnTo>
                  <a:pt x="183940" y="71211"/>
                </a:lnTo>
                <a:lnTo>
                  <a:pt x="184004" y="71704"/>
                </a:lnTo>
                <a:lnTo>
                  <a:pt x="184072" y="72184"/>
                </a:lnTo>
                <a:lnTo>
                  <a:pt x="184146" y="72652"/>
                </a:lnTo>
                <a:lnTo>
                  <a:pt x="184224" y="73107"/>
                </a:lnTo>
                <a:lnTo>
                  <a:pt x="184307" y="73550"/>
                </a:lnTo>
                <a:lnTo>
                  <a:pt x="184394" y="73980"/>
                </a:lnTo>
                <a:lnTo>
                  <a:pt x="184487" y="74398"/>
                </a:lnTo>
                <a:lnTo>
                  <a:pt x="184584" y="74803"/>
                </a:lnTo>
                <a:lnTo>
                  <a:pt x="184686" y="75196"/>
                </a:lnTo>
                <a:lnTo>
                  <a:pt x="184792" y="75577"/>
                </a:lnTo>
                <a:lnTo>
                  <a:pt x="184903" y="75945"/>
                </a:lnTo>
                <a:lnTo>
                  <a:pt x="185021" y="76303"/>
                </a:lnTo>
                <a:lnTo>
                  <a:pt x="185146" y="76657"/>
                </a:lnTo>
                <a:lnTo>
                  <a:pt x="185278" y="77005"/>
                </a:lnTo>
                <a:lnTo>
                  <a:pt x="185417" y="77347"/>
                </a:lnTo>
                <a:lnTo>
                  <a:pt x="185565" y="77684"/>
                </a:lnTo>
                <a:lnTo>
                  <a:pt x="185719" y="78016"/>
                </a:lnTo>
                <a:lnTo>
                  <a:pt x="185881" y="78342"/>
                </a:lnTo>
                <a:lnTo>
                  <a:pt x="186050" y="78662"/>
                </a:lnTo>
                <a:lnTo>
                  <a:pt x="186227" y="78977"/>
                </a:lnTo>
                <a:lnTo>
                  <a:pt x="186411" y="79286"/>
                </a:lnTo>
                <a:lnTo>
                  <a:pt x="186603" y="79590"/>
                </a:lnTo>
                <a:lnTo>
                  <a:pt x="186802" y="79889"/>
                </a:lnTo>
                <a:lnTo>
                  <a:pt x="187008" y="80182"/>
                </a:lnTo>
                <a:lnTo>
                  <a:pt x="187222" y="80470"/>
                </a:lnTo>
                <a:lnTo>
                  <a:pt x="187444" y="80752"/>
                </a:lnTo>
                <a:lnTo>
                  <a:pt x="187673" y="81028"/>
                </a:lnTo>
                <a:lnTo>
                  <a:pt x="187909" y="81299"/>
                </a:lnTo>
                <a:lnTo>
                  <a:pt x="188152" y="81565"/>
                </a:lnTo>
                <a:lnTo>
                  <a:pt x="188403" y="81825"/>
                </a:lnTo>
                <a:lnTo>
                  <a:pt x="188662" y="82079"/>
                </a:lnTo>
                <a:lnTo>
                  <a:pt x="188928" y="82329"/>
                </a:lnTo>
                <a:lnTo>
                  <a:pt x="189201" y="82572"/>
                </a:lnTo>
                <a:lnTo>
                  <a:pt x="189482" y="82810"/>
                </a:lnTo>
                <a:lnTo>
                  <a:pt x="189770" y="83043"/>
                </a:lnTo>
                <a:lnTo>
                  <a:pt x="190064" y="83268"/>
                </a:lnTo>
                <a:lnTo>
                  <a:pt x="190363" y="83484"/>
                </a:lnTo>
                <a:lnTo>
                  <a:pt x="190666" y="83690"/>
                </a:lnTo>
                <a:lnTo>
                  <a:pt x="190973" y="83886"/>
                </a:lnTo>
                <a:lnTo>
                  <a:pt x="191285" y="84073"/>
                </a:lnTo>
                <a:lnTo>
                  <a:pt x="191601" y="84250"/>
                </a:lnTo>
                <a:lnTo>
                  <a:pt x="191921" y="84418"/>
                </a:lnTo>
                <a:lnTo>
                  <a:pt x="192246" y="84576"/>
                </a:lnTo>
                <a:lnTo>
                  <a:pt x="192576" y="84724"/>
                </a:lnTo>
                <a:lnTo>
                  <a:pt x="192910" y="84863"/>
                </a:lnTo>
                <a:lnTo>
                  <a:pt x="193248" y="84992"/>
                </a:lnTo>
                <a:lnTo>
                  <a:pt x="193590" y="85112"/>
                </a:lnTo>
                <a:lnTo>
                  <a:pt x="193938" y="85222"/>
                </a:lnTo>
                <a:lnTo>
                  <a:pt x="194289" y="85323"/>
                </a:lnTo>
                <a:lnTo>
                  <a:pt x="194645" y="85414"/>
                </a:lnTo>
                <a:lnTo>
                  <a:pt x="195005" y="85495"/>
                </a:lnTo>
                <a:lnTo>
                  <a:pt x="195370" y="85567"/>
                </a:lnTo>
                <a:lnTo>
                  <a:pt x="195739" y="85629"/>
                </a:lnTo>
                <a:lnTo>
                  <a:pt x="196113" y="85682"/>
                </a:lnTo>
                <a:lnTo>
                  <a:pt x="196491" y="85725"/>
                </a:lnTo>
                <a:lnTo>
                  <a:pt x="196873" y="85759"/>
                </a:lnTo>
                <a:lnTo>
                  <a:pt x="197260" y="85783"/>
                </a:lnTo>
                <a:lnTo>
                  <a:pt x="197651" y="85797"/>
                </a:lnTo>
                <a:lnTo>
                  <a:pt x="198046" y="85802"/>
                </a:lnTo>
                <a:lnTo>
                  <a:pt x="198402" y="85798"/>
                </a:lnTo>
                <a:lnTo>
                  <a:pt x="198756" y="85788"/>
                </a:lnTo>
                <a:lnTo>
                  <a:pt x="199109" y="85770"/>
                </a:lnTo>
                <a:lnTo>
                  <a:pt x="199460" y="85745"/>
                </a:lnTo>
                <a:lnTo>
                  <a:pt x="199810" y="85713"/>
                </a:lnTo>
                <a:lnTo>
                  <a:pt x="200158" y="85675"/>
                </a:lnTo>
                <a:lnTo>
                  <a:pt x="200505" y="85629"/>
                </a:lnTo>
                <a:lnTo>
                  <a:pt x="200850" y="85576"/>
                </a:lnTo>
                <a:lnTo>
                  <a:pt x="201194" y="85515"/>
                </a:lnTo>
                <a:lnTo>
                  <a:pt x="201536" y="85448"/>
                </a:lnTo>
                <a:lnTo>
                  <a:pt x="201876" y="85374"/>
                </a:lnTo>
                <a:lnTo>
                  <a:pt x="202216" y="85293"/>
                </a:lnTo>
                <a:lnTo>
                  <a:pt x="202553" y="85204"/>
                </a:lnTo>
                <a:lnTo>
                  <a:pt x="202889" y="85109"/>
                </a:lnTo>
                <a:lnTo>
                  <a:pt x="203224" y="85006"/>
                </a:lnTo>
                <a:lnTo>
                  <a:pt x="203557" y="84897"/>
                </a:lnTo>
                <a:lnTo>
                  <a:pt x="203889" y="84780"/>
                </a:lnTo>
                <a:lnTo>
                  <a:pt x="204219" y="84656"/>
                </a:lnTo>
                <a:lnTo>
                  <a:pt x="204547" y="84526"/>
                </a:lnTo>
                <a:lnTo>
                  <a:pt x="204875" y="84388"/>
                </a:lnTo>
                <a:lnTo>
                  <a:pt x="205200" y="84243"/>
                </a:lnTo>
                <a:lnTo>
                  <a:pt x="205524" y="84091"/>
                </a:lnTo>
                <a:lnTo>
                  <a:pt x="205847" y="83932"/>
                </a:lnTo>
                <a:lnTo>
                  <a:pt x="206168" y="83766"/>
                </a:lnTo>
                <a:lnTo>
                  <a:pt x="206494" y="83586"/>
                </a:lnTo>
                <a:lnTo>
                  <a:pt x="206833" y="83386"/>
                </a:lnTo>
                <a:lnTo>
                  <a:pt x="207183" y="83165"/>
                </a:lnTo>
                <a:lnTo>
                  <a:pt x="207546" y="82924"/>
                </a:lnTo>
                <a:lnTo>
                  <a:pt x="207920" y="82663"/>
                </a:lnTo>
                <a:lnTo>
                  <a:pt x="208307" y="82381"/>
                </a:lnTo>
                <a:lnTo>
                  <a:pt x="208705" y="82079"/>
                </a:lnTo>
                <a:lnTo>
                  <a:pt x="209116" y="81757"/>
                </a:lnTo>
                <a:lnTo>
                  <a:pt x="209539" y="81414"/>
                </a:lnTo>
                <a:lnTo>
                  <a:pt x="209974" y="81051"/>
                </a:lnTo>
                <a:lnTo>
                  <a:pt x="210421" y="80668"/>
                </a:lnTo>
                <a:lnTo>
                  <a:pt x="210879" y="80264"/>
                </a:lnTo>
                <a:lnTo>
                  <a:pt x="211350" y="79840"/>
                </a:lnTo>
                <a:lnTo>
                  <a:pt x="211834" y="79395"/>
                </a:lnTo>
                <a:lnTo>
                  <a:pt x="212329" y="78930"/>
                </a:lnTo>
                <a:lnTo>
                  <a:pt x="212836" y="78445"/>
                </a:lnTo>
                <a:lnTo>
                  <a:pt x="213355" y="77940"/>
                </a:lnTo>
                <a:lnTo>
                  <a:pt x="213886" y="77414"/>
                </a:lnTo>
                <a:lnTo>
                  <a:pt x="214430" y="76867"/>
                </a:lnTo>
                <a:lnTo>
                  <a:pt x="214985" y="76301"/>
                </a:lnTo>
                <a:lnTo>
                  <a:pt x="215552" y="75714"/>
                </a:lnTo>
                <a:lnTo>
                  <a:pt x="216132" y="75107"/>
                </a:lnTo>
                <a:lnTo>
                  <a:pt x="216723" y="74479"/>
                </a:lnTo>
                <a:lnTo>
                  <a:pt x="217327" y="73831"/>
                </a:lnTo>
                <a:lnTo>
                  <a:pt x="217327" y="85802"/>
                </a:lnTo>
                <a:lnTo>
                  <a:pt x="220117" y="85802"/>
                </a:lnTo>
                <a:lnTo>
                  <a:pt x="237104" y="78858"/>
                </a:lnTo>
                <a:lnTo>
                  <a:pt x="236236" y="76626"/>
                </a:lnTo>
                <a:lnTo>
                  <a:pt x="236035" y="76712"/>
                </a:lnTo>
                <a:lnTo>
                  <a:pt x="235836" y="76795"/>
                </a:lnTo>
                <a:lnTo>
                  <a:pt x="235639" y="76873"/>
                </a:lnTo>
                <a:lnTo>
                  <a:pt x="235443" y="76948"/>
                </a:lnTo>
                <a:lnTo>
                  <a:pt x="235250" y="77020"/>
                </a:lnTo>
                <a:lnTo>
                  <a:pt x="235058" y="77088"/>
                </a:lnTo>
                <a:lnTo>
                  <a:pt x="234867" y="77152"/>
                </a:lnTo>
                <a:lnTo>
                  <a:pt x="234679" y="77212"/>
                </a:lnTo>
                <a:lnTo>
                  <a:pt x="234492" y="77269"/>
                </a:lnTo>
                <a:lnTo>
                  <a:pt x="234307" y="77322"/>
                </a:lnTo>
                <a:lnTo>
                  <a:pt x="234124" y="77371"/>
                </a:lnTo>
                <a:lnTo>
                  <a:pt x="233942" y="77417"/>
                </a:lnTo>
                <a:lnTo>
                  <a:pt x="233762" y="77459"/>
                </a:lnTo>
                <a:lnTo>
                  <a:pt x="233584" y="77497"/>
                </a:lnTo>
                <a:lnTo>
                  <a:pt x="233407" y="77532"/>
                </a:lnTo>
                <a:lnTo>
                  <a:pt x="233232" y="77563"/>
                </a:lnTo>
                <a:lnTo>
                  <a:pt x="233059" y="77591"/>
                </a:lnTo>
                <a:lnTo>
                  <a:pt x="232888" y="77615"/>
                </a:lnTo>
                <a:lnTo>
                  <a:pt x="232718" y="77635"/>
                </a:lnTo>
                <a:lnTo>
                  <a:pt x="232550" y="77651"/>
                </a:lnTo>
                <a:lnTo>
                  <a:pt x="232384" y="77664"/>
                </a:lnTo>
                <a:lnTo>
                  <a:pt x="232220" y="77673"/>
                </a:lnTo>
                <a:lnTo>
                  <a:pt x="232057" y="77679"/>
                </a:lnTo>
                <a:lnTo>
                  <a:pt x="231896" y="77680"/>
                </a:lnTo>
                <a:lnTo>
                  <a:pt x="231783" y="77679"/>
                </a:lnTo>
                <a:lnTo>
                  <a:pt x="231671" y="77674"/>
                </a:lnTo>
                <a:lnTo>
                  <a:pt x="231560" y="77667"/>
                </a:lnTo>
                <a:lnTo>
                  <a:pt x="231451" y="77656"/>
                </a:lnTo>
                <a:lnTo>
                  <a:pt x="231342" y="77643"/>
                </a:lnTo>
                <a:lnTo>
                  <a:pt x="231235" y="77626"/>
                </a:lnTo>
                <a:lnTo>
                  <a:pt x="231129" y="77607"/>
                </a:lnTo>
                <a:lnTo>
                  <a:pt x="231025" y="77584"/>
                </a:lnTo>
                <a:lnTo>
                  <a:pt x="230921" y="77559"/>
                </a:lnTo>
                <a:lnTo>
                  <a:pt x="230819" y="77530"/>
                </a:lnTo>
                <a:lnTo>
                  <a:pt x="230717" y="77499"/>
                </a:lnTo>
                <a:lnTo>
                  <a:pt x="230617" y="77464"/>
                </a:lnTo>
                <a:lnTo>
                  <a:pt x="230518" y="77427"/>
                </a:lnTo>
                <a:lnTo>
                  <a:pt x="230421" y="77386"/>
                </a:lnTo>
                <a:lnTo>
                  <a:pt x="230324" y="77343"/>
                </a:lnTo>
                <a:lnTo>
                  <a:pt x="230229" y="77296"/>
                </a:lnTo>
                <a:lnTo>
                  <a:pt x="230135" y="77247"/>
                </a:lnTo>
                <a:lnTo>
                  <a:pt x="230042" y="77194"/>
                </a:lnTo>
                <a:lnTo>
                  <a:pt x="229950" y="77139"/>
                </a:lnTo>
                <a:lnTo>
                  <a:pt x="229860" y="77080"/>
                </a:lnTo>
                <a:lnTo>
                  <a:pt x="229770" y="77019"/>
                </a:lnTo>
                <a:lnTo>
                  <a:pt x="229682" y="76954"/>
                </a:lnTo>
                <a:lnTo>
                  <a:pt x="229595" y="76887"/>
                </a:lnTo>
                <a:lnTo>
                  <a:pt x="229509" y="76816"/>
                </a:lnTo>
                <a:lnTo>
                  <a:pt x="229425" y="76742"/>
                </a:lnTo>
                <a:lnTo>
                  <a:pt x="229343" y="76663"/>
                </a:lnTo>
                <a:lnTo>
                  <a:pt x="229262" y="76580"/>
                </a:lnTo>
                <a:lnTo>
                  <a:pt x="229184" y="76492"/>
                </a:lnTo>
                <a:lnTo>
                  <a:pt x="229107" y="76400"/>
                </a:lnTo>
                <a:lnTo>
                  <a:pt x="229033" y="76303"/>
                </a:lnTo>
                <a:lnTo>
                  <a:pt x="228960" y="76201"/>
                </a:lnTo>
                <a:lnTo>
                  <a:pt x="228889" y="76095"/>
                </a:lnTo>
                <a:lnTo>
                  <a:pt x="228820" y="75984"/>
                </a:lnTo>
                <a:lnTo>
                  <a:pt x="228754" y="75869"/>
                </a:lnTo>
                <a:lnTo>
                  <a:pt x="228689" y="75750"/>
                </a:lnTo>
                <a:lnTo>
                  <a:pt x="228626" y="75625"/>
                </a:lnTo>
                <a:lnTo>
                  <a:pt x="228565" y="75497"/>
                </a:lnTo>
                <a:lnTo>
                  <a:pt x="228506" y="75363"/>
                </a:lnTo>
                <a:lnTo>
                  <a:pt x="228448" y="75225"/>
                </a:lnTo>
                <a:lnTo>
                  <a:pt x="228393" y="75083"/>
                </a:lnTo>
                <a:lnTo>
                  <a:pt x="228340" y="74936"/>
                </a:lnTo>
                <a:lnTo>
                  <a:pt x="228289" y="74785"/>
                </a:lnTo>
                <a:lnTo>
                  <a:pt x="228239" y="74629"/>
                </a:lnTo>
                <a:lnTo>
                  <a:pt x="228192" y="74468"/>
                </a:lnTo>
                <a:lnTo>
                  <a:pt x="228146" y="74303"/>
                </a:lnTo>
                <a:lnTo>
                  <a:pt x="228103" y="74133"/>
                </a:lnTo>
                <a:lnTo>
                  <a:pt x="228061" y="73959"/>
                </a:lnTo>
                <a:lnTo>
                  <a:pt x="228021" y="73780"/>
                </a:lnTo>
                <a:lnTo>
                  <a:pt x="227983" y="73586"/>
                </a:lnTo>
                <a:lnTo>
                  <a:pt x="227947" y="73366"/>
                </a:lnTo>
                <a:lnTo>
                  <a:pt x="227912" y="73119"/>
                </a:lnTo>
                <a:lnTo>
                  <a:pt x="227879" y="72846"/>
                </a:lnTo>
                <a:lnTo>
                  <a:pt x="227848" y="72547"/>
                </a:lnTo>
                <a:lnTo>
                  <a:pt x="227818" y="72221"/>
                </a:lnTo>
                <a:lnTo>
                  <a:pt x="227790" y="71869"/>
                </a:lnTo>
                <a:lnTo>
                  <a:pt x="227763" y="71491"/>
                </a:lnTo>
                <a:lnTo>
                  <a:pt x="227738" y="71087"/>
                </a:lnTo>
                <a:lnTo>
                  <a:pt x="227715" y="70656"/>
                </a:lnTo>
                <a:lnTo>
                  <a:pt x="227693" y="70199"/>
                </a:lnTo>
                <a:lnTo>
                  <a:pt x="227673" y="69716"/>
                </a:lnTo>
                <a:lnTo>
                  <a:pt x="227654" y="69207"/>
                </a:lnTo>
                <a:lnTo>
                  <a:pt x="227637" y="68671"/>
                </a:lnTo>
                <a:lnTo>
                  <a:pt x="227622" y="68110"/>
                </a:lnTo>
                <a:lnTo>
                  <a:pt x="227608" y="67522"/>
                </a:lnTo>
                <a:lnTo>
                  <a:pt x="227596" y="66907"/>
                </a:lnTo>
                <a:lnTo>
                  <a:pt x="227585" y="66267"/>
                </a:lnTo>
                <a:lnTo>
                  <a:pt x="227576" y="65600"/>
                </a:lnTo>
                <a:lnTo>
                  <a:pt x="227569" y="64907"/>
                </a:lnTo>
                <a:lnTo>
                  <a:pt x="227564" y="64187"/>
                </a:lnTo>
                <a:lnTo>
                  <a:pt x="227560" y="63442"/>
                </a:lnTo>
                <a:lnTo>
                  <a:pt x="227557" y="62670"/>
                </a:lnTo>
                <a:lnTo>
                  <a:pt x="227556" y="61872"/>
                </a:lnTo>
                <a:lnTo>
                  <a:pt x="227556" y="27278"/>
                </a:lnTo>
                <a:lnTo>
                  <a:pt x="208214" y="27278"/>
                </a:lnTo>
                <a:lnTo>
                  <a:pt x="208214" y="29510"/>
                </a:lnTo>
                <a:lnTo>
                  <a:pt x="208672" y="295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1F313E-BD1B-4369-B09F-C417009D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032" y="2087500"/>
            <a:ext cx="1153649" cy="307895"/>
          </a:xfrm>
          <a:custGeom xmlns:a="http://schemas.openxmlformats.org/drawingml/2006/main">
            <a:pathLst>
              <a:path w="1153649" h="307895">
                <a:moveTo>
                  <a:pt x="0" y="51316"/>
                </a:moveTo>
                <a:lnTo>
                  <a:pt x="0" y="51316"/>
                </a:lnTo>
                <a:cubicBezTo>
                  <a:pt x="0" y="22975"/>
                  <a:pt x="22975" y="0"/>
                  <a:pt x="51316" y="0"/>
                </a:cubicBezTo>
                <a:lnTo>
                  <a:pt x="1102333" y="0"/>
                </a:lnTo>
                <a:cubicBezTo>
                  <a:pt x="1115942" y="0"/>
                  <a:pt x="1128995" y="5407"/>
                  <a:pt x="1138619" y="15030"/>
                </a:cubicBezTo>
                <a:cubicBezTo>
                  <a:pt x="1148242" y="24654"/>
                  <a:pt x="1153649" y="37706"/>
                  <a:pt x="1153649" y="51316"/>
                </a:cubicBezTo>
                <a:lnTo>
                  <a:pt x="1153649" y="256579"/>
                </a:lnTo>
                <a:cubicBezTo>
                  <a:pt x="1153649" y="284920"/>
                  <a:pt x="1130674" y="307895"/>
                  <a:pt x="1102333" y="307895"/>
                </a:cubicBezTo>
                <a:lnTo>
                  <a:pt x="51316" y="307895"/>
                </a:lnTo>
                <a:cubicBezTo>
                  <a:pt x="22975" y="307895"/>
                  <a:pt x="0" y="284920"/>
                  <a:pt x="0" y="256579"/>
                </a:cubicBezTo>
                <a:lnTo>
                  <a:pt x="0" y="513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AD9BC-588A-40E1-A683-2B41E9E5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032" y="2087500"/>
            <a:ext cx="1153649" cy="307895"/>
          </a:xfrm>
          <a:custGeom xmlns:a="http://schemas.openxmlformats.org/drawingml/2006/main">
            <a:pathLst>
              <a:path w="1153649" h="307895" fill="none">
                <a:moveTo>
                  <a:pt x="0" y="51316"/>
                </a:moveTo>
                <a:lnTo>
                  <a:pt x="0" y="51316"/>
                </a:lnTo>
                <a:cubicBezTo>
                  <a:pt x="0" y="22975"/>
                  <a:pt x="22975" y="0"/>
                  <a:pt x="51316" y="0"/>
                </a:cubicBezTo>
                <a:lnTo>
                  <a:pt x="1102333" y="0"/>
                </a:lnTo>
                <a:cubicBezTo>
                  <a:pt x="1115942" y="0"/>
                  <a:pt x="1128995" y="5407"/>
                  <a:pt x="1138619" y="15030"/>
                </a:cubicBezTo>
                <a:cubicBezTo>
                  <a:pt x="1148242" y="24654"/>
                  <a:pt x="1153649" y="37706"/>
                  <a:pt x="1153649" y="51316"/>
                </a:cubicBezTo>
                <a:lnTo>
                  <a:pt x="1153649" y="256579"/>
                </a:lnTo>
                <a:cubicBezTo>
                  <a:pt x="1153649" y="284920"/>
                  <a:pt x="1130674" y="307895"/>
                  <a:pt x="1102333" y="307895"/>
                </a:cubicBezTo>
                <a:lnTo>
                  <a:pt x="51316" y="307895"/>
                </a:lnTo>
                <a:cubicBezTo>
                  <a:pt x="22975" y="307895"/>
                  <a:pt x="0" y="284920"/>
                  <a:pt x="0" y="256579"/>
                </a:cubicBezTo>
                <a:lnTo>
                  <a:pt x="0" y="513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168" name="Text Candidatepapers">
            <a:extLst xmlns:a="http://schemas.openxmlformats.org/drawingml/2006/main">
              <a:ext uri="{FF2B5EF4-FFF2-40B4-BE49-F238E27FC236}">
                <a16:creationId xmlns:a16="http://schemas.microsoft.com/office/drawing/2014/main" id="{2E71CA4D-E531-41BB-86C4-32701D53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703" y="2113512"/>
            <a:ext cx="940258" cy="124921"/>
          </a:xfrm>
          <a:custGeom xmlns:a="http://schemas.openxmlformats.org/drawingml/2006/main">
            <a:pathLst>
              <a:path w="940258" h="124921">
                <a:moveTo>
                  <a:pt x="77841" y="2418"/>
                </a:moveTo>
                <a:lnTo>
                  <a:pt x="79923" y="33447"/>
                </a:lnTo>
                <a:lnTo>
                  <a:pt x="77841" y="33447"/>
                </a:lnTo>
                <a:cubicBezTo>
                  <a:pt x="75065" y="24155"/>
                  <a:pt x="71102" y="17466"/>
                  <a:pt x="65953" y="13382"/>
                </a:cubicBezTo>
                <a:cubicBezTo>
                  <a:pt x="60804" y="9296"/>
                  <a:pt x="54625" y="7253"/>
                  <a:pt x="47416" y="7253"/>
                </a:cubicBezTo>
                <a:cubicBezTo>
                  <a:pt x="41372" y="7253"/>
                  <a:pt x="35909" y="8785"/>
                  <a:pt x="31029" y="11848"/>
                </a:cubicBezTo>
                <a:cubicBezTo>
                  <a:pt x="26148" y="14909"/>
                  <a:pt x="22309" y="19793"/>
                  <a:pt x="19511" y="26500"/>
                </a:cubicBezTo>
                <a:cubicBezTo>
                  <a:pt x="16712" y="33205"/>
                  <a:pt x="15313" y="41541"/>
                  <a:pt x="15313" y="51509"/>
                </a:cubicBezTo>
                <a:cubicBezTo>
                  <a:pt x="15313" y="59735"/>
                  <a:pt x="16634" y="66865"/>
                  <a:pt x="19275" y="72900"/>
                </a:cubicBezTo>
                <a:cubicBezTo>
                  <a:pt x="21917" y="78935"/>
                  <a:pt x="25891" y="83562"/>
                  <a:pt x="31197" y="86782"/>
                </a:cubicBezTo>
                <a:cubicBezTo>
                  <a:pt x="36503" y="90000"/>
                  <a:pt x="42558" y="91609"/>
                  <a:pt x="49364" y="91609"/>
                </a:cubicBezTo>
                <a:cubicBezTo>
                  <a:pt x="55274" y="91609"/>
                  <a:pt x="60491" y="90340"/>
                  <a:pt x="65013" y="87802"/>
                </a:cubicBezTo>
                <a:cubicBezTo>
                  <a:pt x="69535" y="85262"/>
                  <a:pt x="74505" y="80218"/>
                  <a:pt x="79923" y="72669"/>
                </a:cubicBezTo>
                <a:lnTo>
                  <a:pt x="82005" y="74012"/>
                </a:lnTo>
                <a:cubicBezTo>
                  <a:pt x="77438" y="82140"/>
                  <a:pt x="72110" y="88091"/>
                  <a:pt x="66020" y="91863"/>
                </a:cubicBezTo>
                <a:cubicBezTo>
                  <a:pt x="59931" y="95634"/>
                  <a:pt x="52700" y="97519"/>
                  <a:pt x="44327" y="97519"/>
                </a:cubicBezTo>
                <a:cubicBezTo>
                  <a:pt x="29238" y="97519"/>
                  <a:pt x="17552" y="91930"/>
                  <a:pt x="9268" y="80752"/>
                </a:cubicBezTo>
                <a:cubicBezTo>
                  <a:pt x="3089" y="72436"/>
                  <a:pt x="0" y="62645"/>
                  <a:pt x="0" y="51377"/>
                </a:cubicBezTo>
                <a:cubicBezTo>
                  <a:pt x="0" y="42300"/>
                  <a:pt x="2037" y="33962"/>
                  <a:pt x="6112" y="26361"/>
                </a:cubicBezTo>
                <a:cubicBezTo>
                  <a:pt x="10186" y="18761"/>
                  <a:pt x="15794" y="12870"/>
                  <a:pt x="22936" y="8689"/>
                </a:cubicBezTo>
                <a:cubicBezTo>
                  <a:pt x="30077" y="4508"/>
                  <a:pt x="37879" y="2418"/>
                  <a:pt x="46342" y="2418"/>
                </a:cubicBezTo>
                <a:cubicBezTo>
                  <a:pt x="52924" y="2418"/>
                  <a:pt x="59416" y="4030"/>
                  <a:pt x="65819" y="7253"/>
                </a:cubicBezTo>
                <a:cubicBezTo>
                  <a:pt x="67699" y="8239"/>
                  <a:pt x="69042" y="8731"/>
                  <a:pt x="69848" y="8731"/>
                </a:cubicBezTo>
                <a:cubicBezTo>
                  <a:pt x="71057" y="8731"/>
                  <a:pt x="72110" y="8306"/>
                  <a:pt x="73005" y="7455"/>
                </a:cubicBezTo>
                <a:cubicBezTo>
                  <a:pt x="74169" y="6246"/>
                  <a:pt x="74998" y="4567"/>
                  <a:pt x="75490" y="2418"/>
                </a:cubicBezTo>
                <a:lnTo>
                  <a:pt x="77841" y="2418"/>
                </a:lnTo>
                <a:close/>
                <a:moveTo>
                  <a:pt x="125792" y="86710"/>
                </a:moveTo>
                <a:cubicBezTo>
                  <a:pt x="119479" y="91589"/>
                  <a:pt x="115516" y="94409"/>
                  <a:pt x="113904" y="95168"/>
                </a:cubicBezTo>
                <a:cubicBezTo>
                  <a:pt x="111487" y="96288"/>
                  <a:pt x="108912" y="96848"/>
                  <a:pt x="106181" y="96848"/>
                </a:cubicBezTo>
                <a:cubicBezTo>
                  <a:pt x="101927" y="96848"/>
                  <a:pt x="98424" y="95392"/>
                  <a:pt x="95670" y="92482"/>
                </a:cubicBezTo>
                <a:cubicBezTo>
                  <a:pt x="92916" y="89572"/>
                  <a:pt x="91539" y="85743"/>
                  <a:pt x="91539" y="80997"/>
                </a:cubicBezTo>
                <a:cubicBezTo>
                  <a:pt x="91539" y="77997"/>
                  <a:pt x="92211" y="75400"/>
                  <a:pt x="93554" y="73207"/>
                </a:cubicBezTo>
                <a:cubicBezTo>
                  <a:pt x="95390" y="70162"/>
                  <a:pt x="98580" y="67296"/>
                  <a:pt x="103125" y="64610"/>
                </a:cubicBezTo>
                <a:cubicBezTo>
                  <a:pt x="107669" y="61923"/>
                  <a:pt x="115225" y="58655"/>
                  <a:pt x="125792" y="54804"/>
                </a:cubicBezTo>
                <a:lnTo>
                  <a:pt x="125792" y="52395"/>
                </a:lnTo>
                <a:cubicBezTo>
                  <a:pt x="125792" y="46283"/>
                  <a:pt x="124818" y="42090"/>
                  <a:pt x="122870" y="39814"/>
                </a:cubicBezTo>
                <a:cubicBezTo>
                  <a:pt x="120923" y="37539"/>
                  <a:pt x="118091" y="36402"/>
                  <a:pt x="114374" y="36402"/>
                </a:cubicBezTo>
                <a:cubicBezTo>
                  <a:pt x="111554" y="36402"/>
                  <a:pt x="109315" y="37163"/>
                  <a:pt x="107658" y="38685"/>
                </a:cubicBezTo>
                <a:cubicBezTo>
                  <a:pt x="105957" y="40208"/>
                  <a:pt x="105106" y="41954"/>
                  <a:pt x="105106" y="43924"/>
                </a:cubicBezTo>
                <a:lnTo>
                  <a:pt x="105240" y="47819"/>
                </a:lnTo>
                <a:cubicBezTo>
                  <a:pt x="105240" y="49879"/>
                  <a:pt x="104714" y="51468"/>
                  <a:pt x="103662" y="52588"/>
                </a:cubicBezTo>
                <a:cubicBezTo>
                  <a:pt x="102610" y="53707"/>
                  <a:pt x="101233" y="54267"/>
                  <a:pt x="99532" y="54267"/>
                </a:cubicBezTo>
                <a:cubicBezTo>
                  <a:pt x="97875" y="54267"/>
                  <a:pt x="96521" y="53683"/>
                  <a:pt x="95468" y="52516"/>
                </a:cubicBezTo>
                <a:cubicBezTo>
                  <a:pt x="94416" y="51348"/>
                  <a:pt x="93890" y="49754"/>
                  <a:pt x="93890" y="47733"/>
                </a:cubicBezTo>
                <a:cubicBezTo>
                  <a:pt x="93890" y="43870"/>
                  <a:pt x="95860" y="40322"/>
                  <a:pt x="99800" y="37088"/>
                </a:cubicBezTo>
                <a:cubicBezTo>
                  <a:pt x="103741" y="33855"/>
                  <a:pt x="109270" y="32238"/>
                  <a:pt x="116389" y="32238"/>
                </a:cubicBezTo>
                <a:cubicBezTo>
                  <a:pt x="121852" y="32238"/>
                  <a:pt x="126329" y="33154"/>
                  <a:pt x="129822" y="34987"/>
                </a:cubicBezTo>
                <a:cubicBezTo>
                  <a:pt x="132463" y="36374"/>
                  <a:pt x="134411" y="38543"/>
                  <a:pt x="135665" y="41496"/>
                </a:cubicBezTo>
                <a:cubicBezTo>
                  <a:pt x="136471" y="43418"/>
                  <a:pt x="136874" y="47353"/>
                  <a:pt x="136874" y="53301"/>
                </a:cubicBezTo>
                <a:lnTo>
                  <a:pt x="136874" y="74164"/>
                </a:lnTo>
                <a:cubicBezTo>
                  <a:pt x="136874" y="80022"/>
                  <a:pt x="136986" y="83611"/>
                  <a:pt x="137210" y="84930"/>
                </a:cubicBezTo>
                <a:cubicBezTo>
                  <a:pt x="137433" y="86250"/>
                  <a:pt x="137803" y="87134"/>
                  <a:pt x="138318" y="87581"/>
                </a:cubicBezTo>
                <a:cubicBezTo>
                  <a:pt x="138833" y="88028"/>
                  <a:pt x="139426" y="88251"/>
                  <a:pt x="140098" y="88251"/>
                </a:cubicBezTo>
                <a:cubicBezTo>
                  <a:pt x="140814" y="88251"/>
                  <a:pt x="141441" y="88094"/>
                  <a:pt x="141978" y="87781"/>
                </a:cubicBezTo>
                <a:cubicBezTo>
                  <a:pt x="142918" y="87199"/>
                  <a:pt x="144732" y="85564"/>
                  <a:pt x="147418" y="82878"/>
                </a:cubicBezTo>
                <a:lnTo>
                  <a:pt x="147418" y="86639"/>
                </a:lnTo>
                <a:cubicBezTo>
                  <a:pt x="142403" y="93355"/>
                  <a:pt x="137613" y="96713"/>
                  <a:pt x="133046" y="96713"/>
                </a:cubicBezTo>
                <a:cubicBezTo>
                  <a:pt x="130852" y="96713"/>
                  <a:pt x="129105" y="95958"/>
                  <a:pt x="127807" y="94446"/>
                </a:cubicBezTo>
                <a:cubicBezTo>
                  <a:pt x="126508" y="92934"/>
                  <a:pt x="125837" y="90355"/>
                  <a:pt x="125792" y="86710"/>
                </a:cubicBezTo>
                <a:moveTo>
                  <a:pt x="125792" y="82355"/>
                </a:moveTo>
                <a:lnTo>
                  <a:pt x="125792" y="58968"/>
                </a:lnTo>
                <a:cubicBezTo>
                  <a:pt x="119031" y="61649"/>
                  <a:pt x="114666" y="63548"/>
                  <a:pt x="112695" y="64664"/>
                </a:cubicBezTo>
                <a:cubicBezTo>
                  <a:pt x="109158" y="66630"/>
                  <a:pt x="106628" y="68686"/>
                  <a:pt x="105106" y="70831"/>
                </a:cubicBezTo>
                <a:cubicBezTo>
                  <a:pt x="103584" y="72974"/>
                  <a:pt x="102823" y="75319"/>
                  <a:pt x="102823" y="77866"/>
                </a:cubicBezTo>
                <a:cubicBezTo>
                  <a:pt x="102823" y="81083"/>
                  <a:pt x="103785" y="83752"/>
                  <a:pt x="105711" y="85875"/>
                </a:cubicBezTo>
                <a:cubicBezTo>
                  <a:pt x="107636" y="87996"/>
                  <a:pt x="109852" y="89057"/>
                  <a:pt x="112360" y="89057"/>
                </a:cubicBezTo>
                <a:cubicBezTo>
                  <a:pt x="115763" y="89057"/>
                  <a:pt x="120240" y="86823"/>
                  <a:pt x="125792" y="82355"/>
                </a:cubicBezTo>
                <a:close/>
                <a:moveTo>
                  <a:pt x="169801" y="45200"/>
                </a:moveTo>
                <a:cubicBezTo>
                  <a:pt x="177010" y="36558"/>
                  <a:pt x="183882" y="32238"/>
                  <a:pt x="190420" y="32238"/>
                </a:cubicBezTo>
                <a:cubicBezTo>
                  <a:pt x="193778" y="32238"/>
                  <a:pt x="196666" y="33075"/>
                  <a:pt x="199083" y="34750"/>
                </a:cubicBezTo>
                <a:cubicBezTo>
                  <a:pt x="201501" y="36423"/>
                  <a:pt x="203427" y="39181"/>
                  <a:pt x="204859" y="43021"/>
                </a:cubicBezTo>
                <a:cubicBezTo>
                  <a:pt x="205844" y="45701"/>
                  <a:pt x="206337" y="49809"/>
                  <a:pt x="206337" y="55346"/>
                </a:cubicBezTo>
                <a:lnTo>
                  <a:pt x="206337" y="81535"/>
                </a:lnTo>
                <a:cubicBezTo>
                  <a:pt x="206337" y="85452"/>
                  <a:pt x="206650" y="88109"/>
                  <a:pt x="207277" y="89506"/>
                </a:cubicBezTo>
                <a:cubicBezTo>
                  <a:pt x="207770" y="90632"/>
                  <a:pt x="208564" y="91511"/>
                  <a:pt x="209661" y="92142"/>
                </a:cubicBezTo>
                <a:cubicBezTo>
                  <a:pt x="210758" y="92772"/>
                  <a:pt x="212784" y="93086"/>
                  <a:pt x="215740" y="93086"/>
                </a:cubicBezTo>
                <a:lnTo>
                  <a:pt x="215740" y="95504"/>
                </a:lnTo>
                <a:lnTo>
                  <a:pt x="185315" y="95504"/>
                </a:lnTo>
                <a:lnTo>
                  <a:pt x="185315" y="93086"/>
                </a:lnTo>
                <a:lnTo>
                  <a:pt x="186591" y="93086"/>
                </a:lnTo>
                <a:cubicBezTo>
                  <a:pt x="189457" y="93086"/>
                  <a:pt x="191461" y="92648"/>
                  <a:pt x="192602" y="91771"/>
                </a:cubicBezTo>
                <a:cubicBezTo>
                  <a:pt x="193744" y="90892"/>
                  <a:pt x="194539" y="89597"/>
                  <a:pt x="194987" y="87886"/>
                </a:cubicBezTo>
                <a:cubicBezTo>
                  <a:pt x="195166" y="87210"/>
                  <a:pt x="195255" y="85093"/>
                  <a:pt x="195255" y="81535"/>
                </a:cubicBezTo>
                <a:lnTo>
                  <a:pt x="195255" y="56391"/>
                </a:lnTo>
                <a:cubicBezTo>
                  <a:pt x="195255" y="50802"/>
                  <a:pt x="194528" y="46745"/>
                  <a:pt x="193072" y="44220"/>
                </a:cubicBezTo>
                <a:cubicBezTo>
                  <a:pt x="191617" y="41694"/>
                  <a:pt x="189166" y="40431"/>
                  <a:pt x="185718" y="40431"/>
                </a:cubicBezTo>
                <a:cubicBezTo>
                  <a:pt x="180390" y="40431"/>
                  <a:pt x="175084" y="43342"/>
                  <a:pt x="169801" y="49163"/>
                </a:cubicBezTo>
                <a:lnTo>
                  <a:pt x="169801" y="81535"/>
                </a:lnTo>
                <a:cubicBezTo>
                  <a:pt x="169801" y="85722"/>
                  <a:pt x="170047" y="88312"/>
                  <a:pt x="170540" y="89304"/>
                </a:cubicBezTo>
                <a:cubicBezTo>
                  <a:pt x="171166" y="90610"/>
                  <a:pt x="172028" y="91567"/>
                  <a:pt x="173125" y="92176"/>
                </a:cubicBezTo>
                <a:cubicBezTo>
                  <a:pt x="174222" y="92783"/>
                  <a:pt x="176450" y="93086"/>
                  <a:pt x="179808" y="93086"/>
                </a:cubicBezTo>
                <a:lnTo>
                  <a:pt x="179808" y="95504"/>
                </a:lnTo>
                <a:lnTo>
                  <a:pt x="149384" y="95504"/>
                </a:lnTo>
                <a:lnTo>
                  <a:pt x="149384" y="93086"/>
                </a:lnTo>
                <a:lnTo>
                  <a:pt x="150727" y="93086"/>
                </a:lnTo>
                <a:cubicBezTo>
                  <a:pt x="153861" y="93086"/>
                  <a:pt x="155977" y="92288"/>
                  <a:pt x="157074" y="90690"/>
                </a:cubicBezTo>
                <a:cubicBezTo>
                  <a:pt x="158171" y="89090"/>
                  <a:pt x="158719" y="86039"/>
                  <a:pt x="158719" y="81535"/>
                </a:cubicBezTo>
                <a:lnTo>
                  <a:pt x="158719" y="58834"/>
                </a:lnTo>
                <a:cubicBezTo>
                  <a:pt x="158719" y="51446"/>
                  <a:pt x="158551" y="46946"/>
                  <a:pt x="158215" y="45334"/>
                </a:cubicBezTo>
                <a:cubicBezTo>
                  <a:pt x="157880" y="43722"/>
                  <a:pt x="157365" y="42625"/>
                  <a:pt x="156671" y="42043"/>
                </a:cubicBezTo>
                <a:cubicBezTo>
                  <a:pt x="155977" y="41461"/>
                  <a:pt x="155048" y="41170"/>
                  <a:pt x="153883" y="41170"/>
                </a:cubicBezTo>
                <a:cubicBezTo>
                  <a:pt x="152630" y="41170"/>
                  <a:pt x="151130" y="41506"/>
                  <a:pt x="149384" y="42178"/>
                </a:cubicBezTo>
                <a:lnTo>
                  <a:pt x="148376" y="39760"/>
                </a:lnTo>
                <a:lnTo>
                  <a:pt x="166913" y="32238"/>
                </a:lnTo>
                <a:lnTo>
                  <a:pt x="169801" y="32238"/>
                </a:lnTo>
                <a:lnTo>
                  <a:pt x="169801" y="45200"/>
                </a:lnTo>
                <a:close/>
                <a:moveTo>
                  <a:pt x="264096" y="88591"/>
                </a:moveTo>
                <a:cubicBezTo>
                  <a:pt x="261096" y="91724"/>
                  <a:pt x="258164" y="93973"/>
                  <a:pt x="255298" y="95338"/>
                </a:cubicBezTo>
                <a:cubicBezTo>
                  <a:pt x="252433" y="96703"/>
                  <a:pt x="249343" y="97385"/>
                  <a:pt x="246030" y="97385"/>
                </a:cubicBezTo>
                <a:cubicBezTo>
                  <a:pt x="239314" y="97385"/>
                  <a:pt x="233448" y="94582"/>
                  <a:pt x="228433" y="88975"/>
                </a:cubicBezTo>
                <a:cubicBezTo>
                  <a:pt x="223419" y="83367"/>
                  <a:pt x="220911" y="76161"/>
                  <a:pt x="220911" y="67357"/>
                </a:cubicBezTo>
                <a:cubicBezTo>
                  <a:pt x="220911" y="58555"/>
                  <a:pt x="223687" y="50501"/>
                  <a:pt x="229239" y="43196"/>
                </a:cubicBezTo>
                <a:cubicBezTo>
                  <a:pt x="234791" y="35890"/>
                  <a:pt x="241933" y="32238"/>
                  <a:pt x="250664" y="32238"/>
                </a:cubicBezTo>
                <a:cubicBezTo>
                  <a:pt x="256082" y="32238"/>
                  <a:pt x="260559" y="33961"/>
                  <a:pt x="264096" y="37407"/>
                </a:cubicBezTo>
                <a:lnTo>
                  <a:pt x="264096" y="25925"/>
                </a:lnTo>
                <a:cubicBezTo>
                  <a:pt x="264096" y="18924"/>
                  <a:pt x="263928" y="14622"/>
                  <a:pt x="263593" y="13017"/>
                </a:cubicBezTo>
                <a:cubicBezTo>
                  <a:pt x="263257" y="11412"/>
                  <a:pt x="262731" y="10319"/>
                  <a:pt x="262014" y="9738"/>
                </a:cubicBezTo>
                <a:cubicBezTo>
                  <a:pt x="261298" y="9156"/>
                  <a:pt x="260402" y="8865"/>
                  <a:pt x="259328" y="8865"/>
                </a:cubicBezTo>
                <a:cubicBezTo>
                  <a:pt x="258164" y="8865"/>
                  <a:pt x="256619" y="9224"/>
                  <a:pt x="254694" y="9940"/>
                </a:cubicBezTo>
                <a:lnTo>
                  <a:pt x="253821" y="7522"/>
                </a:lnTo>
                <a:lnTo>
                  <a:pt x="272156" y="0"/>
                </a:lnTo>
                <a:lnTo>
                  <a:pt x="275178" y="0"/>
                </a:lnTo>
                <a:lnTo>
                  <a:pt x="275178" y="71192"/>
                </a:lnTo>
                <a:cubicBezTo>
                  <a:pt x="275178" y="78371"/>
                  <a:pt x="275346" y="82752"/>
                  <a:pt x="275682" y="84334"/>
                </a:cubicBezTo>
                <a:cubicBezTo>
                  <a:pt x="276018" y="85917"/>
                  <a:pt x="276555" y="87022"/>
                  <a:pt x="277294" y="87648"/>
                </a:cubicBezTo>
                <a:cubicBezTo>
                  <a:pt x="278032" y="88274"/>
                  <a:pt x="278894" y="88587"/>
                  <a:pt x="279879" y="88587"/>
                </a:cubicBezTo>
                <a:cubicBezTo>
                  <a:pt x="281088" y="88587"/>
                  <a:pt x="282700" y="88206"/>
                  <a:pt x="284715" y="87445"/>
                </a:cubicBezTo>
                <a:lnTo>
                  <a:pt x="285454" y="89863"/>
                </a:lnTo>
                <a:lnTo>
                  <a:pt x="267186" y="97385"/>
                </a:lnTo>
                <a:lnTo>
                  <a:pt x="264096" y="97385"/>
                </a:lnTo>
                <a:lnTo>
                  <a:pt x="264096" y="88591"/>
                </a:lnTo>
                <a:moveTo>
                  <a:pt x="264096" y="83900"/>
                </a:moveTo>
                <a:lnTo>
                  <a:pt x="264096" y="52279"/>
                </a:lnTo>
                <a:cubicBezTo>
                  <a:pt x="263828" y="49242"/>
                  <a:pt x="263022" y="46473"/>
                  <a:pt x="261679" y="43972"/>
                </a:cubicBezTo>
                <a:cubicBezTo>
                  <a:pt x="260335" y="41470"/>
                  <a:pt x="258556" y="39584"/>
                  <a:pt x="256339" y="38312"/>
                </a:cubicBezTo>
                <a:cubicBezTo>
                  <a:pt x="254123" y="37038"/>
                  <a:pt x="251962" y="36402"/>
                  <a:pt x="249858" y="36402"/>
                </a:cubicBezTo>
                <a:cubicBezTo>
                  <a:pt x="245918" y="36402"/>
                  <a:pt x="242403" y="38166"/>
                  <a:pt x="239314" y="41695"/>
                </a:cubicBezTo>
                <a:cubicBezTo>
                  <a:pt x="235239" y="46339"/>
                  <a:pt x="233202" y="53127"/>
                  <a:pt x="233202" y="62060"/>
                </a:cubicBezTo>
                <a:cubicBezTo>
                  <a:pt x="233202" y="71082"/>
                  <a:pt x="235172" y="77994"/>
                  <a:pt x="239112" y="82796"/>
                </a:cubicBezTo>
                <a:cubicBezTo>
                  <a:pt x="243052" y="87597"/>
                  <a:pt x="247440" y="89997"/>
                  <a:pt x="252276" y="89997"/>
                </a:cubicBezTo>
                <a:cubicBezTo>
                  <a:pt x="256350" y="89997"/>
                  <a:pt x="260291" y="87965"/>
                  <a:pt x="264096" y="83900"/>
                </a:cubicBezTo>
                <a:close/>
                <a:moveTo>
                  <a:pt x="305065" y="0"/>
                </a:moveTo>
                <a:cubicBezTo>
                  <a:pt x="306946" y="0"/>
                  <a:pt x="308546" y="664"/>
                  <a:pt x="309867" y="1992"/>
                </a:cubicBezTo>
                <a:cubicBezTo>
                  <a:pt x="311188" y="3318"/>
                  <a:pt x="311848" y="4927"/>
                  <a:pt x="311848" y="6817"/>
                </a:cubicBezTo>
                <a:cubicBezTo>
                  <a:pt x="311848" y="8707"/>
                  <a:pt x="311188" y="10328"/>
                  <a:pt x="309867" y="11678"/>
                </a:cubicBezTo>
                <a:cubicBezTo>
                  <a:pt x="308546" y="13027"/>
                  <a:pt x="306946" y="13701"/>
                  <a:pt x="305065" y="13701"/>
                </a:cubicBezTo>
                <a:cubicBezTo>
                  <a:pt x="303185" y="13701"/>
                  <a:pt x="301573" y="13027"/>
                  <a:pt x="300229" y="11678"/>
                </a:cubicBezTo>
                <a:cubicBezTo>
                  <a:pt x="298886" y="10328"/>
                  <a:pt x="298215" y="8707"/>
                  <a:pt x="298215" y="6817"/>
                </a:cubicBezTo>
                <a:cubicBezTo>
                  <a:pt x="298215" y="4927"/>
                  <a:pt x="298875" y="3318"/>
                  <a:pt x="300196" y="1992"/>
                </a:cubicBezTo>
                <a:cubicBezTo>
                  <a:pt x="301517" y="664"/>
                  <a:pt x="303140" y="0"/>
                  <a:pt x="305065" y="0"/>
                </a:cubicBezTo>
                <a:moveTo>
                  <a:pt x="310640" y="32238"/>
                </a:moveTo>
                <a:lnTo>
                  <a:pt x="310640" y="81535"/>
                </a:lnTo>
                <a:cubicBezTo>
                  <a:pt x="310640" y="85408"/>
                  <a:pt x="310919" y="87986"/>
                  <a:pt x="311479" y="89271"/>
                </a:cubicBezTo>
                <a:cubicBezTo>
                  <a:pt x="312039" y="90554"/>
                  <a:pt x="312867" y="91511"/>
                  <a:pt x="313964" y="92142"/>
                </a:cubicBezTo>
                <a:cubicBezTo>
                  <a:pt x="315061" y="92772"/>
                  <a:pt x="317065" y="93086"/>
                  <a:pt x="319975" y="93086"/>
                </a:cubicBezTo>
                <a:lnTo>
                  <a:pt x="319975" y="95504"/>
                </a:lnTo>
                <a:lnTo>
                  <a:pt x="290088" y="95504"/>
                </a:lnTo>
                <a:lnTo>
                  <a:pt x="290088" y="93086"/>
                </a:lnTo>
                <a:cubicBezTo>
                  <a:pt x="293088" y="93086"/>
                  <a:pt x="295103" y="92794"/>
                  <a:pt x="296133" y="92209"/>
                </a:cubicBezTo>
                <a:cubicBezTo>
                  <a:pt x="297162" y="91623"/>
                  <a:pt x="297979" y="90655"/>
                  <a:pt x="298584" y="89304"/>
                </a:cubicBezTo>
                <a:cubicBezTo>
                  <a:pt x="299188" y="87953"/>
                  <a:pt x="299491" y="85363"/>
                  <a:pt x="299491" y="81535"/>
                </a:cubicBezTo>
                <a:lnTo>
                  <a:pt x="299491" y="58028"/>
                </a:lnTo>
                <a:cubicBezTo>
                  <a:pt x="299491" y="51329"/>
                  <a:pt x="299289" y="46990"/>
                  <a:pt x="298886" y="45011"/>
                </a:cubicBezTo>
                <a:cubicBezTo>
                  <a:pt x="298573" y="43571"/>
                  <a:pt x="298080" y="42572"/>
                  <a:pt x="297409" y="42012"/>
                </a:cubicBezTo>
                <a:cubicBezTo>
                  <a:pt x="296737" y="41451"/>
                  <a:pt x="295819" y="41170"/>
                  <a:pt x="294655" y="41170"/>
                </a:cubicBezTo>
                <a:cubicBezTo>
                  <a:pt x="293401" y="41170"/>
                  <a:pt x="291879" y="41506"/>
                  <a:pt x="290088" y="42178"/>
                </a:cubicBezTo>
                <a:lnTo>
                  <a:pt x="289148" y="39760"/>
                </a:lnTo>
                <a:lnTo>
                  <a:pt x="307684" y="32238"/>
                </a:lnTo>
                <a:lnTo>
                  <a:pt x="310640" y="32238"/>
                </a:lnTo>
                <a:close/>
                <a:moveTo>
                  <a:pt x="370971" y="88591"/>
                </a:moveTo>
                <a:cubicBezTo>
                  <a:pt x="367971" y="91724"/>
                  <a:pt x="365038" y="93973"/>
                  <a:pt x="362173" y="95338"/>
                </a:cubicBezTo>
                <a:cubicBezTo>
                  <a:pt x="359307" y="96703"/>
                  <a:pt x="356218" y="97385"/>
                  <a:pt x="352904" y="97385"/>
                </a:cubicBezTo>
                <a:cubicBezTo>
                  <a:pt x="346188" y="97385"/>
                  <a:pt x="340323" y="94582"/>
                  <a:pt x="335308" y="88975"/>
                </a:cubicBezTo>
                <a:cubicBezTo>
                  <a:pt x="330293" y="83367"/>
                  <a:pt x="327786" y="76161"/>
                  <a:pt x="327786" y="67357"/>
                </a:cubicBezTo>
                <a:cubicBezTo>
                  <a:pt x="327786" y="58555"/>
                  <a:pt x="330562" y="50501"/>
                  <a:pt x="336114" y="43196"/>
                </a:cubicBezTo>
                <a:cubicBezTo>
                  <a:pt x="341666" y="35890"/>
                  <a:pt x="348807" y="32238"/>
                  <a:pt x="357539" y="32238"/>
                </a:cubicBezTo>
                <a:cubicBezTo>
                  <a:pt x="362956" y="32238"/>
                  <a:pt x="367434" y="33961"/>
                  <a:pt x="370971" y="37407"/>
                </a:cubicBezTo>
                <a:lnTo>
                  <a:pt x="370971" y="25925"/>
                </a:lnTo>
                <a:cubicBezTo>
                  <a:pt x="370971" y="18924"/>
                  <a:pt x="370803" y="14622"/>
                  <a:pt x="370467" y="13017"/>
                </a:cubicBezTo>
                <a:cubicBezTo>
                  <a:pt x="370131" y="11412"/>
                  <a:pt x="369605" y="10319"/>
                  <a:pt x="368889" y="9738"/>
                </a:cubicBezTo>
                <a:cubicBezTo>
                  <a:pt x="368172" y="9156"/>
                  <a:pt x="367277" y="8865"/>
                  <a:pt x="366202" y="8865"/>
                </a:cubicBezTo>
                <a:cubicBezTo>
                  <a:pt x="365038" y="8865"/>
                  <a:pt x="363494" y="9224"/>
                  <a:pt x="361568" y="9940"/>
                </a:cubicBezTo>
                <a:lnTo>
                  <a:pt x="360695" y="7522"/>
                </a:lnTo>
                <a:lnTo>
                  <a:pt x="379030" y="0"/>
                </a:lnTo>
                <a:lnTo>
                  <a:pt x="382053" y="0"/>
                </a:lnTo>
                <a:lnTo>
                  <a:pt x="382053" y="71192"/>
                </a:lnTo>
                <a:cubicBezTo>
                  <a:pt x="382053" y="78371"/>
                  <a:pt x="382221" y="82752"/>
                  <a:pt x="382556" y="84334"/>
                </a:cubicBezTo>
                <a:cubicBezTo>
                  <a:pt x="382892" y="85917"/>
                  <a:pt x="383429" y="87022"/>
                  <a:pt x="384168" y="87648"/>
                </a:cubicBezTo>
                <a:cubicBezTo>
                  <a:pt x="384907" y="88274"/>
                  <a:pt x="385769" y="88587"/>
                  <a:pt x="386754" y="88587"/>
                </a:cubicBezTo>
                <a:cubicBezTo>
                  <a:pt x="387963" y="88587"/>
                  <a:pt x="389575" y="88206"/>
                  <a:pt x="391590" y="87445"/>
                </a:cubicBezTo>
                <a:lnTo>
                  <a:pt x="392328" y="89863"/>
                </a:lnTo>
                <a:lnTo>
                  <a:pt x="374060" y="97385"/>
                </a:lnTo>
                <a:lnTo>
                  <a:pt x="370971" y="97385"/>
                </a:lnTo>
                <a:lnTo>
                  <a:pt x="370971" y="88591"/>
                </a:lnTo>
                <a:moveTo>
                  <a:pt x="370971" y="83900"/>
                </a:moveTo>
                <a:lnTo>
                  <a:pt x="370971" y="52279"/>
                </a:lnTo>
                <a:cubicBezTo>
                  <a:pt x="370702" y="49242"/>
                  <a:pt x="369896" y="46473"/>
                  <a:pt x="368553" y="43972"/>
                </a:cubicBezTo>
                <a:cubicBezTo>
                  <a:pt x="367210" y="41470"/>
                  <a:pt x="365430" y="39584"/>
                  <a:pt x="363214" y="38312"/>
                </a:cubicBezTo>
                <a:cubicBezTo>
                  <a:pt x="360997" y="37038"/>
                  <a:pt x="358837" y="36402"/>
                  <a:pt x="356733" y="36402"/>
                </a:cubicBezTo>
                <a:cubicBezTo>
                  <a:pt x="352792" y="36402"/>
                  <a:pt x="349278" y="38166"/>
                  <a:pt x="346188" y="41695"/>
                </a:cubicBezTo>
                <a:cubicBezTo>
                  <a:pt x="342114" y="46339"/>
                  <a:pt x="340076" y="53127"/>
                  <a:pt x="340076" y="62060"/>
                </a:cubicBezTo>
                <a:cubicBezTo>
                  <a:pt x="340076" y="71082"/>
                  <a:pt x="342046" y="77994"/>
                  <a:pt x="345987" y="82796"/>
                </a:cubicBezTo>
                <a:cubicBezTo>
                  <a:pt x="349927" y="87597"/>
                  <a:pt x="354315" y="89997"/>
                  <a:pt x="359150" y="89997"/>
                </a:cubicBezTo>
                <a:cubicBezTo>
                  <a:pt x="363225" y="89997"/>
                  <a:pt x="367165" y="87965"/>
                  <a:pt x="370971" y="83900"/>
                </a:cubicBezTo>
                <a:close/>
                <a:moveTo>
                  <a:pt x="431148" y="86710"/>
                </a:moveTo>
                <a:cubicBezTo>
                  <a:pt x="424835" y="91589"/>
                  <a:pt x="420872" y="94409"/>
                  <a:pt x="419260" y="95168"/>
                </a:cubicBezTo>
                <a:cubicBezTo>
                  <a:pt x="416842" y="96288"/>
                  <a:pt x="414268" y="96848"/>
                  <a:pt x="411537" y="96848"/>
                </a:cubicBezTo>
                <a:cubicBezTo>
                  <a:pt x="407283" y="96848"/>
                  <a:pt x="403779" y="95392"/>
                  <a:pt x="401026" y="92482"/>
                </a:cubicBezTo>
                <a:cubicBezTo>
                  <a:pt x="398272" y="89572"/>
                  <a:pt x="396895" y="85743"/>
                  <a:pt x="396895" y="80997"/>
                </a:cubicBezTo>
                <a:cubicBezTo>
                  <a:pt x="396895" y="77997"/>
                  <a:pt x="397567" y="75400"/>
                  <a:pt x="398910" y="73207"/>
                </a:cubicBezTo>
                <a:cubicBezTo>
                  <a:pt x="400746" y="70162"/>
                  <a:pt x="403936" y="67296"/>
                  <a:pt x="408481" y="64610"/>
                </a:cubicBezTo>
                <a:cubicBezTo>
                  <a:pt x="413025" y="61923"/>
                  <a:pt x="420581" y="58655"/>
                  <a:pt x="431148" y="54804"/>
                </a:cubicBezTo>
                <a:lnTo>
                  <a:pt x="431148" y="52395"/>
                </a:lnTo>
                <a:cubicBezTo>
                  <a:pt x="431148" y="46283"/>
                  <a:pt x="430174" y="42090"/>
                  <a:pt x="428226" y="39814"/>
                </a:cubicBezTo>
                <a:cubicBezTo>
                  <a:pt x="426279" y="37539"/>
                  <a:pt x="423447" y="36402"/>
                  <a:pt x="419730" y="36402"/>
                </a:cubicBezTo>
                <a:cubicBezTo>
                  <a:pt x="416910" y="36402"/>
                  <a:pt x="414671" y="37163"/>
                  <a:pt x="413014" y="38685"/>
                </a:cubicBezTo>
                <a:cubicBezTo>
                  <a:pt x="411313" y="40208"/>
                  <a:pt x="410462" y="41954"/>
                  <a:pt x="410462" y="43924"/>
                </a:cubicBezTo>
                <a:lnTo>
                  <a:pt x="410596" y="47819"/>
                </a:lnTo>
                <a:cubicBezTo>
                  <a:pt x="410596" y="49879"/>
                  <a:pt x="410070" y="51468"/>
                  <a:pt x="409018" y="52588"/>
                </a:cubicBezTo>
                <a:cubicBezTo>
                  <a:pt x="407966" y="53707"/>
                  <a:pt x="406589" y="54267"/>
                  <a:pt x="404888" y="54267"/>
                </a:cubicBezTo>
                <a:cubicBezTo>
                  <a:pt x="403231" y="54267"/>
                  <a:pt x="401876" y="53683"/>
                  <a:pt x="400824" y="52516"/>
                </a:cubicBezTo>
                <a:cubicBezTo>
                  <a:pt x="399772" y="51348"/>
                  <a:pt x="399246" y="49754"/>
                  <a:pt x="399246" y="47733"/>
                </a:cubicBezTo>
                <a:cubicBezTo>
                  <a:pt x="399246" y="43870"/>
                  <a:pt x="401216" y="40322"/>
                  <a:pt x="405156" y="37088"/>
                </a:cubicBezTo>
                <a:cubicBezTo>
                  <a:pt x="409096" y="33855"/>
                  <a:pt x="414626" y="32238"/>
                  <a:pt x="421745" y="32238"/>
                </a:cubicBezTo>
                <a:cubicBezTo>
                  <a:pt x="427208" y="32238"/>
                  <a:pt x="431685" y="33154"/>
                  <a:pt x="435178" y="34987"/>
                </a:cubicBezTo>
                <a:cubicBezTo>
                  <a:pt x="437819" y="36374"/>
                  <a:pt x="439767" y="38543"/>
                  <a:pt x="441021" y="41496"/>
                </a:cubicBezTo>
                <a:cubicBezTo>
                  <a:pt x="441827" y="43418"/>
                  <a:pt x="442230" y="47353"/>
                  <a:pt x="442230" y="53301"/>
                </a:cubicBezTo>
                <a:lnTo>
                  <a:pt x="442230" y="74164"/>
                </a:lnTo>
                <a:cubicBezTo>
                  <a:pt x="442230" y="80022"/>
                  <a:pt x="442342" y="83611"/>
                  <a:pt x="442565" y="84930"/>
                </a:cubicBezTo>
                <a:cubicBezTo>
                  <a:pt x="442789" y="86250"/>
                  <a:pt x="443159" y="87134"/>
                  <a:pt x="443674" y="87581"/>
                </a:cubicBezTo>
                <a:cubicBezTo>
                  <a:pt x="444189" y="88028"/>
                  <a:pt x="444782" y="88251"/>
                  <a:pt x="445453" y="88251"/>
                </a:cubicBezTo>
                <a:cubicBezTo>
                  <a:pt x="446170" y="88251"/>
                  <a:pt x="446797" y="88094"/>
                  <a:pt x="447334" y="87781"/>
                </a:cubicBezTo>
                <a:cubicBezTo>
                  <a:pt x="448274" y="87199"/>
                  <a:pt x="450088" y="85564"/>
                  <a:pt x="452774" y="82878"/>
                </a:cubicBezTo>
                <a:lnTo>
                  <a:pt x="452774" y="86639"/>
                </a:lnTo>
                <a:cubicBezTo>
                  <a:pt x="447759" y="93355"/>
                  <a:pt x="442968" y="96713"/>
                  <a:pt x="438401" y="96713"/>
                </a:cubicBezTo>
                <a:cubicBezTo>
                  <a:pt x="436207" y="96713"/>
                  <a:pt x="434461" y="95958"/>
                  <a:pt x="433163" y="94446"/>
                </a:cubicBezTo>
                <a:cubicBezTo>
                  <a:pt x="431864" y="92934"/>
                  <a:pt x="431193" y="90355"/>
                  <a:pt x="431148" y="86710"/>
                </a:cubicBezTo>
                <a:moveTo>
                  <a:pt x="431148" y="82355"/>
                </a:moveTo>
                <a:lnTo>
                  <a:pt x="431148" y="58968"/>
                </a:lnTo>
                <a:cubicBezTo>
                  <a:pt x="424387" y="61649"/>
                  <a:pt x="420021" y="63548"/>
                  <a:pt x="418051" y="64664"/>
                </a:cubicBezTo>
                <a:cubicBezTo>
                  <a:pt x="414514" y="66630"/>
                  <a:pt x="411984" y="68686"/>
                  <a:pt x="410462" y="70831"/>
                </a:cubicBezTo>
                <a:cubicBezTo>
                  <a:pt x="408940" y="72974"/>
                  <a:pt x="408179" y="75319"/>
                  <a:pt x="408179" y="77866"/>
                </a:cubicBezTo>
                <a:cubicBezTo>
                  <a:pt x="408179" y="81083"/>
                  <a:pt x="409141" y="83752"/>
                  <a:pt x="411066" y="85875"/>
                </a:cubicBezTo>
                <a:cubicBezTo>
                  <a:pt x="412992" y="87996"/>
                  <a:pt x="415208" y="89057"/>
                  <a:pt x="417716" y="89057"/>
                </a:cubicBezTo>
                <a:cubicBezTo>
                  <a:pt x="421118" y="89057"/>
                  <a:pt x="425596" y="86823"/>
                  <a:pt x="431148" y="82355"/>
                </a:cubicBezTo>
                <a:close/>
                <a:moveTo>
                  <a:pt x="475090" y="13701"/>
                </a:moveTo>
                <a:lnTo>
                  <a:pt x="475090" y="33984"/>
                </a:lnTo>
                <a:lnTo>
                  <a:pt x="489462" y="33984"/>
                </a:lnTo>
                <a:lnTo>
                  <a:pt x="489462" y="38551"/>
                </a:lnTo>
                <a:lnTo>
                  <a:pt x="475090" y="38685"/>
                </a:lnTo>
                <a:lnTo>
                  <a:pt x="475090" y="78634"/>
                </a:lnTo>
                <a:cubicBezTo>
                  <a:pt x="475090" y="82623"/>
                  <a:pt x="475660" y="85313"/>
                  <a:pt x="476802" y="86704"/>
                </a:cubicBezTo>
                <a:cubicBezTo>
                  <a:pt x="477944" y="88093"/>
                  <a:pt x="479410" y="88788"/>
                  <a:pt x="481201" y="88788"/>
                </a:cubicBezTo>
                <a:cubicBezTo>
                  <a:pt x="482679" y="88788"/>
                  <a:pt x="484112" y="88324"/>
                  <a:pt x="485500" y="87394"/>
                </a:cubicBezTo>
                <a:cubicBezTo>
                  <a:pt x="486888" y="86465"/>
                  <a:pt x="487962" y="85094"/>
                  <a:pt x="488723" y="83281"/>
                </a:cubicBezTo>
                <a:lnTo>
                  <a:pt x="491343" y="83281"/>
                </a:lnTo>
                <a:cubicBezTo>
                  <a:pt x="489776" y="87691"/>
                  <a:pt x="487559" y="91010"/>
                  <a:pt x="484694" y="93238"/>
                </a:cubicBezTo>
                <a:cubicBezTo>
                  <a:pt x="481828" y="95465"/>
                  <a:pt x="478873" y="96579"/>
                  <a:pt x="475828" y="96579"/>
                </a:cubicBezTo>
                <a:cubicBezTo>
                  <a:pt x="473769" y="96579"/>
                  <a:pt x="471754" y="96006"/>
                  <a:pt x="469784" y="94860"/>
                </a:cubicBezTo>
                <a:cubicBezTo>
                  <a:pt x="467814" y="93714"/>
                  <a:pt x="466358" y="92074"/>
                  <a:pt x="465418" y="89940"/>
                </a:cubicBezTo>
                <a:cubicBezTo>
                  <a:pt x="464478" y="87807"/>
                  <a:pt x="464008" y="84516"/>
                  <a:pt x="464008" y="80068"/>
                </a:cubicBezTo>
                <a:lnTo>
                  <a:pt x="464008" y="38551"/>
                </a:lnTo>
                <a:lnTo>
                  <a:pt x="454269" y="38551"/>
                </a:lnTo>
                <a:lnTo>
                  <a:pt x="454269" y="36398"/>
                </a:lnTo>
                <a:cubicBezTo>
                  <a:pt x="456732" y="35418"/>
                  <a:pt x="459251" y="33760"/>
                  <a:pt x="461825" y="31423"/>
                </a:cubicBezTo>
                <a:cubicBezTo>
                  <a:pt x="464400" y="29087"/>
                  <a:pt x="466694" y="26302"/>
                  <a:pt x="468709" y="23068"/>
                </a:cubicBezTo>
                <a:cubicBezTo>
                  <a:pt x="469739" y="21361"/>
                  <a:pt x="471172" y="18239"/>
                  <a:pt x="473008" y="13701"/>
                </a:cubicBezTo>
                <a:lnTo>
                  <a:pt x="475090" y="13701"/>
                </a:lnTo>
                <a:close/>
                <a:moveTo>
                  <a:pt x="505668" y="57222"/>
                </a:moveTo>
                <a:cubicBezTo>
                  <a:pt x="505623" y="66314"/>
                  <a:pt x="507840" y="73445"/>
                  <a:pt x="512317" y="78615"/>
                </a:cubicBezTo>
                <a:cubicBezTo>
                  <a:pt x="516795" y="83785"/>
                  <a:pt x="522056" y="86370"/>
                  <a:pt x="528100" y="86370"/>
                </a:cubicBezTo>
                <a:cubicBezTo>
                  <a:pt x="532130" y="86370"/>
                  <a:pt x="535634" y="85257"/>
                  <a:pt x="538611" y="83031"/>
                </a:cubicBezTo>
                <a:cubicBezTo>
                  <a:pt x="541589" y="80805"/>
                  <a:pt x="544085" y="76993"/>
                  <a:pt x="546100" y="71595"/>
                </a:cubicBezTo>
                <a:lnTo>
                  <a:pt x="548182" y="72944"/>
                </a:lnTo>
                <a:cubicBezTo>
                  <a:pt x="547241" y="79110"/>
                  <a:pt x="544510" y="84726"/>
                  <a:pt x="539988" y="89789"/>
                </a:cubicBezTo>
                <a:cubicBezTo>
                  <a:pt x="535466" y="94853"/>
                  <a:pt x="529802" y="97385"/>
                  <a:pt x="522996" y="97385"/>
                </a:cubicBezTo>
                <a:cubicBezTo>
                  <a:pt x="515608" y="97385"/>
                  <a:pt x="509284" y="94514"/>
                  <a:pt x="504023" y="88773"/>
                </a:cubicBezTo>
                <a:cubicBezTo>
                  <a:pt x="498762" y="83031"/>
                  <a:pt x="496131" y="75312"/>
                  <a:pt x="496131" y="65615"/>
                </a:cubicBezTo>
                <a:cubicBezTo>
                  <a:pt x="496131" y="55115"/>
                  <a:pt x="498829" y="46928"/>
                  <a:pt x="504224" y="41053"/>
                </a:cubicBezTo>
                <a:cubicBezTo>
                  <a:pt x="509620" y="35176"/>
                  <a:pt x="516392" y="32238"/>
                  <a:pt x="524541" y="32238"/>
                </a:cubicBezTo>
                <a:cubicBezTo>
                  <a:pt x="531436" y="32238"/>
                  <a:pt x="537100" y="34504"/>
                  <a:pt x="541533" y="39038"/>
                </a:cubicBezTo>
                <a:cubicBezTo>
                  <a:pt x="545965" y="43570"/>
                  <a:pt x="548182" y="49631"/>
                  <a:pt x="548182" y="57222"/>
                </a:cubicBezTo>
                <a:lnTo>
                  <a:pt x="505668" y="57222"/>
                </a:lnTo>
                <a:moveTo>
                  <a:pt x="505668" y="53327"/>
                </a:moveTo>
                <a:lnTo>
                  <a:pt x="534145" y="53327"/>
                </a:lnTo>
                <a:cubicBezTo>
                  <a:pt x="533921" y="49419"/>
                  <a:pt x="533451" y="46666"/>
                  <a:pt x="532734" y="45068"/>
                </a:cubicBezTo>
                <a:cubicBezTo>
                  <a:pt x="531615" y="42580"/>
                  <a:pt x="529947" y="40626"/>
                  <a:pt x="527731" y="39206"/>
                </a:cubicBezTo>
                <a:cubicBezTo>
                  <a:pt x="525515" y="37784"/>
                  <a:pt x="523197" y="37073"/>
                  <a:pt x="520780" y="37073"/>
                </a:cubicBezTo>
                <a:cubicBezTo>
                  <a:pt x="517063" y="37073"/>
                  <a:pt x="513739" y="38505"/>
                  <a:pt x="510806" y="41370"/>
                </a:cubicBezTo>
                <a:cubicBezTo>
                  <a:pt x="507873" y="44234"/>
                  <a:pt x="506161" y="48219"/>
                  <a:pt x="505668" y="53327"/>
                </a:cubicBezTo>
                <a:close/>
                <a:moveTo>
                  <a:pt x="586213" y="39894"/>
                </a:moveTo>
                <a:lnTo>
                  <a:pt x="605153" y="32372"/>
                </a:lnTo>
                <a:lnTo>
                  <a:pt x="607705" y="32372"/>
                </a:lnTo>
                <a:lnTo>
                  <a:pt x="607705" y="46812"/>
                </a:lnTo>
                <a:cubicBezTo>
                  <a:pt x="610884" y="41419"/>
                  <a:pt x="614074" y="37642"/>
                  <a:pt x="617276" y="35480"/>
                </a:cubicBezTo>
                <a:cubicBezTo>
                  <a:pt x="620477" y="33319"/>
                  <a:pt x="623846" y="32238"/>
                  <a:pt x="627384" y="32238"/>
                </a:cubicBezTo>
                <a:cubicBezTo>
                  <a:pt x="633562" y="32238"/>
                  <a:pt x="638712" y="34653"/>
                  <a:pt x="642831" y="39483"/>
                </a:cubicBezTo>
                <a:cubicBezTo>
                  <a:pt x="647890" y="45387"/>
                  <a:pt x="650420" y="53081"/>
                  <a:pt x="650420" y="62563"/>
                </a:cubicBezTo>
                <a:cubicBezTo>
                  <a:pt x="650420" y="73164"/>
                  <a:pt x="647375" y="81931"/>
                  <a:pt x="641286" y="88864"/>
                </a:cubicBezTo>
                <a:cubicBezTo>
                  <a:pt x="636271" y="94544"/>
                  <a:pt x="629958" y="97385"/>
                  <a:pt x="622346" y="97385"/>
                </a:cubicBezTo>
                <a:cubicBezTo>
                  <a:pt x="619033" y="97385"/>
                  <a:pt x="616168" y="96915"/>
                  <a:pt x="613750" y="95974"/>
                </a:cubicBezTo>
                <a:cubicBezTo>
                  <a:pt x="611959" y="95303"/>
                  <a:pt x="609944" y="93960"/>
                  <a:pt x="607705" y="91945"/>
                </a:cubicBezTo>
                <a:lnTo>
                  <a:pt x="607705" y="110683"/>
                </a:lnTo>
                <a:cubicBezTo>
                  <a:pt x="607705" y="114916"/>
                  <a:pt x="607963" y="117606"/>
                  <a:pt x="608477" y="118755"/>
                </a:cubicBezTo>
                <a:cubicBezTo>
                  <a:pt x="608992" y="119904"/>
                  <a:pt x="609888" y="120815"/>
                  <a:pt x="611164" y="121490"/>
                </a:cubicBezTo>
                <a:cubicBezTo>
                  <a:pt x="612440" y="122165"/>
                  <a:pt x="614757" y="122503"/>
                  <a:pt x="618115" y="122503"/>
                </a:cubicBezTo>
                <a:lnTo>
                  <a:pt x="618115" y="124921"/>
                </a:lnTo>
                <a:lnTo>
                  <a:pt x="585878" y="124921"/>
                </a:lnTo>
                <a:lnTo>
                  <a:pt x="585878" y="122503"/>
                </a:lnTo>
                <a:lnTo>
                  <a:pt x="587557" y="122503"/>
                </a:lnTo>
                <a:cubicBezTo>
                  <a:pt x="590019" y="122548"/>
                  <a:pt x="592124" y="122075"/>
                  <a:pt x="593870" y="121085"/>
                </a:cubicBezTo>
                <a:cubicBezTo>
                  <a:pt x="594720" y="120589"/>
                  <a:pt x="595381" y="119790"/>
                  <a:pt x="595851" y="118688"/>
                </a:cubicBezTo>
                <a:cubicBezTo>
                  <a:pt x="596321" y="117585"/>
                  <a:pt x="596556" y="114783"/>
                  <a:pt x="596556" y="110280"/>
                </a:cubicBezTo>
                <a:lnTo>
                  <a:pt x="596556" y="51983"/>
                </a:lnTo>
                <a:cubicBezTo>
                  <a:pt x="596556" y="47972"/>
                  <a:pt x="596377" y="45425"/>
                  <a:pt x="596019" y="44344"/>
                </a:cubicBezTo>
                <a:cubicBezTo>
                  <a:pt x="595661" y="43261"/>
                  <a:pt x="595090" y="42450"/>
                  <a:pt x="594306" y="41911"/>
                </a:cubicBezTo>
                <a:cubicBezTo>
                  <a:pt x="593523" y="41372"/>
                  <a:pt x="592459" y="41103"/>
                  <a:pt x="591116" y="41103"/>
                </a:cubicBezTo>
                <a:cubicBezTo>
                  <a:pt x="590042" y="41103"/>
                  <a:pt x="588676" y="41417"/>
                  <a:pt x="587019" y="42043"/>
                </a:cubicBezTo>
                <a:lnTo>
                  <a:pt x="586213" y="39894"/>
                </a:lnTo>
                <a:moveTo>
                  <a:pt x="607705" y="50774"/>
                </a:moveTo>
                <a:lnTo>
                  <a:pt x="607705" y="73744"/>
                </a:lnTo>
                <a:cubicBezTo>
                  <a:pt x="607705" y="78714"/>
                  <a:pt x="607907" y="81982"/>
                  <a:pt x="608310" y="83549"/>
                </a:cubicBezTo>
                <a:cubicBezTo>
                  <a:pt x="608936" y="86146"/>
                  <a:pt x="610470" y="88430"/>
                  <a:pt x="612910" y="90400"/>
                </a:cubicBezTo>
                <a:cubicBezTo>
                  <a:pt x="615350" y="92370"/>
                  <a:pt x="618429" y="93355"/>
                  <a:pt x="622145" y="93355"/>
                </a:cubicBezTo>
                <a:cubicBezTo>
                  <a:pt x="626622" y="93355"/>
                  <a:pt x="630249" y="91609"/>
                  <a:pt x="633025" y="88116"/>
                </a:cubicBezTo>
                <a:cubicBezTo>
                  <a:pt x="636652" y="83549"/>
                  <a:pt x="638465" y="77124"/>
                  <a:pt x="638465" y="68841"/>
                </a:cubicBezTo>
                <a:cubicBezTo>
                  <a:pt x="638465" y="59438"/>
                  <a:pt x="636406" y="52207"/>
                  <a:pt x="632286" y="47148"/>
                </a:cubicBezTo>
                <a:cubicBezTo>
                  <a:pt x="629421" y="43655"/>
                  <a:pt x="626018" y="41909"/>
                  <a:pt x="622078" y="41909"/>
                </a:cubicBezTo>
                <a:cubicBezTo>
                  <a:pt x="619929" y="41909"/>
                  <a:pt x="617802" y="42446"/>
                  <a:pt x="615697" y="43521"/>
                </a:cubicBezTo>
                <a:cubicBezTo>
                  <a:pt x="614086" y="44327"/>
                  <a:pt x="611421" y="46745"/>
                  <a:pt x="607705" y="50774"/>
                </a:cubicBezTo>
                <a:close/>
                <a:moveTo>
                  <a:pt x="694277" y="86710"/>
                </a:moveTo>
                <a:cubicBezTo>
                  <a:pt x="687963" y="91589"/>
                  <a:pt x="684001" y="94409"/>
                  <a:pt x="682389" y="95168"/>
                </a:cubicBezTo>
                <a:cubicBezTo>
                  <a:pt x="679971" y="96288"/>
                  <a:pt x="677396" y="96848"/>
                  <a:pt x="674665" y="96848"/>
                </a:cubicBezTo>
                <a:cubicBezTo>
                  <a:pt x="670412" y="96848"/>
                  <a:pt x="666908" y="95392"/>
                  <a:pt x="664154" y="92482"/>
                </a:cubicBezTo>
                <a:cubicBezTo>
                  <a:pt x="661401" y="89572"/>
                  <a:pt x="660024" y="85743"/>
                  <a:pt x="660024" y="80997"/>
                </a:cubicBezTo>
                <a:cubicBezTo>
                  <a:pt x="660024" y="77997"/>
                  <a:pt x="660696" y="75400"/>
                  <a:pt x="662039" y="73207"/>
                </a:cubicBezTo>
                <a:cubicBezTo>
                  <a:pt x="663875" y="70162"/>
                  <a:pt x="667065" y="67296"/>
                  <a:pt x="671609" y="64610"/>
                </a:cubicBezTo>
                <a:cubicBezTo>
                  <a:pt x="676154" y="61923"/>
                  <a:pt x="683710" y="58655"/>
                  <a:pt x="694277" y="54804"/>
                </a:cubicBezTo>
                <a:lnTo>
                  <a:pt x="694277" y="52395"/>
                </a:lnTo>
                <a:cubicBezTo>
                  <a:pt x="694277" y="46283"/>
                  <a:pt x="693303" y="42090"/>
                  <a:pt x="691355" y="39814"/>
                </a:cubicBezTo>
                <a:cubicBezTo>
                  <a:pt x="689407" y="37539"/>
                  <a:pt x="686575" y="36402"/>
                  <a:pt x="682859" y="36402"/>
                </a:cubicBezTo>
                <a:cubicBezTo>
                  <a:pt x="680038" y="36402"/>
                  <a:pt x="677799" y="37163"/>
                  <a:pt x="676143" y="38685"/>
                </a:cubicBezTo>
                <a:cubicBezTo>
                  <a:pt x="674441" y="40208"/>
                  <a:pt x="673591" y="41954"/>
                  <a:pt x="673591" y="43924"/>
                </a:cubicBezTo>
                <a:lnTo>
                  <a:pt x="673725" y="47819"/>
                </a:lnTo>
                <a:cubicBezTo>
                  <a:pt x="673725" y="49879"/>
                  <a:pt x="673199" y="51468"/>
                  <a:pt x="672147" y="52588"/>
                </a:cubicBezTo>
                <a:cubicBezTo>
                  <a:pt x="671094" y="53707"/>
                  <a:pt x="669718" y="54267"/>
                  <a:pt x="668016" y="54267"/>
                </a:cubicBezTo>
                <a:cubicBezTo>
                  <a:pt x="666360" y="54267"/>
                  <a:pt x="665005" y="53683"/>
                  <a:pt x="663953" y="52516"/>
                </a:cubicBezTo>
                <a:cubicBezTo>
                  <a:pt x="662901" y="51348"/>
                  <a:pt x="662375" y="49754"/>
                  <a:pt x="662375" y="47733"/>
                </a:cubicBezTo>
                <a:cubicBezTo>
                  <a:pt x="662375" y="43870"/>
                  <a:pt x="664345" y="40322"/>
                  <a:pt x="668285" y="37088"/>
                </a:cubicBezTo>
                <a:cubicBezTo>
                  <a:pt x="672225" y="33855"/>
                  <a:pt x="677755" y="32238"/>
                  <a:pt x="684874" y="32238"/>
                </a:cubicBezTo>
                <a:cubicBezTo>
                  <a:pt x="690336" y="32238"/>
                  <a:pt x="694814" y="33154"/>
                  <a:pt x="698306" y="34987"/>
                </a:cubicBezTo>
                <a:cubicBezTo>
                  <a:pt x="700948" y="36374"/>
                  <a:pt x="702896" y="38543"/>
                  <a:pt x="704149" y="41496"/>
                </a:cubicBezTo>
                <a:cubicBezTo>
                  <a:pt x="704955" y="43418"/>
                  <a:pt x="705358" y="47353"/>
                  <a:pt x="705358" y="53301"/>
                </a:cubicBezTo>
                <a:lnTo>
                  <a:pt x="705358" y="74164"/>
                </a:lnTo>
                <a:cubicBezTo>
                  <a:pt x="705358" y="80022"/>
                  <a:pt x="705470" y="83611"/>
                  <a:pt x="705694" y="84930"/>
                </a:cubicBezTo>
                <a:cubicBezTo>
                  <a:pt x="705918" y="86250"/>
                  <a:pt x="706287" y="87134"/>
                  <a:pt x="706802" y="87581"/>
                </a:cubicBezTo>
                <a:cubicBezTo>
                  <a:pt x="707317" y="88028"/>
                  <a:pt x="707910" y="88251"/>
                  <a:pt x="708582" y="88251"/>
                </a:cubicBezTo>
                <a:cubicBezTo>
                  <a:pt x="709298" y="88251"/>
                  <a:pt x="709925" y="88094"/>
                  <a:pt x="710463" y="87781"/>
                </a:cubicBezTo>
                <a:cubicBezTo>
                  <a:pt x="711403" y="87199"/>
                  <a:pt x="713216" y="85564"/>
                  <a:pt x="715903" y="82878"/>
                </a:cubicBezTo>
                <a:lnTo>
                  <a:pt x="715903" y="86639"/>
                </a:lnTo>
                <a:cubicBezTo>
                  <a:pt x="710888" y="93355"/>
                  <a:pt x="706097" y="96713"/>
                  <a:pt x="701530" y="96713"/>
                </a:cubicBezTo>
                <a:cubicBezTo>
                  <a:pt x="699336" y="96713"/>
                  <a:pt x="697590" y="95958"/>
                  <a:pt x="696291" y="94446"/>
                </a:cubicBezTo>
                <a:cubicBezTo>
                  <a:pt x="694993" y="92934"/>
                  <a:pt x="694321" y="90355"/>
                  <a:pt x="694277" y="86710"/>
                </a:cubicBezTo>
                <a:moveTo>
                  <a:pt x="694277" y="82355"/>
                </a:moveTo>
                <a:lnTo>
                  <a:pt x="694277" y="58968"/>
                </a:lnTo>
                <a:cubicBezTo>
                  <a:pt x="687516" y="61649"/>
                  <a:pt x="683150" y="63548"/>
                  <a:pt x="681180" y="64664"/>
                </a:cubicBezTo>
                <a:cubicBezTo>
                  <a:pt x="677643" y="66630"/>
                  <a:pt x="675113" y="68686"/>
                  <a:pt x="673591" y="70831"/>
                </a:cubicBezTo>
                <a:cubicBezTo>
                  <a:pt x="672068" y="72974"/>
                  <a:pt x="671307" y="75319"/>
                  <a:pt x="671307" y="77866"/>
                </a:cubicBezTo>
                <a:cubicBezTo>
                  <a:pt x="671307" y="81083"/>
                  <a:pt x="672270" y="83752"/>
                  <a:pt x="674195" y="85875"/>
                </a:cubicBezTo>
                <a:cubicBezTo>
                  <a:pt x="676120" y="87996"/>
                  <a:pt x="678337" y="89057"/>
                  <a:pt x="680844" y="89057"/>
                </a:cubicBezTo>
                <a:cubicBezTo>
                  <a:pt x="684247" y="89057"/>
                  <a:pt x="688724" y="86823"/>
                  <a:pt x="694277" y="82355"/>
                </a:cubicBezTo>
                <a:close/>
                <a:moveTo>
                  <a:pt x="715921" y="39894"/>
                </a:moveTo>
                <a:lnTo>
                  <a:pt x="734860" y="32372"/>
                </a:lnTo>
                <a:lnTo>
                  <a:pt x="737412" y="32372"/>
                </a:lnTo>
                <a:lnTo>
                  <a:pt x="737412" y="46812"/>
                </a:lnTo>
                <a:cubicBezTo>
                  <a:pt x="740591" y="41419"/>
                  <a:pt x="743782" y="37642"/>
                  <a:pt x="746983" y="35480"/>
                </a:cubicBezTo>
                <a:cubicBezTo>
                  <a:pt x="750184" y="33319"/>
                  <a:pt x="753554" y="32238"/>
                  <a:pt x="757091" y="32238"/>
                </a:cubicBezTo>
                <a:cubicBezTo>
                  <a:pt x="763270" y="32238"/>
                  <a:pt x="768419" y="34653"/>
                  <a:pt x="772538" y="39483"/>
                </a:cubicBezTo>
                <a:cubicBezTo>
                  <a:pt x="777598" y="45387"/>
                  <a:pt x="780127" y="53081"/>
                  <a:pt x="780127" y="62563"/>
                </a:cubicBezTo>
                <a:cubicBezTo>
                  <a:pt x="780127" y="73164"/>
                  <a:pt x="777083" y="81931"/>
                  <a:pt x="770993" y="88864"/>
                </a:cubicBezTo>
                <a:cubicBezTo>
                  <a:pt x="765979" y="94544"/>
                  <a:pt x="759665" y="97385"/>
                  <a:pt x="752054" y="97385"/>
                </a:cubicBezTo>
                <a:cubicBezTo>
                  <a:pt x="748740" y="97385"/>
                  <a:pt x="745875" y="96915"/>
                  <a:pt x="743457" y="95974"/>
                </a:cubicBezTo>
                <a:cubicBezTo>
                  <a:pt x="741666" y="95303"/>
                  <a:pt x="739651" y="93960"/>
                  <a:pt x="737412" y="91945"/>
                </a:cubicBezTo>
                <a:lnTo>
                  <a:pt x="737412" y="110683"/>
                </a:lnTo>
                <a:cubicBezTo>
                  <a:pt x="737412" y="114916"/>
                  <a:pt x="737670" y="117606"/>
                  <a:pt x="738185" y="118755"/>
                </a:cubicBezTo>
                <a:cubicBezTo>
                  <a:pt x="738700" y="119904"/>
                  <a:pt x="739595" y="120815"/>
                  <a:pt x="740871" y="121490"/>
                </a:cubicBezTo>
                <a:cubicBezTo>
                  <a:pt x="742147" y="122165"/>
                  <a:pt x="744464" y="122503"/>
                  <a:pt x="747823" y="122503"/>
                </a:cubicBezTo>
                <a:lnTo>
                  <a:pt x="747823" y="124921"/>
                </a:lnTo>
                <a:lnTo>
                  <a:pt x="715585" y="124921"/>
                </a:lnTo>
                <a:lnTo>
                  <a:pt x="715585" y="122503"/>
                </a:lnTo>
                <a:lnTo>
                  <a:pt x="717264" y="122503"/>
                </a:lnTo>
                <a:cubicBezTo>
                  <a:pt x="719727" y="122548"/>
                  <a:pt x="721831" y="122075"/>
                  <a:pt x="723577" y="121085"/>
                </a:cubicBezTo>
                <a:cubicBezTo>
                  <a:pt x="724428" y="120589"/>
                  <a:pt x="725088" y="119790"/>
                  <a:pt x="725558" y="118688"/>
                </a:cubicBezTo>
                <a:cubicBezTo>
                  <a:pt x="726029" y="117585"/>
                  <a:pt x="726264" y="114783"/>
                  <a:pt x="726264" y="110280"/>
                </a:cubicBezTo>
                <a:lnTo>
                  <a:pt x="726264" y="51983"/>
                </a:lnTo>
                <a:cubicBezTo>
                  <a:pt x="726264" y="47972"/>
                  <a:pt x="726085" y="45425"/>
                  <a:pt x="725726" y="44344"/>
                </a:cubicBezTo>
                <a:cubicBezTo>
                  <a:pt x="725368" y="43261"/>
                  <a:pt x="724797" y="42450"/>
                  <a:pt x="724014" y="41911"/>
                </a:cubicBezTo>
                <a:cubicBezTo>
                  <a:pt x="723230" y="41372"/>
                  <a:pt x="722167" y="41103"/>
                  <a:pt x="720823" y="41103"/>
                </a:cubicBezTo>
                <a:cubicBezTo>
                  <a:pt x="719749" y="41103"/>
                  <a:pt x="718383" y="41417"/>
                  <a:pt x="716727" y="42043"/>
                </a:cubicBezTo>
                <a:lnTo>
                  <a:pt x="715921" y="39894"/>
                </a:lnTo>
                <a:moveTo>
                  <a:pt x="737412" y="50774"/>
                </a:moveTo>
                <a:lnTo>
                  <a:pt x="737412" y="73744"/>
                </a:lnTo>
                <a:cubicBezTo>
                  <a:pt x="737412" y="78714"/>
                  <a:pt x="737614" y="81982"/>
                  <a:pt x="738017" y="83549"/>
                </a:cubicBezTo>
                <a:cubicBezTo>
                  <a:pt x="738644" y="86146"/>
                  <a:pt x="740177" y="88430"/>
                  <a:pt x="742618" y="90400"/>
                </a:cubicBezTo>
                <a:cubicBezTo>
                  <a:pt x="745058" y="92370"/>
                  <a:pt x="748136" y="93355"/>
                  <a:pt x="751852" y="93355"/>
                </a:cubicBezTo>
                <a:cubicBezTo>
                  <a:pt x="756330" y="93355"/>
                  <a:pt x="759957" y="91609"/>
                  <a:pt x="762733" y="88116"/>
                </a:cubicBezTo>
                <a:cubicBezTo>
                  <a:pt x="766359" y="83549"/>
                  <a:pt x="768173" y="77124"/>
                  <a:pt x="768173" y="68841"/>
                </a:cubicBezTo>
                <a:cubicBezTo>
                  <a:pt x="768173" y="59438"/>
                  <a:pt x="766113" y="52207"/>
                  <a:pt x="761994" y="47148"/>
                </a:cubicBezTo>
                <a:cubicBezTo>
                  <a:pt x="759128" y="43655"/>
                  <a:pt x="755725" y="41909"/>
                  <a:pt x="751785" y="41909"/>
                </a:cubicBezTo>
                <a:cubicBezTo>
                  <a:pt x="749636" y="41909"/>
                  <a:pt x="747509" y="42446"/>
                  <a:pt x="745405" y="43521"/>
                </a:cubicBezTo>
                <a:cubicBezTo>
                  <a:pt x="743793" y="44327"/>
                  <a:pt x="741129" y="46745"/>
                  <a:pt x="737412" y="50774"/>
                </a:cubicBezTo>
                <a:close/>
                <a:moveTo>
                  <a:pt x="799470" y="57222"/>
                </a:moveTo>
                <a:cubicBezTo>
                  <a:pt x="799425" y="66314"/>
                  <a:pt x="801642" y="73445"/>
                  <a:pt x="806119" y="78615"/>
                </a:cubicBezTo>
                <a:cubicBezTo>
                  <a:pt x="810597" y="83785"/>
                  <a:pt x="815858" y="86370"/>
                  <a:pt x="821902" y="86370"/>
                </a:cubicBezTo>
                <a:cubicBezTo>
                  <a:pt x="825932" y="86370"/>
                  <a:pt x="829435" y="85257"/>
                  <a:pt x="832413" y="83031"/>
                </a:cubicBezTo>
                <a:cubicBezTo>
                  <a:pt x="835390" y="80805"/>
                  <a:pt x="837887" y="76993"/>
                  <a:pt x="839902" y="71595"/>
                </a:cubicBezTo>
                <a:lnTo>
                  <a:pt x="841984" y="72944"/>
                </a:lnTo>
                <a:cubicBezTo>
                  <a:pt x="841043" y="79110"/>
                  <a:pt x="838312" y="84726"/>
                  <a:pt x="833790" y="89789"/>
                </a:cubicBezTo>
                <a:cubicBezTo>
                  <a:pt x="829268" y="94853"/>
                  <a:pt x="823604" y="97385"/>
                  <a:pt x="816798" y="97385"/>
                </a:cubicBezTo>
                <a:cubicBezTo>
                  <a:pt x="809410" y="97385"/>
                  <a:pt x="803086" y="94514"/>
                  <a:pt x="797825" y="88773"/>
                </a:cubicBezTo>
                <a:cubicBezTo>
                  <a:pt x="792564" y="83031"/>
                  <a:pt x="789933" y="75312"/>
                  <a:pt x="789933" y="65615"/>
                </a:cubicBezTo>
                <a:cubicBezTo>
                  <a:pt x="789933" y="55115"/>
                  <a:pt x="792631" y="46928"/>
                  <a:pt x="798026" y="41053"/>
                </a:cubicBezTo>
                <a:cubicBezTo>
                  <a:pt x="803421" y="35176"/>
                  <a:pt x="810194" y="32238"/>
                  <a:pt x="818343" y="32238"/>
                </a:cubicBezTo>
                <a:cubicBezTo>
                  <a:pt x="825238" y="32238"/>
                  <a:pt x="830902" y="34504"/>
                  <a:pt x="835335" y="39038"/>
                </a:cubicBezTo>
                <a:cubicBezTo>
                  <a:pt x="839767" y="43570"/>
                  <a:pt x="841984" y="49631"/>
                  <a:pt x="841984" y="57222"/>
                </a:cubicBezTo>
                <a:lnTo>
                  <a:pt x="799470" y="57222"/>
                </a:lnTo>
                <a:moveTo>
                  <a:pt x="799470" y="53327"/>
                </a:moveTo>
                <a:lnTo>
                  <a:pt x="827947" y="53327"/>
                </a:lnTo>
                <a:cubicBezTo>
                  <a:pt x="827723" y="49419"/>
                  <a:pt x="827253" y="46666"/>
                  <a:pt x="826536" y="45068"/>
                </a:cubicBezTo>
                <a:cubicBezTo>
                  <a:pt x="825417" y="42580"/>
                  <a:pt x="823749" y="40626"/>
                  <a:pt x="821533" y="39206"/>
                </a:cubicBezTo>
                <a:cubicBezTo>
                  <a:pt x="819316" y="37784"/>
                  <a:pt x="816999" y="37073"/>
                  <a:pt x="814581" y="37073"/>
                </a:cubicBezTo>
                <a:cubicBezTo>
                  <a:pt x="810865" y="37073"/>
                  <a:pt x="807541" y="38505"/>
                  <a:pt x="804608" y="41370"/>
                </a:cubicBezTo>
                <a:cubicBezTo>
                  <a:pt x="801675" y="44234"/>
                  <a:pt x="799963" y="48219"/>
                  <a:pt x="799470" y="53327"/>
                </a:cubicBezTo>
                <a:close/>
                <a:moveTo>
                  <a:pt x="868060" y="32238"/>
                </a:moveTo>
                <a:lnTo>
                  <a:pt x="868060" y="46073"/>
                </a:lnTo>
                <a:cubicBezTo>
                  <a:pt x="873209" y="36850"/>
                  <a:pt x="878493" y="32238"/>
                  <a:pt x="883910" y="32238"/>
                </a:cubicBezTo>
                <a:cubicBezTo>
                  <a:pt x="886373" y="32238"/>
                  <a:pt x="888410" y="32988"/>
                  <a:pt x="890022" y="34488"/>
                </a:cubicBezTo>
                <a:cubicBezTo>
                  <a:pt x="891634" y="35988"/>
                  <a:pt x="892440" y="37723"/>
                  <a:pt x="892440" y="39693"/>
                </a:cubicBezTo>
                <a:cubicBezTo>
                  <a:pt x="892440" y="41439"/>
                  <a:pt x="891858" y="42916"/>
                  <a:pt x="890694" y="44125"/>
                </a:cubicBezTo>
                <a:cubicBezTo>
                  <a:pt x="889530" y="45334"/>
                  <a:pt x="888142" y="45939"/>
                  <a:pt x="886530" y="45939"/>
                </a:cubicBezTo>
                <a:cubicBezTo>
                  <a:pt x="884963" y="45939"/>
                  <a:pt x="883205" y="45178"/>
                  <a:pt x="881257" y="43655"/>
                </a:cubicBezTo>
                <a:cubicBezTo>
                  <a:pt x="879310" y="42133"/>
                  <a:pt x="877866" y="41372"/>
                  <a:pt x="876925" y="41372"/>
                </a:cubicBezTo>
                <a:cubicBezTo>
                  <a:pt x="876120" y="41372"/>
                  <a:pt x="875246" y="41816"/>
                  <a:pt x="874306" y="42705"/>
                </a:cubicBezTo>
                <a:cubicBezTo>
                  <a:pt x="872291" y="44528"/>
                  <a:pt x="870209" y="47528"/>
                  <a:pt x="868060" y="51706"/>
                </a:cubicBezTo>
                <a:lnTo>
                  <a:pt x="868060" y="81132"/>
                </a:lnTo>
                <a:cubicBezTo>
                  <a:pt x="868060" y="84537"/>
                  <a:pt x="868485" y="87113"/>
                  <a:pt x="869336" y="88859"/>
                </a:cubicBezTo>
                <a:cubicBezTo>
                  <a:pt x="869918" y="90070"/>
                  <a:pt x="870948" y="91077"/>
                  <a:pt x="872426" y="91882"/>
                </a:cubicBezTo>
                <a:cubicBezTo>
                  <a:pt x="873903" y="92685"/>
                  <a:pt x="876030" y="93086"/>
                  <a:pt x="878806" y="93086"/>
                </a:cubicBezTo>
                <a:lnTo>
                  <a:pt x="878806" y="95504"/>
                </a:lnTo>
                <a:lnTo>
                  <a:pt x="847307" y="95504"/>
                </a:lnTo>
                <a:lnTo>
                  <a:pt x="847307" y="93086"/>
                </a:lnTo>
                <a:cubicBezTo>
                  <a:pt x="850441" y="93086"/>
                  <a:pt x="852770" y="92588"/>
                  <a:pt x="854292" y="91592"/>
                </a:cubicBezTo>
                <a:cubicBezTo>
                  <a:pt x="855411" y="90867"/>
                  <a:pt x="856195" y="89712"/>
                  <a:pt x="856643" y="88127"/>
                </a:cubicBezTo>
                <a:cubicBezTo>
                  <a:pt x="856866" y="87356"/>
                  <a:pt x="856978" y="85159"/>
                  <a:pt x="856978" y="81535"/>
                </a:cubicBezTo>
                <a:lnTo>
                  <a:pt x="856978" y="57894"/>
                </a:lnTo>
                <a:cubicBezTo>
                  <a:pt x="856978" y="50730"/>
                  <a:pt x="856833" y="46465"/>
                  <a:pt x="856542" y="45099"/>
                </a:cubicBezTo>
                <a:cubicBezTo>
                  <a:pt x="856251" y="43734"/>
                  <a:pt x="855714" y="42737"/>
                  <a:pt x="854930" y="42111"/>
                </a:cubicBezTo>
                <a:cubicBezTo>
                  <a:pt x="854146" y="41484"/>
                  <a:pt x="853173" y="41170"/>
                  <a:pt x="852008" y="41170"/>
                </a:cubicBezTo>
                <a:cubicBezTo>
                  <a:pt x="850620" y="41170"/>
                  <a:pt x="849053" y="41506"/>
                  <a:pt x="847307" y="42178"/>
                </a:cubicBezTo>
                <a:lnTo>
                  <a:pt x="846635" y="39760"/>
                </a:lnTo>
                <a:lnTo>
                  <a:pt x="865239" y="32238"/>
                </a:lnTo>
                <a:lnTo>
                  <a:pt x="868060" y="32238"/>
                </a:lnTo>
                <a:close/>
                <a:moveTo>
                  <a:pt x="935624" y="32238"/>
                </a:moveTo>
                <a:lnTo>
                  <a:pt x="935624" y="53192"/>
                </a:lnTo>
                <a:lnTo>
                  <a:pt x="933408" y="53192"/>
                </a:lnTo>
                <a:cubicBezTo>
                  <a:pt x="931706" y="46637"/>
                  <a:pt x="929523" y="42178"/>
                  <a:pt x="926859" y="39814"/>
                </a:cubicBezTo>
                <a:cubicBezTo>
                  <a:pt x="924195" y="37450"/>
                  <a:pt x="920804" y="36267"/>
                  <a:pt x="916684" y="36267"/>
                </a:cubicBezTo>
                <a:cubicBezTo>
                  <a:pt x="913550" y="36267"/>
                  <a:pt x="911020" y="37093"/>
                  <a:pt x="909095" y="38744"/>
                </a:cubicBezTo>
                <a:cubicBezTo>
                  <a:pt x="907170" y="40395"/>
                  <a:pt x="906207" y="42225"/>
                  <a:pt x="906207" y="44232"/>
                </a:cubicBezTo>
                <a:cubicBezTo>
                  <a:pt x="906207" y="46730"/>
                  <a:pt x="906923" y="48872"/>
                  <a:pt x="908356" y="50657"/>
                </a:cubicBezTo>
                <a:cubicBezTo>
                  <a:pt x="909744" y="52486"/>
                  <a:pt x="912565" y="54426"/>
                  <a:pt x="916819" y="56479"/>
                </a:cubicBezTo>
                <a:lnTo>
                  <a:pt x="926624" y="61231"/>
                </a:lnTo>
                <a:cubicBezTo>
                  <a:pt x="935714" y="65658"/>
                  <a:pt x="940258" y="71493"/>
                  <a:pt x="940258" y="78737"/>
                </a:cubicBezTo>
                <a:cubicBezTo>
                  <a:pt x="940258" y="84327"/>
                  <a:pt x="938143" y="88832"/>
                  <a:pt x="933911" y="92253"/>
                </a:cubicBezTo>
                <a:cubicBezTo>
                  <a:pt x="929680" y="95674"/>
                  <a:pt x="924945" y="97385"/>
                  <a:pt x="919707" y="97385"/>
                </a:cubicBezTo>
                <a:cubicBezTo>
                  <a:pt x="915946" y="97385"/>
                  <a:pt x="911647" y="96747"/>
                  <a:pt x="906812" y="95471"/>
                </a:cubicBezTo>
                <a:cubicBezTo>
                  <a:pt x="905334" y="95045"/>
                  <a:pt x="904125" y="94833"/>
                  <a:pt x="903185" y="94833"/>
                </a:cubicBezTo>
                <a:cubicBezTo>
                  <a:pt x="902155" y="94833"/>
                  <a:pt x="901349" y="95370"/>
                  <a:pt x="900767" y="96445"/>
                </a:cubicBezTo>
                <a:lnTo>
                  <a:pt x="898551" y="96445"/>
                </a:lnTo>
                <a:lnTo>
                  <a:pt x="898551" y="74415"/>
                </a:lnTo>
                <a:lnTo>
                  <a:pt x="900767" y="74415"/>
                </a:lnTo>
                <a:cubicBezTo>
                  <a:pt x="902021" y="80684"/>
                  <a:pt x="904416" y="85408"/>
                  <a:pt x="907953" y="88587"/>
                </a:cubicBezTo>
                <a:cubicBezTo>
                  <a:pt x="911490" y="91766"/>
                  <a:pt x="915453" y="93355"/>
                  <a:pt x="919841" y="93355"/>
                </a:cubicBezTo>
                <a:cubicBezTo>
                  <a:pt x="922930" y="93355"/>
                  <a:pt x="925449" y="92453"/>
                  <a:pt x="927397" y="90650"/>
                </a:cubicBezTo>
                <a:cubicBezTo>
                  <a:pt x="929344" y="88845"/>
                  <a:pt x="930318" y="86673"/>
                  <a:pt x="930318" y="84133"/>
                </a:cubicBezTo>
                <a:cubicBezTo>
                  <a:pt x="930318" y="81059"/>
                  <a:pt x="929232" y="78475"/>
                  <a:pt x="927061" y="76382"/>
                </a:cubicBezTo>
                <a:cubicBezTo>
                  <a:pt x="924889" y="74287"/>
                  <a:pt x="920557" y="71642"/>
                  <a:pt x="914065" y="68446"/>
                </a:cubicBezTo>
                <a:cubicBezTo>
                  <a:pt x="907573" y="65249"/>
                  <a:pt x="903319" y="62350"/>
                  <a:pt x="901304" y="59749"/>
                </a:cubicBezTo>
                <a:cubicBezTo>
                  <a:pt x="899289" y="57193"/>
                  <a:pt x="898282" y="53964"/>
                  <a:pt x="898282" y="50063"/>
                </a:cubicBezTo>
                <a:cubicBezTo>
                  <a:pt x="898282" y="44995"/>
                  <a:pt x="900017" y="40758"/>
                  <a:pt x="903487" y="37350"/>
                </a:cubicBezTo>
                <a:cubicBezTo>
                  <a:pt x="906957" y="33942"/>
                  <a:pt x="911446" y="32238"/>
                  <a:pt x="916953" y="32238"/>
                </a:cubicBezTo>
                <a:cubicBezTo>
                  <a:pt x="919371" y="32238"/>
                  <a:pt x="922304" y="32753"/>
                  <a:pt x="925751" y="33782"/>
                </a:cubicBezTo>
                <a:cubicBezTo>
                  <a:pt x="928035" y="34454"/>
                  <a:pt x="929557" y="34790"/>
                  <a:pt x="930318" y="34790"/>
                </a:cubicBezTo>
                <a:cubicBezTo>
                  <a:pt x="931035" y="34790"/>
                  <a:pt x="931594" y="34633"/>
                  <a:pt x="931997" y="34320"/>
                </a:cubicBezTo>
                <a:cubicBezTo>
                  <a:pt x="932400" y="34006"/>
                  <a:pt x="932870" y="33312"/>
                  <a:pt x="933408" y="32238"/>
                </a:cubicBezTo>
                <a:lnTo>
                  <a:pt x="935624" y="32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194">
            <a:extLst xmlns:a="http://schemas.openxmlformats.org/drawingml/2006/main">
              <a:ext uri="{FF2B5EF4-FFF2-40B4-BE49-F238E27FC236}">
                <a16:creationId xmlns:a16="http://schemas.microsoft.com/office/drawing/2014/main" id="{FA4372ED-4BD2-4C28-B6E7-AE9B868A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003" y="2279869"/>
            <a:ext cx="203366" cy="95639"/>
          </a:xfrm>
          <a:custGeom xmlns:a="http://schemas.openxmlformats.org/drawingml/2006/main">
            <a:pathLst>
              <a:path w="203366" h="95639">
                <a:moveTo>
                  <a:pt x="57961" y="672"/>
                </a:moveTo>
                <a:lnTo>
                  <a:pt x="35730" y="77102"/>
                </a:lnTo>
                <a:cubicBezTo>
                  <a:pt x="34566" y="81106"/>
                  <a:pt x="33984" y="83648"/>
                  <a:pt x="33984" y="84727"/>
                </a:cubicBezTo>
                <a:cubicBezTo>
                  <a:pt x="33984" y="85807"/>
                  <a:pt x="34398" y="86921"/>
                  <a:pt x="35226" y="88068"/>
                </a:cubicBezTo>
                <a:cubicBezTo>
                  <a:pt x="36055" y="89216"/>
                  <a:pt x="36950" y="89958"/>
                  <a:pt x="37913" y="90295"/>
                </a:cubicBezTo>
                <a:cubicBezTo>
                  <a:pt x="38876" y="90632"/>
                  <a:pt x="41775" y="90936"/>
                  <a:pt x="46610" y="91206"/>
                </a:cubicBezTo>
                <a:lnTo>
                  <a:pt x="45872" y="93624"/>
                </a:lnTo>
                <a:lnTo>
                  <a:pt x="0" y="93624"/>
                </a:lnTo>
                <a:lnTo>
                  <a:pt x="739" y="91206"/>
                </a:lnTo>
                <a:cubicBezTo>
                  <a:pt x="5306" y="91116"/>
                  <a:pt x="8485" y="90734"/>
                  <a:pt x="10276" y="90060"/>
                </a:cubicBezTo>
                <a:cubicBezTo>
                  <a:pt x="12067" y="89384"/>
                  <a:pt x="13533" y="88282"/>
                  <a:pt x="14675" y="86752"/>
                </a:cubicBezTo>
                <a:cubicBezTo>
                  <a:pt x="15817" y="85223"/>
                  <a:pt x="17104" y="82006"/>
                  <a:pt x="18537" y="77102"/>
                </a:cubicBezTo>
                <a:lnTo>
                  <a:pt x="31700" y="31696"/>
                </a:lnTo>
                <a:cubicBezTo>
                  <a:pt x="33715" y="24802"/>
                  <a:pt x="34768" y="21155"/>
                  <a:pt x="34857" y="20753"/>
                </a:cubicBezTo>
                <a:cubicBezTo>
                  <a:pt x="35126" y="19589"/>
                  <a:pt x="35260" y="18492"/>
                  <a:pt x="35260" y="17462"/>
                </a:cubicBezTo>
                <a:cubicBezTo>
                  <a:pt x="35260" y="15492"/>
                  <a:pt x="34644" y="13925"/>
                  <a:pt x="33413" y="12761"/>
                </a:cubicBezTo>
                <a:cubicBezTo>
                  <a:pt x="32182" y="11597"/>
                  <a:pt x="30424" y="11015"/>
                  <a:pt x="28141" y="11015"/>
                </a:cubicBezTo>
                <a:cubicBezTo>
                  <a:pt x="27021" y="11015"/>
                  <a:pt x="24805" y="11194"/>
                  <a:pt x="21492" y="11552"/>
                </a:cubicBezTo>
                <a:lnTo>
                  <a:pt x="20955" y="9000"/>
                </a:lnTo>
                <a:lnTo>
                  <a:pt x="55140" y="672"/>
                </a:lnTo>
                <a:lnTo>
                  <a:pt x="57961" y="672"/>
                </a:lnTo>
                <a:close/>
                <a:moveTo>
                  <a:pt x="71393" y="95639"/>
                </a:moveTo>
                <a:lnTo>
                  <a:pt x="71393" y="92818"/>
                </a:lnTo>
                <a:cubicBezTo>
                  <a:pt x="78244" y="90944"/>
                  <a:pt x="84613" y="87275"/>
                  <a:pt x="90501" y="81810"/>
                </a:cubicBezTo>
                <a:cubicBezTo>
                  <a:pt x="96388" y="76343"/>
                  <a:pt x="101705" y="68363"/>
                  <a:pt x="106452" y="57871"/>
                </a:cubicBezTo>
                <a:cubicBezTo>
                  <a:pt x="102243" y="59319"/>
                  <a:pt x="98638" y="60043"/>
                  <a:pt x="95639" y="60043"/>
                </a:cubicBezTo>
                <a:cubicBezTo>
                  <a:pt x="90579" y="60043"/>
                  <a:pt x="86348" y="58138"/>
                  <a:pt x="82945" y="54328"/>
                </a:cubicBezTo>
                <a:cubicBezTo>
                  <a:pt x="79542" y="50518"/>
                  <a:pt x="77841" y="45138"/>
                  <a:pt x="77841" y="38190"/>
                </a:cubicBezTo>
                <a:cubicBezTo>
                  <a:pt x="77841" y="29225"/>
                  <a:pt x="80370" y="21022"/>
                  <a:pt x="85430" y="13581"/>
                </a:cubicBezTo>
                <a:cubicBezTo>
                  <a:pt x="91564" y="4527"/>
                  <a:pt x="99758" y="0"/>
                  <a:pt x="110011" y="0"/>
                </a:cubicBezTo>
                <a:cubicBezTo>
                  <a:pt x="116996" y="0"/>
                  <a:pt x="122626" y="2398"/>
                  <a:pt x="126902" y="7193"/>
                </a:cubicBezTo>
                <a:cubicBezTo>
                  <a:pt x="131178" y="11986"/>
                  <a:pt x="133316" y="18796"/>
                  <a:pt x="133316" y="27622"/>
                </a:cubicBezTo>
                <a:cubicBezTo>
                  <a:pt x="133316" y="37122"/>
                  <a:pt x="131223" y="46274"/>
                  <a:pt x="127037" y="55079"/>
                </a:cubicBezTo>
                <a:cubicBezTo>
                  <a:pt x="122850" y="63883"/>
                  <a:pt x="117533" y="71320"/>
                  <a:pt x="111086" y="77392"/>
                </a:cubicBezTo>
                <a:cubicBezTo>
                  <a:pt x="104638" y="83463"/>
                  <a:pt x="97743" y="88067"/>
                  <a:pt x="90400" y="91204"/>
                </a:cubicBezTo>
                <a:cubicBezTo>
                  <a:pt x="84624" y="93668"/>
                  <a:pt x="78288" y="95146"/>
                  <a:pt x="71393" y="95639"/>
                </a:cubicBezTo>
                <a:moveTo>
                  <a:pt x="108601" y="52722"/>
                </a:moveTo>
                <a:cubicBezTo>
                  <a:pt x="111645" y="44752"/>
                  <a:pt x="114175" y="36603"/>
                  <a:pt x="116190" y="28275"/>
                </a:cubicBezTo>
                <a:cubicBezTo>
                  <a:pt x="117489" y="22634"/>
                  <a:pt x="118138" y="17955"/>
                  <a:pt x="118138" y="14238"/>
                </a:cubicBezTo>
                <a:cubicBezTo>
                  <a:pt x="118138" y="10880"/>
                  <a:pt x="117410" y="8362"/>
                  <a:pt x="115955" y="6683"/>
                </a:cubicBezTo>
                <a:cubicBezTo>
                  <a:pt x="114500" y="5004"/>
                  <a:pt x="112675" y="4164"/>
                  <a:pt x="110481" y="4164"/>
                </a:cubicBezTo>
                <a:cubicBezTo>
                  <a:pt x="108780" y="4164"/>
                  <a:pt x="107235" y="4791"/>
                  <a:pt x="105847" y="6045"/>
                </a:cubicBezTo>
                <a:cubicBezTo>
                  <a:pt x="103519" y="8104"/>
                  <a:pt x="101370" y="12223"/>
                  <a:pt x="99400" y="18402"/>
                </a:cubicBezTo>
                <a:cubicBezTo>
                  <a:pt x="96310" y="28163"/>
                  <a:pt x="94765" y="36290"/>
                  <a:pt x="94765" y="42782"/>
                </a:cubicBezTo>
                <a:cubicBezTo>
                  <a:pt x="94765" y="46095"/>
                  <a:pt x="95706" y="48872"/>
                  <a:pt x="97586" y="51110"/>
                </a:cubicBezTo>
                <a:cubicBezTo>
                  <a:pt x="98974" y="52856"/>
                  <a:pt x="100676" y="53730"/>
                  <a:pt x="102691" y="53730"/>
                </a:cubicBezTo>
                <a:cubicBezTo>
                  <a:pt x="104258" y="53730"/>
                  <a:pt x="106228" y="53394"/>
                  <a:pt x="108601" y="52722"/>
                </a:cubicBezTo>
                <a:close/>
                <a:moveTo>
                  <a:pt x="166457" y="74415"/>
                </a:moveTo>
                <a:lnTo>
                  <a:pt x="136742" y="74415"/>
                </a:lnTo>
                <a:lnTo>
                  <a:pt x="140033" y="63132"/>
                </a:lnTo>
                <a:lnTo>
                  <a:pt x="194568" y="672"/>
                </a:lnTo>
                <a:lnTo>
                  <a:pt x="203366" y="672"/>
                </a:lnTo>
                <a:lnTo>
                  <a:pt x="185096" y="63132"/>
                </a:lnTo>
                <a:lnTo>
                  <a:pt x="195643" y="63132"/>
                </a:lnTo>
                <a:lnTo>
                  <a:pt x="192083" y="74415"/>
                </a:lnTo>
                <a:lnTo>
                  <a:pt x="181797" y="74415"/>
                </a:lnTo>
                <a:lnTo>
                  <a:pt x="175629" y="95504"/>
                </a:lnTo>
                <a:lnTo>
                  <a:pt x="160383" y="95504"/>
                </a:lnTo>
                <a:lnTo>
                  <a:pt x="166457" y="74415"/>
                </a:lnTo>
                <a:moveTo>
                  <a:pt x="169708" y="63132"/>
                </a:moveTo>
                <a:lnTo>
                  <a:pt x="181136" y="23454"/>
                </a:lnTo>
                <a:lnTo>
                  <a:pt x="146615" y="63132"/>
                </a:lnTo>
                <a:lnTo>
                  <a:pt x="169708" y="631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A2D3F-5239-4394-8C77-FBBCCB73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875" y="1880641"/>
            <a:ext cx="4730" cy="206765"/>
          </a:xfrm>
          <a:custGeom xmlns:a="http://schemas.openxmlformats.org/drawingml/2006/main">
            <a:pathLst>
              <a:path w="4730" h="206765">
                <a:moveTo>
                  <a:pt x="4730" y="0"/>
                </a:moveTo>
                <a:lnTo>
                  <a:pt x="0" y="20676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674A9-0087-4BE7-8CE0-B6BC923D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498" y="1880641"/>
            <a:ext cx="4108" cy="179563"/>
          </a:xfrm>
          <a:custGeom xmlns:a="http://schemas.openxmlformats.org/drawingml/2006/main">
            <a:pathLst>
              <a:path w="4108" h="179563" fill="none">
                <a:moveTo>
                  <a:pt x="4108" y="0"/>
                </a:moveTo>
                <a:lnTo>
                  <a:pt x="0" y="179563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02D8E-6F3F-4246-A8DE-63D51A09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775" y="2051073"/>
            <a:ext cx="17853" cy="24729"/>
          </a:xfrm>
          <a:custGeom xmlns:a="http://schemas.openxmlformats.org/drawingml/2006/main">
            <a:pathLst>
              <a:path w="17853" h="24729">
                <a:moveTo>
                  <a:pt x="8722" y="9130"/>
                </a:moveTo>
                <a:lnTo>
                  <a:pt x="17853" y="408"/>
                </a:lnTo>
                <a:lnTo>
                  <a:pt x="8365" y="24729"/>
                </a:lnTo>
                <a:lnTo>
                  <a:pt x="0" y="0"/>
                </a:lnTo>
                <a:lnTo>
                  <a:pt x="8722" y="913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9CD57-11CA-4A0B-8D0A-7EF40A74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775" y="2051073"/>
            <a:ext cx="17853" cy="24729"/>
          </a:xfrm>
          <a:custGeom xmlns:a="http://schemas.openxmlformats.org/drawingml/2006/main">
            <a:pathLst>
              <a:path w="17853" h="24729" fill="none">
                <a:moveTo>
                  <a:pt x="8722" y="9130"/>
                </a:moveTo>
                <a:lnTo>
                  <a:pt x="0" y="0"/>
                </a:lnTo>
                <a:lnTo>
                  <a:pt x="8365" y="24729"/>
                </a:lnTo>
                <a:lnTo>
                  <a:pt x="17853" y="408"/>
                </a:lnTo>
                <a:lnTo>
                  <a:pt x="8722" y="91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B2D137-31BA-4BF2-8020-B3DDF1B0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857" y="2395395"/>
            <a:ext cx="4730" cy="155637"/>
          </a:xfrm>
          <a:custGeom xmlns:a="http://schemas.openxmlformats.org/drawingml/2006/main">
            <a:pathLst>
              <a:path w="4730" h="155637">
                <a:moveTo>
                  <a:pt x="0" y="0"/>
                </a:moveTo>
                <a:lnTo>
                  <a:pt x="4730" y="15563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28628-E80C-4755-A1E8-A87E8E25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857" y="2395395"/>
            <a:ext cx="3903" cy="128440"/>
          </a:xfrm>
          <a:custGeom xmlns:a="http://schemas.openxmlformats.org/drawingml/2006/main">
            <a:pathLst>
              <a:path w="3903" h="128440" fill="none">
                <a:moveTo>
                  <a:pt x="0" y="0"/>
                </a:moveTo>
                <a:lnTo>
                  <a:pt x="3903" y="128440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7FD6D-103A-403F-A15A-96CDA8EF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564" y="2514639"/>
            <a:ext cx="17849" cy="24791"/>
          </a:xfrm>
          <a:custGeom xmlns:a="http://schemas.openxmlformats.org/drawingml/2006/main">
            <a:pathLst>
              <a:path w="17849" h="24791">
                <a:moveTo>
                  <a:pt x="9196" y="9196"/>
                </a:moveTo>
                <a:lnTo>
                  <a:pt x="17849" y="0"/>
                </a:lnTo>
                <a:lnTo>
                  <a:pt x="9670" y="24791"/>
                </a:lnTo>
                <a:lnTo>
                  <a:pt x="0" y="543"/>
                </a:lnTo>
                <a:lnTo>
                  <a:pt x="9196" y="9196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706F9-4C7E-481A-8857-4DD504C0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564" y="2514639"/>
            <a:ext cx="17849" cy="24791"/>
          </a:xfrm>
          <a:custGeom xmlns:a="http://schemas.openxmlformats.org/drawingml/2006/main">
            <a:pathLst>
              <a:path w="17849" h="24791" fill="none">
                <a:moveTo>
                  <a:pt x="9196" y="9196"/>
                </a:moveTo>
                <a:lnTo>
                  <a:pt x="0" y="543"/>
                </a:lnTo>
                <a:lnTo>
                  <a:pt x="9670" y="24791"/>
                </a:lnTo>
                <a:lnTo>
                  <a:pt x="17849" y="0"/>
                </a:lnTo>
                <a:lnTo>
                  <a:pt x="9196" y="91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1B67F-FDF2-46BF-8EAA-433BD5E4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56"/>
            <a:ext cx="2859204" cy="439930"/>
          </a:xfrm>
          <a:custGeom xmlns:a="http://schemas.openxmlformats.org/drawingml/2006/main">
            <a:pathLst>
              <a:path w="2859204" h="439930">
                <a:moveTo>
                  <a:pt x="2859204" y="439930"/>
                </a:moveTo>
                <a:lnTo>
                  <a:pt x="0" y="439930"/>
                </a:lnTo>
                <a:lnTo>
                  <a:pt x="0" y="0"/>
                </a:lnTo>
                <a:lnTo>
                  <a:pt x="2859204" y="0"/>
                </a:lnTo>
                <a:lnTo>
                  <a:pt x="2859204" y="43993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Cross-DisciplinaryGeneral">
            <a:extLst xmlns:a="http://schemas.openxmlformats.org/drawingml/2006/main">
              <a:ext uri="{FF2B5EF4-FFF2-40B4-BE49-F238E27FC236}">
                <a16:creationId xmlns:a16="http://schemas.microsoft.com/office/drawing/2014/main" id="{0AC3D1F8-0960-4C26-A575-BA5B58C0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6" y="88696"/>
            <a:ext cx="1720507" cy="132215"/>
          </a:xfrm>
          <a:custGeom xmlns:a="http://schemas.openxmlformats.org/drawingml/2006/main">
            <a:pathLst>
              <a:path w="1720507" h="132215">
                <a:moveTo>
                  <a:pt x="93014" y="0"/>
                </a:moveTo>
                <a:lnTo>
                  <a:pt x="93014" y="33994"/>
                </a:lnTo>
                <a:lnTo>
                  <a:pt x="90193" y="33994"/>
                </a:lnTo>
                <a:cubicBezTo>
                  <a:pt x="88071" y="25075"/>
                  <a:pt x="84117" y="18241"/>
                  <a:pt x="78331" y="13491"/>
                </a:cubicBezTo>
                <a:cubicBezTo>
                  <a:pt x="72545" y="8740"/>
                  <a:pt x="65987" y="6365"/>
                  <a:pt x="58658" y="6365"/>
                </a:cubicBezTo>
                <a:cubicBezTo>
                  <a:pt x="52534" y="6365"/>
                  <a:pt x="46917" y="8125"/>
                  <a:pt x="41806" y="11645"/>
                </a:cubicBezTo>
                <a:cubicBezTo>
                  <a:pt x="36694" y="15165"/>
                  <a:pt x="32957" y="19770"/>
                  <a:pt x="30595" y="25459"/>
                </a:cubicBezTo>
                <a:cubicBezTo>
                  <a:pt x="27557" y="32740"/>
                  <a:pt x="26038" y="40841"/>
                  <a:pt x="26038" y="49762"/>
                </a:cubicBezTo>
                <a:cubicBezTo>
                  <a:pt x="26038" y="58537"/>
                  <a:pt x="27147" y="66530"/>
                  <a:pt x="29365" y="73738"/>
                </a:cubicBezTo>
                <a:cubicBezTo>
                  <a:pt x="31583" y="80947"/>
                  <a:pt x="35055" y="86396"/>
                  <a:pt x="39780" y="90084"/>
                </a:cubicBezTo>
                <a:cubicBezTo>
                  <a:pt x="44506" y="93773"/>
                  <a:pt x="50630" y="95618"/>
                  <a:pt x="58152" y="95618"/>
                </a:cubicBezTo>
                <a:cubicBezTo>
                  <a:pt x="64324" y="95618"/>
                  <a:pt x="69977" y="94267"/>
                  <a:pt x="75113" y="91567"/>
                </a:cubicBezTo>
                <a:cubicBezTo>
                  <a:pt x="80248" y="88867"/>
                  <a:pt x="85660" y="84214"/>
                  <a:pt x="91350" y="77608"/>
                </a:cubicBezTo>
                <a:lnTo>
                  <a:pt x="91350" y="86070"/>
                </a:lnTo>
                <a:cubicBezTo>
                  <a:pt x="85853" y="91808"/>
                  <a:pt x="80127" y="95967"/>
                  <a:pt x="74172" y="98547"/>
                </a:cubicBezTo>
                <a:cubicBezTo>
                  <a:pt x="68217" y="101127"/>
                  <a:pt x="61262" y="102416"/>
                  <a:pt x="53306" y="102416"/>
                </a:cubicBezTo>
                <a:cubicBezTo>
                  <a:pt x="42842" y="102416"/>
                  <a:pt x="33548" y="100322"/>
                  <a:pt x="25423" y="96133"/>
                </a:cubicBezTo>
                <a:cubicBezTo>
                  <a:pt x="17298" y="91944"/>
                  <a:pt x="11030" y="85926"/>
                  <a:pt x="6618" y="78078"/>
                </a:cubicBezTo>
                <a:cubicBezTo>
                  <a:pt x="2206" y="70229"/>
                  <a:pt x="0" y="61874"/>
                  <a:pt x="0" y="53014"/>
                </a:cubicBezTo>
                <a:cubicBezTo>
                  <a:pt x="0" y="43673"/>
                  <a:pt x="2447" y="34814"/>
                  <a:pt x="7341" y="26436"/>
                </a:cubicBezTo>
                <a:cubicBezTo>
                  <a:pt x="12235" y="18056"/>
                  <a:pt x="18841" y="11556"/>
                  <a:pt x="27159" y="6934"/>
                </a:cubicBezTo>
                <a:cubicBezTo>
                  <a:pt x="35477" y="2311"/>
                  <a:pt x="44313" y="0"/>
                  <a:pt x="53667" y="0"/>
                </a:cubicBezTo>
                <a:cubicBezTo>
                  <a:pt x="60563" y="0"/>
                  <a:pt x="67844" y="1495"/>
                  <a:pt x="75510" y="4484"/>
                </a:cubicBezTo>
                <a:cubicBezTo>
                  <a:pt x="79946" y="6220"/>
                  <a:pt x="82767" y="7088"/>
                  <a:pt x="83973" y="7088"/>
                </a:cubicBezTo>
                <a:cubicBezTo>
                  <a:pt x="85516" y="7088"/>
                  <a:pt x="86854" y="6522"/>
                  <a:pt x="87987" y="5388"/>
                </a:cubicBezTo>
                <a:cubicBezTo>
                  <a:pt x="89120" y="4255"/>
                  <a:pt x="89855" y="2459"/>
                  <a:pt x="90193" y="0"/>
                </a:cubicBezTo>
                <a:lnTo>
                  <a:pt x="93014" y="0"/>
                </a:lnTo>
                <a:close/>
                <a:moveTo>
                  <a:pt x="134143" y="32548"/>
                </a:moveTo>
                <a:lnTo>
                  <a:pt x="134143" y="47881"/>
                </a:lnTo>
                <a:cubicBezTo>
                  <a:pt x="138628" y="40889"/>
                  <a:pt x="142558" y="36248"/>
                  <a:pt x="145933" y="33958"/>
                </a:cubicBezTo>
                <a:cubicBezTo>
                  <a:pt x="149308" y="31668"/>
                  <a:pt x="152563" y="30522"/>
                  <a:pt x="155697" y="30522"/>
                </a:cubicBezTo>
                <a:cubicBezTo>
                  <a:pt x="158397" y="30522"/>
                  <a:pt x="160555" y="31357"/>
                  <a:pt x="162171" y="33027"/>
                </a:cubicBezTo>
                <a:cubicBezTo>
                  <a:pt x="163786" y="34696"/>
                  <a:pt x="164594" y="37055"/>
                  <a:pt x="164594" y="40104"/>
                </a:cubicBezTo>
                <a:cubicBezTo>
                  <a:pt x="164594" y="43346"/>
                  <a:pt x="163810" y="45863"/>
                  <a:pt x="162243" y="47655"/>
                </a:cubicBezTo>
                <a:cubicBezTo>
                  <a:pt x="160676" y="49445"/>
                  <a:pt x="158783" y="50340"/>
                  <a:pt x="156565" y="50340"/>
                </a:cubicBezTo>
                <a:cubicBezTo>
                  <a:pt x="154010" y="50340"/>
                  <a:pt x="151791" y="49521"/>
                  <a:pt x="149911" y="47881"/>
                </a:cubicBezTo>
                <a:cubicBezTo>
                  <a:pt x="148030" y="46242"/>
                  <a:pt x="146921" y="45326"/>
                  <a:pt x="146584" y="45133"/>
                </a:cubicBezTo>
                <a:cubicBezTo>
                  <a:pt x="146102" y="44843"/>
                  <a:pt x="145547" y="44699"/>
                  <a:pt x="144920" y="44699"/>
                </a:cubicBezTo>
                <a:cubicBezTo>
                  <a:pt x="143522" y="44699"/>
                  <a:pt x="142196" y="45229"/>
                  <a:pt x="140942" y="46290"/>
                </a:cubicBezTo>
                <a:cubicBezTo>
                  <a:pt x="138965" y="47929"/>
                  <a:pt x="137471" y="50268"/>
                  <a:pt x="136458" y="53306"/>
                </a:cubicBezTo>
                <a:cubicBezTo>
                  <a:pt x="134915" y="57983"/>
                  <a:pt x="134143" y="63142"/>
                  <a:pt x="134143" y="68784"/>
                </a:cubicBezTo>
                <a:lnTo>
                  <a:pt x="134143" y="84334"/>
                </a:lnTo>
                <a:lnTo>
                  <a:pt x="134216" y="88385"/>
                </a:lnTo>
                <a:cubicBezTo>
                  <a:pt x="134216" y="91133"/>
                  <a:pt x="134385" y="92893"/>
                  <a:pt x="134722" y="93665"/>
                </a:cubicBezTo>
                <a:cubicBezTo>
                  <a:pt x="135301" y="94967"/>
                  <a:pt x="136157" y="95919"/>
                  <a:pt x="137290" y="96522"/>
                </a:cubicBezTo>
                <a:cubicBezTo>
                  <a:pt x="138423" y="97124"/>
                  <a:pt x="140340" y="97498"/>
                  <a:pt x="143040" y="97643"/>
                </a:cubicBezTo>
                <a:lnTo>
                  <a:pt x="143040" y="100247"/>
                </a:lnTo>
                <a:lnTo>
                  <a:pt x="106514" y="100247"/>
                </a:lnTo>
                <a:lnTo>
                  <a:pt x="106514" y="97643"/>
                </a:lnTo>
                <a:cubicBezTo>
                  <a:pt x="109456" y="97402"/>
                  <a:pt x="111445" y="96594"/>
                  <a:pt x="112481" y="95220"/>
                </a:cubicBezTo>
                <a:cubicBezTo>
                  <a:pt x="113518" y="93846"/>
                  <a:pt x="114036" y="90217"/>
                  <a:pt x="114036" y="84334"/>
                </a:cubicBezTo>
                <a:lnTo>
                  <a:pt x="114036" y="46869"/>
                </a:lnTo>
                <a:cubicBezTo>
                  <a:pt x="114036" y="42987"/>
                  <a:pt x="113843" y="40513"/>
                  <a:pt x="113458" y="39446"/>
                </a:cubicBezTo>
                <a:cubicBezTo>
                  <a:pt x="112975" y="38087"/>
                  <a:pt x="112276" y="37092"/>
                  <a:pt x="111360" y="36462"/>
                </a:cubicBezTo>
                <a:cubicBezTo>
                  <a:pt x="110444" y="35831"/>
                  <a:pt x="108829" y="35394"/>
                  <a:pt x="106514" y="35151"/>
                </a:cubicBezTo>
                <a:lnTo>
                  <a:pt x="106514" y="32548"/>
                </a:lnTo>
                <a:lnTo>
                  <a:pt x="134143" y="32548"/>
                </a:lnTo>
                <a:close/>
                <a:moveTo>
                  <a:pt x="200931" y="30522"/>
                </a:moveTo>
                <a:cubicBezTo>
                  <a:pt x="206814" y="30522"/>
                  <a:pt x="212286" y="32043"/>
                  <a:pt x="217349" y="35084"/>
                </a:cubicBezTo>
                <a:cubicBezTo>
                  <a:pt x="222412" y="38124"/>
                  <a:pt x="226258" y="42444"/>
                  <a:pt x="228886" y="48044"/>
                </a:cubicBezTo>
                <a:cubicBezTo>
                  <a:pt x="231514" y="53643"/>
                  <a:pt x="232828" y="59773"/>
                  <a:pt x="232828" y="66433"/>
                </a:cubicBezTo>
                <a:cubicBezTo>
                  <a:pt x="232828" y="76038"/>
                  <a:pt x="230393" y="84074"/>
                  <a:pt x="225522" y="90543"/>
                </a:cubicBezTo>
                <a:cubicBezTo>
                  <a:pt x="219640" y="98362"/>
                  <a:pt x="211515" y="102272"/>
                  <a:pt x="201148" y="102272"/>
                </a:cubicBezTo>
                <a:cubicBezTo>
                  <a:pt x="190974" y="102272"/>
                  <a:pt x="183138" y="98700"/>
                  <a:pt x="177641" y="91556"/>
                </a:cubicBezTo>
                <a:cubicBezTo>
                  <a:pt x="172144" y="84412"/>
                  <a:pt x="169396" y="76134"/>
                  <a:pt x="169396" y="66723"/>
                </a:cubicBezTo>
                <a:cubicBezTo>
                  <a:pt x="169396" y="57022"/>
                  <a:pt x="172205" y="48563"/>
                  <a:pt x="177822" y="41347"/>
                </a:cubicBezTo>
                <a:cubicBezTo>
                  <a:pt x="183440" y="34131"/>
                  <a:pt x="191143" y="30522"/>
                  <a:pt x="200931" y="30522"/>
                </a:cubicBezTo>
                <a:moveTo>
                  <a:pt x="201220" y="35585"/>
                </a:moveTo>
                <a:cubicBezTo>
                  <a:pt x="198761" y="35585"/>
                  <a:pt x="196652" y="36515"/>
                  <a:pt x="194892" y="38374"/>
                </a:cubicBezTo>
                <a:cubicBezTo>
                  <a:pt x="193132" y="40232"/>
                  <a:pt x="191974" y="43901"/>
                  <a:pt x="191420" y="49380"/>
                </a:cubicBezTo>
                <a:cubicBezTo>
                  <a:pt x="190865" y="54858"/>
                  <a:pt x="190588" y="62474"/>
                  <a:pt x="190588" y="72226"/>
                </a:cubicBezTo>
                <a:cubicBezTo>
                  <a:pt x="190588" y="77392"/>
                  <a:pt x="190926" y="82220"/>
                  <a:pt x="191601" y="86710"/>
                </a:cubicBezTo>
                <a:cubicBezTo>
                  <a:pt x="192131" y="90136"/>
                  <a:pt x="193264" y="92743"/>
                  <a:pt x="195000" y="94530"/>
                </a:cubicBezTo>
                <a:cubicBezTo>
                  <a:pt x="196736" y="96316"/>
                  <a:pt x="198713" y="97209"/>
                  <a:pt x="200931" y="97209"/>
                </a:cubicBezTo>
                <a:cubicBezTo>
                  <a:pt x="203101" y="97209"/>
                  <a:pt x="204909" y="96605"/>
                  <a:pt x="206356" y="95398"/>
                </a:cubicBezTo>
                <a:cubicBezTo>
                  <a:pt x="208236" y="93757"/>
                  <a:pt x="209490" y="91464"/>
                  <a:pt x="210117" y="88518"/>
                </a:cubicBezTo>
                <a:cubicBezTo>
                  <a:pt x="211081" y="83933"/>
                  <a:pt x="211563" y="74664"/>
                  <a:pt x="211563" y="60713"/>
                </a:cubicBezTo>
                <a:cubicBezTo>
                  <a:pt x="211563" y="52506"/>
                  <a:pt x="211105" y="46871"/>
                  <a:pt x="210189" y="43806"/>
                </a:cubicBezTo>
                <a:cubicBezTo>
                  <a:pt x="209273" y="40739"/>
                  <a:pt x="207923" y="38506"/>
                  <a:pt x="206139" y="37106"/>
                </a:cubicBezTo>
                <a:cubicBezTo>
                  <a:pt x="204885" y="36092"/>
                  <a:pt x="203245" y="35585"/>
                  <a:pt x="201220" y="35585"/>
                </a:cubicBezTo>
                <a:close/>
                <a:moveTo>
                  <a:pt x="285844" y="30812"/>
                </a:moveTo>
                <a:lnTo>
                  <a:pt x="286929" y="53957"/>
                </a:lnTo>
                <a:lnTo>
                  <a:pt x="284470" y="53957"/>
                </a:lnTo>
                <a:cubicBezTo>
                  <a:pt x="281528" y="47054"/>
                  <a:pt x="278479" y="42339"/>
                  <a:pt x="275320" y="39812"/>
                </a:cubicBezTo>
                <a:cubicBezTo>
                  <a:pt x="272162" y="37284"/>
                  <a:pt x="269016" y="36019"/>
                  <a:pt x="265882" y="36019"/>
                </a:cubicBezTo>
                <a:cubicBezTo>
                  <a:pt x="263905" y="36019"/>
                  <a:pt x="262217" y="36682"/>
                  <a:pt x="260819" y="38008"/>
                </a:cubicBezTo>
                <a:cubicBezTo>
                  <a:pt x="259420" y="39334"/>
                  <a:pt x="258721" y="40865"/>
                  <a:pt x="258721" y="42601"/>
                </a:cubicBezTo>
                <a:cubicBezTo>
                  <a:pt x="258721" y="43903"/>
                  <a:pt x="259203" y="45157"/>
                  <a:pt x="260168" y="46362"/>
                </a:cubicBezTo>
                <a:cubicBezTo>
                  <a:pt x="261711" y="48339"/>
                  <a:pt x="266026" y="51727"/>
                  <a:pt x="273114" y="56524"/>
                </a:cubicBezTo>
                <a:cubicBezTo>
                  <a:pt x="280202" y="61322"/>
                  <a:pt x="284868" y="65397"/>
                  <a:pt x="287110" y="68748"/>
                </a:cubicBezTo>
                <a:cubicBezTo>
                  <a:pt x="289352" y="72099"/>
                  <a:pt x="290473" y="75848"/>
                  <a:pt x="290473" y="79995"/>
                </a:cubicBezTo>
                <a:cubicBezTo>
                  <a:pt x="290473" y="83756"/>
                  <a:pt x="289533" y="87444"/>
                  <a:pt x="287652" y="91061"/>
                </a:cubicBezTo>
                <a:cubicBezTo>
                  <a:pt x="285772" y="94677"/>
                  <a:pt x="283120" y="97450"/>
                  <a:pt x="279696" y="99379"/>
                </a:cubicBezTo>
                <a:cubicBezTo>
                  <a:pt x="276273" y="101307"/>
                  <a:pt x="272487" y="102272"/>
                  <a:pt x="268341" y="102272"/>
                </a:cubicBezTo>
                <a:cubicBezTo>
                  <a:pt x="265110" y="102272"/>
                  <a:pt x="260794" y="101240"/>
                  <a:pt x="255394" y="99177"/>
                </a:cubicBezTo>
                <a:cubicBezTo>
                  <a:pt x="253947" y="98636"/>
                  <a:pt x="252959" y="98366"/>
                  <a:pt x="252429" y="98366"/>
                </a:cubicBezTo>
                <a:cubicBezTo>
                  <a:pt x="250837" y="98366"/>
                  <a:pt x="249511" y="99571"/>
                  <a:pt x="248450" y="101982"/>
                </a:cubicBezTo>
                <a:lnTo>
                  <a:pt x="246064" y="101982"/>
                </a:lnTo>
                <a:lnTo>
                  <a:pt x="244906" y="77680"/>
                </a:lnTo>
                <a:lnTo>
                  <a:pt x="247366" y="77680"/>
                </a:lnTo>
                <a:cubicBezTo>
                  <a:pt x="249535" y="84045"/>
                  <a:pt x="252513" y="88819"/>
                  <a:pt x="256298" y="92001"/>
                </a:cubicBezTo>
                <a:cubicBezTo>
                  <a:pt x="260083" y="95184"/>
                  <a:pt x="263663" y="96775"/>
                  <a:pt x="267039" y="96775"/>
                </a:cubicBezTo>
                <a:cubicBezTo>
                  <a:pt x="269353" y="96775"/>
                  <a:pt x="271246" y="96064"/>
                  <a:pt x="272717" y="94641"/>
                </a:cubicBezTo>
                <a:cubicBezTo>
                  <a:pt x="274187" y="93219"/>
                  <a:pt x="274923" y="91495"/>
                  <a:pt x="274923" y="89470"/>
                </a:cubicBezTo>
                <a:cubicBezTo>
                  <a:pt x="274923" y="87155"/>
                  <a:pt x="274199" y="85154"/>
                  <a:pt x="272753" y="83466"/>
                </a:cubicBezTo>
                <a:cubicBezTo>
                  <a:pt x="271306" y="81779"/>
                  <a:pt x="268075" y="79223"/>
                  <a:pt x="263061" y="75800"/>
                </a:cubicBezTo>
                <a:cubicBezTo>
                  <a:pt x="255683" y="70689"/>
                  <a:pt x="250910" y="66783"/>
                  <a:pt x="248740" y="64083"/>
                </a:cubicBezTo>
                <a:cubicBezTo>
                  <a:pt x="245557" y="60129"/>
                  <a:pt x="243966" y="55765"/>
                  <a:pt x="243966" y="50991"/>
                </a:cubicBezTo>
                <a:cubicBezTo>
                  <a:pt x="243966" y="45784"/>
                  <a:pt x="245762" y="41070"/>
                  <a:pt x="249355" y="36851"/>
                </a:cubicBezTo>
                <a:cubicBezTo>
                  <a:pt x="252947" y="32632"/>
                  <a:pt x="258142" y="30522"/>
                  <a:pt x="264941" y="30522"/>
                </a:cubicBezTo>
                <a:cubicBezTo>
                  <a:pt x="268606" y="30522"/>
                  <a:pt x="272150" y="31449"/>
                  <a:pt x="275573" y="33302"/>
                </a:cubicBezTo>
                <a:cubicBezTo>
                  <a:pt x="276875" y="34053"/>
                  <a:pt x="277936" y="34428"/>
                  <a:pt x="278756" y="34428"/>
                </a:cubicBezTo>
                <a:cubicBezTo>
                  <a:pt x="279624" y="34428"/>
                  <a:pt x="280323" y="34247"/>
                  <a:pt x="280853" y="33886"/>
                </a:cubicBezTo>
                <a:cubicBezTo>
                  <a:pt x="281384" y="33524"/>
                  <a:pt x="282228" y="32499"/>
                  <a:pt x="283385" y="30812"/>
                </a:cubicBezTo>
                <a:lnTo>
                  <a:pt x="285844" y="30812"/>
                </a:lnTo>
                <a:close/>
                <a:moveTo>
                  <a:pt x="343466" y="30812"/>
                </a:moveTo>
                <a:lnTo>
                  <a:pt x="344551" y="53957"/>
                </a:lnTo>
                <a:lnTo>
                  <a:pt x="342091" y="53957"/>
                </a:lnTo>
                <a:cubicBezTo>
                  <a:pt x="339150" y="47054"/>
                  <a:pt x="336100" y="42339"/>
                  <a:pt x="332942" y="39812"/>
                </a:cubicBezTo>
                <a:cubicBezTo>
                  <a:pt x="329784" y="37284"/>
                  <a:pt x="326637" y="36019"/>
                  <a:pt x="323503" y="36019"/>
                </a:cubicBezTo>
                <a:cubicBezTo>
                  <a:pt x="321526" y="36019"/>
                  <a:pt x="319839" y="36682"/>
                  <a:pt x="318440" y="38008"/>
                </a:cubicBezTo>
                <a:cubicBezTo>
                  <a:pt x="317042" y="39334"/>
                  <a:pt x="316343" y="40865"/>
                  <a:pt x="316343" y="42601"/>
                </a:cubicBezTo>
                <a:cubicBezTo>
                  <a:pt x="316343" y="43903"/>
                  <a:pt x="316825" y="45157"/>
                  <a:pt x="317789" y="46362"/>
                </a:cubicBezTo>
                <a:cubicBezTo>
                  <a:pt x="319332" y="48339"/>
                  <a:pt x="323648" y="51727"/>
                  <a:pt x="330736" y="56524"/>
                </a:cubicBezTo>
                <a:cubicBezTo>
                  <a:pt x="337824" y="61322"/>
                  <a:pt x="342489" y="65397"/>
                  <a:pt x="344731" y="68748"/>
                </a:cubicBezTo>
                <a:cubicBezTo>
                  <a:pt x="346974" y="72099"/>
                  <a:pt x="348095" y="75848"/>
                  <a:pt x="348095" y="79995"/>
                </a:cubicBezTo>
                <a:cubicBezTo>
                  <a:pt x="348095" y="83756"/>
                  <a:pt x="347154" y="87444"/>
                  <a:pt x="345274" y="91061"/>
                </a:cubicBezTo>
                <a:cubicBezTo>
                  <a:pt x="343393" y="94677"/>
                  <a:pt x="340741" y="97450"/>
                  <a:pt x="337318" y="99379"/>
                </a:cubicBezTo>
                <a:cubicBezTo>
                  <a:pt x="333894" y="101307"/>
                  <a:pt x="330109" y="102272"/>
                  <a:pt x="325962" y="102272"/>
                </a:cubicBezTo>
                <a:cubicBezTo>
                  <a:pt x="322732" y="102272"/>
                  <a:pt x="318416" y="101240"/>
                  <a:pt x="313016" y="99177"/>
                </a:cubicBezTo>
                <a:cubicBezTo>
                  <a:pt x="311569" y="98636"/>
                  <a:pt x="310581" y="98366"/>
                  <a:pt x="310050" y="98366"/>
                </a:cubicBezTo>
                <a:cubicBezTo>
                  <a:pt x="308459" y="98366"/>
                  <a:pt x="307133" y="99571"/>
                  <a:pt x="306072" y="101982"/>
                </a:cubicBezTo>
                <a:lnTo>
                  <a:pt x="303685" y="101982"/>
                </a:lnTo>
                <a:lnTo>
                  <a:pt x="302528" y="77680"/>
                </a:lnTo>
                <a:lnTo>
                  <a:pt x="304987" y="77680"/>
                </a:lnTo>
                <a:cubicBezTo>
                  <a:pt x="307157" y="84045"/>
                  <a:pt x="310135" y="88819"/>
                  <a:pt x="313920" y="92001"/>
                </a:cubicBezTo>
                <a:cubicBezTo>
                  <a:pt x="317705" y="95184"/>
                  <a:pt x="321285" y="96775"/>
                  <a:pt x="324660" y="96775"/>
                </a:cubicBezTo>
                <a:cubicBezTo>
                  <a:pt x="326975" y="96775"/>
                  <a:pt x="328868" y="96064"/>
                  <a:pt x="330338" y="94641"/>
                </a:cubicBezTo>
                <a:cubicBezTo>
                  <a:pt x="331809" y="93219"/>
                  <a:pt x="332544" y="91495"/>
                  <a:pt x="332544" y="89470"/>
                </a:cubicBezTo>
                <a:cubicBezTo>
                  <a:pt x="332544" y="87155"/>
                  <a:pt x="331821" y="85154"/>
                  <a:pt x="330374" y="83466"/>
                </a:cubicBezTo>
                <a:cubicBezTo>
                  <a:pt x="328928" y="81779"/>
                  <a:pt x="325697" y="79223"/>
                  <a:pt x="320682" y="75800"/>
                </a:cubicBezTo>
                <a:cubicBezTo>
                  <a:pt x="313305" y="70689"/>
                  <a:pt x="308531" y="66783"/>
                  <a:pt x="306361" y="64083"/>
                </a:cubicBezTo>
                <a:cubicBezTo>
                  <a:pt x="303179" y="60129"/>
                  <a:pt x="301588" y="55765"/>
                  <a:pt x="301588" y="50991"/>
                </a:cubicBezTo>
                <a:cubicBezTo>
                  <a:pt x="301588" y="45784"/>
                  <a:pt x="303384" y="41070"/>
                  <a:pt x="306976" y="36851"/>
                </a:cubicBezTo>
                <a:cubicBezTo>
                  <a:pt x="310569" y="32632"/>
                  <a:pt x="315764" y="30522"/>
                  <a:pt x="322563" y="30522"/>
                </a:cubicBezTo>
                <a:cubicBezTo>
                  <a:pt x="326228" y="30522"/>
                  <a:pt x="329772" y="31449"/>
                  <a:pt x="333195" y="33302"/>
                </a:cubicBezTo>
                <a:cubicBezTo>
                  <a:pt x="334497" y="34053"/>
                  <a:pt x="335558" y="34428"/>
                  <a:pt x="336378" y="34428"/>
                </a:cubicBezTo>
                <a:cubicBezTo>
                  <a:pt x="337246" y="34428"/>
                  <a:pt x="337945" y="34247"/>
                  <a:pt x="338475" y="33886"/>
                </a:cubicBezTo>
                <a:cubicBezTo>
                  <a:pt x="339005" y="33524"/>
                  <a:pt x="339849" y="32499"/>
                  <a:pt x="341007" y="30812"/>
                </a:cubicBezTo>
                <a:lnTo>
                  <a:pt x="343466" y="30812"/>
                </a:lnTo>
                <a:close/>
                <a:moveTo>
                  <a:pt x="399135" y="73630"/>
                </a:moveTo>
                <a:lnTo>
                  <a:pt x="356967" y="73630"/>
                </a:lnTo>
                <a:lnTo>
                  <a:pt x="356967" y="58586"/>
                </a:lnTo>
                <a:lnTo>
                  <a:pt x="399135" y="58586"/>
                </a:lnTo>
                <a:lnTo>
                  <a:pt x="399135" y="73630"/>
                </a:lnTo>
                <a:close/>
                <a:moveTo>
                  <a:pt x="404630" y="100247"/>
                </a:moveTo>
                <a:lnTo>
                  <a:pt x="404630" y="97643"/>
                </a:lnTo>
                <a:lnTo>
                  <a:pt x="407885" y="97643"/>
                </a:lnTo>
                <a:cubicBezTo>
                  <a:pt x="410730" y="97643"/>
                  <a:pt x="412912" y="97194"/>
                  <a:pt x="414431" y="96298"/>
                </a:cubicBezTo>
                <a:cubicBezTo>
                  <a:pt x="415950" y="95401"/>
                  <a:pt x="417071" y="94178"/>
                  <a:pt x="417794" y="92627"/>
                </a:cubicBezTo>
                <a:cubicBezTo>
                  <a:pt x="418228" y="91609"/>
                  <a:pt x="418445" y="88555"/>
                  <a:pt x="418445" y="83466"/>
                </a:cubicBezTo>
                <a:lnTo>
                  <a:pt x="418445" y="18950"/>
                </a:lnTo>
                <a:cubicBezTo>
                  <a:pt x="418445" y="13910"/>
                  <a:pt x="418180" y="10760"/>
                  <a:pt x="417649" y="9500"/>
                </a:cubicBezTo>
                <a:cubicBezTo>
                  <a:pt x="417119" y="8239"/>
                  <a:pt x="416046" y="7136"/>
                  <a:pt x="414431" y="6191"/>
                </a:cubicBezTo>
                <a:cubicBezTo>
                  <a:pt x="412815" y="5246"/>
                  <a:pt x="410634" y="4774"/>
                  <a:pt x="407885" y="4774"/>
                </a:cubicBezTo>
                <a:lnTo>
                  <a:pt x="404630" y="4774"/>
                </a:lnTo>
                <a:lnTo>
                  <a:pt x="404630" y="2170"/>
                </a:lnTo>
                <a:lnTo>
                  <a:pt x="448533" y="2170"/>
                </a:lnTo>
                <a:cubicBezTo>
                  <a:pt x="460251" y="2170"/>
                  <a:pt x="469677" y="3761"/>
                  <a:pt x="476814" y="6943"/>
                </a:cubicBezTo>
                <a:cubicBezTo>
                  <a:pt x="485541" y="10849"/>
                  <a:pt x="492159" y="16756"/>
                  <a:pt x="496668" y="24664"/>
                </a:cubicBezTo>
                <a:cubicBezTo>
                  <a:pt x="501176" y="32572"/>
                  <a:pt x="503430" y="41516"/>
                  <a:pt x="503430" y="51497"/>
                </a:cubicBezTo>
                <a:cubicBezTo>
                  <a:pt x="503430" y="58393"/>
                  <a:pt x="502321" y="64746"/>
                  <a:pt x="500103" y="70556"/>
                </a:cubicBezTo>
                <a:cubicBezTo>
                  <a:pt x="497885" y="76366"/>
                  <a:pt x="495016" y="81164"/>
                  <a:pt x="491496" y="84949"/>
                </a:cubicBezTo>
                <a:cubicBezTo>
                  <a:pt x="487976" y="88734"/>
                  <a:pt x="483914" y="91772"/>
                  <a:pt x="479309" y="94062"/>
                </a:cubicBezTo>
                <a:cubicBezTo>
                  <a:pt x="474704" y="96353"/>
                  <a:pt x="469075" y="98125"/>
                  <a:pt x="462420" y="99379"/>
                </a:cubicBezTo>
                <a:cubicBezTo>
                  <a:pt x="459479" y="99957"/>
                  <a:pt x="454850" y="100247"/>
                  <a:pt x="448533" y="100247"/>
                </a:cubicBezTo>
                <a:lnTo>
                  <a:pt x="404630" y="100247"/>
                </a:lnTo>
                <a:moveTo>
                  <a:pt x="442024" y="7667"/>
                </a:moveTo>
                <a:lnTo>
                  <a:pt x="442024" y="84126"/>
                </a:lnTo>
                <a:cubicBezTo>
                  <a:pt x="442024" y="88174"/>
                  <a:pt x="442217" y="90656"/>
                  <a:pt x="442603" y="91572"/>
                </a:cubicBezTo>
                <a:cubicBezTo>
                  <a:pt x="442988" y="92486"/>
                  <a:pt x="443639" y="93184"/>
                  <a:pt x="444555" y="93665"/>
                </a:cubicBezTo>
                <a:cubicBezTo>
                  <a:pt x="445857" y="94388"/>
                  <a:pt x="447738" y="94750"/>
                  <a:pt x="450197" y="94750"/>
                </a:cubicBezTo>
                <a:cubicBezTo>
                  <a:pt x="458249" y="94750"/>
                  <a:pt x="464397" y="92003"/>
                  <a:pt x="468641" y="86511"/>
                </a:cubicBezTo>
                <a:cubicBezTo>
                  <a:pt x="474427" y="79091"/>
                  <a:pt x="477320" y="67577"/>
                  <a:pt x="477320" y="51968"/>
                </a:cubicBezTo>
                <a:cubicBezTo>
                  <a:pt x="477320" y="39393"/>
                  <a:pt x="475343" y="29348"/>
                  <a:pt x="471389" y="21832"/>
                </a:cubicBezTo>
                <a:cubicBezTo>
                  <a:pt x="468255" y="15954"/>
                  <a:pt x="464229" y="11954"/>
                  <a:pt x="459310" y="9834"/>
                </a:cubicBezTo>
                <a:cubicBezTo>
                  <a:pt x="455839" y="8341"/>
                  <a:pt x="450076" y="7619"/>
                  <a:pt x="442024" y="7667"/>
                </a:cubicBezTo>
                <a:close/>
                <a:moveTo>
                  <a:pt x="530890" y="0"/>
                </a:moveTo>
                <a:cubicBezTo>
                  <a:pt x="534024" y="0"/>
                  <a:pt x="536676" y="1101"/>
                  <a:pt x="538846" y="3302"/>
                </a:cubicBezTo>
                <a:cubicBezTo>
                  <a:pt x="541016" y="5502"/>
                  <a:pt x="542101" y="8150"/>
                  <a:pt x="542101" y="11247"/>
                </a:cubicBezTo>
                <a:cubicBezTo>
                  <a:pt x="542101" y="14344"/>
                  <a:pt x="541004" y="16980"/>
                  <a:pt x="538810" y="19158"/>
                </a:cubicBezTo>
                <a:cubicBezTo>
                  <a:pt x="536616" y="21334"/>
                  <a:pt x="533976" y="22422"/>
                  <a:pt x="530890" y="22422"/>
                </a:cubicBezTo>
                <a:cubicBezTo>
                  <a:pt x="527804" y="22422"/>
                  <a:pt x="525176" y="21334"/>
                  <a:pt x="523006" y="19158"/>
                </a:cubicBezTo>
                <a:cubicBezTo>
                  <a:pt x="520837" y="16980"/>
                  <a:pt x="519752" y="14344"/>
                  <a:pt x="519752" y="11247"/>
                </a:cubicBezTo>
                <a:cubicBezTo>
                  <a:pt x="519752" y="8150"/>
                  <a:pt x="520837" y="5502"/>
                  <a:pt x="523006" y="3302"/>
                </a:cubicBezTo>
                <a:cubicBezTo>
                  <a:pt x="525176" y="1101"/>
                  <a:pt x="527804" y="0"/>
                  <a:pt x="530890" y="0"/>
                </a:cubicBezTo>
                <a:moveTo>
                  <a:pt x="541016" y="32548"/>
                </a:moveTo>
                <a:lnTo>
                  <a:pt x="541016" y="86215"/>
                </a:lnTo>
                <a:cubicBezTo>
                  <a:pt x="541016" y="90989"/>
                  <a:pt x="541571" y="94038"/>
                  <a:pt x="542680" y="95364"/>
                </a:cubicBezTo>
                <a:cubicBezTo>
                  <a:pt x="543789" y="96690"/>
                  <a:pt x="545958" y="97450"/>
                  <a:pt x="549189" y="97643"/>
                </a:cubicBezTo>
                <a:lnTo>
                  <a:pt x="549189" y="100247"/>
                </a:lnTo>
                <a:lnTo>
                  <a:pt x="512663" y="100247"/>
                </a:lnTo>
                <a:lnTo>
                  <a:pt x="512663" y="97643"/>
                </a:lnTo>
                <a:cubicBezTo>
                  <a:pt x="515653" y="97546"/>
                  <a:pt x="517871" y="96678"/>
                  <a:pt x="519318" y="95039"/>
                </a:cubicBezTo>
                <a:cubicBezTo>
                  <a:pt x="520282" y="93930"/>
                  <a:pt x="520764" y="90989"/>
                  <a:pt x="520764" y="86215"/>
                </a:cubicBezTo>
                <a:lnTo>
                  <a:pt x="520764" y="46724"/>
                </a:lnTo>
                <a:cubicBezTo>
                  <a:pt x="520764" y="41890"/>
                  <a:pt x="520210" y="38802"/>
                  <a:pt x="519101" y="37459"/>
                </a:cubicBezTo>
                <a:cubicBezTo>
                  <a:pt x="517992" y="36117"/>
                  <a:pt x="515846" y="35347"/>
                  <a:pt x="512663" y="35151"/>
                </a:cubicBezTo>
                <a:lnTo>
                  <a:pt x="512663" y="32548"/>
                </a:lnTo>
                <a:lnTo>
                  <a:pt x="541016" y="32548"/>
                </a:lnTo>
                <a:close/>
                <a:moveTo>
                  <a:pt x="598393" y="30812"/>
                </a:moveTo>
                <a:lnTo>
                  <a:pt x="599478" y="53957"/>
                </a:lnTo>
                <a:lnTo>
                  <a:pt x="597019" y="53957"/>
                </a:lnTo>
                <a:cubicBezTo>
                  <a:pt x="594078" y="47054"/>
                  <a:pt x="591028" y="42339"/>
                  <a:pt x="587870" y="39812"/>
                </a:cubicBezTo>
                <a:cubicBezTo>
                  <a:pt x="584711" y="37284"/>
                  <a:pt x="581565" y="36019"/>
                  <a:pt x="578431" y="36019"/>
                </a:cubicBezTo>
                <a:cubicBezTo>
                  <a:pt x="576454" y="36019"/>
                  <a:pt x="574766" y="36682"/>
                  <a:pt x="573368" y="38008"/>
                </a:cubicBezTo>
                <a:cubicBezTo>
                  <a:pt x="571970" y="39334"/>
                  <a:pt x="571271" y="40865"/>
                  <a:pt x="571271" y="42601"/>
                </a:cubicBezTo>
                <a:cubicBezTo>
                  <a:pt x="571271" y="43903"/>
                  <a:pt x="571753" y="45157"/>
                  <a:pt x="572717" y="46362"/>
                </a:cubicBezTo>
                <a:cubicBezTo>
                  <a:pt x="574260" y="48339"/>
                  <a:pt x="578576" y="51727"/>
                  <a:pt x="585664" y="56524"/>
                </a:cubicBezTo>
                <a:cubicBezTo>
                  <a:pt x="592752" y="61322"/>
                  <a:pt x="597417" y="65397"/>
                  <a:pt x="599659" y="68748"/>
                </a:cubicBezTo>
                <a:cubicBezTo>
                  <a:pt x="601901" y="72099"/>
                  <a:pt x="603022" y="75848"/>
                  <a:pt x="603022" y="79995"/>
                </a:cubicBezTo>
                <a:cubicBezTo>
                  <a:pt x="603022" y="83756"/>
                  <a:pt x="602082" y="87444"/>
                  <a:pt x="600202" y="91061"/>
                </a:cubicBezTo>
                <a:cubicBezTo>
                  <a:pt x="598321" y="94677"/>
                  <a:pt x="595669" y="97450"/>
                  <a:pt x="592246" y="99379"/>
                </a:cubicBezTo>
                <a:cubicBezTo>
                  <a:pt x="588822" y="101307"/>
                  <a:pt x="585037" y="102272"/>
                  <a:pt x="580890" y="102272"/>
                </a:cubicBezTo>
                <a:cubicBezTo>
                  <a:pt x="577659" y="102272"/>
                  <a:pt x="573344" y="101240"/>
                  <a:pt x="567943" y="99177"/>
                </a:cubicBezTo>
                <a:cubicBezTo>
                  <a:pt x="566497" y="98636"/>
                  <a:pt x="565508" y="98366"/>
                  <a:pt x="564978" y="98366"/>
                </a:cubicBezTo>
                <a:cubicBezTo>
                  <a:pt x="563387" y="98366"/>
                  <a:pt x="562061" y="99571"/>
                  <a:pt x="561000" y="101982"/>
                </a:cubicBezTo>
                <a:lnTo>
                  <a:pt x="558613" y="101982"/>
                </a:lnTo>
                <a:lnTo>
                  <a:pt x="557456" y="77680"/>
                </a:lnTo>
                <a:lnTo>
                  <a:pt x="559915" y="77680"/>
                </a:lnTo>
                <a:cubicBezTo>
                  <a:pt x="562085" y="84045"/>
                  <a:pt x="565062" y="88819"/>
                  <a:pt x="568848" y="92001"/>
                </a:cubicBezTo>
                <a:cubicBezTo>
                  <a:pt x="572633" y="95184"/>
                  <a:pt x="576213" y="96775"/>
                  <a:pt x="579588" y="96775"/>
                </a:cubicBezTo>
                <a:cubicBezTo>
                  <a:pt x="581903" y="96775"/>
                  <a:pt x="583795" y="96064"/>
                  <a:pt x="585266" y="94641"/>
                </a:cubicBezTo>
                <a:cubicBezTo>
                  <a:pt x="586737" y="93219"/>
                  <a:pt x="587472" y="91495"/>
                  <a:pt x="587472" y="89470"/>
                </a:cubicBezTo>
                <a:cubicBezTo>
                  <a:pt x="587472" y="87155"/>
                  <a:pt x="586749" y="85154"/>
                  <a:pt x="585302" y="83466"/>
                </a:cubicBezTo>
                <a:cubicBezTo>
                  <a:pt x="583856" y="81779"/>
                  <a:pt x="580625" y="79223"/>
                  <a:pt x="575610" y="75800"/>
                </a:cubicBezTo>
                <a:cubicBezTo>
                  <a:pt x="568233" y="70689"/>
                  <a:pt x="563459" y="66783"/>
                  <a:pt x="561289" y="64083"/>
                </a:cubicBezTo>
                <a:cubicBezTo>
                  <a:pt x="558107" y="60129"/>
                  <a:pt x="556516" y="55765"/>
                  <a:pt x="556516" y="50991"/>
                </a:cubicBezTo>
                <a:cubicBezTo>
                  <a:pt x="556516" y="45784"/>
                  <a:pt x="558312" y="41070"/>
                  <a:pt x="561904" y="36851"/>
                </a:cubicBezTo>
                <a:cubicBezTo>
                  <a:pt x="565496" y="32632"/>
                  <a:pt x="570692" y="30522"/>
                  <a:pt x="577491" y="30522"/>
                </a:cubicBezTo>
                <a:cubicBezTo>
                  <a:pt x="581155" y="30522"/>
                  <a:pt x="584699" y="31449"/>
                  <a:pt x="588123" y="33302"/>
                </a:cubicBezTo>
                <a:cubicBezTo>
                  <a:pt x="589425" y="34053"/>
                  <a:pt x="590486" y="34428"/>
                  <a:pt x="591305" y="34428"/>
                </a:cubicBezTo>
                <a:cubicBezTo>
                  <a:pt x="592173" y="34428"/>
                  <a:pt x="592872" y="34247"/>
                  <a:pt x="593403" y="33886"/>
                </a:cubicBezTo>
                <a:cubicBezTo>
                  <a:pt x="593933" y="33524"/>
                  <a:pt x="594777" y="32499"/>
                  <a:pt x="595934" y="30812"/>
                </a:cubicBezTo>
                <a:lnTo>
                  <a:pt x="598393" y="30812"/>
                </a:lnTo>
                <a:close/>
                <a:moveTo>
                  <a:pt x="668456" y="82759"/>
                </a:moveTo>
                <a:lnTo>
                  <a:pt x="670698" y="84493"/>
                </a:lnTo>
                <a:cubicBezTo>
                  <a:pt x="667515" y="90491"/>
                  <a:pt x="663549" y="94955"/>
                  <a:pt x="658800" y="97882"/>
                </a:cubicBezTo>
                <a:cubicBezTo>
                  <a:pt x="654050" y="100809"/>
                  <a:pt x="648999" y="102272"/>
                  <a:pt x="643647" y="102272"/>
                </a:cubicBezTo>
                <a:cubicBezTo>
                  <a:pt x="634630" y="102272"/>
                  <a:pt x="627422" y="98869"/>
                  <a:pt x="622021" y="92064"/>
                </a:cubicBezTo>
                <a:cubicBezTo>
                  <a:pt x="616621" y="85258"/>
                  <a:pt x="613920" y="77077"/>
                  <a:pt x="613920" y="67520"/>
                </a:cubicBezTo>
                <a:cubicBezTo>
                  <a:pt x="613920" y="58300"/>
                  <a:pt x="616379" y="50191"/>
                  <a:pt x="621298" y="43193"/>
                </a:cubicBezTo>
                <a:cubicBezTo>
                  <a:pt x="627229" y="34746"/>
                  <a:pt x="635402" y="30522"/>
                  <a:pt x="645817" y="30522"/>
                </a:cubicBezTo>
                <a:cubicBezTo>
                  <a:pt x="652809" y="30522"/>
                  <a:pt x="658366" y="32288"/>
                  <a:pt x="662489" y="35818"/>
                </a:cubicBezTo>
                <a:cubicBezTo>
                  <a:pt x="666611" y="39347"/>
                  <a:pt x="668673" y="43288"/>
                  <a:pt x="668673" y="47639"/>
                </a:cubicBezTo>
                <a:cubicBezTo>
                  <a:pt x="668673" y="50395"/>
                  <a:pt x="667841" y="52595"/>
                  <a:pt x="666177" y="54239"/>
                </a:cubicBezTo>
                <a:cubicBezTo>
                  <a:pt x="664514" y="55883"/>
                  <a:pt x="662332" y="56705"/>
                  <a:pt x="659632" y="56705"/>
                </a:cubicBezTo>
                <a:cubicBezTo>
                  <a:pt x="656787" y="56705"/>
                  <a:pt x="654436" y="55762"/>
                  <a:pt x="652580" y="53875"/>
                </a:cubicBezTo>
                <a:cubicBezTo>
                  <a:pt x="650723" y="51987"/>
                  <a:pt x="649578" y="48624"/>
                  <a:pt x="649144" y="43786"/>
                </a:cubicBezTo>
                <a:cubicBezTo>
                  <a:pt x="648855" y="40737"/>
                  <a:pt x="648156" y="38608"/>
                  <a:pt x="647046" y="37398"/>
                </a:cubicBezTo>
                <a:cubicBezTo>
                  <a:pt x="645937" y="36190"/>
                  <a:pt x="644636" y="35585"/>
                  <a:pt x="643141" y="35585"/>
                </a:cubicBezTo>
                <a:cubicBezTo>
                  <a:pt x="640826" y="35585"/>
                  <a:pt x="638849" y="36815"/>
                  <a:pt x="637210" y="39274"/>
                </a:cubicBezTo>
                <a:cubicBezTo>
                  <a:pt x="634703" y="42987"/>
                  <a:pt x="633449" y="48677"/>
                  <a:pt x="633449" y="56343"/>
                </a:cubicBezTo>
                <a:cubicBezTo>
                  <a:pt x="633449" y="62708"/>
                  <a:pt x="634461" y="68796"/>
                  <a:pt x="636487" y="74606"/>
                </a:cubicBezTo>
                <a:cubicBezTo>
                  <a:pt x="638512" y="80417"/>
                  <a:pt x="641284" y="84744"/>
                  <a:pt x="644804" y="87589"/>
                </a:cubicBezTo>
                <a:cubicBezTo>
                  <a:pt x="647456" y="89663"/>
                  <a:pt x="650591" y="90699"/>
                  <a:pt x="654207" y="90699"/>
                </a:cubicBezTo>
                <a:cubicBezTo>
                  <a:pt x="656570" y="90699"/>
                  <a:pt x="658812" y="90146"/>
                  <a:pt x="660933" y="89040"/>
                </a:cubicBezTo>
                <a:cubicBezTo>
                  <a:pt x="663055" y="87933"/>
                  <a:pt x="665562" y="85839"/>
                  <a:pt x="668456" y="82759"/>
                </a:cubicBezTo>
                <a:close/>
                <a:moveTo>
                  <a:pt x="695164" y="0"/>
                </a:moveTo>
                <a:cubicBezTo>
                  <a:pt x="698298" y="0"/>
                  <a:pt x="700950" y="1101"/>
                  <a:pt x="703120" y="3302"/>
                </a:cubicBezTo>
                <a:cubicBezTo>
                  <a:pt x="705290" y="5502"/>
                  <a:pt x="706374" y="8150"/>
                  <a:pt x="706374" y="11247"/>
                </a:cubicBezTo>
                <a:cubicBezTo>
                  <a:pt x="706374" y="14344"/>
                  <a:pt x="705277" y="16980"/>
                  <a:pt x="703084" y="19158"/>
                </a:cubicBezTo>
                <a:cubicBezTo>
                  <a:pt x="700890" y="21334"/>
                  <a:pt x="698250" y="22422"/>
                  <a:pt x="695164" y="22422"/>
                </a:cubicBezTo>
                <a:cubicBezTo>
                  <a:pt x="692078" y="22422"/>
                  <a:pt x="689450" y="21334"/>
                  <a:pt x="687280" y="19158"/>
                </a:cubicBezTo>
                <a:cubicBezTo>
                  <a:pt x="685110" y="16980"/>
                  <a:pt x="684025" y="14344"/>
                  <a:pt x="684025" y="11247"/>
                </a:cubicBezTo>
                <a:cubicBezTo>
                  <a:pt x="684025" y="8150"/>
                  <a:pt x="685110" y="5502"/>
                  <a:pt x="687280" y="3302"/>
                </a:cubicBezTo>
                <a:cubicBezTo>
                  <a:pt x="689450" y="1101"/>
                  <a:pt x="692078" y="0"/>
                  <a:pt x="695164" y="0"/>
                </a:cubicBezTo>
                <a:moveTo>
                  <a:pt x="705290" y="32548"/>
                </a:moveTo>
                <a:lnTo>
                  <a:pt x="705290" y="86215"/>
                </a:lnTo>
                <a:cubicBezTo>
                  <a:pt x="705290" y="90989"/>
                  <a:pt x="705844" y="94038"/>
                  <a:pt x="706953" y="95364"/>
                </a:cubicBezTo>
                <a:cubicBezTo>
                  <a:pt x="708062" y="96690"/>
                  <a:pt x="710232" y="97450"/>
                  <a:pt x="713463" y="97643"/>
                </a:cubicBezTo>
                <a:lnTo>
                  <a:pt x="713463" y="100247"/>
                </a:lnTo>
                <a:lnTo>
                  <a:pt x="676937" y="100247"/>
                </a:lnTo>
                <a:lnTo>
                  <a:pt x="676937" y="97643"/>
                </a:lnTo>
                <a:cubicBezTo>
                  <a:pt x="679927" y="97546"/>
                  <a:pt x="682145" y="96678"/>
                  <a:pt x="683591" y="95039"/>
                </a:cubicBezTo>
                <a:cubicBezTo>
                  <a:pt x="684556" y="93930"/>
                  <a:pt x="685038" y="90989"/>
                  <a:pt x="685038" y="86215"/>
                </a:cubicBezTo>
                <a:lnTo>
                  <a:pt x="685038" y="46724"/>
                </a:lnTo>
                <a:cubicBezTo>
                  <a:pt x="685038" y="41890"/>
                  <a:pt x="684483" y="38802"/>
                  <a:pt x="683374" y="37459"/>
                </a:cubicBezTo>
                <a:cubicBezTo>
                  <a:pt x="682265" y="36117"/>
                  <a:pt x="680119" y="35347"/>
                  <a:pt x="676937" y="35151"/>
                </a:cubicBezTo>
                <a:lnTo>
                  <a:pt x="676937" y="32548"/>
                </a:lnTo>
                <a:lnTo>
                  <a:pt x="705290" y="32548"/>
                </a:lnTo>
                <a:close/>
                <a:moveTo>
                  <a:pt x="746104" y="93375"/>
                </a:moveTo>
                <a:lnTo>
                  <a:pt x="746104" y="118473"/>
                </a:lnTo>
                <a:cubicBezTo>
                  <a:pt x="746104" y="121992"/>
                  <a:pt x="746381" y="124386"/>
                  <a:pt x="746936" y="125656"/>
                </a:cubicBezTo>
                <a:cubicBezTo>
                  <a:pt x="747490" y="126928"/>
                  <a:pt x="748346" y="127857"/>
                  <a:pt x="749503" y="128443"/>
                </a:cubicBezTo>
                <a:cubicBezTo>
                  <a:pt x="750661" y="129029"/>
                  <a:pt x="752927" y="129322"/>
                  <a:pt x="756302" y="129322"/>
                </a:cubicBezTo>
                <a:lnTo>
                  <a:pt x="756302" y="131926"/>
                </a:lnTo>
                <a:lnTo>
                  <a:pt x="717751" y="131926"/>
                </a:lnTo>
                <a:lnTo>
                  <a:pt x="717751" y="129322"/>
                </a:lnTo>
                <a:cubicBezTo>
                  <a:pt x="720741" y="129224"/>
                  <a:pt x="722959" y="128369"/>
                  <a:pt x="724406" y="126757"/>
                </a:cubicBezTo>
                <a:cubicBezTo>
                  <a:pt x="725370" y="125634"/>
                  <a:pt x="725852" y="122728"/>
                  <a:pt x="725852" y="118039"/>
                </a:cubicBezTo>
                <a:lnTo>
                  <a:pt x="725852" y="46724"/>
                </a:lnTo>
                <a:cubicBezTo>
                  <a:pt x="725852" y="41890"/>
                  <a:pt x="725298" y="38802"/>
                  <a:pt x="724189" y="37459"/>
                </a:cubicBezTo>
                <a:cubicBezTo>
                  <a:pt x="723080" y="36117"/>
                  <a:pt x="720934" y="35347"/>
                  <a:pt x="717751" y="35151"/>
                </a:cubicBezTo>
                <a:lnTo>
                  <a:pt x="717751" y="32548"/>
                </a:lnTo>
                <a:lnTo>
                  <a:pt x="746104" y="32548"/>
                </a:lnTo>
                <a:lnTo>
                  <a:pt x="746104" y="41444"/>
                </a:lnTo>
                <a:cubicBezTo>
                  <a:pt x="748467" y="37972"/>
                  <a:pt x="750878" y="35465"/>
                  <a:pt x="753337" y="33922"/>
                </a:cubicBezTo>
                <a:cubicBezTo>
                  <a:pt x="756857" y="31656"/>
                  <a:pt x="760690" y="30522"/>
                  <a:pt x="764837" y="30522"/>
                </a:cubicBezTo>
                <a:cubicBezTo>
                  <a:pt x="769803" y="30522"/>
                  <a:pt x="774324" y="32091"/>
                  <a:pt x="778398" y="35228"/>
                </a:cubicBezTo>
                <a:cubicBezTo>
                  <a:pt x="782473" y="38365"/>
                  <a:pt x="785571" y="42698"/>
                  <a:pt x="787692" y="48225"/>
                </a:cubicBezTo>
                <a:cubicBezTo>
                  <a:pt x="789814" y="53752"/>
                  <a:pt x="790875" y="59701"/>
                  <a:pt x="790875" y="66072"/>
                </a:cubicBezTo>
                <a:cubicBezTo>
                  <a:pt x="790875" y="72925"/>
                  <a:pt x="789778" y="79187"/>
                  <a:pt x="787584" y="84859"/>
                </a:cubicBezTo>
                <a:cubicBezTo>
                  <a:pt x="785390" y="90530"/>
                  <a:pt x="782208" y="94851"/>
                  <a:pt x="778037" y="97819"/>
                </a:cubicBezTo>
                <a:cubicBezTo>
                  <a:pt x="773866" y="100787"/>
                  <a:pt x="769225" y="102272"/>
                  <a:pt x="764114" y="102272"/>
                </a:cubicBezTo>
                <a:cubicBezTo>
                  <a:pt x="760401" y="102272"/>
                  <a:pt x="756929" y="101452"/>
                  <a:pt x="753698" y="99813"/>
                </a:cubicBezTo>
                <a:cubicBezTo>
                  <a:pt x="751287" y="98559"/>
                  <a:pt x="748756" y="96413"/>
                  <a:pt x="746104" y="93375"/>
                </a:cubicBezTo>
                <a:moveTo>
                  <a:pt x="746104" y="86059"/>
                </a:moveTo>
                <a:cubicBezTo>
                  <a:pt x="750251" y="91949"/>
                  <a:pt x="754687" y="94894"/>
                  <a:pt x="759412" y="94894"/>
                </a:cubicBezTo>
                <a:cubicBezTo>
                  <a:pt x="762016" y="94894"/>
                  <a:pt x="764162" y="93519"/>
                  <a:pt x="765849" y="90767"/>
                </a:cubicBezTo>
                <a:cubicBezTo>
                  <a:pt x="768357" y="86711"/>
                  <a:pt x="769611" y="78985"/>
                  <a:pt x="769611" y="67590"/>
                </a:cubicBezTo>
                <a:cubicBezTo>
                  <a:pt x="769611" y="55906"/>
                  <a:pt x="768236" y="47916"/>
                  <a:pt x="765488" y="43618"/>
                </a:cubicBezTo>
                <a:cubicBezTo>
                  <a:pt x="763656" y="40770"/>
                  <a:pt x="761196" y="39346"/>
                  <a:pt x="758110" y="39346"/>
                </a:cubicBezTo>
                <a:cubicBezTo>
                  <a:pt x="753240" y="39346"/>
                  <a:pt x="749238" y="42871"/>
                  <a:pt x="746104" y="49920"/>
                </a:cubicBezTo>
                <a:lnTo>
                  <a:pt x="746104" y="86059"/>
                </a:lnTo>
                <a:close/>
                <a:moveTo>
                  <a:pt x="828752" y="2170"/>
                </a:moveTo>
                <a:lnTo>
                  <a:pt x="828752" y="86215"/>
                </a:lnTo>
                <a:cubicBezTo>
                  <a:pt x="828752" y="90989"/>
                  <a:pt x="829307" y="94038"/>
                  <a:pt x="830416" y="95364"/>
                </a:cubicBezTo>
                <a:cubicBezTo>
                  <a:pt x="831525" y="96690"/>
                  <a:pt x="833695" y="97450"/>
                  <a:pt x="836925" y="97643"/>
                </a:cubicBezTo>
                <a:lnTo>
                  <a:pt x="836925" y="100247"/>
                </a:lnTo>
                <a:lnTo>
                  <a:pt x="800400" y="100247"/>
                </a:lnTo>
                <a:lnTo>
                  <a:pt x="800400" y="97643"/>
                </a:lnTo>
                <a:cubicBezTo>
                  <a:pt x="803389" y="97546"/>
                  <a:pt x="805607" y="96678"/>
                  <a:pt x="807054" y="95039"/>
                </a:cubicBezTo>
                <a:cubicBezTo>
                  <a:pt x="808018" y="93930"/>
                  <a:pt x="808500" y="90989"/>
                  <a:pt x="808500" y="86215"/>
                </a:cubicBezTo>
                <a:lnTo>
                  <a:pt x="808500" y="16201"/>
                </a:lnTo>
                <a:cubicBezTo>
                  <a:pt x="808500" y="11446"/>
                  <a:pt x="807946" y="8401"/>
                  <a:pt x="806837" y="7068"/>
                </a:cubicBezTo>
                <a:cubicBezTo>
                  <a:pt x="805728" y="5733"/>
                  <a:pt x="803582" y="4968"/>
                  <a:pt x="800400" y="4774"/>
                </a:cubicBezTo>
                <a:lnTo>
                  <a:pt x="800400" y="2170"/>
                </a:lnTo>
                <a:lnTo>
                  <a:pt x="828752" y="2170"/>
                </a:lnTo>
                <a:close/>
                <a:moveTo>
                  <a:pt x="859585" y="0"/>
                </a:moveTo>
                <a:cubicBezTo>
                  <a:pt x="862719" y="0"/>
                  <a:pt x="865371" y="1101"/>
                  <a:pt x="867541" y="3302"/>
                </a:cubicBezTo>
                <a:cubicBezTo>
                  <a:pt x="869711" y="5502"/>
                  <a:pt x="870796" y="8150"/>
                  <a:pt x="870796" y="11247"/>
                </a:cubicBezTo>
                <a:cubicBezTo>
                  <a:pt x="870796" y="14344"/>
                  <a:pt x="869699" y="16980"/>
                  <a:pt x="867505" y="19158"/>
                </a:cubicBezTo>
                <a:cubicBezTo>
                  <a:pt x="865311" y="21334"/>
                  <a:pt x="862671" y="22422"/>
                  <a:pt x="859585" y="22422"/>
                </a:cubicBezTo>
                <a:cubicBezTo>
                  <a:pt x="856499" y="22422"/>
                  <a:pt x="853871" y="21334"/>
                  <a:pt x="851702" y="19158"/>
                </a:cubicBezTo>
                <a:cubicBezTo>
                  <a:pt x="849532" y="16980"/>
                  <a:pt x="848447" y="14344"/>
                  <a:pt x="848447" y="11247"/>
                </a:cubicBezTo>
                <a:cubicBezTo>
                  <a:pt x="848447" y="8150"/>
                  <a:pt x="849532" y="5502"/>
                  <a:pt x="851702" y="3302"/>
                </a:cubicBezTo>
                <a:cubicBezTo>
                  <a:pt x="853871" y="1101"/>
                  <a:pt x="856499" y="0"/>
                  <a:pt x="859585" y="0"/>
                </a:cubicBezTo>
                <a:moveTo>
                  <a:pt x="869711" y="32548"/>
                </a:moveTo>
                <a:lnTo>
                  <a:pt x="869711" y="86215"/>
                </a:lnTo>
                <a:cubicBezTo>
                  <a:pt x="869711" y="90989"/>
                  <a:pt x="870266" y="94038"/>
                  <a:pt x="871375" y="95364"/>
                </a:cubicBezTo>
                <a:cubicBezTo>
                  <a:pt x="872484" y="96690"/>
                  <a:pt x="874654" y="97450"/>
                  <a:pt x="877884" y="97643"/>
                </a:cubicBezTo>
                <a:lnTo>
                  <a:pt x="877884" y="100247"/>
                </a:lnTo>
                <a:lnTo>
                  <a:pt x="841359" y="100247"/>
                </a:lnTo>
                <a:lnTo>
                  <a:pt x="841359" y="97643"/>
                </a:lnTo>
                <a:cubicBezTo>
                  <a:pt x="844348" y="97546"/>
                  <a:pt x="846566" y="96678"/>
                  <a:pt x="848013" y="95039"/>
                </a:cubicBezTo>
                <a:cubicBezTo>
                  <a:pt x="848977" y="93930"/>
                  <a:pt x="849459" y="90989"/>
                  <a:pt x="849459" y="86215"/>
                </a:cubicBezTo>
                <a:lnTo>
                  <a:pt x="849459" y="46724"/>
                </a:lnTo>
                <a:cubicBezTo>
                  <a:pt x="849459" y="41890"/>
                  <a:pt x="848905" y="38802"/>
                  <a:pt x="847796" y="37459"/>
                </a:cubicBezTo>
                <a:cubicBezTo>
                  <a:pt x="846687" y="36117"/>
                  <a:pt x="844541" y="35347"/>
                  <a:pt x="841359" y="35151"/>
                </a:cubicBezTo>
                <a:lnTo>
                  <a:pt x="841359" y="32548"/>
                </a:lnTo>
                <a:lnTo>
                  <a:pt x="869711" y="32548"/>
                </a:lnTo>
                <a:close/>
                <a:moveTo>
                  <a:pt x="911972" y="32548"/>
                </a:moveTo>
                <a:lnTo>
                  <a:pt x="911972" y="41372"/>
                </a:lnTo>
                <a:cubicBezTo>
                  <a:pt x="915444" y="37585"/>
                  <a:pt x="918771" y="34830"/>
                  <a:pt x="921953" y="33108"/>
                </a:cubicBezTo>
                <a:cubicBezTo>
                  <a:pt x="925136" y="31384"/>
                  <a:pt x="928559" y="30522"/>
                  <a:pt x="932224" y="30522"/>
                </a:cubicBezTo>
                <a:cubicBezTo>
                  <a:pt x="936612" y="30522"/>
                  <a:pt x="940252" y="31741"/>
                  <a:pt x="943145" y="34179"/>
                </a:cubicBezTo>
                <a:cubicBezTo>
                  <a:pt x="946039" y="36618"/>
                  <a:pt x="947967" y="39647"/>
                  <a:pt x="948932" y="43268"/>
                </a:cubicBezTo>
                <a:cubicBezTo>
                  <a:pt x="949703" y="46021"/>
                  <a:pt x="950089" y="51308"/>
                  <a:pt x="950089" y="59130"/>
                </a:cubicBezTo>
                <a:lnTo>
                  <a:pt x="950089" y="85492"/>
                </a:lnTo>
                <a:cubicBezTo>
                  <a:pt x="950089" y="90699"/>
                  <a:pt x="950559" y="93942"/>
                  <a:pt x="951499" y="95220"/>
                </a:cubicBezTo>
                <a:cubicBezTo>
                  <a:pt x="952440" y="96498"/>
                  <a:pt x="954404" y="97305"/>
                  <a:pt x="957394" y="97643"/>
                </a:cubicBezTo>
                <a:lnTo>
                  <a:pt x="957394" y="100247"/>
                </a:lnTo>
                <a:lnTo>
                  <a:pt x="923183" y="100247"/>
                </a:lnTo>
                <a:lnTo>
                  <a:pt x="923183" y="97643"/>
                </a:lnTo>
                <a:cubicBezTo>
                  <a:pt x="925738" y="97305"/>
                  <a:pt x="927571" y="96244"/>
                  <a:pt x="928680" y="94460"/>
                </a:cubicBezTo>
                <a:cubicBezTo>
                  <a:pt x="929451" y="93255"/>
                  <a:pt x="929837" y="90265"/>
                  <a:pt x="929837" y="85492"/>
                </a:cubicBezTo>
                <a:lnTo>
                  <a:pt x="929837" y="55403"/>
                </a:lnTo>
                <a:cubicBezTo>
                  <a:pt x="929837" y="49858"/>
                  <a:pt x="929620" y="46362"/>
                  <a:pt x="929186" y="44916"/>
                </a:cubicBezTo>
                <a:cubicBezTo>
                  <a:pt x="928752" y="43469"/>
                  <a:pt x="928017" y="42348"/>
                  <a:pt x="926980" y="41552"/>
                </a:cubicBezTo>
                <a:cubicBezTo>
                  <a:pt x="925943" y="40757"/>
                  <a:pt x="924798" y="40359"/>
                  <a:pt x="923545" y="40359"/>
                </a:cubicBezTo>
                <a:cubicBezTo>
                  <a:pt x="919398" y="40359"/>
                  <a:pt x="915540" y="43349"/>
                  <a:pt x="911972" y="49328"/>
                </a:cubicBezTo>
                <a:lnTo>
                  <a:pt x="911972" y="85492"/>
                </a:lnTo>
                <a:cubicBezTo>
                  <a:pt x="911972" y="90555"/>
                  <a:pt x="912442" y="93761"/>
                  <a:pt x="913382" y="95111"/>
                </a:cubicBezTo>
                <a:cubicBezTo>
                  <a:pt x="914323" y="96461"/>
                  <a:pt x="916071" y="97305"/>
                  <a:pt x="918626" y="97643"/>
                </a:cubicBezTo>
                <a:lnTo>
                  <a:pt x="918626" y="100247"/>
                </a:lnTo>
                <a:lnTo>
                  <a:pt x="884415" y="100247"/>
                </a:lnTo>
                <a:lnTo>
                  <a:pt x="884415" y="97643"/>
                </a:lnTo>
                <a:cubicBezTo>
                  <a:pt x="887260" y="97353"/>
                  <a:pt x="889285" y="96437"/>
                  <a:pt x="890491" y="94894"/>
                </a:cubicBezTo>
                <a:cubicBezTo>
                  <a:pt x="891310" y="93833"/>
                  <a:pt x="891720" y="90699"/>
                  <a:pt x="891720" y="85492"/>
                </a:cubicBezTo>
                <a:lnTo>
                  <a:pt x="891720" y="47302"/>
                </a:lnTo>
                <a:cubicBezTo>
                  <a:pt x="891720" y="42130"/>
                  <a:pt x="891250" y="38909"/>
                  <a:pt x="890310" y="37640"/>
                </a:cubicBezTo>
                <a:cubicBezTo>
                  <a:pt x="889370" y="36371"/>
                  <a:pt x="887405" y="35542"/>
                  <a:pt x="884415" y="35151"/>
                </a:cubicBezTo>
                <a:lnTo>
                  <a:pt x="884415" y="32548"/>
                </a:lnTo>
                <a:lnTo>
                  <a:pt x="911972" y="32548"/>
                </a:lnTo>
                <a:close/>
                <a:moveTo>
                  <a:pt x="1004023" y="90265"/>
                </a:moveTo>
                <a:cubicBezTo>
                  <a:pt x="995778" y="97595"/>
                  <a:pt x="988376" y="101259"/>
                  <a:pt x="981818" y="101259"/>
                </a:cubicBezTo>
                <a:cubicBezTo>
                  <a:pt x="977961" y="101259"/>
                  <a:pt x="974754" y="99990"/>
                  <a:pt x="972199" y="97451"/>
                </a:cubicBezTo>
                <a:cubicBezTo>
                  <a:pt x="969643" y="94910"/>
                  <a:pt x="968365" y="91729"/>
                  <a:pt x="968365" y="87908"/>
                </a:cubicBezTo>
                <a:cubicBezTo>
                  <a:pt x="968365" y="82730"/>
                  <a:pt x="970583" y="78073"/>
                  <a:pt x="975019" y="73937"/>
                </a:cubicBezTo>
                <a:cubicBezTo>
                  <a:pt x="979456" y="69801"/>
                  <a:pt x="989123" y="64298"/>
                  <a:pt x="1004023" y="57428"/>
                </a:cubicBezTo>
                <a:lnTo>
                  <a:pt x="1004023" y="50630"/>
                </a:lnTo>
                <a:cubicBezTo>
                  <a:pt x="1004023" y="45518"/>
                  <a:pt x="1003746" y="42300"/>
                  <a:pt x="1003191" y="40974"/>
                </a:cubicBezTo>
                <a:cubicBezTo>
                  <a:pt x="1002637" y="39648"/>
                  <a:pt x="1001588" y="38491"/>
                  <a:pt x="1000045" y="37502"/>
                </a:cubicBezTo>
                <a:cubicBezTo>
                  <a:pt x="998502" y="36514"/>
                  <a:pt x="996766" y="36019"/>
                  <a:pt x="994837" y="36019"/>
                </a:cubicBezTo>
                <a:cubicBezTo>
                  <a:pt x="991703" y="36019"/>
                  <a:pt x="989123" y="36718"/>
                  <a:pt x="987098" y="38117"/>
                </a:cubicBezTo>
                <a:cubicBezTo>
                  <a:pt x="985845" y="38985"/>
                  <a:pt x="985218" y="39997"/>
                  <a:pt x="985218" y="41155"/>
                </a:cubicBezTo>
                <a:cubicBezTo>
                  <a:pt x="985218" y="42167"/>
                  <a:pt x="985893" y="43421"/>
                  <a:pt x="987243" y="44916"/>
                </a:cubicBezTo>
                <a:cubicBezTo>
                  <a:pt x="989075" y="46989"/>
                  <a:pt x="989991" y="48990"/>
                  <a:pt x="989991" y="50919"/>
                </a:cubicBezTo>
                <a:cubicBezTo>
                  <a:pt x="989991" y="53282"/>
                  <a:pt x="989111" y="55295"/>
                  <a:pt x="987351" y="56958"/>
                </a:cubicBezTo>
                <a:cubicBezTo>
                  <a:pt x="985591" y="58622"/>
                  <a:pt x="983289" y="59454"/>
                  <a:pt x="980444" y="59454"/>
                </a:cubicBezTo>
                <a:cubicBezTo>
                  <a:pt x="977406" y="59454"/>
                  <a:pt x="974863" y="58537"/>
                  <a:pt x="972813" y="56705"/>
                </a:cubicBezTo>
                <a:cubicBezTo>
                  <a:pt x="970764" y="54873"/>
                  <a:pt x="969739" y="52727"/>
                  <a:pt x="969739" y="50268"/>
                </a:cubicBezTo>
                <a:cubicBezTo>
                  <a:pt x="969739" y="46796"/>
                  <a:pt x="971114" y="43481"/>
                  <a:pt x="973862" y="40323"/>
                </a:cubicBezTo>
                <a:cubicBezTo>
                  <a:pt x="976611" y="37165"/>
                  <a:pt x="980444" y="34742"/>
                  <a:pt x="985362" y="33054"/>
                </a:cubicBezTo>
                <a:cubicBezTo>
                  <a:pt x="990281" y="31366"/>
                  <a:pt x="995392" y="30522"/>
                  <a:pt x="1000696" y="30522"/>
                </a:cubicBezTo>
                <a:cubicBezTo>
                  <a:pt x="1007109" y="30522"/>
                  <a:pt x="1012184" y="31888"/>
                  <a:pt x="1015921" y="34620"/>
                </a:cubicBezTo>
                <a:cubicBezTo>
                  <a:pt x="1019658" y="37351"/>
                  <a:pt x="1022081" y="40311"/>
                  <a:pt x="1023190" y="43501"/>
                </a:cubicBezTo>
                <a:cubicBezTo>
                  <a:pt x="1023865" y="45530"/>
                  <a:pt x="1024202" y="50194"/>
                  <a:pt x="1024202" y="57492"/>
                </a:cubicBezTo>
                <a:lnTo>
                  <a:pt x="1024202" y="83808"/>
                </a:lnTo>
                <a:cubicBezTo>
                  <a:pt x="1024202" y="86901"/>
                  <a:pt x="1024323" y="88847"/>
                  <a:pt x="1024564" y="89646"/>
                </a:cubicBezTo>
                <a:cubicBezTo>
                  <a:pt x="1024805" y="90443"/>
                  <a:pt x="1025167" y="91035"/>
                  <a:pt x="1025649" y="91423"/>
                </a:cubicBezTo>
                <a:cubicBezTo>
                  <a:pt x="1026131" y="91808"/>
                  <a:pt x="1026686" y="92001"/>
                  <a:pt x="1027313" y="92001"/>
                </a:cubicBezTo>
                <a:cubicBezTo>
                  <a:pt x="1028566" y="92001"/>
                  <a:pt x="1029844" y="91109"/>
                  <a:pt x="1031146" y="89325"/>
                </a:cubicBezTo>
                <a:lnTo>
                  <a:pt x="1033316" y="91061"/>
                </a:lnTo>
                <a:cubicBezTo>
                  <a:pt x="1030905" y="94629"/>
                  <a:pt x="1028410" y="97221"/>
                  <a:pt x="1025830" y="98836"/>
                </a:cubicBezTo>
                <a:cubicBezTo>
                  <a:pt x="1023250" y="100451"/>
                  <a:pt x="1020321" y="101259"/>
                  <a:pt x="1017042" y="101259"/>
                </a:cubicBezTo>
                <a:cubicBezTo>
                  <a:pt x="1013184" y="101259"/>
                  <a:pt x="1010171" y="100349"/>
                  <a:pt x="1008001" y="98529"/>
                </a:cubicBezTo>
                <a:cubicBezTo>
                  <a:pt x="1005831" y="96708"/>
                  <a:pt x="1004505" y="93954"/>
                  <a:pt x="1004023" y="90265"/>
                </a:cubicBezTo>
                <a:moveTo>
                  <a:pt x="1004023" y="84913"/>
                </a:moveTo>
                <a:lnTo>
                  <a:pt x="1004023" y="62288"/>
                </a:lnTo>
                <a:cubicBezTo>
                  <a:pt x="998188" y="65728"/>
                  <a:pt x="993849" y="69411"/>
                  <a:pt x="991004" y="73336"/>
                </a:cubicBezTo>
                <a:cubicBezTo>
                  <a:pt x="989123" y="75952"/>
                  <a:pt x="988183" y="78593"/>
                  <a:pt x="988183" y="81258"/>
                </a:cubicBezTo>
                <a:cubicBezTo>
                  <a:pt x="988183" y="83487"/>
                  <a:pt x="988979" y="85449"/>
                  <a:pt x="990570" y="87146"/>
                </a:cubicBezTo>
                <a:cubicBezTo>
                  <a:pt x="991775" y="88454"/>
                  <a:pt x="993463" y="89108"/>
                  <a:pt x="995633" y="89108"/>
                </a:cubicBezTo>
                <a:cubicBezTo>
                  <a:pt x="998044" y="89108"/>
                  <a:pt x="1000841" y="87710"/>
                  <a:pt x="1004023" y="84913"/>
                </a:cubicBezTo>
                <a:close/>
                <a:moveTo>
                  <a:pt x="1068829" y="32548"/>
                </a:moveTo>
                <a:lnTo>
                  <a:pt x="1068829" y="47881"/>
                </a:lnTo>
                <a:cubicBezTo>
                  <a:pt x="1073313" y="40889"/>
                  <a:pt x="1077243" y="36248"/>
                  <a:pt x="1080618" y="33958"/>
                </a:cubicBezTo>
                <a:cubicBezTo>
                  <a:pt x="1083994" y="31668"/>
                  <a:pt x="1087248" y="30522"/>
                  <a:pt x="1090383" y="30522"/>
                </a:cubicBezTo>
                <a:cubicBezTo>
                  <a:pt x="1093083" y="30522"/>
                  <a:pt x="1095241" y="31357"/>
                  <a:pt x="1096856" y="33027"/>
                </a:cubicBezTo>
                <a:cubicBezTo>
                  <a:pt x="1098471" y="34696"/>
                  <a:pt x="1099279" y="37055"/>
                  <a:pt x="1099279" y="40104"/>
                </a:cubicBezTo>
                <a:cubicBezTo>
                  <a:pt x="1099279" y="43346"/>
                  <a:pt x="1098495" y="45863"/>
                  <a:pt x="1096928" y="47655"/>
                </a:cubicBezTo>
                <a:cubicBezTo>
                  <a:pt x="1095361" y="49445"/>
                  <a:pt x="1093469" y="50340"/>
                  <a:pt x="1091251" y="50340"/>
                </a:cubicBezTo>
                <a:cubicBezTo>
                  <a:pt x="1088695" y="50340"/>
                  <a:pt x="1086477" y="49521"/>
                  <a:pt x="1084596" y="47881"/>
                </a:cubicBezTo>
                <a:cubicBezTo>
                  <a:pt x="1082716" y="46242"/>
                  <a:pt x="1081607" y="45326"/>
                  <a:pt x="1081269" y="45133"/>
                </a:cubicBezTo>
                <a:cubicBezTo>
                  <a:pt x="1080787" y="44843"/>
                  <a:pt x="1080233" y="44699"/>
                  <a:pt x="1079606" y="44699"/>
                </a:cubicBezTo>
                <a:cubicBezTo>
                  <a:pt x="1078207" y="44699"/>
                  <a:pt x="1076881" y="45229"/>
                  <a:pt x="1075628" y="46290"/>
                </a:cubicBezTo>
                <a:cubicBezTo>
                  <a:pt x="1073651" y="47929"/>
                  <a:pt x="1072156" y="50268"/>
                  <a:pt x="1071143" y="53306"/>
                </a:cubicBezTo>
                <a:cubicBezTo>
                  <a:pt x="1069600" y="57983"/>
                  <a:pt x="1068829" y="63142"/>
                  <a:pt x="1068829" y="68784"/>
                </a:cubicBezTo>
                <a:lnTo>
                  <a:pt x="1068829" y="84334"/>
                </a:lnTo>
                <a:lnTo>
                  <a:pt x="1068901" y="88385"/>
                </a:lnTo>
                <a:cubicBezTo>
                  <a:pt x="1068901" y="91133"/>
                  <a:pt x="1069070" y="92893"/>
                  <a:pt x="1069407" y="93665"/>
                </a:cubicBezTo>
                <a:cubicBezTo>
                  <a:pt x="1069986" y="94967"/>
                  <a:pt x="1070842" y="95919"/>
                  <a:pt x="1071975" y="96522"/>
                </a:cubicBezTo>
                <a:cubicBezTo>
                  <a:pt x="1073108" y="97124"/>
                  <a:pt x="1075025" y="97498"/>
                  <a:pt x="1077725" y="97643"/>
                </a:cubicBezTo>
                <a:lnTo>
                  <a:pt x="1077725" y="100247"/>
                </a:lnTo>
                <a:lnTo>
                  <a:pt x="1041200" y="100247"/>
                </a:lnTo>
                <a:lnTo>
                  <a:pt x="1041200" y="97643"/>
                </a:lnTo>
                <a:cubicBezTo>
                  <a:pt x="1044141" y="97402"/>
                  <a:pt x="1046130" y="96594"/>
                  <a:pt x="1047167" y="95220"/>
                </a:cubicBezTo>
                <a:cubicBezTo>
                  <a:pt x="1048203" y="93846"/>
                  <a:pt x="1048722" y="90217"/>
                  <a:pt x="1048722" y="84334"/>
                </a:cubicBezTo>
                <a:lnTo>
                  <a:pt x="1048722" y="46869"/>
                </a:lnTo>
                <a:cubicBezTo>
                  <a:pt x="1048722" y="42987"/>
                  <a:pt x="1048529" y="40513"/>
                  <a:pt x="1048143" y="39446"/>
                </a:cubicBezTo>
                <a:cubicBezTo>
                  <a:pt x="1047661" y="38087"/>
                  <a:pt x="1046962" y="37092"/>
                  <a:pt x="1046046" y="36462"/>
                </a:cubicBezTo>
                <a:cubicBezTo>
                  <a:pt x="1045129" y="35831"/>
                  <a:pt x="1043514" y="35394"/>
                  <a:pt x="1041200" y="35151"/>
                </a:cubicBezTo>
                <a:lnTo>
                  <a:pt x="1041200" y="32548"/>
                </a:lnTo>
                <a:lnTo>
                  <a:pt x="1068829" y="32548"/>
                </a:lnTo>
                <a:close/>
                <a:moveTo>
                  <a:pt x="1137415" y="103061"/>
                </a:moveTo>
                <a:lnTo>
                  <a:pt x="1115572" y="52820"/>
                </a:lnTo>
                <a:cubicBezTo>
                  <a:pt x="1112293" y="45210"/>
                  <a:pt x="1109870" y="40533"/>
                  <a:pt x="1108303" y="38788"/>
                </a:cubicBezTo>
                <a:cubicBezTo>
                  <a:pt x="1106736" y="37042"/>
                  <a:pt x="1104843" y="35829"/>
                  <a:pt x="1102625" y="35151"/>
                </a:cubicBezTo>
                <a:lnTo>
                  <a:pt x="1102625" y="32548"/>
                </a:lnTo>
                <a:lnTo>
                  <a:pt x="1138572" y="32548"/>
                </a:lnTo>
                <a:lnTo>
                  <a:pt x="1138572" y="35151"/>
                </a:lnTo>
                <a:cubicBezTo>
                  <a:pt x="1136209" y="35248"/>
                  <a:pt x="1134546" y="35708"/>
                  <a:pt x="1133581" y="36532"/>
                </a:cubicBezTo>
                <a:cubicBezTo>
                  <a:pt x="1132617" y="37355"/>
                  <a:pt x="1132135" y="38348"/>
                  <a:pt x="1132135" y="39511"/>
                </a:cubicBezTo>
                <a:cubicBezTo>
                  <a:pt x="1132135" y="41351"/>
                  <a:pt x="1133340" y="44984"/>
                  <a:pt x="1135751" y="50410"/>
                </a:cubicBezTo>
                <a:lnTo>
                  <a:pt x="1147324" y="77007"/>
                </a:lnTo>
                <a:lnTo>
                  <a:pt x="1155207" y="56454"/>
                </a:lnTo>
                <a:cubicBezTo>
                  <a:pt x="1158052" y="49136"/>
                  <a:pt x="1159475" y="44046"/>
                  <a:pt x="1159475" y="41186"/>
                </a:cubicBezTo>
                <a:cubicBezTo>
                  <a:pt x="1159475" y="39393"/>
                  <a:pt x="1158884" y="37963"/>
                  <a:pt x="1157703" y="36896"/>
                </a:cubicBezTo>
                <a:cubicBezTo>
                  <a:pt x="1156521" y="35829"/>
                  <a:pt x="1154436" y="35248"/>
                  <a:pt x="1151446" y="35151"/>
                </a:cubicBezTo>
                <a:lnTo>
                  <a:pt x="1151446" y="32548"/>
                </a:lnTo>
                <a:lnTo>
                  <a:pt x="1174085" y="32548"/>
                </a:lnTo>
                <a:lnTo>
                  <a:pt x="1174085" y="35151"/>
                </a:lnTo>
                <a:cubicBezTo>
                  <a:pt x="1171867" y="35394"/>
                  <a:pt x="1170059" y="36254"/>
                  <a:pt x="1168660" y="37733"/>
                </a:cubicBezTo>
                <a:cubicBezTo>
                  <a:pt x="1167262" y="39211"/>
                  <a:pt x="1164923" y="44240"/>
                  <a:pt x="1161645" y="52820"/>
                </a:cubicBezTo>
                <a:lnTo>
                  <a:pt x="1142333" y="102995"/>
                </a:lnTo>
                <a:cubicBezTo>
                  <a:pt x="1137463" y="115532"/>
                  <a:pt x="1133847" y="123247"/>
                  <a:pt x="1131484" y="126140"/>
                </a:cubicBezTo>
                <a:cubicBezTo>
                  <a:pt x="1128157" y="130190"/>
                  <a:pt x="1123986" y="132215"/>
                  <a:pt x="1118971" y="132215"/>
                </a:cubicBezTo>
                <a:cubicBezTo>
                  <a:pt x="1114969" y="132215"/>
                  <a:pt x="1111726" y="131070"/>
                  <a:pt x="1109243" y="128780"/>
                </a:cubicBezTo>
                <a:cubicBezTo>
                  <a:pt x="1106760" y="126490"/>
                  <a:pt x="1105518" y="123729"/>
                  <a:pt x="1105518" y="120498"/>
                </a:cubicBezTo>
                <a:cubicBezTo>
                  <a:pt x="1105518" y="117702"/>
                  <a:pt x="1106374" y="115387"/>
                  <a:pt x="1108086" y="113555"/>
                </a:cubicBezTo>
                <a:cubicBezTo>
                  <a:pt x="1109797" y="111723"/>
                  <a:pt x="1111907" y="110806"/>
                  <a:pt x="1114414" y="110806"/>
                </a:cubicBezTo>
                <a:cubicBezTo>
                  <a:pt x="1116825" y="110806"/>
                  <a:pt x="1118766" y="111573"/>
                  <a:pt x="1120237" y="113107"/>
                </a:cubicBezTo>
                <a:cubicBezTo>
                  <a:pt x="1121707" y="114643"/>
                  <a:pt x="1122467" y="117018"/>
                  <a:pt x="1122515" y="120232"/>
                </a:cubicBezTo>
                <a:cubicBezTo>
                  <a:pt x="1122563" y="122055"/>
                  <a:pt x="1122780" y="123230"/>
                  <a:pt x="1123166" y="123758"/>
                </a:cubicBezTo>
                <a:cubicBezTo>
                  <a:pt x="1123552" y="124285"/>
                  <a:pt x="1124106" y="124549"/>
                  <a:pt x="1124830" y="124549"/>
                </a:cubicBezTo>
                <a:cubicBezTo>
                  <a:pt x="1125987" y="124549"/>
                  <a:pt x="1127216" y="123853"/>
                  <a:pt x="1128518" y="122460"/>
                </a:cubicBezTo>
                <a:cubicBezTo>
                  <a:pt x="1130447" y="120444"/>
                  <a:pt x="1132713" y="115836"/>
                  <a:pt x="1135317" y="108637"/>
                </a:cubicBezTo>
                <a:lnTo>
                  <a:pt x="1137415" y="103061"/>
                </a:lnTo>
                <a:close/>
                <a:moveTo>
                  <a:pt x="1314691" y="0"/>
                </a:moveTo>
                <a:lnTo>
                  <a:pt x="1314691" y="34573"/>
                </a:lnTo>
                <a:lnTo>
                  <a:pt x="1312015" y="34573"/>
                </a:lnTo>
                <a:cubicBezTo>
                  <a:pt x="1308784" y="25169"/>
                  <a:pt x="1303938" y="18020"/>
                  <a:pt x="1297477" y="13128"/>
                </a:cubicBezTo>
                <a:cubicBezTo>
                  <a:pt x="1291015" y="8233"/>
                  <a:pt x="1283951" y="5786"/>
                  <a:pt x="1276285" y="5786"/>
                </a:cubicBezTo>
                <a:cubicBezTo>
                  <a:pt x="1268955" y="5786"/>
                  <a:pt x="1262856" y="7839"/>
                  <a:pt x="1257986" y="11945"/>
                </a:cubicBezTo>
                <a:cubicBezTo>
                  <a:pt x="1253116" y="16052"/>
                  <a:pt x="1249668" y="21779"/>
                  <a:pt x="1247643" y="29128"/>
                </a:cubicBezTo>
                <a:cubicBezTo>
                  <a:pt x="1245618" y="36477"/>
                  <a:pt x="1244605" y="44017"/>
                  <a:pt x="1244605" y="51748"/>
                </a:cubicBezTo>
                <a:cubicBezTo>
                  <a:pt x="1244605" y="61115"/>
                  <a:pt x="1245714" y="69328"/>
                  <a:pt x="1247932" y="76387"/>
                </a:cubicBezTo>
                <a:cubicBezTo>
                  <a:pt x="1250150" y="83447"/>
                  <a:pt x="1253730" y="88634"/>
                  <a:pt x="1258673" y="91949"/>
                </a:cubicBezTo>
                <a:cubicBezTo>
                  <a:pt x="1263615" y="95263"/>
                  <a:pt x="1269486" y="96919"/>
                  <a:pt x="1276285" y="96919"/>
                </a:cubicBezTo>
                <a:cubicBezTo>
                  <a:pt x="1278647" y="96919"/>
                  <a:pt x="1281070" y="96667"/>
                  <a:pt x="1283554" y="96162"/>
                </a:cubicBezTo>
                <a:cubicBezTo>
                  <a:pt x="1286037" y="95656"/>
                  <a:pt x="1288580" y="94921"/>
                  <a:pt x="1291184" y="93959"/>
                </a:cubicBezTo>
                <a:lnTo>
                  <a:pt x="1291184" y="73630"/>
                </a:lnTo>
                <a:cubicBezTo>
                  <a:pt x="1291184" y="69748"/>
                  <a:pt x="1290919" y="67238"/>
                  <a:pt x="1290389" y="66099"/>
                </a:cubicBezTo>
                <a:cubicBezTo>
                  <a:pt x="1289858" y="64958"/>
                  <a:pt x="1288761" y="63927"/>
                  <a:pt x="1287098" y="63007"/>
                </a:cubicBezTo>
                <a:cubicBezTo>
                  <a:pt x="1285434" y="62084"/>
                  <a:pt x="1283421" y="61623"/>
                  <a:pt x="1281058" y="61623"/>
                </a:cubicBezTo>
                <a:lnTo>
                  <a:pt x="1278527" y="61623"/>
                </a:lnTo>
                <a:lnTo>
                  <a:pt x="1278527" y="59020"/>
                </a:lnTo>
                <a:lnTo>
                  <a:pt x="1326191" y="59020"/>
                </a:lnTo>
                <a:lnTo>
                  <a:pt x="1326191" y="61623"/>
                </a:lnTo>
                <a:cubicBezTo>
                  <a:pt x="1322574" y="61866"/>
                  <a:pt x="1320055" y="62363"/>
                  <a:pt x="1318633" y="63115"/>
                </a:cubicBezTo>
                <a:cubicBezTo>
                  <a:pt x="1317210" y="63867"/>
                  <a:pt x="1316113" y="65116"/>
                  <a:pt x="1315342" y="66863"/>
                </a:cubicBezTo>
                <a:cubicBezTo>
                  <a:pt x="1314908" y="67785"/>
                  <a:pt x="1314691" y="70041"/>
                  <a:pt x="1314691" y="73630"/>
                </a:cubicBezTo>
                <a:lnTo>
                  <a:pt x="1314691" y="93959"/>
                </a:lnTo>
                <a:cubicBezTo>
                  <a:pt x="1308422" y="96754"/>
                  <a:pt x="1301901" y="98862"/>
                  <a:pt x="1295126" y="100283"/>
                </a:cubicBezTo>
                <a:cubicBezTo>
                  <a:pt x="1288351" y="101705"/>
                  <a:pt x="1281323" y="102416"/>
                  <a:pt x="1274042" y="102416"/>
                </a:cubicBezTo>
                <a:cubicBezTo>
                  <a:pt x="1264736" y="102416"/>
                  <a:pt x="1257009" y="101154"/>
                  <a:pt x="1250861" y="98630"/>
                </a:cubicBezTo>
                <a:cubicBezTo>
                  <a:pt x="1244713" y="96105"/>
                  <a:pt x="1239289" y="92787"/>
                  <a:pt x="1234587" y="88676"/>
                </a:cubicBezTo>
                <a:cubicBezTo>
                  <a:pt x="1229886" y="84566"/>
                  <a:pt x="1226210" y="79938"/>
                  <a:pt x="1223557" y="74794"/>
                </a:cubicBezTo>
                <a:cubicBezTo>
                  <a:pt x="1220182" y="68158"/>
                  <a:pt x="1218495" y="60728"/>
                  <a:pt x="1218495" y="52506"/>
                </a:cubicBezTo>
                <a:cubicBezTo>
                  <a:pt x="1218495" y="37793"/>
                  <a:pt x="1223678" y="25364"/>
                  <a:pt x="1234045" y="15218"/>
                </a:cubicBezTo>
                <a:cubicBezTo>
                  <a:pt x="1244412" y="5073"/>
                  <a:pt x="1257455" y="0"/>
                  <a:pt x="1273174" y="0"/>
                </a:cubicBezTo>
                <a:cubicBezTo>
                  <a:pt x="1278045" y="0"/>
                  <a:pt x="1282432" y="390"/>
                  <a:pt x="1286338" y="1169"/>
                </a:cubicBezTo>
                <a:cubicBezTo>
                  <a:pt x="1288460" y="1559"/>
                  <a:pt x="1291895" y="2667"/>
                  <a:pt x="1296645" y="4493"/>
                </a:cubicBezTo>
                <a:cubicBezTo>
                  <a:pt x="1301394" y="6320"/>
                  <a:pt x="1304203" y="7233"/>
                  <a:pt x="1305071" y="7233"/>
                </a:cubicBezTo>
                <a:cubicBezTo>
                  <a:pt x="1306421" y="7233"/>
                  <a:pt x="1307675" y="6729"/>
                  <a:pt x="1308832" y="5721"/>
                </a:cubicBezTo>
                <a:cubicBezTo>
                  <a:pt x="1309989" y="4711"/>
                  <a:pt x="1311050" y="2804"/>
                  <a:pt x="1312015" y="0"/>
                </a:cubicBezTo>
                <a:lnTo>
                  <a:pt x="1314691" y="0"/>
                </a:lnTo>
                <a:close/>
                <a:moveTo>
                  <a:pt x="1389861" y="63938"/>
                </a:moveTo>
                <a:lnTo>
                  <a:pt x="1352756" y="63938"/>
                </a:lnTo>
                <a:cubicBezTo>
                  <a:pt x="1353190" y="72931"/>
                  <a:pt x="1355577" y="80038"/>
                  <a:pt x="1359917" y="85259"/>
                </a:cubicBezTo>
                <a:cubicBezTo>
                  <a:pt x="1363244" y="89272"/>
                  <a:pt x="1367246" y="91278"/>
                  <a:pt x="1371923" y="91278"/>
                </a:cubicBezTo>
                <a:cubicBezTo>
                  <a:pt x="1374816" y="91278"/>
                  <a:pt x="1377444" y="90470"/>
                  <a:pt x="1379807" y="88855"/>
                </a:cubicBezTo>
                <a:cubicBezTo>
                  <a:pt x="1382170" y="87240"/>
                  <a:pt x="1384701" y="84334"/>
                  <a:pt x="1387402" y="80139"/>
                </a:cubicBezTo>
                <a:lnTo>
                  <a:pt x="1389861" y="81731"/>
                </a:lnTo>
                <a:cubicBezTo>
                  <a:pt x="1386196" y="89204"/>
                  <a:pt x="1382146" y="94496"/>
                  <a:pt x="1377710" y="97607"/>
                </a:cubicBezTo>
                <a:cubicBezTo>
                  <a:pt x="1373273" y="100717"/>
                  <a:pt x="1368138" y="102272"/>
                  <a:pt x="1362304" y="102272"/>
                </a:cubicBezTo>
                <a:cubicBezTo>
                  <a:pt x="1352274" y="102272"/>
                  <a:pt x="1344680" y="98410"/>
                  <a:pt x="1339520" y="90688"/>
                </a:cubicBezTo>
                <a:cubicBezTo>
                  <a:pt x="1335374" y="84462"/>
                  <a:pt x="1333300" y="76739"/>
                  <a:pt x="1333300" y="67520"/>
                </a:cubicBezTo>
                <a:cubicBezTo>
                  <a:pt x="1333300" y="56225"/>
                  <a:pt x="1336350" y="47235"/>
                  <a:pt x="1342450" y="40551"/>
                </a:cubicBezTo>
                <a:cubicBezTo>
                  <a:pt x="1348549" y="33865"/>
                  <a:pt x="1355698" y="30522"/>
                  <a:pt x="1363895" y="30522"/>
                </a:cubicBezTo>
                <a:cubicBezTo>
                  <a:pt x="1370742" y="30522"/>
                  <a:pt x="1376685" y="33331"/>
                  <a:pt x="1381724" y="38949"/>
                </a:cubicBezTo>
                <a:cubicBezTo>
                  <a:pt x="1386763" y="44566"/>
                  <a:pt x="1389475" y="52896"/>
                  <a:pt x="1389861" y="63938"/>
                </a:cubicBezTo>
                <a:moveTo>
                  <a:pt x="1372068" y="59164"/>
                </a:moveTo>
                <a:cubicBezTo>
                  <a:pt x="1372068" y="51401"/>
                  <a:pt x="1371646" y="46073"/>
                  <a:pt x="1370802" y="43180"/>
                </a:cubicBezTo>
                <a:cubicBezTo>
                  <a:pt x="1369958" y="40287"/>
                  <a:pt x="1368644" y="38093"/>
                  <a:pt x="1366860" y="36598"/>
                </a:cubicBezTo>
                <a:cubicBezTo>
                  <a:pt x="1365848" y="35730"/>
                  <a:pt x="1364498" y="35296"/>
                  <a:pt x="1362810" y="35296"/>
                </a:cubicBezTo>
                <a:cubicBezTo>
                  <a:pt x="1360303" y="35296"/>
                  <a:pt x="1358253" y="36526"/>
                  <a:pt x="1356662" y="38985"/>
                </a:cubicBezTo>
                <a:cubicBezTo>
                  <a:pt x="1353817" y="43276"/>
                  <a:pt x="1352395" y="49159"/>
                  <a:pt x="1352395" y="56633"/>
                </a:cubicBezTo>
                <a:lnTo>
                  <a:pt x="1352395" y="59164"/>
                </a:lnTo>
                <a:lnTo>
                  <a:pt x="1372068" y="59164"/>
                </a:lnTo>
                <a:close/>
                <a:moveTo>
                  <a:pt x="1425827" y="32548"/>
                </a:moveTo>
                <a:lnTo>
                  <a:pt x="1425827" y="41372"/>
                </a:lnTo>
                <a:cubicBezTo>
                  <a:pt x="1429299" y="37585"/>
                  <a:pt x="1432626" y="34830"/>
                  <a:pt x="1435808" y="33108"/>
                </a:cubicBezTo>
                <a:cubicBezTo>
                  <a:pt x="1438991" y="31384"/>
                  <a:pt x="1442414" y="30522"/>
                  <a:pt x="1446079" y="30522"/>
                </a:cubicBezTo>
                <a:cubicBezTo>
                  <a:pt x="1450467" y="30522"/>
                  <a:pt x="1454107" y="31741"/>
                  <a:pt x="1457000" y="34179"/>
                </a:cubicBezTo>
                <a:cubicBezTo>
                  <a:pt x="1459893" y="36618"/>
                  <a:pt x="1461822" y="39647"/>
                  <a:pt x="1462786" y="43268"/>
                </a:cubicBezTo>
                <a:cubicBezTo>
                  <a:pt x="1463558" y="46021"/>
                  <a:pt x="1463944" y="51308"/>
                  <a:pt x="1463944" y="59130"/>
                </a:cubicBezTo>
                <a:lnTo>
                  <a:pt x="1463944" y="85492"/>
                </a:lnTo>
                <a:cubicBezTo>
                  <a:pt x="1463944" y="90699"/>
                  <a:pt x="1464414" y="93942"/>
                  <a:pt x="1465354" y="95220"/>
                </a:cubicBezTo>
                <a:cubicBezTo>
                  <a:pt x="1466294" y="96498"/>
                  <a:pt x="1468259" y="97305"/>
                  <a:pt x="1471249" y="97643"/>
                </a:cubicBezTo>
                <a:lnTo>
                  <a:pt x="1471249" y="100247"/>
                </a:lnTo>
                <a:lnTo>
                  <a:pt x="1437038" y="100247"/>
                </a:lnTo>
                <a:lnTo>
                  <a:pt x="1437038" y="97643"/>
                </a:lnTo>
                <a:cubicBezTo>
                  <a:pt x="1439593" y="97305"/>
                  <a:pt x="1441426" y="96244"/>
                  <a:pt x="1442535" y="94460"/>
                </a:cubicBezTo>
                <a:cubicBezTo>
                  <a:pt x="1443306" y="93255"/>
                  <a:pt x="1443692" y="90265"/>
                  <a:pt x="1443692" y="85492"/>
                </a:cubicBezTo>
                <a:lnTo>
                  <a:pt x="1443692" y="55403"/>
                </a:lnTo>
                <a:cubicBezTo>
                  <a:pt x="1443692" y="49858"/>
                  <a:pt x="1443475" y="46362"/>
                  <a:pt x="1443041" y="44916"/>
                </a:cubicBezTo>
                <a:cubicBezTo>
                  <a:pt x="1442607" y="43469"/>
                  <a:pt x="1441872" y="42348"/>
                  <a:pt x="1440835" y="41552"/>
                </a:cubicBezTo>
                <a:cubicBezTo>
                  <a:pt x="1439798" y="40757"/>
                  <a:pt x="1438653" y="40359"/>
                  <a:pt x="1437399" y="40359"/>
                </a:cubicBezTo>
                <a:cubicBezTo>
                  <a:pt x="1433253" y="40359"/>
                  <a:pt x="1429395" y="43349"/>
                  <a:pt x="1425827" y="49328"/>
                </a:cubicBezTo>
                <a:lnTo>
                  <a:pt x="1425827" y="85492"/>
                </a:lnTo>
                <a:cubicBezTo>
                  <a:pt x="1425827" y="90555"/>
                  <a:pt x="1426297" y="93761"/>
                  <a:pt x="1427237" y="95111"/>
                </a:cubicBezTo>
                <a:cubicBezTo>
                  <a:pt x="1428178" y="96461"/>
                  <a:pt x="1429925" y="97305"/>
                  <a:pt x="1432481" y="97643"/>
                </a:cubicBezTo>
                <a:lnTo>
                  <a:pt x="1432481" y="100247"/>
                </a:lnTo>
                <a:lnTo>
                  <a:pt x="1398270" y="100247"/>
                </a:lnTo>
                <a:lnTo>
                  <a:pt x="1398270" y="97643"/>
                </a:lnTo>
                <a:cubicBezTo>
                  <a:pt x="1401115" y="97353"/>
                  <a:pt x="1403140" y="96437"/>
                  <a:pt x="1404345" y="94894"/>
                </a:cubicBezTo>
                <a:cubicBezTo>
                  <a:pt x="1405165" y="93833"/>
                  <a:pt x="1405575" y="90699"/>
                  <a:pt x="1405575" y="85492"/>
                </a:cubicBezTo>
                <a:lnTo>
                  <a:pt x="1405575" y="47302"/>
                </a:lnTo>
                <a:cubicBezTo>
                  <a:pt x="1405575" y="42130"/>
                  <a:pt x="1405105" y="38909"/>
                  <a:pt x="1404165" y="37640"/>
                </a:cubicBezTo>
                <a:cubicBezTo>
                  <a:pt x="1403224" y="36371"/>
                  <a:pt x="1401259" y="35542"/>
                  <a:pt x="1398270" y="35151"/>
                </a:cubicBezTo>
                <a:lnTo>
                  <a:pt x="1398270" y="32548"/>
                </a:lnTo>
                <a:lnTo>
                  <a:pt x="1425827" y="32548"/>
                </a:lnTo>
                <a:close/>
                <a:moveTo>
                  <a:pt x="1537841" y="63938"/>
                </a:moveTo>
                <a:lnTo>
                  <a:pt x="1500736" y="63938"/>
                </a:lnTo>
                <a:cubicBezTo>
                  <a:pt x="1501170" y="72931"/>
                  <a:pt x="1503557" y="80038"/>
                  <a:pt x="1507897" y="85259"/>
                </a:cubicBezTo>
                <a:cubicBezTo>
                  <a:pt x="1511224" y="89272"/>
                  <a:pt x="1515226" y="91278"/>
                  <a:pt x="1519903" y="91278"/>
                </a:cubicBezTo>
                <a:cubicBezTo>
                  <a:pt x="1522796" y="91278"/>
                  <a:pt x="1525424" y="90470"/>
                  <a:pt x="1527787" y="88855"/>
                </a:cubicBezTo>
                <a:cubicBezTo>
                  <a:pt x="1530150" y="87240"/>
                  <a:pt x="1532681" y="84334"/>
                  <a:pt x="1535381" y="80139"/>
                </a:cubicBezTo>
                <a:lnTo>
                  <a:pt x="1537841" y="81731"/>
                </a:lnTo>
                <a:cubicBezTo>
                  <a:pt x="1534176" y="89204"/>
                  <a:pt x="1530126" y="94496"/>
                  <a:pt x="1525690" y="97607"/>
                </a:cubicBezTo>
                <a:cubicBezTo>
                  <a:pt x="1521253" y="100717"/>
                  <a:pt x="1516118" y="102272"/>
                  <a:pt x="1510284" y="102272"/>
                </a:cubicBezTo>
                <a:cubicBezTo>
                  <a:pt x="1500254" y="102272"/>
                  <a:pt x="1492660" y="98410"/>
                  <a:pt x="1487500" y="90688"/>
                </a:cubicBezTo>
                <a:cubicBezTo>
                  <a:pt x="1483354" y="84462"/>
                  <a:pt x="1481280" y="76739"/>
                  <a:pt x="1481280" y="67520"/>
                </a:cubicBezTo>
                <a:cubicBezTo>
                  <a:pt x="1481280" y="56225"/>
                  <a:pt x="1484330" y="47235"/>
                  <a:pt x="1490430" y="40551"/>
                </a:cubicBezTo>
                <a:cubicBezTo>
                  <a:pt x="1496529" y="33865"/>
                  <a:pt x="1503678" y="30522"/>
                  <a:pt x="1511875" y="30522"/>
                </a:cubicBezTo>
                <a:cubicBezTo>
                  <a:pt x="1518722" y="30522"/>
                  <a:pt x="1524665" y="33331"/>
                  <a:pt x="1529704" y="38949"/>
                </a:cubicBezTo>
                <a:cubicBezTo>
                  <a:pt x="1534743" y="44566"/>
                  <a:pt x="1537455" y="52896"/>
                  <a:pt x="1537841" y="63938"/>
                </a:cubicBezTo>
                <a:moveTo>
                  <a:pt x="1520048" y="59164"/>
                </a:moveTo>
                <a:cubicBezTo>
                  <a:pt x="1520048" y="51401"/>
                  <a:pt x="1519626" y="46073"/>
                  <a:pt x="1518782" y="43180"/>
                </a:cubicBezTo>
                <a:cubicBezTo>
                  <a:pt x="1517938" y="40287"/>
                  <a:pt x="1516624" y="38093"/>
                  <a:pt x="1514840" y="36598"/>
                </a:cubicBezTo>
                <a:cubicBezTo>
                  <a:pt x="1513828" y="35730"/>
                  <a:pt x="1512478" y="35296"/>
                  <a:pt x="1510790" y="35296"/>
                </a:cubicBezTo>
                <a:cubicBezTo>
                  <a:pt x="1508283" y="35296"/>
                  <a:pt x="1506233" y="36526"/>
                  <a:pt x="1504642" y="38985"/>
                </a:cubicBezTo>
                <a:cubicBezTo>
                  <a:pt x="1501797" y="43276"/>
                  <a:pt x="1500375" y="49159"/>
                  <a:pt x="1500375" y="56633"/>
                </a:cubicBezTo>
                <a:lnTo>
                  <a:pt x="1500375" y="59164"/>
                </a:lnTo>
                <a:lnTo>
                  <a:pt x="1520048" y="59164"/>
                </a:lnTo>
                <a:close/>
                <a:moveTo>
                  <a:pt x="1574240" y="32548"/>
                </a:moveTo>
                <a:lnTo>
                  <a:pt x="1574240" y="47881"/>
                </a:lnTo>
                <a:cubicBezTo>
                  <a:pt x="1578725" y="40889"/>
                  <a:pt x="1582654" y="36248"/>
                  <a:pt x="1586030" y="33958"/>
                </a:cubicBezTo>
                <a:cubicBezTo>
                  <a:pt x="1589405" y="31668"/>
                  <a:pt x="1592660" y="30522"/>
                  <a:pt x="1595794" y="30522"/>
                </a:cubicBezTo>
                <a:cubicBezTo>
                  <a:pt x="1598494" y="30522"/>
                  <a:pt x="1600652" y="31357"/>
                  <a:pt x="1602267" y="33027"/>
                </a:cubicBezTo>
                <a:cubicBezTo>
                  <a:pt x="1603883" y="34696"/>
                  <a:pt x="1604690" y="37055"/>
                  <a:pt x="1604690" y="40104"/>
                </a:cubicBezTo>
                <a:cubicBezTo>
                  <a:pt x="1604690" y="43346"/>
                  <a:pt x="1603907" y="45863"/>
                  <a:pt x="1602340" y="47655"/>
                </a:cubicBezTo>
                <a:cubicBezTo>
                  <a:pt x="1600773" y="49445"/>
                  <a:pt x="1598880" y="50340"/>
                  <a:pt x="1596662" y="50340"/>
                </a:cubicBezTo>
                <a:cubicBezTo>
                  <a:pt x="1594106" y="50340"/>
                  <a:pt x="1591888" y="49521"/>
                  <a:pt x="1590008" y="47881"/>
                </a:cubicBezTo>
                <a:cubicBezTo>
                  <a:pt x="1588127" y="46242"/>
                  <a:pt x="1587018" y="45326"/>
                  <a:pt x="1586681" y="45133"/>
                </a:cubicBezTo>
                <a:cubicBezTo>
                  <a:pt x="1586198" y="44843"/>
                  <a:pt x="1585644" y="44699"/>
                  <a:pt x="1585017" y="44699"/>
                </a:cubicBezTo>
                <a:cubicBezTo>
                  <a:pt x="1583619" y="44699"/>
                  <a:pt x="1582293" y="45229"/>
                  <a:pt x="1581039" y="46290"/>
                </a:cubicBezTo>
                <a:cubicBezTo>
                  <a:pt x="1579062" y="47929"/>
                  <a:pt x="1577567" y="50268"/>
                  <a:pt x="1576555" y="53306"/>
                </a:cubicBezTo>
                <a:cubicBezTo>
                  <a:pt x="1575012" y="57983"/>
                  <a:pt x="1574240" y="63142"/>
                  <a:pt x="1574240" y="68784"/>
                </a:cubicBezTo>
                <a:lnTo>
                  <a:pt x="1574240" y="84334"/>
                </a:lnTo>
                <a:lnTo>
                  <a:pt x="1574313" y="88385"/>
                </a:lnTo>
                <a:cubicBezTo>
                  <a:pt x="1574313" y="91133"/>
                  <a:pt x="1574481" y="92893"/>
                  <a:pt x="1574819" y="93665"/>
                </a:cubicBezTo>
                <a:cubicBezTo>
                  <a:pt x="1575398" y="94967"/>
                  <a:pt x="1576253" y="95919"/>
                  <a:pt x="1577387" y="96522"/>
                </a:cubicBezTo>
                <a:cubicBezTo>
                  <a:pt x="1578520" y="97124"/>
                  <a:pt x="1580436" y="97498"/>
                  <a:pt x="1583137" y="97643"/>
                </a:cubicBezTo>
                <a:lnTo>
                  <a:pt x="1583137" y="100247"/>
                </a:lnTo>
                <a:lnTo>
                  <a:pt x="1546611" y="100247"/>
                </a:lnTo>
                <a:lnTo>
                  <a:pt x="1546611" y="97643"/>
                </a:lnTo>
                <a:cubicBezTo>
                  <a:pt x="1549552" y="97402"/>
                  <a:pt x="1551541" y="96594"/>
                  <a:pt x="1552578" y="95220"/>
                </a:cubicBezTo>
                <a:cubicBezTo>
                  <a:pt x="1553615" y="93846"/>
                  <a:pt x="1554133" y="90217"/>
                  <a:pt x="1554133" y="84334"/>
                </a:cubicBezTo>
                <a:lnTo>
                  <a:pt x="1554133" y="46869"/>
                </a:lnTo>
                <a:cubicBezTo>
                  <a:pt x="1554133" y="42987"/>
                  <a:pt x="1553940" y="40513"/>
                  <a:pt x="1553554" y="39446"/>
                </a:cubicBezTo>
                <a:cubicBezTo>
                  <a:pt x="1553072" y="38087"/>
                  <a:pt x="1552373" y="37092"/>
                  <a:pt x="1551457" y="36462"/>
                </a:cubicBezTo>
                <a:cubicBezTo>
                  <a:pt x="1550541" y="35831"/>
                  <a:pt x="1548925" y="35394"/>
                  <a:pt x="1546611" y="35151"/>
                </a:cubicBezTo>
                <a:lnTo>
                  <a:pt x="1546611" y="32548"/>
                </a:lnTo>
                <a:lnTo>
                  <a:pt x="1574240" y="32548"/>
                </a:lnTo>
                <a:close/>
                <a:moveTo>
                  <a:pt x="1649119" y="90265"/>
                </a:moveTo>
                <a:cubicBezTo>
                  <a:pt x="1640873" y="97595"/>
                  <a:pt x="1633472" y="101259"/>
                  <a:pt x="1626914" y="101259"/>
                </a:cubicBezTo>
                <a:cubicBezTo>
                  <a:pt x="1623057" y="101259"/>
                  <a:pt x="1619850" y="99990"/>
                  <a:pt x="1617294" y="97451"/>
                </a:cubicBezTo>
                <a:cubicBezTo>
                  <a:pt x="1614739" y="94910"/>
                  <a:pt x="1613461" y="91729"/>
                  <a:pt x="1613461" y="87908"/>
                </a:cubicBezTo>
                <a:cubicBezTo>
                  <a:pt x="1613461" y="82730"/>
                  <a:pt x="1615679" y="78073"/>
                  <a:pt x="1620115" y="73937"/>
                </a:cubicBezTo>
                <a:cubicBezTo>
                  <a:pt x="1624551" y="69801"/>
                  <a:pt x="1634219" y="64298"/>
                  <a:pt x="1649119" y="57428"/>
                </a:cubicBezTo>
                <a:lnTo>
                  <a:pt x="1649119" y="50630"/>
                </a:lnTo>
                <a:cubicBezTo>
                  <a:pt x="1649119" y="45518"/>
                  <a:pt x="1648842" y="42300"/>
                  <a:pt x="1648287" y="40974"/>
                </a:cubicBezTo>
                <a:cubicBezTo>
                  <a:pt x="1647732" y="39648"/>
                  <a:pt x="1646684" y="38491"/>
                  <a:pt x="1645141" y="37502"/>
                </a:cubicBezTo>
                <a:cubicBezTo>
                  <a:pt x="1643598" y="36514"/>
                  <a:pt x="1641862" y="36019"/>
                  <a:pt x="1639933" y="36019"/>
                </a:cubicBezTo>
                <a:cubicBezTo>
                  <a:pt x="1636799" y="36019"/>
                  <a:pt x="1634219" y="36718"/>
                  <a:pt x="1632194" y="38117"/>
                </a:cubicBezTo>
                <a:cubicBezTo>
                  <a:pt x="1630940" y="38985"/>
                  <a:pt x="1630314" y="39997"/>
                  <a:pt x="1630314" y="41155"/>
                </a:cubicBezTo>
                <a:cubicBezTo>
                  <a:pt x="1630314" y="42167"/>
                  <a:pt x="1630989" y="43421"/>
                  <a:pt x="1632339" y="44916"/>
                </a:cubicBezTo>
                <a:cubicBezTo>
                  <a:pt x="1634171" y="46989"/>
                  <a:pt x="1635087" y="48990"/>
                  <a:pt x="1635087" y="50919"/>
                </a:cubicBezTo>
                <a:cubicBezTo>
                  <a:pt x="1635087" y="53282"/>
                  <a:pt x="1634207" y="55295"/>
                  <a:pt x="1632447" y="56958"/>
                </a:cubicBezTo>
                <a:cubicBezTo>
                  <a:pt x="1630687" y="58622"/>
                  <a:pt x="1628385" y="59454"/>
                  <a:pt x="1625540" y="59454"/>
                </a:cubicBezTo>
                <a:cubicBezTo>
                  <a:pt x="1622502" y="59454"/>
                  <a:pt x="1619959" y="58537"/>
                  <a:pt x="1617909" y="56705"/>
                </a:cubicBezTo>
                <a:cubicBezTo>
                  <a:pt x="1615860" y="54873"/>
                  <a:pt x="1614835" y="52727"/>
                  <a:pt x="1614835" y="50268"/>
                </a:cubicBezTo>
                <a:cubicBezTo>
                  <a:pt x="1614835" y="46796"/>
                  <a:pt x="1616210" y="43481"/>
                  <a:pt x="1618958" y="40323"/>
                </a:cubicBezTo>
                <a:cubicBezTo>
                  <a:pt x="1621706" y="37165"/>
                  <a:pt x="1625540" y="34742"/>
                  <a:pt x="1630458" y="33054"/>
                </a:cubicBezTo>
                <a:cubicBezTo>
                  <a:pt x="1635376" y="31366"/>
                  <a:pt x="1640488" y="30522"/>
                  <a:pt x="1645792" y="30522"/>
                </a:cubicBezTo>
                <a:cubicBezTo>
                  <a:pt x="1652205" y="30522"/>
                  <a:pt x="1657280" y="31888"/>
                  <a:pt x="1661017" y="34620"/>
                </a:cubicBezTo>
                <a:cubicBezTo>
                  <a:pt x="1664754" y="37351"/>
                  <a:pt x="1667177" y="40311"/>
                  <a:pt x="1668286" y="43501"/>
                </a:cubicBezTo>
                <a:cubicBezTo>
                  <a:pt x="1668961" y="45530"/>
                  <a:pt x="1669298" y="50194"/>
                  <a:pt x="1669298" y="57492"/>
                </a:cubicBezTo>
                <a:lnTo>
                  <a:pt x="1669298" y="83808"/>
                </a:lnTo>
                <a:cubicBezTo>
                  <a:pt x="1669298" y="86901"/>
                  <a:pt x="1669419" y="88847"/>
                  <a:pt x="1669660" y="89646"/>
                </a:cubicBezTo>
                <a:cubicBezTo>
                  <a:pt x="1669901" y="90443"/>
                  <a:pt x="1670263" y="91035"/>
                  <a:pt x="1670745" y="91423"/>
                </a:cubicBezTo>
                <a:cubicBezTo>
                  <a:pt x="1671227" y="91808"/>
                  <a:pt x="1671782" y="92001"/>
                  <a:pt x="1672408" y="92001"/>
                </a:cubicBezTo>
                <a:cubicBezTo>
                  <a:pt x="1673662" y="92001"/>
                  <a:pt x="1674940" y="91109"/>
                  <a:pt x="1676242" y="89325"/>
                </a:cubicBezTo>
                <a:lnTo>
                  <a:pt x="1678412" y="91061"/>
                </a:lnTo>
                <a:cubicBezTo>
                  <a:pt x="1676001" y="94629"/>
                  <a:pt x="1673505" y="97221"/>
                  <a:pt x="1670926" y="98836"/>
                </a:cubicBezTo>
                <a:cubicBezTo>
                  <a:pt x="1668346" y="100451"/>
                  <a:pt x="1665417" y="101259"/>
                  <a:pt x="1662138" y="101259"/>
                </a:cubicBezTo>
                <a:cubicBezTo>
                  <a:pt x="1658280" y="101259"/>
                  <a:pt x="1655267" y="100349"/>
                  <a:pt x="1653097" y="98529"/>
                </a:cubicBezTo>
                <a:cubicBezTo>
                  <a:pt x="1650927" y="96708"/>
                  <a:pt x="1649601" y="93954"/>
                  <a:pt x="1649119" y="90265"/>
                </a:cubicBezTo>
                <a:moveTo>
                  <a:pt x="1649119" y="84913"/>
                </a:moveTo>
                <a:lnTo>
                  <a:pt x="1649119" y="62288"/>
                </a:lnTo>
                <a:cubicBezTo>
                  <a:pt x="1643284" y="65728"/>
                  <a:pt x="1638945" y="69411"/>
                  <a:pt x="1636100" y="73336"/>
                </a:cubicBezTo>
                <a:cubicBezTo>
                  <a:pt x="1634219" y="75952"/>
                  <a:pt x="1633279" y="78593"/>
                  <a:pt x="1633279" y="81258"/>
                </a:cubicBezTo>
                <a:cubicBezTo>
                  <a:pt x="1633279" y="83487"/>
                  <a:pt x="1634075" y="85449"/>
                  <a:pt x="1635666" y="87146"/>
                </a:cubicBezTo>
                <a:cubicBezTo>
                  <a:pt x="1636871" y="88454"/>
                  <a:pt x="1638559" y="89108"/>
                  <a:pt x="1640729" y="89108"/>
                </a:cubicBezTo>
                <a:cubicBezTo>
                  <a:pt x="1643140" y="89108"/>
                  <a:pt x="1645936" y="87710"/>
                  <a:pt x="1649119" y="84913"/>
                </a:cubicBezTo>
                <a:close/>
                <a:moveTo>
                  <a:pt x="1712334" y="2170"/>
                </a:moveTo>
                <a:lnTo>
                  <a:pt x="1712334" y="86215"/>
                </a:lnTo>
                <a:cubicBezTo>
                  <a:pt x="1712334" y="90989"/>
                  <a:pt x="1712888" y="94038"/>
                  <a:pt x="1713997" y="95364"/>
                </a:cubicBezTo>
                <a:cubicBezTo>
                  <a:pt x="1715106" y="96690"/>
                  <a:pt x="1717276" y="97450"/>
                  <a:pt x="1720507" y="97643"/>
                </a:cubicBezTo>
                <a:lnTo>
                  <a:pt x="1720507" y="100247"/>
                </a:lnTo>
                <a:lnTo>
                  <a:pt x="1683981" y="100247"/>
                </a:lnTo>
                <a:lnTo>
                  <a:pt x="1683981" y="97643"/>
                </a:lnTo>
                <a:cubicBezTo>
                  <a:pt x="1686971" y="97546"/>
                  <a:pt x="1689189" y="96678"/>
                  <a:pt x="1690635" y="95039"/>
                </a:cubicBezTo>
                <a:cubicBezTo>
                  <a:pt x="1691600" y="93930"/>
                  <a:pt x="1692082" y="90989"/>
                  <a:pt x="1692082" y="86215"/>
                </a:cubicBezTo>
                <a:lnTo>
                  <a:pt x="1692082" y="16201"/>
                </a:lnTo>
                <a:cubicBezTo>
                  <a:pt x="1692082" y="11446"/>
                  <a:pt x="1691527" y="8401"/>
                  <a:pt x="1690418" y="7068"/>
                </a:cubicBezTo>
                <a:cubicBezTo>
                  <a:pt x="1689309" y="5733"/>
                  <a:pt x="1687164" y="4968"/>
                  <a:pt x="1683981" y="4774"/>
                </a:cubicBezTo>
                <a:lnTo>
                  <a:pt x="1683981" y="2170"/>
                </a:lnTo>
                <a:lnTo>
                  <a:pt x="1712334" y="21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LiteratureSearch">
            <a:extLst xmlns:a="http://schemas.openxmlformats.org/drawingml/2006/main">
              <a:ext uri="{FF2B5EF4-FFF2-40B4-BE49-F238E27FC236}">
                <a16:creationId xmlns:a16="http://schemas.microsoft.com/office/drawing/2014/main" id="{5C93924A-D844-452B-9F15-3281469A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57" y="266449"/>
            <a:ext cx="1117592" cy="102416"/>
          </a:xfrm>
          <a:custGeom xmlns:a="http://schemas.openxmlformats.org/drawingml/2006/main">
            <a:pathLst>
              <a:path w="1117592" h="102416">
                <a:moveTo>
                  <a:pt x="90772" y="65818"/>
                </a:moveTo>
                <a:lnTo>
                  <a:pt x="87083" y="100247"/>
                </a:lnTo>
                <a:lnTo>
                  <a:pt x="0" y="100247"/>
                </a:lnTo>
                <a:lnTo>
                  <a:pt x="0" y="97643"/>
                </a:lnTo>
                <a:lnTo>
                  <a:pt x="3255" y="97643"/>
                </a:lnTo>
                <a:cubicBezTo>
                  <a:pt x="6100" y="97643"/>
                  <a:pt x="8390" y="97134"/>
                  <a:pt x="10126" y="96117"/>
                </a:cubicBezTo>
                <a:cubicBezTo>
                  <a:pt x="11380" y="95437"/>
                  <a:pt x="12344" y="94274"/>
                  <a:pt x="13019" y="92627"/>
                </a:cubicBezTo>
                <a:cubicBezTo>
                  <a:pt x="13549" y="91464"/>
                  <a:pt x="13815" y="88410"/>
                  <a:pt x="13815" y="83466"/>
                </a:cubicBezTo>
                <a:lnTo>
                  <a:pt x="13815" y="18950"/>
                </a:lnTo>
                <a:cubicBezTo>
                  <a:pt x="13815" y="13910"/>
                  <a:pt x="13549" y="10760"/>
                  <a:pt x="13019" y="9500"/>
                </a:cubicBezTo>
                <a:cubicBezTo>
                  <a:pt x="12489" y="8239"/>
                  <a:pt x="11416" y="7136"/>
                  <a:pt x="9800" y="6191"/>
                </a:cubicBezTo>
                <a:cubicBezTo>
                  <a:pt x="8185" y="5246"/>
                  <a:pt x="6003" y="4774"/>
                  <a:pt x="3255" y="4774"/>
                </a:cubicBezTo>
                <a:lnTo>
                  <a:pt x="0" y="4774"/>
                </a:lnTo>
                <a:lnTo>
                  <a:pt x="0" y="2170"/>
                </a:lnTo>
                <a:lnTo>
                  <a:pt x="52293" y="2170"/>
                </a:lnTo>
                <a:lnTo>
                  <a:pt x="52293" y="4774"/>
                </a:lnTo>
                <a:lnTo>
                  <a:pt x="48026" y="4774"/>
                </a:lnTo>
                <a:cubicBezTo>
                  <a:pt x="45181" y="4774"/>
                  <a:pt x="42890" y="5282"/>
                  <a:pt x="41155" y="6299"/>
                </a:cubicBezTo>
                <a:cubicBezTo>
                  <a:pt x="39901" y="6979"/>
                  <a:pt x="38912" y="8142"/>
                  <a:pt x="38189" y="9789"/>
                </a:cubicBezTo>
                <a:cubicBezTo>
                  <a:pt x="37659" y="10952"/>
                  <a:pt x="37394" y="14006"/>
                  <a:pt x="37394" y="18950"/>
                </a:cubicBezTo>
                <a:lnTo>
                  <a:pt x="37394" y="81441"/>
                </a:lnTo>
                <a:cubicBezTo>
                  <a:pt x="37394" y="86456"/>
                  <a:pt x="37683" y="89650"/>
                  <a:pt x="38261" y="91025"/>
                </a:cubicBezTo>
                <a:cubicBezTo>
                  <a:pt x="38840" y="92399"/>
                  <a:pt x="39973" y="93424"/>
                  <a:pt x="41661" y="94099"/>
                </a:cubicBezTo>
                <a:cubicBezTo>
                  <a:pt x="42866" y="94533"/>
                  <a:pt x="45784" y="94750"/>
                  <a:pt x="50413" y="94750"/>
                </a:cubicBezTo>
                <a:lnTo>
                  <a:pt x="58586" y="94750"/>
                </a:lnTo>
                <a:cubicBezTo>
                  <a:pt x="63793" y="94750"/>
                  <a:pt x="68133" y="93833"/>
                  <a:pt x="71605" y="92001"/>
                </a:cubicBezTo>
                <a:cubicBezTo>
                  <a:pt x="75076" y="90169"/>
                  <a:pt x="78078" y="87276"/>
                  <a:pt x="80609" y="83322"/>
                </a:cubicBezTo>
                <a:cubicBezTo>
                  <a:pt x="83141" y="79368"/>
                  <a:pt x="85540" y="73533"/>
                  <a:pt x="87806" y="65818"/>
                </a:cubicBezTo>
                <a:lnTo>
                  <a:pt x="90772" y="65818"/>
                </a:lnTo>
                <a:close/>
                <a:moveTo>
                  <a:pt x="117169" y="0"/>
                </a:moveTo>
                <a:cubicBezTo>
                  <a:pt x="120303" y="0"/>
                  <a:pt x="122955" y="1101"/>
                  <a:pt x="125125" y="3302"/>
                </a:cubicBezTo>
                <a:cubicBezTo>
                  <a:pt x="127295" y="5502"/>
                  <a:pt x="128380" y="8150"/>
                  <a:pt x="128380" y="11247"/>
                </a:cubicBezTo>
                <a:cubicBezTo>
                  <a:pt x="128380" y="14344"/>
                  <a:pt x="127283" y="16980"/>
                  <a:pt x="125089" y="19158"/>
                </a:cubicBezTo>
                <a:cubicBezTo>
                  <a:pt x="122895" y="21334"/>
                  <a:pt x="120255" y="22422"/>
                  <a:pt x="117169" y="22422"/>
                </a:cubicBezTo>
                <a:cubicBezTo>
                  <a:pt x="114083" y="22422"/>
                  <a:pt x="111455" y="21334"/>
                  <a:pt x="109285" y="19158"/>
                </a:cubicBezTo>
                <a:cubicBezTo>
                  <a:pt x="107115" y="16980"/>
                  <a:pt x="106030" y="14344"/>
                  <a:pt x="106030" y="11247"/>
                </a:cubicBezTo>
                <a:cubicBezTo>
                  <a:pt x="106030" y="8150"/>
                  <a:pt x="107115" y="5502"/>
                  <a:pt x="109285" y="3302"/>
                </a:cubicBezTo>
                <a:cubicBezTo>
                  <a:pt x="111455" y="1101"/>
                  <a:pt x="114083" y="0"/>
                  <a:pt x="117169" y="0"/>
                </a:cubicBezTo>
                <a:moveTo>
                  <a:pt x="127295" y="32548"/>
                </a:moveTo>
                <a:lnTo>
                  <a:pt x="127295" y="86215"/>
                </a:lnTo>
                <a:cubicBezTo>
                  <a:pt x="127295" y="90989"/>
                  <a:pt x="127849" y="94038"/>
                  <a:pt x="128958" y="95364"/>
                </a:cubicBezTo>
                <a:cubicBezTo>
                  <a:pt x="130067" y="96690"/>
                  <a:pt x="132237" y="97450"/>
                  <a:pt x="135468" y="97643"/>
                </a:cubicBezTo>
                <a:lnTo>
                  <a:pt x="135468" y="100247"/>
                </a:lnTo>
                <a:lnTo>
                  <a:pt x="98942" y="100247"/>
                </a:lnTo>
                <a:lnTo>
                  <a:pt x="98942" y="97643"/>
                </a:lnTo>
                <a:cubicBezTo>
                  <a:pt x="101932" y="97546"/>
                  <a:pt x="104150" y="96678"/>
                  <a:pt x="105596" y="95039"/>
                </a:cubicBezTo>
                <a:cubicBezTo>
                  <a:pt x="106561" y="93930"/>
                  <a:pt x="107043" y="90989"/>
                  <a:pt x="107043" y="86215"/>
                </a:cubicBezTo>
                <a:lnTo>
                  <a:pt x="107043" y="46724"/>
                </a:lnTo>
                <a:cubicBezTo>
                  <a:pt x="107043" y="41890"/>
                  <a:pt x="106489" y="38802"/>
                  <a:pt x="105379" y="37459"/>
                </a:cubicBezTo>
                <a:cubicBezTo>
                  <a:pt x="104270" y="36117"/>
                  <a:pt x="102125" y="35347"/>
                  <a:pt x="98942" y="35151"/>
                </a:cubicBezTo>
                <a:lnTo>
                  <a:pt x="98942" y="32548"/>
                </a:lnTo>
                <a:lnTo>
                  <a:pt x="127295" y="32548"/>
                </a:lnTo>
                <a:close/>
                <a:moveTo>
                  <a:pt x="168760" y="7667"/>
                </a:moveTo>
                <a:lnTo>
                  <a:pt x="168760" y="32548"/>
                </a:lnTo>
                <a:lnTo>
                  <a:pt x="184817" y="32548"/>
                </a:lnTo>
                <a:lnTo>
                  <a:pt x="184817" y="39636"/>
                </a:lnTo>
                <a:lnTo>
                  <a:pt x="168760" y="39636"/>
                </a:lnTo>
                <a:lnTo>
                  <a:pt x="168760" y="81482"/>
                </a:lnTo>
                <a:cubicBezTo>
                  <a:pt x="168760" y="85398"/>
                  <a:pt x="168941" y="87924"/>
                  <a:pt x="169303" y="89061"/>
                </a:cubicBezTo>
                <a:cubicBezTo>
                  <a:pt x="169664" y="90197"/>
                  <a:pt x="170303" y="91116"/>
                  <a:pt x="171219" y="91818"/>
                </a:cubicBezTo>
                <a:cubicBezTo>
                  <a:pt x="172135" y="92519"/>
                  <a:pt x="172979" y="92869"/>
                  <a:pt x="173751" y="92869"/>
                </a:cubicBezTo>
                <a:cubicBezTo>
                  <a:pt x="176885" y="92869"/>
                  <a:pt x="179850" y="90458"/>
                  <a:pt x="182647" y="85636"/>
                </a:cubicBezTo>
                <a:lnTo>
                  <a:pt x="184817" y="87243"/>
                </a:lnTo>
                <a:cubicBezTo>
                  <a:pt x="180911" y="96587"/>
                  <a:pt x="174570" y="101259"/>
                  <a:pt x="165795" y="101259"/>
                </a:cubicBezTo>
                <a:cubicBezTo>
                  <a:pt x="161503" y="101259"/>
                  <a:pt x="157875" y="100062"/>
                  <a:pt x="154909" y="97668"/>
                </a:cubicBezTo>
                <a:cubicBezTo>
                  <a:pt x="151944" y="95272"/>
                  <a:pt x="150051" y="92598"/>
                  <a:pt x="149232" y="89646"/>
                </a:cubicBezTo>
                <a:cubicBezTo>
                  <a:pt x="148749" y="88001"/>
                  <a:pt x="148508" y="83549"/>
                  <a:pt x="148508" y="76290"/>
                </a:cubicBezTo>
                <a:lnTo>
                  <a:pt x="148508" y="39636"/>
                </a:lnTo>
                <a:lnTo>
                  <a:pt x="139684" y="39636"/>
                </a:lnTo>
                <a:lnTo>
                  <a:pt x="139684" y="37097"/>
                </a:lnTo>
                <a:cubicBezTo>
                  <a:pt x="145760" y="32797"/>
                  <a:pt x="150931" y="28279"/>
                  <a:pt x="155199" y="23543"/>
                </a:cubicBezTo>
                <a:cubicBezTo>
                  <a:pt x="159466" y="18807"/>
                  <a:pt x="163191" y="13515"/>
                  <a:pt x="166373" y="7667"/>
                </a:cubicBezTo>
                <a:lnTo>
                  <a:pt x="168760" y="7667"/>
                </a:lnTo>
                <a:close/>
                <a:moveTo>
                  <a:pt x="248537" y="63938"/>
                </a:moveTo>
                <a:lnTo>
                  <a:pt x="211433" y="63938"/>
                </a:lnTo>
                <a:cubicBezTo>
                  <a:pt x="211867" y="72931"/>
                  <a:pt x="214253" y="80038"/>
                  <a:pt x="218593" y="85259"/>
                </a:cubicBezTo>
                <a:cubicBezTo>
                  <a:pt x="221920" y="89272"/>
                  <a:pt x="225922" y="91278"/>
                  <a:pt x="230600" y="91278"/>
                </a:cubicBezTo>
                <a:cubicBezTo>
                  <a:pt x="233493" y="91278"/>
                  <a:pt x="236121" y="90470"/>
                  <a:pt x="238483" y="88855"/>
                </a:cubicBezTo>
                <a:cubicBezTo>
                  <a:pt x="240846" y="87240"/>
                  <a:pt x="243377" y="84334"/>
                  <a:pt x="246078" y="80139"/>
                </a:cubicBezTo>
                <a:lnTo>
                  <a:pt x="248537" y="81731"/>
                </a:lnTo>
                <a:cubicBezTo>
                  <a:pt x="244872" y="89204"/>
                  <a:pt x="240822" y="94496"/>
                  <a:pt x="236386" y="97607"/>
                </a:cubicBezTo>
                <a:cubicBezTo>
                  <a:pt x="231950" y="100717"/>
                  <a:pt x="226814" y="102272"/>
                  <a:pt x="220980" y="102272"/>
                </a:cubicBezTo>
                <a:cubicBezTo>
                  <a:pt x="210950" y="102272"/>
                  <a:pt x="203356" y="98410"/>
                  <a:pt x="198197" y="90688"/>
                </a:cubicBezTo>
                <a:cubicBezTo>
                  <a:pt x="194050" y="84462"/>
                  <a:pt x="191976" y="76739"/>
                  <a:pt x="191976" y="67520"/>
                </a:cubicBezTo>
                <a:cubicBezTo>
                  <a:pt x="191976" y="56225"/>
                  <a:pt x="195026" y="47235"/>
                  <a:pt x="201126" y="40551"/>
                </a:cubicBezTo>
                <a:cubicBezTo>
                  <a:pt x="207226" y="33865"/>
                  <a:pt x="214374" y="30522"/>
                  <a:pt x="222571" y="30522"/>
                </a:cubicBezTo>
                <a:cubicBezTo>
                  <a:pt x="229418" y="30522"/>
                  <a:pt x="235361" y="33331"/>
                  <a:pt x="240400" y="38949"/>
                </a:cubicBezTo>
                <a:cubicBezTo>
                  <a:pt x="245439" y="44566"/>
                  <a:pt x="248151" y="52896"/>
                  <a:pt x="248537" y="63938"/>
                </a:cubicBezTo>
                <a:moveTo>
                  <a:pt x="230744" y="59164"/>
                </a:moveTo>
                <a:cubicBezTo>
                  <a:pt x="230744" y="51401"/>
                  <a:pt x="230322" y="46073"/>
                  <a:pt x="229478" y="43180"/>
                </a:cubicBezTo>
                <a:cubicBezTo>
                  <a:pt x="228635" y="40287"/>
                  <a:pt x="227321" y="38093"/>
                  <a:pt x="225537" y="36598"/>
                </a:cubicBezTo>
                <a:cubicBezTo>
                  <a:pt x="224524" y="35730"/>
                  <a:pt x="223174" y="35296"/>
                  <a:pt x="221486" y="35296"/>
                </a:cubicBezTo>
                <a:cubicBezTo>
                  <a:pt x="218979" y="35296"/>
                  <a:pt x="216930" y="36526"/>
                  <a:pt x="215338" y="38985"/>
                </a:cubicBezTo>
                <a:cubicBezTo>
                  <a:pt x="212493" y="43276"/>
                  <a:pt x="211071" y="49159"/>
                  <a:pt x="211071" y="56633"/>
                </a:cubicBezTo>
                <a:lnTo>
                  <a:pt x="211071" y="59164"/>
                </a:lnTo>
                <a:lnTo>
                  <a:pt x="230744" y="59164"/>
                </a:lnTo>
                <a:close/>
                <a:moveTo>
                  <a:pt x="284937" y="32548"/>
                </a:moveTo>
                <a:lnTo>
                  <a:pt x="284937" y="47881"/>
                </a:lnTo>
                <a:cubicBezTo>
                  <a:pt x="289421" y="40889"/>
                  <a:pt x="293351" y="36248"/>
                  <a:pt x="296726" y="33958"/>
                </a:cubicBezTo>
                <a:cubicBezTo>
                  <a:pt x="300102" y="31668"/>
                  <a:pt x="303356" y="30522"/>
                  <a:pt x="306491" y="30522"/>
                </a:cubicBezTo>
                <a:cubicBezTo>
                  <a:pt x="309191" y="30522"/>
                  <a:pt x="311349" y="31357"/>
                  <a:pt x="312964" y="33027"/>
                </a:cubicBezTo>
                <a:cubicBezTo>
                  <a:pt x="314579" y="34696"/>
                  <a:pt x="315387" y="37055"/>
                  <a:pt x="315387" y="40104"/>
                </a:cubicBezTo>
                <a:cubicBezTo>
                  <a:pt x="315387" y="43346"/>
                  <a:pt x="314603" y="45863"/>
                  <a:pt x="313036" y="47655"/>
                </a:cubicBezTo>
                <a:cubicBezTo>
                  <a:pt x="311469" y="49445"/>
                  <a:pt x="309577" y="50340"/>
                  <a:pt x="307358" y="50340"/>
                </a:cubicBezTo>
                <a:cubicBezTo>
                  <a:pt x="304803" y="50340"/>
                  <a:pt x="302585" y="49521"/>
                  <a:pt x="300704" y="47881"/>
                </a:cubicBezTo>
                <a:cubicBezTo>
                  <a:pt x="298824" y="46242"/>
                  <a:pt x="297715" y="45326"/>
                  <a:pt x="297377" y="45133"/>
                </a:cubicBezTo>
                <a:cubicBezTo>
                  <a:pt x="296895" y="44843"/>
                  <a:pt x="296341" y="44699"/>
                  <a:pt x="295714" y="44699"/>
                </a:cubicBezTo>
                <a:cubicBezTo>
                  <a:pt x="294315" y="44699"/>
                  <a:pt x="292989" y="45229"/>
                  <a:pt x="291736" y="46290"/>
                </a:cubicBezTo>
                <a:cubicBezTo>
                  <a:pt x="289759" y="47929"/>
                  <a:pt x="288264" y="50268"/>
                  <a:pt x="287251" y="53306"/>
                </a:cubicBezTo>
                <a:cubicBezTo>
                  <a:pt x="285708" y="57983"/>
                  <a:pt x="284937" y="63142"/>
                  <a:pt x="284937" y="68784"/>
                </a:cubicBezTo>
                <a:lnTo>
                  <a:pt x="284937" y="84334"/>
                </a:lnTo>
                <a:lnTo>
                  <a:pt x="285009" y="88385"/>
                </a:lnTo>
                <a:cubicBezTo>
                  <a:pt x="285009" y="91133"/>
                  <a:pt x="285178" y="92893"/>
                  <a:pt x="285515" y="93665"/>
                </a:cubicBezTo>
                <a:cubicBezTo>
                  <a:pt x="286094" y="94967"/>
                  <a:pt x="286950" y="95919"/>
                  <a:pt x="288083" y="96522"/>
                </a:cubicBezTo>
                <a:cubicBezTo>
                  <a:pt x="289216" y="97124"/>
                  <a:pt x="291133" y="97498"/>
                  <a:pt x="293833" y="97643"/>
                </a:cubicBezTo>
                <a:lnTo>
                  <a:pt x="293833" y="100247"/>
                </a:lnTo>
                <a:lnTo>
                  <a:pt x="257308" y="100247"/>
                </a:lnTo>
                <a:lnTo>
                  <a:pt x="257308" y="97643"/>
                </a:lnTo>
                <a:cubicBezTo>
                  <a:pt x="260249" y="97402"/>
                  <a:pt x="262238" y="96594"/>
                  <a:pt x="263275" y="95220"/>
                </a:cubicBezTo>
                <a:cubicBezTo>
                  <a:pt x="264311" y="93846"/>
                  <a:pt x="264830" y="90217"/>
                  <a:pt x="264830" y="84334"/>
                </a:cubicBezTo>
                <a:lnTo>
                  <a:pt x="264830" y="46869"/>
                </a:lnTo>
                <a:cubicBezTo>
                  <a:pt x="264830" y="42987"/>
                  <a:pt x="264637" y="40513"/>
                  <a:pt x="264251" y="39446"/>
                </a:cubicBezTo>
                <a:cubicBezTo>
                  <a:pt x="263769" y="38087"/>
                  <a:pt x="263070" y="37092"/>
                  <a:pt x="262154" y="36462"/>
                </a:cubicBezTo>
                <a:cubicBezTo>
                  <a:pt x="261237" y="35831"/>
                  <a:pt x="259622" y="35394"/>
                  <a:pt x="257308" y="35151"/>
                </a:cubicBezTo>
                <a:lnTo>
                  <a:pt x="257308" y="32548"/>
                </a:lnTo>
                <a:lnTo>
                  <a:pt x="284937" y="32548"/>
                </a:lnTo>
                <a:close/>
                <a:moveTo>
                  <a:pt x="359815" y="90265"/>
                </a:moveTo>
                <a:cubicBezTo>
                  <a:pt x="351570" y="97595"/>
                  <a:pt x="344168" y="101259"/>
                  <a:pt x="337611" y="101259"/>
                </a:cubicBezTo>
                <a:cubicBezTo>
                  <a:pt x="333753" y="101259"/>
                  <a:pt x="330547" y="99990"/>
                  <a:pt x="327991" y="97451"/>
                </a:cubicBezTo>
                <a:cubicBezTo>
                  <a:pt x="325435" y="94910"/>
                  <a:pt x="324158" y="91729"/>
                  <a:pt x="324158" y="87908"/>
                </a:cubicBezTo>
                <a:cubicBezTo>
                  <a:pt x="324158" y="82730"/>
                  <a:pt x="326376" y="78073"/>
                  <a:pt x="330812" y="73937"/>
                </a:cubicBezTo>
                <a:cubicBezTo>
                  <a:pt x="335248" y="69801"/>
                  <a:pt x="344916" y="64298"/>
                  <a:pt x="359815" y="57428"/>
                </a:cubicBezTo>
                <a:lnTo>
                  <a:pt x="359815" y="50630"/>
                </a:lnTo>
                <a:cubicBezTo>
                  <a:pt x="359815" y="45518"/>
                  <a:pt x="359538" y="42300"/>
                  <a:pt x="358983" y="40974"/>
                </a:cubicBezTo>
                <a:cubicBezTo>
                  <a:pt x="358429" y="39648"/>
                  <a:pt x="357380" y="38491"/>
                  <a:pt x="355837" y="37502"/>
                </a:cubicBezTo>
                <a:cubicBezTo>
                  <a:pt x="354294" y="36514"/>
                  <a:pt x="352558" y="36019"/>
                  <a:pt x="350630" y="36019"/>
                </a:cubicBezTo>
                <a:cubicBezTo>
                  <a:pt x="347495" y="36019"/>
                  <a:pt x="344916" y="36718"/>
                  <a:pt x="342891" y="38117"/>
                </a:cubicBezTo>
                <a:cubicBezTo>
                  <a:pt x="341637" y="38985"/>
                  <a:pt x="341010" y="39997"/>
                  <a:pt x="341010" y="41155"/>
                </a:cubicBezTo>
                <a:cubicBezTo>
                  <a:pt x="341010" y="42167"/>
                  <a:pt x="341685" y="43421"/>
                  <a:pt x="343035" y="44916"/>
                </a:cubicBezTo>
                <a:cubicBezTo>
                  <a:pt x="344867" y="46989"/>
                  <a:pt x="345784" y="48990"/>
                  <a:pt x="345784" y="50919"/>
                </a:cubicBezTo>
                <a:cubicBezTo>
                  <a:pt x="345784" y="53282"/>
                  <a:pt x="344904" y="55295"/>
                  <a:pt x="343144" y="56958"/>
                </a:cubicBezTo>
                <a:cubicBezTo>
                  <a:pt x="341384" y="58622"/>
                  <a:pt x="339081" y="59454"/>
                  <a:pt x="336236" y="59454"/>
                </a:cubicBezTo>
                <a:cubicBezTo>
                  <a:pt x="333199" y="59454"/>
                  <a:pt x="330655" y="58537"/>
                  <a:pt x="328606" y="56705"/>
                </a:cubicBezTo>
                <a:cubicBezTo>
                  <a:pt x="326556" y="54873"/>
                  <a:pt x="325532" y="52727"/>
                  <a:pt x="325532" y="50268"/>
                </a:cubicBezTo>
                <a:cubicBezTo>
                  <a:pt x="325532" y="46796"/>
                  <a:pt x="326906" y="43481"/>
                  <a:pt x="329654" y="40323"/>
                </a:cubicBezTo>
                <a:cubicBezTo>
                  <a:pt x="332403" y="37165"/>
                  <a:pt x="336236" y="34742"/>
                  <a:pt x="341155" y="33054"/>
                </a:cubicBezTo>
                <a:cubicBezTo>
                  <a:pt x="346073" y="31366"/>
                  <a:pt x="351184" y="30522"/>
                  <a:pt x="356488" y="30522"/>
                </a:cubicBezTo>
                <a:cubicBezTo>
                  <a:pt x="362901" y="30522"/>
                  <a:pt x="367976" y="31888"/>
                  <a:pt x="371713" y="34620"/>
                </a:cubicBezTo>
                <a:cubicBezTo>
                  <a:pt x="375450" y="37351"/>
                  <a:pt x="377873" y="40311"/>
                  <a:pt x="378982" y="43501"/>
                </a:cubicBezTo>
                <a:cubicBezTo>
                  <a:pt x="379657" y="45530"/>
                  <a:pt x="379995" y="50194"/>
                  <a:pt x="379995" y="57492"/>
                </a:cubicBezTo>
                <a:lnTo>
                  <a:pt x="379995" y="83808"/>
                </a:lnTo>
                <a:cubicBezTo>
                  <a:pt x="379995" y="86901"/>
                  <a:pt x="380115" y="88847"/>
                  <a:pt x="380356" y="89646"/>
                </a:cubicBezTo>
                <a:cubicBezTo>
                  <a:pt x="380597" y="90443"/>
                  <a:pt x="380959" y="91035"/>
                  <a:pt x="381441" y="91423"/>
                </a:cubicBezTo>
                <a:cubicBezTo>
                  <a:pt x="381923" y="91808"/>
                  <a:pt x="382478" y="92001"/>
                  <a:pt x="383105" y="92001"/>
                </a:cubicBezTo>
                <a:cubicBezTo>
                  <a:pt x="384359" y="92001"/>
                  <a:pt x="385636" y="91109"/>
                  <a:pt x="386938" y="89325"/>
                </a:cubicBezTo>
                <a:lnTo>
                  <a:pt x="389108" y="91061"/>
                </a:lnTo>
                <a:cubicBezTo>
                  <a:pt x="386697" y="94629"/>
                  <a:pt x="384202" y="97221"/>
                  <a:pt x="381622" y="98836"/>
                </a:cubicBezTo>
                <a:cubicBezTo>
                  <a:pt x="379042" y="100451"/>
                  <a:pt x="376113" y="101259"/>
                  <a:pt x="372834" y="101259"/>
                </a:cubicBezTo>
                <a:cubicBezTo>
                  <a:pt x="368977" y="101259"/>
                  <a:pt x="365963" y="100349"/>
                  <a:pt x="363793" y="98529"/>
                </a:cubicBezTo>
                <a:cubicBezTo>
                  <a:pt x="361623" y="96708"/>
                  <a:pt x="360297" y="93954"/>
                  <a:pt x="359815" y="90265"/>
                </a:cubicBezTo>
                <a:moveTo>
                  <a:pt x="359815" y="84913"/>
                </a:moveTo>
                <a:lnTo>
                  <a:pt x="359815" y="62288"/>
                </a:lnTo>
                <a:cubicBezTo>
                  <a:pt x="353981" y="65728"/>
                  <a:pt x="349641" y="69411"/>
                  <a:pt x="346796" y="73336"/>
                </a:cubicBezTo>
                <a:cubicBezTo>
                  <a:pt x="344916" y="75952"/>
                  <a:pt x="343975" y="78593"/>
                  <a:pt x="343975" y="81258"/>
                </a:cubicBezTo>
                <a:cubicBezTo>
                  <a:pt x="343975" y="83487"/>
                  <a:pt x="344771" y="85449"/>
                  <a:pt x="346362" y="87146"/>
                </a:cubicBezTo>
                <a:cubicBezTo>
                  <a:pt x="347568" y="88454"/>
                  <a:pt x="349255" y="89108"/>
                  <a:pt x="351425" y="89108"/>
                </a:cubicBezTo>
                <a:cubicBezTo>
                  <a:pt x="353836" y="89108"/>
                  <a:pt x="356633" y="87710"/>
                  <a:pt x="359815" y="84913"/>
                </a:cubicBezTo>
                <a:close/>
                <a:moveTo>
                  <a:pt x="423392" y="7667"/>
                </a:moveTo>
                <a:lnTo>
                  <a:pt x="423392" y="32548"/>
                </a:lnTo>
                <a:lnTo>
                  <a:pt x="439448" y="32548"/>
                </a:lnTo>
                <a:lnTo>
                  <a:pt x="439448" y="39636"/>
                </a:lnTo>
                <a:lnTo>
                  <a:pt x="423392" y="39636"/>
                </a:lnTo>
                <a:lnTo>
                  <a:pt x="423392" y="81482"/>
                </a:lnTo>
                <a:cubicBezTo>
                  <a:pt x="423392" y="85398"/>
                  <a:pt x="423572" y="87924"/>
                  <a:pt x="423934" y="89061"/>
                </a:cubicBezTo>
                <a:cubicBezTo>
                  <a:pt x="424296" y="90197"/>
                  <a:pt x="424935" y="91116"/>
                  <a:pt x="425851" y="91818"/>
                </a:cubicBezTo>
                <a:cubicBezTo>
                  <a:pt x="426767" y="92519"/>
                  <a:pt x="427611" y="92869"/>
                  <a:pt x="428382" y="92869"/>
                </a:cubicBezTo>
                <a:cubicBezTo>
                  <a:pt x="431516" y="92869"/>
                  <a:pt x="434482" y="90458"/>
                  <a:pt x="437279" y="85636"/>
                </a:cubicBezTo>
                <a:lnTo>
                  <a:pt x="439448" y="87243"/>
                </a:lnTo>
                <a:cubicBezTo>
                  <a:pt x="435543" y="96587"/>
                  <a:pt x="429202" y="101259"/>
                  <a:pt x="420426" y="101259"/>
                </a:cubicBezTo>
                <a:cubicBezTo>
                  <a:pt x="416135" y="101259"/>
                  <a:pt x="412506" y="100062"/>
                  <a:pt x="409541" y="97668"/>
                </a:cubicBezTo>
                <a:cubicBezTo>
                  <a:pt x="406575" y="95272"/>
                  <a:pt x="404683" y="92598"/>
                  <a:pt x="403863" y="89646"/>
                </a:cubicBezTo>
                <a:cubicBezTo>
                  <a:pt x="403381" y="88001"/>
                  <a:pt x="403140" y="83549"/>
                  <a:pt x="403140" y="76290"/>
                </a:cubicBezTo>
                <a:lnTo>
                  <a:pt x="403140" y="39636"/>
                </a:lnTo>
                <a:lnTo>
                  <a:pt x="394316" y="39636"/>
                </a:lnTo>
                <a:lnTo>
                  <a:pt x="394316" y="37097"/>
                </a:lnTo>
                <a:cubicBezTo>
                  <a:pt x="400391" y="32797"/>
                  <a:pt x="405563" y="28279"/>
                  <a:pt x="409830" y="23543"/>
                </a:cubicBezTo>
                <a:cubicBezTo>
                  <a:pt x="414097" y="18807"/>
                  <a:pt x="417822" y="13515"/>
                  <a:pt x="421005" y="7667"/>
                </a:cubicBezTo>
                <a:lnTo>
                  <a:pt x="423392" y="7667"/>
                </a:lnTo>
                <a:close/>
                <a:moveTo>
                  <a:pt x="511197" y="32548"/>
                </a:moveTo>
                <a:lnTo>
                  <a:pt x="511197" y="85492"/>
                </a:lnTo>
                <a:cubicBezTo>
                  <a:pt x="511197" y="90683"/>
                  <a:pt x="511679" y="93921"/>
                  <a:pt x="512643" y="95206"/>
                </a:cubicBezTo>
                <a:cubicBezTo>
                  <a:pt x="513607" y="96492"/>
                  <a:pt x="515560" y="97304"/>
                  <a:pt x="518502" y="97643"/>
                </a:cubicBezTo>
                <a:lnTo>
                  <a:pt x="518502" y="100247"/>
                </a:lnTo>
                <a:lnTo>
                  <a:pt x="490945" y="100247"/>
                </a:lnTo>
                <a:lnTo>
                  <a:pt x="490945" y="91206"/>
                </a:lnTo>
                <a:cubicBezTo>
                  <a:pt x="487714" y="95063"/>
                  <a:pt x="484483" y="97872"/>
                  <a:pt x="481253" y="99632"/>
                </a:cubicBezTo>
                <a:cubicBezTo>
                  <a:pt x="478022" y="101392"/>
                  <a:pt x="474406" y="102272"/>
                  <a:pt x="470404" y="102272"/>
                </a:cubicBezTo>
                <a:cubicBezTo>
                  <a:pt x="466594" y="102272"/>
                  <a:pt x="463207" y="101102"/>
                  <a:pt x="460241" y="98764"/>
                </a:cubicBezTo>
                <a:cubicBezTo>
                  <a:pt x="457276" y="96425"/>
                  <a:pt x="455287" y="93689"/>
                  <a:pt x="454274" y="90555"/>
                </a:cubicBezTo>
                <a:cubicBezTo>
                  <a:pt x="453262" y="87420"/>
                  <a:pt x="452756" y="81948"/>
                  <a:pt x="452756" y="74136"/>
                </a:cubicBezTo>
                <a:lnTo>
                  <a:pt x="452756" y="47302"/>
                </a:lnTo>
                <a:cubicBezTo>
                  <a:pt x="452756" y="42130"/>
                  <a:pt x="452285" y="38909"/>
                  <a:pt x="451345" y="37640"/>
                </a:cubicBezTo>
                <a:cubicBezTo>
                  <a:pt x="450405" y="36371"/>
                  <a:pt x="448440" y="35542"/>
                  <a:pt x="445450" y="35151"/>
                </a:cubicBezTo>
                <a:lnTo>
                  <a:pt x="445450" y="32548"/>
                </a:lnTo>
                <a:lnTo>
                  <a:pt x="473007" y="32548"/>
                </a:lnTo>
                <a:lnTo>
                  <a:pt x="473007" y="78822"/>
                </a:lnTo>
                <a:cubicBezTo>
                  <a:pt x="473007" y="83650"/>
                  <a:pt x="473236" y="86763"/>
                  <a:pt x="473694" y="88163"/>
                </a:cubicBezTo>
                <a:cubicBezTo>
                  <a:pt x="474153" y="89563"/>
                  <a:pt x="474876" y="90625"/>
                  <a:pt x="475864" y="91350"/>
                </a:cubicBezTo>
                <a:cubicBezTo>
                  <a:pt x="476853" y="92073"/>
                  <a:pt x="477998" y="92435"/>
                  <a:pt x="479300" y="92435"/>
                </a:cubicBezTo>
                <a:cubicBezTo>
                  <a:pt x="481036" y="92435"/>
                  <a:pt x="482603" y="91977"/>
                  <a:pt x="484001" y="91061"/>
                </a:cubicBezTo>
                <a:cubicBezTo>
                  <a:pt x="485930" y="89807"/>
                  <a:pt x="488244" y="87276"/>
                  <a:pt x="490945" y="83466"/>
                </a:cubicBezTo>
                <a:lnTo>
                  <a:pt x="490945" y="47302"/>
                </a:lnTo>
                <a:cubicBezTo>
                  <a:pt x="490945" y="42130"/>
                  <a:pt x="490475" y="38909"/>
                  <a:pt x="489534" y="37640"/>
                </a:cubicBezTo>
                <a:cubicBezTo>
                  <a:pt x="488594" y="36371"/>
                  <a:pt x="486629" y="35542"/>
                  <a:pt x="483640" y="35151"/>
                </a:cubicBezTo>
                <a:lnTo>
                  <a:pt x="483640" y="32548"/>
                </a:lnTo>
                <a:lnTo>
                  <a:pt x="511197" y="32548"/>
                </a:lnTo>
                <a:close/>
                <a:moveTo>
                  <a:pt x="556306" y="32548"/>
                </a:moveTo>
                <a:lnTo>
                  <a:pt x="556306" y="47881"/>
                </a:lnTo>
                <a:cubicBezTo>
                  <a:pt x="560791" y="40889"/>
                  <a:pt x="564721" y="36248"/>
                  <a:pt x="568096" y="33958"/>
                </a:cubicBezTo>
                <a:cubicBezTo>
                  <a:pt x="571471" y="31668"/>
                  <a:pt x="574726" y="30522"/>
                  <a:pt x="577860" y="30522"/>
                </a:cubicBezTo>
                <a:cubicBezTo>
                  <a:pt x="580560" y="30522"/>
                  <a:pt x="582718" y="31357"/>
                  <a:pt x="584334" y="33027"/>
                </a:cubicBezTo>
                <a:cubicBezTo>
                  <a:pt x="585949" y="34696"/>
                  <a:pt x="586757" y="37055"/>
                  <a:pt x="586757" y="40104"/>
                </a:cubicBezTo>
                <a:cubicBezTo>
                  <a:pt x="586757" y="43346"/>
                  <a:pt x="585973" y="45863"/>
                  <a:pt x="584406" y="47655"/>
                </a:cubicBezTo>
                <a:cubicBezTo>
                  <a:pt x="582839" y="49445"/>
                  <a:pt x="580946" y="50340"/>
                  <a:pt x="578728" y="50340"/>
                </a:cubicBezTo>
                <a:cubicBezTo>
                  <a:pt x="576173" y="50340"/>
                  <a:pt x="573955" y="49521"/>
                  <a:pt x="572074" y="47881"/>
                </a:cubicBezTo>
                <a:cubicBezTo>
                  <a:pt x="570193" y="46242"/>
                  <a:pt x="569084" y="45326"/>
                  <a:pt x="568747" y="45133"/>
                </a:cubicBezTo>
                <a:cubicBezTo>
                  <a:pt x="568265" y="44843"/>
                  <a:pt x="567710" y="44699"/>
                  <a:pt x="567083" y="44699"/>
                </a:cubicBezTo>
                <a:cubicBezTo>
                  <a:pt x="565685" y="44699"/>
                  <a:pt x="564359" y="45229"/>
                  <a:pt x="563105" y="46290"/>
                </a:cubicBezTo>
                <a:cubicBezTo>
                  <a:pt x="561128" y="47929"/>
                  <a:pt x="559634" y="50268"/>
                  <a:pt x="558621" y="53306"/>
                </a:cubicBezTo>
                <a:cubicBezTo>
                  <a:pt x="557078" y="57983"/>
                  <a:pt x="556306" y="63142"/>
                  <a:pt x="556306" y="68784"/>
                </a:cubicBezTo>
                <a:lnTo>
                  <a:pt x="556306" y="84334"/>
                </a:lnTo>
                <a:lnTo>
                  <a:pt x="556379" y="88385"/>
                </a:lnTo>
                <a:cubicBezTo>
                  <a:pt x="556379" y="91133"/>
                  <a:pt x="556548" y="92893"/>
                  <a:pt x="556885" y="93665"/>
                </a:cubicBezTo>
                <a:cubicBezTo>
                  <a:pt x="557464" y="94967"/>
                  <a:pt x="558320" y="95919"/>
                  <a:pt x="559453" y="96522"/>
                </a:cubicBezTo>
                <a:cubicBezTo>
                  <a:pt x="560586" y="97124"/>
                  <a:pt x="562503" y="97498"/>
                  <a:pt x="565203" y="97643"/>
                </a:cubicBezTo>
                <a:lnTo>
                  <a:pt x="565203" y="100247"/>
                </a:lnTo>
                <a:lnTo>
                  <a:pt x="528677" y="100247"/>
                </a:lnTo>
                <a:lnTo>
                  <a:pt x="528677" y="97643"/>
                </a:lnTo>
                <a:cubicBezTo>
                  <a:pt x="531619" y="97402"/>
                  <a:pt x="533608" y="96594"/>
                  <a:pt x="534644" y="95220"/>
                </a:cubicBezTo>
                <a:cubicBezTo>
                  <a:pt x="535681" y="93846"/>
                  <a:pt x="536199" y="90217"/>
                  <a:pt x="536199" y="84334"/>
                </a:cubicBezTo>
                <a:lnTo>
                  <a:pt x="536199" y="46869"/>
                </a:lnTo>
                <a:cubicBezTo>
                  <a:pt x="536199" y="42987"/>
                  <a:pt x="536006" y="40513"/>
                  <a:pt x="535621" y="39446"/>
                </a:cubicBezTo>
                <a:cubicBezTo>
                  <a:pt x="535139" y="38087"/>
                  <a:pt x="534439" y="37092"/>
                  <a:pt x="533523" y="36462"/>
                </a:cubicBezTo>
                <a:cubicBezTo>
                  <a:pt x="532607" y="35831"/>
                  <a:pt x="530992" y="35394"/>
                  <a:pt x="528677" y="35151"/>
                </a:cubicBezTo>
                <a:lnTo>
                  <a:pt x="528677" y="32548"/>
                </a:lnTo>
                <a:lnTo>
                  <a:pt x="556306" y="32548"/>
                </a:lnTo>
                <a:close/>
                <a:moveTo>
                  <a:pt x="648481" y="63938"/>
                </a:moveTo>
                <a:lnTo>
                  <a:pt x="611377" y="63938"/>
                </a:lnTo>
                <a:cubicBezTo>
                  <a:pt x="611811" y="72931"/>
                  <a:pt x="614198" y="80038"/>
                  <a:pt x="618537" y="85259"/>
                </a:cubicBezTo>
                <a:cubicBezTo>
                  <a:pt x="621864" y="89272"/>
                  <a:pt x="625867" y="91278"/>
                  <a:pt x="630544" y="91278"/>
                </a:cubicBezTo>
                <a:cubicBezTo>
                  <a:pt x="633437" y="91278"/>
                  <a:pt x="636065" y="90470"/>
                  <a:pt x="638428" y="88855"/>
                </a:cubicBezTo>
                <a:cubicBezTo>
                  <a:pt x="640790" y="87240"/>
                  <a:pt x="643322" y="84334"/>
                  <a:pt x="646022" y="80139"/>
                </a:cubicBezTo>
                <a:lnTo>
                  <a:pt x="648481" y="81731"/>
                </a:lnTo>
                <a:cubicBezTo>
                  <a:pt x="644817" y="89204"/>
                  <a:pt x="640766" y="94496"/>
                  <a:pt x="636330" y="97607"/>
                </a:cubicBezTo>
                <a:cubicBezTo>
                  <a:pt x="631894" y="100717"/>
                  <a:pt x="626759" y="102272"/>
                  <a:pt x="620924" y="102272"/>
                </a:cubicBezTo>
                <a:cubicBezTo>
                  <a:pt x="610895" y="102272"/>
                  <a:pt x="603300" y="98410"/>
                  <a:pt x="598141" y="90688"/>
                </a:cubicBezTo>
                <a:cubicBezTo>
                  <a:pt x="593994" y="84462"/>
                  <a:pt x="591921" y="76739"/>
                  <a:pt x="591921" y="67520"/>
                </a:cubicBezTo>
                <a:cubicBezTo>
                  <a:pt x="591921" y="56225"/>
                  <a:pt x="594971" y="47235"/>
                  <a:pt x="601070" y="40551"/>
                </a:cubicBezTo>
                <a:cubicBezTo>
                  <a:pt x="607170" y="33865"/>
                  <a:pt x="614318" y="30522"/>
                  <a:pt x="622515" y="30522"/>
                </a:cubicBezTo>
                <a:cubicBezTo>
                  <a:pt x="629362" y="30522"/>
                  <a:pt x="635305" y="33331"/>
                  <a:pt x="640344" y="38949"/>
                </a:cubicBezTo>
                <a:cubicBezTo>
                  <a:pt x="645383" y="44566"/>
                  <a:pt x="648095" y="52896"/>
                  <a:pt x="648481" y="63938"/>
                </a:cubicBezTo>
                <a:moveTo>
                  <a:pt x="630688" y="59164"/>
                </a:moveTo>
                <a:cubicBezTo>
                  <a:pt x="630688" y="51401"/>
                  <a:pt x="630267" y="46073"/>
                  <a:pt x="629423" y="43180"/>
                </a:cubicBezTo>
                <a:cubicBezTo>
                  <a:pt x="628579" y="40287"/>
                  <a:pt x="627265" y="38093"/>
                  <a:pt x="625481" y="36598"/>
                </a:cubicBezTo>
                <a:cubicBezTo>
                  <a:pt x="624468" y="35730"/>
                  <a:pt x="623118" y="35296"/>
                  <a:pt x="621430" y="35296"/>
                </a:cubicBezTo>
                <a:cubicBezTo>
                  <a:pt x="618923" y="35296"/>
                  <a:pt x="616874" y="36526"/>
                  <a:pt x="615283" y="38985"/>
                </a:cubicBezTo>
                <a:cubicBezTo>
                  <a:pt x="612438" y="43276"/>
                  <a:pt x="611015" y="49159"/>
                  <a:pt x="611015" y="56633"/>
                </a:cubicBezTo>
                <a:lnTo>
                  <a:pt x="611015" y="59164"/>
                </a:lnTo>
                <a:lnTo>
                  <a:pt x="630688" y="59164"/>
                </a:lnTo>
                <a:close/>
                <a:moveTo>
                  <a:pt x="758439" y="0"/>
                </a:moveTo>
                <a:lnTo>
                  <a:pt x="759234" y="32692"/>
                </a:lnTo>
                <a:lnTo>
                  <a:pt x="756269" y="32692"/>
                </a:lnTo>
                <a:cubicBezTo>
                  <a:pt x="754871" y="24516"/>
                  <a:pt x="751435" y="17940"/>
                  <a:pt x="745962" y="12963"/>
                </a:cubicBezTo>
                <a:cubicBezTo>
                  <a:pt x="740489" y="7985"/>
                  <a:pt x="734571" y="5497"/>
                  <a:pt x="728206" y="5497"/>
                </a:cubicBezTo>
                <a:cubicBezTo>
                  <a:pt x="723287" y="5497"/>
                  <a:pt x="719394" y="6807"/>
                  <a:pt x="716525" y="9427"/>
                </a:cubicBezTo>
                <a:cubicBezTo>
                  <a:pt x="713656" y="12046"/>
                  <a:pt x="712221" y="15062"/>
                  <a:pt x="712221" y="18475"/>
                </a:cubicBezTo>
                <a:cubicBezTo>
                  <a:pt x="712221" y="20638"/>
                  <a:pt x="712728" y="22560"/>
                  <a:pt x="713740" y="24243"/>
                </a:cubicBezTo>
                <a:cubicBezTo>
                  <a:pt x="715138" y="26502"/>
                  <a:pt x="717381" y="28737"/>
                  <a:pt x="720467" y="30947"/>
                </a:cubicBezTo>
                <a:cubicBezTo>
                  <a:pt x="722733" y="32534"/>
                  <a:pt x="727965" y="35347"/>
                  <a:pt x="736162" y="39385"/>
                </a:cubicBezTo>
                <a:cubicBezTo>
                  <a:pt x="747638" y="45008"/>
                  <a:pt x="755377" y="50321"/>
                  <a:pt x="759379" y="55322"/>
                </a:cubicBezTo>
                <a:cubicBezTo>
                  <a:pt x="763333" y="60322"/>
                  <a:pt x="765310" y="66043"/>
                  <a:pt x="765310" y="72486"/>
                </a:cubicBezTo>
                <a:cubicBezTo>
                  <a:pt x="765310" y="80659"/>
                  <a:pt x="762115" y="87691"/>
                  <a:pt x="755727" y="93581"/>
                </a:cubicBezTo>
                <a:cubicBezTo>
                  <a:pt x="749338" y="99471"/>
                  <a:pt x="741225" y="102416"/>
                  <a:pt x="731388" y="102416"/>
                </a:cubicBezTo>
                <a:cubicBezTo>
                  <a:pt x="728302" y="102416"/>
                  <a:pt x="725385" y="102103"/>
                  <a:pt x="722636" y="101476"/>
                </a:cubicBezTo>
                <a:cubicBezTo>
                  <a:pt x="719888" y="100849"/>
                  <a:pt x="716440" y="99668"/>
                  <a:pt x="712294" y="97932"/>
                </a:cubicBezTo>
                <a:cubicBezTo>
                  <a:pt x="709979" y="96968"/>
                  <a:pt x="708074" y="96485"/>
                  <a:pt x="706580" y="96485"/>
                </a:cubicBezTo>
                <a:cubicBezTo>
                  <a:pt x="705326" y="96485"/>
                  <a:pt x="704000" y="96974"/>
                  <a:pt x="702602" y="97950"/>
                </a:cubicBezTo>
                <a:cubicBezTo>
                  <a:pt x="701203" y="98927"/>
                  <a:pt x="700070" y="100415"/>
                  <a:pt x="699202" y="102416"/>
                </a:cubicBezTo>
                <a:lnTo>
                  <a:pt x="696526" y="102416"/>
                </a:lnTo>
                <a:lnTo>
                  <a:pt x="696526" y="65384"/>
                </a:lnTo>
                <a:lnTo>
                  <a:pt x="699202" y="65384"/>
                </a:lnTo>
                <a:cubicBezTo>
                  <a:pt x="701324" y="75776"/>
                  <a:pt x="705410" y="83702"/>
                  <a:pt x="711462" y="89162"/>
                </a:cubicBezTo>
                <a:cubicBezTo>
                  <a:pt x="717513" y="94623"/>
                  <a:pt x="724035" y="97353"/>
                  <a:pt x="731027" y="97353"/>
                </a:cubicBezTo>
                <a:cubicBezTo>
                  <a:pt x="736427" y="97353"/>
                  <a:pt x="740731" y="95887"/>
                  <a:pt x="743937" y="92955"/>
                </a:cubicBezTo>
                <a:cubicBezTo>
                  <a:pt x="747144" y="90023"/>
                  <a:pt x="748747" y="86610"/>
                  <a:pt x="748747" y="82716"/>
                </a:cubicBezTo>
                <a:cubicBezTo>
                  <a:pt x="748747" y="80409"/>
                  <a:pt x="748132" y="78174"/>
                  <a:pt x="746902" y="76012"/>
                </a:cubicBezTo>
                <a:cubicBezTo>
                  <a:pt x="745673" y="73848"/>
                  <a:pt x="743804" y="71793"/>
                  <a:pt x="741297" y="69846"/>
                </a:cubicBezTo>
                <a:cubicBezTo>
                  <a:pt x="738790" y="67899"/>
                  <a:pt x="734354" y="65364"/>
                  <a:pt x="727989" y="62240"/>
                </a:cubicBezTo>
                <a:cubicBezTo>
                  <a:pt x="719068" y="57866"/>
                  <a:pt x="712655" y="54138"/>
                  <a:pt x="708750" y="51057"/>
                </a:cubicBezTo>
                <a:cubicBezTo>
                  <a:pt x="704844" y="47975"/>
                  <a:pt x="701842" y="44533"/>
                  <a:pt x="699745" y="40730"/>
                </a:cubicBezTo>
                <a:cubicBezTo>
                  <a:pt x="697647" y="36926"/>
                  <a:pt x="696598" y="32738"/>
                  <a:pt x="696598" y="28165"/>
                </a:cubicBezTo>
                <a:cubicBezTo>
                  <a:pt x="696598" y="20366"/>
                  <a:pt x="699467" y="13722"/>
                  <a:pt x="705205" y="8234"/>
                </a:cubicBezTo>
                <a:cubicBezTo>
                  <a:pt x="710943" y="2745"/>
                  <a:pt x="718176" y="0"/>
                  <a:pt x="726904" y="0"/>
                </a:cubicBezTo>
                <a:cubicBezTo>
                  <a:pt x="730086" y="0"/>
                  <a:pt x="733172" y="390"/>
                  <a:pt x="736162" y="1171"/>
                </a:cubicBezTo>
                <a:cubicBezTo>
                  <a:pt x="738428" y="1755"/>
                  <a:pt x="741189" y="2840"/>
                  <a:pt x="744443" y="4423"/>
                </a:cubicBezTo>
                <a:cubicBezTo>
                  <a:pt x="747698" y="6007"/>
                  <a:pt x="749976" y="6799"/>
                  <a:pt x="751278" y="6799"/>
                </a:cubicBezTo>
                <a:cubicBezTo>
                  <a:pt x="752532" y="6799"/>
                  <a:pt x="753521" y="6409"/>
                  <a:pt x="754244" y="5630"/>
                </a:cubicBezTo>
                <a:cubicBezTo>
                  <a:pt x="754967" y="4850"/>
                  <a:pt x="755642" y="2973"/>
                  <a:pt x="756269" y="0"/>
                </a:cubicBezTo>
                <a:lnTo>
                  <a:pt x="758439" y="0"/>
                </a:lnTo>
                <a:close/>
                <a:moveTo>
                  <a:pt x="833493" y="63938"/>
                </a:moveTo>
                <a:lnTo>
                  <a:pt x="796389" y="63938"/>
                </a:lnTo>
                <a:cubicBezTo>
                  <a:pt x="796822" y="72931"/>
                  <a:pt x="799209" y="80038"/>
                  <a:pt x="803549" y="85259"/>
                </a:cubicBezTo>
                <a:cubicBezTo>
                  <a:pt x="806876" y="89272"/>
                  <a:pt x="810878" y="91278"/>
                  <a:pt x="815555" y="91278"/>
                </a:cubicBezTo>
                <a:cubicBezTo>
                  <a:pt x="818449" y="91278"/>
                  <a:pt x="821076" y="90470"/>
                  <a:pt x="823439" y="88855"/>
                </a:cubicBezTo>
                <a:cubicBezTo>
                  <a:pt x="825802" y="87240"/>
                  <a:pt x="828333" y="84334"/>
                  <a:pt x="831034" y="80139"/>
                </a:cubicBezTo>
                <a:lnTo>
                  <a:pt x="833493" y="81731"/>
                </a:lnTo>
                <a:cubicBezTo>
                  <a:pt x="829828" y="89204"/>
                  <a:pt x="825778" y="94496"/>
                  <a:pt x="821342" y="97607"/>
                </a:cubicBezTo>
                <a:cubicBezTo>
                  <a:pt x="816906" y="100717"/>
                  <a:pt x="811770" y="102272"/>
                  <a:pt x="805936" y="102272"/>
                </a:cubicBezTo>
                <a:cubicBezTo>
                  <a:pt x="795906" y="102272"/>
                  <a:pt x="788312" y="98410"/>
                  <a:pt x="783152" y="90688"/>
                </a:cubicBezTo>
                <a:cubicBezTo>
                  <a:pt x="779006" y="84462"/>
                  <a:pt x="776932" y="76739"/>
                  <a:pt x="776932" y="67520"/>
                </a:cubicBezTo>
                <a:cubicBezTo>
                  <a:pt x="776932" y="56225"/>
                  <a:pt x="779982" y="47235"/>
                  <a:pt x="786082" y="40551"/>
                </a:cubicBezTo>
                <a:cubicBezTo>
                  <a:pt x="792181" y="33865"/>
                  <a:pt x="799330" y="30522"/>
                  <a:pt x="807527" y="30522"/>
                </a:cubicBezTo>
                <a:cubicBezTo>
                  <a:pt x="814374" y="30522"/>
                  <a:pt x="820317" y="33331"/>
                  <a:pt x="825356" y="38949"/>
                </a:cubicBezTo>
                <a:cubicBezTo>
                  <a:pt x="830395" y="44566"/>
                  <a:pt x="833107" y="52896"/>
                  <a:pt x="833493" y="63938"/>
                </a:cubicBezTo>
                <a:moveTo>
                  <a:pt x="815700" y="59164"/>
                </a:moveTo>
                <a:cubicBezTo>
                  <a:pt x="815700" y="51401"/>
                  <a:pt x="815278" y="46073"/>
                  <a:pt x="814434" y="43180"/>
                </a:cubicBezTo>
                <a:cubicBezTo>
                  <a:pt x="813591" y="40287"/>
                  <a:pt x="812277" y="38093"/>
                  <a:pt x="810492" y="36598"/>
                </a:cubicBezTo>
                <a:cubicBezTo>
                  <a:pt x="809480" y="35730"/>
                  <a:pt x="808130" y="35296"/>
                  <a:pt x="806442" y="35296"/>
                </a:cubicBezTo>
                <a:cubicBezTo>
                  <a:pt x="803935" y="35296"/>
                  <a:pt x="801885" y="36526"/>
                  <a:pt x="800294" y="38985"/>
                </a:cubicBezTo>
                <a:cubicBezTo>
                  <a:pt x="797449" y="43276"/>
                  <a:pt x="796027" y="49159"/>
                  <a:pt x="796027" y="56633"/>
                </a:cubicBezTo>
                <a:lnTo>
                  <a:pt x="796027" y="59164"/>
                </a:lnTo>
                <a:lnTo>
                  <a:pt x="815700" y="59164"/>
                </a:lnTo>
                <a:close/>
                <a:moveTo>
                  <a:pt x="879151" y="90265"/>
                </a:moveTo>
                <a:cubicBezTo>
                  <a:pt x="870905" y="97595"/>
                  <a:pt x="863504" y="101259"/>
                  <a:pt x="856946" y="101259"/>
                </a:cubicBezTo>
                <a:cubicBezTo>
                  <a:pt x="853089" y="101259"/>
                  <a:pt x="849882" y="99990"/>
                  <a:pt x="847327" y="97451"/>
                </a:cubicBezTo>
                <a:cubicBezTo>
                  <a:pt x="844771" y="94910"/>
                  <a:pt x="843493" y="91729"/>
                  <a:pt x="843493" y="87908"/>
                </a:cubicBezTo>
                <a:cubicBezTo>
                  <a:pt x="843493" y="82730"/>
                  <a:pt x="845711" y="78073"/>
                  <a:pt x="850147" y="73937"/>
                </a:cubicBezTo>
                <a:cubicBezTo>
                  <a:pt x="854583" y="69801"/>
                  <a:pt x="864251" y="64298"/>
                  <a:pt x="879151" y="57428"/>
                </a:cubicBezTo>
                <a:lnTo>
                  <a:pt x="879151" y="50630"/>
                </a:lnTo>
                <a:cubicBezTo>
                  <a:pt x="879151" y="45518"/>
                  <a:pt x="878874" y="42300"/>
                  <a:pt x="878319" y="40974"/>
                </a:cubicBezTo>
                <a:cubicBezTo>
                  <a:pt x="877765" y="39648"/>
                  <a:pt x="876716" y="38491"/>
                  <a:pt x="875173" y="37502"/>
                </a:cubicBezTo>
                <a:cubicBezTo>
                  <a:pt x="873630" y="36514"/>
                  <a:pt x="871894" y="36019"/>
                  <a:pt x="869965" y="36019"/>
                </a:cubicBezTo>
                <a:cubicBezTo>
                  <a:pt x="866831" y="36019"/>
                  <a:pt x="864251" y="36718"/>
                  <a:pt x="862226" y="38117"/>
                </a:cubicBezTo>
                <a:cubicBezTo>
                  <a:pt x="860972" y="38985"/>
                  <a:pt x="860346" y="39997"/>
                  <a:pt x="860346" y="41155"/>
                </a:cubicBezTo>
                <a:cubicBezTo>
                  <a:pt x="860346" y="42167"/>
                  <a:pt x="861021" y="43421"/>
                  <a:pt x="862371" y="44916"/>
                </a:cubicBezTo>
                <a:cubicBezTo>
                  <a:pt x="864203" y="46989"/>
                  <a:pt x="865119" y="48990"/>
                  <a:pt x="865119" y="50919"/>
                </a:cubicBezTo>
                <a:cubicBezTo>
                  <a:pt x="865119" y="53282"/>
                  <a:pt x="864239" y="55295"/>
                  <a:pt x="862479" y="56958"/>
                </a:cubicBezTo>
                <a:cubicBezTo>
                  <a:pt x="860719" y="58622"/>
                  <a:pt x="858417" y="59454"/>
                  <a:pt x="855572" y="59454"/>
                </a:cubicBezTo>
                <a:cubicBezTo>
                  <a:pt x="852534" y="59454"/>
                  <a:pt x="849991" y="58537"/>
                  <a:pt x="847941" y="56705"/>
                </a:cubicBezTo>
                <a:cubicBezTo>
                  <a:pt x="845892" y="54873"/>
                  <a:pt x="844867" y="52727"/>
                  <a:pt x="844867" y="50268"/>
                </a:cubicBezTo>
                <a:cubicBezTo>
                  <a:pt x="844867" y="46796"/>
                  <a:pt x="846242" y="43481"/>
                  <a:pt x="848990" y="40323"/>
                </a:cubicBezTo>
                <a:cubicBezTo>
                  <a:pt x="851739" y="37165"/>
                  <a:pt x="855572" y="34742"/>
                  <a:pt x="860490" y="33054"/>
                </a:cubicBezTo>
                <a:cubicBezTo>
                  <a:pt x="865408" y="31366"/>
                  <a:pt x="870520" y="30522"/>
                  <a:pt x="875824" y="30522"/>
                </a:cubicBezTo>
                <a:cubicBezTo>
                  <a:pt x="882237" y="30522"/>
                  <a:pt x="887312" y="31888"/>
                  <a:pt x="891049" y="34620"/>
                </a:cubicBezTo>
                <a:cubicBezTo>
                  <a:pt x="894786" y="37351"/>
                  <a:pt x="897209" y="40311"/>
                  <a:pt x="898318" y="43501"/>
                </a:cubicBezTo>
                <a:cubicBezTo>
                  <a:pt x="898993" y="45530"/>
                  <a:pt x="899330" y="50194"/>
                  <a:pt x="899330" y="57492"/>
                </a:cubicBezTo>
                <a:lnTo>
                  <a:pt x="899330" y="83808"/>
                </a:lnTo>
                <a:cubicBezTo>
                  <a:pt x="899330" y="86901"/>
                  <a:pt x="899451" y="88847"/>
                  <a:pt x="899692" y="89646"/>
                </a:cubicBezTo>
                <a:cubicBezTo>
                  <a:pt x="899933" y="90443"/>
                  <a:pt x="900295" y="91035"/>
                  <a:pt x="900777" y="91423"/>
                </a:cubicBezTo>
                <a:cubicBezTo>
                  <a:pt x="901259" y="91808"/>
                  <a:pt x="901814" y="92001"/>
                  <a:pt x="902440" y="92001"/>
                </a:cubicBezTo>
                <a:cubicBezTo>
                  <a:pt x="903694" y="92001"/>
                  <a:pt x="904972" y="91109"/>
                  <a:pt x="906274" y="89325"/>
                </a:cubicBezTo>
                <a:lnTo>
                  <a:pt x="908444" y="91061"/>
                </a:lnTo>
                <a:cubicBezTo>
                  <a:pt x="906033" y="94629"/>
                  <a:pt x="903537" y="97221"/>
                  <a:pt x="900958" y="98836"/>
                </a:cubicBezTo>
                <a:cubicBezTo>
                  <a:pt x="898378" y="100451"/>
                  <a:pt x="895449" y="101259"/>
                  <a:pt x="892170" y="101259"/>
                </a:cubicBezTo>
                <a:cubicBezTo>
                  <a:pt x="888312" y="101259"/>
                  <a:pt x="885299" y="100349"/>
                  <a:pt x="883129" y="98529"/>
                </a:cubicBezTo>
                <a:cubicBezTo>
                  <a:pt x="880959" y="96708"/>
                  <a:pt x="879633" y="93954"/>
                  <a:pt x="879151" y="90265"/>
                </a:cubicBezTo>
                <a:moveTo>
                  <a:pt x="879151" y="84913"/>
                </a:moveTo>
                <a:lnTo>
                  <a:pt x="879151" y="62288"/>
                </a:lnTo>
                <a:cubicBezTo>
                  <a:pt x="873316" y="65728"/>
                  <a:pt x="868977" y="69411"/>
                  <a:pt x="866132" y="73336"/>
                </a:cubicBezTo>
                <a:cubicBezTo>
                  <a:pt x="864251" y="75952"/>
                  <a:pt x="863311" y="78593"/>
                  <a:pt x="863311" y="81258"/>
                </a:cubicBezTo>
                <a:cubicBezTo>
                  <a:pt x="863311" y="83487"/>
                  <a:pt x="864107" y="85449"/>
                  <a:pt x="865698" y="87146"/>
                </a:cubicBezTo>
                <a:cubicBezTo>
                  <a:pt x="866903" y="88454"/>
                  <a:pt x="868591" y="89108"/>
                  <a:pt x="870761" y="89108"/>
                </a:cubicBezTo>
                <a:cubicBezTo>
                  <a:pt x="873172" y="89108"/>
                  <a:pt x="875968" y="87710"/>
                  <a:pt x="879151" y="84913"/>
                </a:cubicBezTo>
                <a:close/>
                <a:moveTo>
                  <a:pt x="943956" y="32548"/>
                </a:moveTo>
                <a:lnTo>
                  <a:pt x="943956" y="47881"/>
                </a:lnTo>
                <a:cubicBezTo>
                  <a:pt x="948441" y="40889"/>
                  <a:pt x="952371" y="36248"/>
                  <a:pt x="955746" y="33958"/>
                </a:cubicBezTo>
                <a:cubicBezTo>
                  <a:pt x="959121" y="31668"/>
                  <a:pt x="962376" y="30522"/>
                  <a:pt x="965510" y="30522"/>
                </a:cubicBezTo>
                <a:cubicBezTo>
                  <a:pt x="968210" y="30522"/>
                  <a:pt x="970368" y="31357"/>
                  <a:pt x="971984" y="33027"/>
                </a:cubicBezTo>
                <a:cubicBezTo>
                  <a:pt x="973599" y="34696"/>
                  <a:pt x="974407" y="37055"/>
                  <a:pt x="974407" y="40104"/>
                </a:cubicBezTo>
                <a:cubicBezTo>
                  <a:pt x="974407" y="43346"/>
                  <a:pt x="973623" y="45863"/>
                  <a:pt x="972056" y="47655"/>
                </a:cubicBezTo>
                <a:cubicBezTo>
                  <a:pt x="970489" y="49445"/>
                  <a:pt x="968596" y="50340"/>
                  <a:pt x="966378" y="50340"/>
                </a:cubicBezTo>
                <a:cubicBezTo>
                  <a:pt x="963823" y="50340"/>
                  <a:pt x="961605" y="49521"/>
                  <a:pt x="959724" y="47881"/>
                </a:cubicBezTo>
                <a:cubicBezTo>
                  <a:pt x="957843" y="46242"/>
                  <a:pt x="956734" y="45326"/>
                  <a:pt x="956397" y="45133"/>
                </a:cubicBezTo>
                <a:cubicBezTo>
                  <a:pt x="955915" y="44843"/>
                  <a:pt x="955360" y="44699"/>
                  <a:pt x="954733" y="44699"/>
                </a:cubicBezTo>
                <a:cubicBezTo>
                  <a:pt x="953335" y="44699"/>
                  <a:pt x="952009" y="45229"/>
                  <a:pt x="950755" y="46290"/>
                </a:cubicBezTo>
                <a:cubicBezTo>
                  <a:pt x="948778" y="47929"/>
                  <a:pt x="947284" y="50268"/>
                  <a:pt x="946271" y="53306"/>
                </a:cubicBezTo>
                <a:cubicBezTo>
                  <a:pt x="944728" y="57983"/>
                  <a:pt x="943956" y="63142"/>
                  <a:pt x="943956" y="68784"/>
                </a:cubicBezTo>
                <a:lnTo>
                  <a:pt x="943956" y="84334"/>
                </a:lnTo>
                <a:lnTo>
                  <a:pt x="944029" y="88385"/>
                </a:lnTo>
                <a:cubicBezTo>
                  <a:pt x="944029" y="91133"/>
                  <a:pt x="944198" y="92893"/>
                  <a:pt x="944535" y="93665"/>
                </a:cubicBezTo>
                <a:cubicBezTo>
                  <a:pt x="945114" y="94967"/>
                  <a:pt x="945970" y="95919"/>
                  <a:pt x="947103" y="96522"/>
                </a:cubicBezTo>
                <a:cubicBezTo>
                  <a:pt x="948236" y="97124"/>
                  <a:pt x="950153" y="97498"/>
                  <a:pt x="952853" y="97643"/>
                </a:cubicBezTo>
                <a:lnTo>
                  <a:pt x="952853" y="100247"/>
                </a:lnTo>
                <a:lnTo>
                  <a:pt x="916327" y="100247"/>
                </a:lnTo>
                <a:lnTo>
                  <a:pt x="916327" y="97643"/>
                </a:lnTo>
                <a:cubicBezTo>
                  <a:pt x="919269" y="97402"/>
                  <a:pt x="921258" y="96594"/>
                  <a:pt x="922294" y="95220"/>
                </a:cubicBezTo>
                <a:cubicBezTo>
                  <a:pt x="923331" y="93846"/>
                  <a:pt x="923849" y="90217"/>
                  <a:pt x="923849" y="84334"/>
                </a:cubicBezTo>
                <a:lnTo>
                  <a:pt x="923849" y="46869"/>
                </a:lnTo>
                <a:cubicBezTo>
                  <a:pt x="923849" y="42987"/>
                  <a:pt x="923656" y="40513"/>
                  <a:pt x="923271" y="39446"/>
                </a:cubicBezTo>
                <a:cubicBezTo>
                  <a:pt x="922789" y="38087"/>
                  <a:pt x="922089" y="37092"/>
                  <a:pt x="921173" y="36462"/>
                </a:cubicBezTo>
                <a:cubicBezTo>
                  <a:pt x="920257" y="35831"/>
                  <a:pt x="918642" y="35394"/>
                  <a:pt x="916327" y="35151"/>
                </a:cubicBezTo>
                <a:lnTo>
                  <a:pt x="916327" y="32548"/>
                </a:lnTo>
                <a:lnTo>
                  <a:pt x="943956" y="32548"/>
                </a:lnTo>
                <a:close/>
                <a:moveTo>
                  <a:pt x="1034034" y="82759"/>
                </a:moveTo>
                <a:lnTo>
                  <a:pt x="1036276" y="84493"/>
                </a:lnTo>
                <a:cubicBezTo>
                  <a:pt x="1033093" y="90491"/>
                  <a:pt x="1029128" y="94955"/>
                  <a:pt x="1024378" y="97882"/>
                </a:cubicBezTo>
                <a:cubicBezTo>
                  <a:pt x="1019628" y="100809"/>
                  <a:pt x="1014578" y="102272"/>
                  <a:pt x="1009225" y="102272"/>
                </a:cubicBezTo>
                <a:cubicBezTo>
                  <a:pt x="1000208" y="102272"/>
                  <a:pt x="993000" y="98869"/>
                  <a:pt x="987599" y="92064"/>
                </a:cubicBezTo>
                <a:cubicBezTo>
                  <a:pt x="982199" y="85258"/>
                  <a:pt x="979498" y="77077"/>
                  <a:pt x="979498" y="67520"/>
                </a:cubicBezTo>
                <a:cubicBezTo>
                  <a:pt x="979498" y="58300"/>
                  <a:pt x="981958" y="50191"/>
                  <a:pt x="986876" y="43193"/>
                </a:cubicBezTo>
                <a:cubicBezTo>
                  <a:pt x="992807" y="34746"/>
                  <a:pt x="1000980" y="30522"/>
                  <a:pt x="1011395" y="30522"/>
                </a:cubicBezTo>
                <a:cubicBezTo>
                  <a:pt x="1018387" y="30522"/>
                  <a:pt x="1023944" y="32288"/>
                  <a:pt x="1028067" y="35818"/>
                </a:cubicBezTo>
                <a:cubicBezTo>
                  <a:pt x="1032189" y="39347"/>
                  <a:pt x="1034251" y="43288"/>
                  <a:pt x="1034251" y="47639"/>
                </a:cubicBezTo>
                <a:cubicBezTo>
                  <a:pt x="1034251" y="50395"/>
                  <a:pt x="1033419" y="52595"/>
                  <a:pt x="1031755" y="54239"/>
                </a:cubicBezTo>
                <a:cubicBezTo>
                  <a:pt x="1030092" y="55883"/>
                  <a:pt x="1027910" y="56705"/>
                  <a:pt x="1025210" y="56705"/>
                </a:cubicBezTo>
                <a:cubicBezTo>
                  <a:pt x="1022365" y="56705"/>
                  <a:pt x="1020014" y="55762"/>
                  <a:pt x="1018158" y="53875"/>
                </a:cubicBezTo>
                <a:cubicBezTo>
                  <a:pt x="1016301" y="51987"/>
                  <a:pt x="1015156" y="48624"/>
                  <a:pt x="1014722" y="43786"/>
                </a:cubicBezTo>
                <a:cubicBezTo>
                  <a:pt x="1014433" y="40737"/>
                  <a:pt x="1013734" y="38608"/>
                  <a:pt x="1012625" y="37398"/>
                </a:cubicBezTo>
                <a:cubicBezTo>
                  <a:pt x="1011516" y="36190"/>
                  <a:pt x="1010214" y="35585"/>
                  <a:pt x="1008719" y="35585"/>
                </a:cubicBezTo>
                <a:cubicBezTo>
                  <a:pt x="1006404" y="35585"/>
                  <a:pt x="1004428" y="36815"/>
                  <a:pt x="1002788" y="39274"/>
                </a:cubicBezTo>
                <a:cubicBezTo>
                  <a:pt x="1000281" y="42987"/>
                  <a:pt x="999027" y="48677"/>
                  <a:pt x="999027" y="56343"/>
                </a:cubicBezTo>
                <a:cubicBezTo>
                  <a:pt x="999027" y="62708"/>
                  <a:pt x="1000040" y="68796"/>
                  <a:pt x="1002065" y="74606"/>
                </a:cubicBezTo>
                <a:cubicBezTo>
                  <a:pt x="1004090" y="80417"/>
                  <a:pt x="1006863" y="84744"/>
                  <a:pt x="1010383" y="87589"/>
                </a:cubicBezTo>
                <a:cubicBezTo>
                  <a:pt x="1013035" y="89663"/>
                  <a:pt x="1016169" y="90699"/>
                  <a:pt x="1019785" y="90699"/>
                </a:cubicBezTo>
                <a:cubicBezTo>
                  <a:pt x="1022148" y="90699"/>
                  <a:pt x="1024390" y="90146"/>
                  <a:pt x="1026512" y="89040"/>
                </a:cubicBezTo>
                <a:cubicBezTo>
                  <a:pt x="1028633" y="87933"/>
                  <a:pt x="1031141" y="85839"/>
                  <a:pt x="1034034" y="82759"/>
                </a:cubicBezTo>
                <a:close/>
                <a:moveTo>
                  <a:pt x="1072097" y="2170"/>
                </a:moveTo>
                <a:lnTo>
                  <a:pt x="1072097" y="41299"/>
                </a:lnTo>
                <a:cubicBezTo>
                  <a:pt x="1075810" y="37366"/>
                  <a:pt x="1079210" y="34587"/>
                  <a:pt x="1082296" y="32961"/>
                </a:cubicBezTo>
                <a:cubicBezTo>
                  <a:pt x="1085382" y="31335"/>
                  <a:pt x="1088588" y="30522"/>
                  <a:pt x="1091915" y="30522"/>
                </a:cubicBezTo>
                <a:cubicBezTo>
                  <a:pt x="1096158" y="30522"/>
                  <a:pt x="1099787" y="31728"/>
                  <a:pt x="1102801" y="34139"/>
                </a:cubicBezTo>
                <a:cubicBezTo>
                  <a:pt x="1105814" y="36550"/>
                  <a:pt x="1107815" y="39383"/>
                  <a:pt x="1108804" y="42637"/>
                </a:cubicBezTo>
                <a:cubicBezTo>
                  <a:pt x="1109792" y="45892"/>
                  <a:pt x="1110286" y="51377"/>
                  <a:pt x="1110286" y="59092"/>
                </a:cubicBezTo>
                <a:lnTo>
                  <a:pt x="1110286" y="85492"/>
                </a:lnTo>
                <a:cubicBezTo>
                  <a:pt x="1110286" y="90683"/>
                  <a:pt x="1110769" y="93921"/>
                  <a:pt x="1111733" y="95206"/>
                </a:cubicBezTo>
                <a:cubicBezTo>
                  <a:pt x="1112697" y="96492"/>
                  <a:pt x="1114650" y="97304"/>
                  <a:pt x="1117592" y="97643"/>
                </a:cubicBezTo>
                <a:lnTo>
                  <a:pt x="1117592" y="100247"/>
                </a:lnTo>
                <a:lnTo>
                  <a:pt x="1083308" y="100247"/>
                </a:lnTo>
                <a:lnTo>
                  <a:pt x="1083308" y="97643"/>
                </a:lnTo>
                <a:cubicBezTo>
                  <a:pt x="1085719" y="97304"/>
                  <a:pt x="1087527" y="96333"/>
                  <a:pt x="1088733" y="94732"/>
                </a:cubicBezTo>
                <a:cubicBezTo>
                  <a:pt x="1089601" y="93470"/>
                  <a:pt x="1090035" y="90390"/>
                  <a:pt x="1090035" y="85492"/>
                </a:cubicBezTo>
                <a:lnTo>
                  <a:pt x="1090035" y="55378"/>
                </a:lnTo>
                <a:cubicBezTo>
                  <a:pt x="1090035" y="49794"/>
                  <a:pt x="1089818" y="46292"/>
                  <a:pt x="1089384" y="44873"/>
                </a:cubicBezTo>
                <a:cubicBezTo>
                  <a:pt x="1088950" y="43452"/>
                  <a:pt x="1088214" y="42344"/>
                  <a:pt x="1087178" y="41550"/>
                </a:cubicBezTo>
                <a:cubicBezTo>
                  <a:pt x="1086141" y="40756"/>
                  <a:pt x="1084972" y="40359"/>
                  <a:pt x="1083670" y="40359"/>
                </a:cubicBezTo>
                <a:cubicBezTo>
                  <a:pt x="1081741" y="40359"/>
                  <a:pt x="1079861" y="41022"/>
                  <a:pt x="1078028" y="42348"/>
                </a:cubicBezTo>
                <a:cubicBezTo>
                  <a:pt x="1076196" y="43674"/>
                  <a:pt x="1074219" y="46001"/>
                  <a:pt x="1072097" y="49328"/>
                </a:cubicBezTo>
                <a:lnTo>
                  <a:pt x="1072097" y="85492"/>
                </a:lnTo>
                <a:cubicBezTo>
                  <a:pt x="1072097" y="90342"/>
                  <a:pt x="1072459" y="93374"/>
                  <a:pt x="1073182" y="94587"/>
                </a:cubicBezTo>
                <a:cubicBezTo>
                  <a:pt x="1074098" y="96235"/>
                  <a:pt x="1075979" y="97254"/>
                  <a:pt x="1078824" y="97643"/>
                </a:cubicBezTo>
                <a:lnTo>
                  <a:pt x="1078824" y="100247"/>
                </a:lnTo>
                <a:lnTo>
                  <a:pt x="1044540" y="100247"/>
                </a:lnTo>
                <a:lnTo>
                  <a:pt x="1044540" y="97643"/>
                </a:lnTo>
                <a:cubicBezTo>
                  <a:pt x="1047385" y="97352"/>
                  <a:pt x="1049410" y="96430"/>
                  <a:pt x="1050616" y="94878"/>
                </a:cubicBezTo>
                <a:cubicBezTo>
                  <a:pt x="1051436" y="93812"/>
                  <a:pt x="1051846" y="90683"/>
                  <a:pt x="1051846" y="85492"/>
                </a:cubicBezTo>
                <a:lnTo>
                  <a:pt x="1051846" y="16925"/>
                </a:lnTo>
                <a:cubicBezTo>
                  <a:pt x="1051846" y="11752"/>
                  <a:pt x="1051375" y="8531"/>
                  <a:pt x="1050435" y="7262"/>
                </a:cubicBezTo>
                <a:cubicBezTo>
                  <a:pt x="1049495" y="5993"/>
                  <a:pt x="1047530" y="5164"/>
                  <a:pt x="1044540" y="4774"/>
                </a:cubicBezTo>
                <a:lnTo>
                  <a:pt x="1044540" y="2170"/>
                </a:lnTo>
                <a:lnTo>
                  <a:pt x="1072097" y="21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04851-45C5-4DA2-B14A-D2719A9A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825" y="62814"/>
            <a:ext cx="2637040" cy="333346"/>
          </a:xfrm>
          <a:custGeom xmlns:a="http://schemas.openxmlformats.org/drawingml/2006/main">
            <a:pathLst>
              <a:path w="2637040" h="333346">
                <a:moveTo>
                  <a:pt x="0" y="0"/>
                </a:moveTo>
                <a:lnTo>
                  <a:pt x="2637040" y="0"/>
                </a:lnTo>
                <a:lnTo>
                  <a:pt x="2637040" y="333346"/>
                </a:lnTo>
                <a:lnTo>
                  <a:pt x="0" y="3333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Domain-Specif">
            <a:extLst xmlns:a="http://schemas.openxmlformats.org/drawingml/2006/main">
              <a:ext uri="{FF2B5EF4-FFF2-40B4-BE49-F238E27FC236}">
                <a16:creationId xmlns:a16="http://schemas.microsoft.com/office/drawing/2014/main" id="{49E33332-2790-4203-8281-71138087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958" y="176282"/>
            <a:ext cx="946542" cy="131926"/>
          </a:xfrm>
          <a:custGeom xmlns:a="http://schemas.openxmlformats.org/drawingml/2006/main">
            <a:pathLst>
              <a:path w="946542" h="131926">
                <a:moveTo>
                  <a:pt x="0" y="100247"/>
                </a:moveTo>
                <a:lnTo>
                  <a:pt x="0" y="97643"/>
                </a:lnTo>
                <a:lnTo>
                  <a:pt x="3255" y="97643"/>
                </a:lnTo>
                <a:cubicBezTo>
                  <a:pt x="6100" y="97643"/>
                  <a:pt x="8282" y="97194"/>
                  <a:pt x="9800" y="96298"/>
                </a:cubicBezTo>
                <a:cubicBezTo>
                  <a:pt x="11319" y="95401"/>
                  <a:pt x="12440" y="94178"/>
                  <a:pt x="13164" y="92627"/>
                </a:cubicBezTo>
                <a:cubicBezTo>
                  <a:pt x="13598" y="91609"/>
                  <a:pt x="13815" y="88555"/>
                  <a:pt x="13815" y="83466"/>
                </a:cubicBezTo>
                <a:lnTo>
                  <a:pt x="13815" y="18950"/>
                </a:lnTo>
                <a:cubicBezTo>
                  <a:pt x="13815" y="13910"/>
                  <a:pt x="13549" y="10760"/>
                  <a:pt x="13019" y="9500"/>
                </a:cubicBezTo>
                <a:cubicBezTo>
                  <a:pt x="12489" y="8239"/>
                  <a:pt x="11416" y="7136"/>
                  <a:pt x="9800" y="6191"/>
                </a:cubicBezTo>
                <a:cubicBezTo>
                  <a:pt x="8185" y="5246"/>
                  <a:pt x="6003" y="4774"/>
                  <a:pt x="3255" y="4774"/>
                </a:cubicBezTo>
                <a:lnTo>
                  <a:pt x="0" y="4774"/>
                </a:lnTo>
                <a:lnTo>
                  <a:pt x="0" y="2170"/>
                </a:lnTo>
                <a:lnTo>
                  <a:pt x="43903" y="2170"/>
                </a:lnTo>
                <a:cubicBezTo>
                  <a:pt x="55620" y="2170"/>
                  <a:pt x="65047" y="3761"/>
                  <a:pt x="72183" y="6943"/>
                </a:cubicBezTo>
                <a:cubicBezTo>
                  <a:pt x="80911" y="10849"/>
                  <a:pt x="87529" y="16756"/>
                  <a:pt x="92037" y="24664"/>
                </a:cubicBezTo>
                <a:cubicBezTo>
                  <a:pt x="96546" y="32572"/>
                  <a:pt x="98800" y="41516"/>
                  <a:pt x="98800" y="51497"/>
                </a:cubicBezTo>
                <a:cubicBezTo>
                  <a:pt x="98800" y="58393"/>
                  <a:pt x="97691" y="64746"/>
                  <a:pt x="95473" y="70556"/>
                </a:cubicBezTo>
                <a:cubicBezTo>
                  <a:pt x="93255" y="76366"/>
                  <a:pt x="90386" y="81164"/>
                  <a:pt x="86866" y="84949"/>
                </a:cubicBezTo>
                <a:cubicBezTo>
                  <a:pt x="83346" y="88734"/>
                  <a:pt x="79283" y="91772"/>
                  <a:pt x="74679" y="94062"/>
                </a:cubicBezTo>
                <a:cubicBezTo>
                  <a:pt x="70074" y="96353"/>
                  <a:pt x="64444" y="98125"/>
                  <a:pt x="57790" y="99379"/>
                </a:cubicBezTo>
                <a:cubicBezTo>
                  <a:pt x="54849" y="99957"/>
                  <a:pt x="50220" y="100247"/>
                  <a:pt x="43903" y="100247"/>
                </a:cubicBezTo>
                <a:lnTo>
                  <a:pt x="0" y="100247"/>
                </a:lnTo>
                <a:moveTo>
                  <a:pt x="37394" y="7667"/>
                </a:moveTo>
                <a:lnTo>
                  <a:pt x="37394" y="84126"/>
                </a:lnTo>
                <a:cubicBezTo>
                  <a:pt x="37394" y="88174"/>
                  <a:pt x="37586" y="90656"/>
                  <a:pt x="37972" y="91572"/>
                </a:cubicBezTo>
                <a:cubicBezTo>
                  <a:pt x="38358" y="92486"/>
                  <a:pt x="39009" y="93184"/>
                  <a:pt x="39925" y="93665"/>
                </a:cubicBezTo>
                <a:cubicBezTo>
                  <a:pt x="41227" y="94388"/>
                  <a:pt x="43107" y="94750"/>
                  <a:pt x="45567" y="94750"/>
                </a:cubicBezTo>
                <a:cubicBezTo>
                  <a:pt x="53619" y="94750"/>
                  <a:pt x="59767" y="92003"/>
                  <a:pt x="64010" y="86511"/>
                </a:cubicBezTo>
                <a:cubicBezTo>
                  <a:pt x="69796" y="79091"/>
                  <a:pt x="72690" y="67577"/>
                  <a:pt x="72690" y="51968"/>
                </a:cubicBezTo>
                <a:cubicBezTo>
                  <a:pt x="72690" y="39393"/>
                  <a:pt x="70713" y="29348"/>
                  <a:pt x="66759" y="21832"/>
                </a:cubicBezTo>
                <a:cubicBezTo>
                  <a:pt x="63624" y="15954"/>
                  <a:pt x="59598" y="11954"/>
                  <a:pt x="54680" y="9834"/>
                </a:cubicBezTo>
                <a:cubicBezTo>
                  <a:pt x="51208" y="8341"/>
                  <a:pt x="45446" y="7619"/>
                  <a:pt x="37394" y="7667"/>
                </a:cubicBezTo>
                <a:close/>
                <a:moveTo>
                  <a:pt x="141882" y="30522"/>
                </a:moveTo>
                <a:cubicBezTo>
                  <a:pt x="147765" y="30522"/>
                  <a:pt x="153238" y="32043"/>
                  <a:pt x="158301" y="35084"/>
                </a:cubicBezTo>
                <a:cubicBezTo>
                  <a:pt x="163364" y="38124"/>
                  <a:pt x="167209" y="42444"/>
                  <a:pt x="169837" y="48044"/>
                </a:cubicBezTo>
                <a:cubicBezTo>
                  <a:pt x="172465" y="53643"/>
                  <a:pt x="173779" y="59773"/>
                  <a:pt x="173779" y="66433"/>
                </a:cubicBezTo>
                <a:cubicBezTo>
                  <a:pt x="173779" y="76038"/>
                  <a:pt x="171344" y="84074"/>
                  <a:pt x="166474" y="90543"/>
                </a:cubicBezTo>
                <a:cubicBezTo>
                  <a:pt x="160591" y="98362"/>
                  <a:pt x="152466" y="102272"/>
                  <a:pt x="142099" y="102272"/>
                </a:cubicBezTo>
                <a:cubicBezTo>
                  <a:pt x="131925" y="102272"/>
                  <a:pt x="124090" y="98700"/>
                  <a:pt x="118593" y="91556"/>
                </a:cubicBezTo>
                <a:cubicBezTo>
                  <a:pt x="113096" y="84412"/>
                  <a:pt x="110347" y="76134"/>
                  <a:pt x="110347" y="66723"/>
                </a:cubicBezTo>
                <a:cubicBezTo>
                  <a:pt x="110347" y="57022"/>
                  <a:pt x="113156" y="48563"/>
                  <a:pt x="118774" y="41347"/>
                </a:cubicBezTo>
                <a:cubicBezTo>
                  <a:pt x="124391" y="34131"/>
                  <a:pt x="132094" y="30522"/>
                  <a:pt x="141882" y="30522"/>
                </a:cubicBezTo>
                <a:moveTo>
                  <a:pt x="142172" y="35585"/>
                </a:moveTo>
                <a:cubicBezTo>
                  <a:pt x="139712" y="35585"/>
                  <a:pt x="137603" y="36515"/>
                  <a:pt x="135843" y="38374"/>
                </a:cubicBezTo>
                <a:cubicBezTo>
                  <a:pt x="134083" y="40232"/>
                  <a:pt x="132926" y="43901"/>
                  <a:pt x="132371" y="49380"/>
                </a:cubicBezTo>
                <a:cubicBezTo>
                  <a:pt x="131817" y="54858"/>
                  <a:pt x="131539" y="62474"/>
                  <a:pt x="131539" y="72226"/>
                </a:cubicBezTo>
                <a:cubicBezTo>
                  <a:pt x="131539" y="77392"/>
                  <a:pt x="131877" y="82220"/>
                  <a:pt x="132552" y="86710"/>
                </a:cubicBezTo>
                <a:cubicBezTo>
                  <a:pt x="133082" y="90136"/>
                  <a:pt x="134216" y="92743"/>
                  <a:pt x="135951" y="94530"/>
                </a:cubicBezTo>
                <a:cubicBezTo>
                  <a:pt x="137687" y="96316"/>
                  <a:pt x="139664" y="97209"/>
                  <a:pt x="141882" y="97209"/>
                </a:cubicBezTo>
                <a:cubicBezTo>
                  <a:pt x="144052" y="97209"/>
                  <a:pt x="145860" y="96605"/>
                  <a:pt x="147307" y="95398"/>
                </a:cubicBezTo>
                <a:cubicBezTo>
                  <a:pt x="149187" y="93757"/>
                  <a:pt x="150441" y="91464"/>
                  <a:pt x="151068" y="88518"/>
                </a:cubicBezTo>
                <a:cubicBezTo>
                  <a:pt x="152032" y="83933"/>
                  <a:pt x="152515" y="74664"/>
                  <a:pt x="152515" y="60713"/>
                </a:cubicBezTo>
                <a:cubicBezTo>
                  <a:pt x="152515" y="52506"/>
                  <a:pt x="152056" y="46871"/>
                  <a:pt x="151140" y="43806"/>
                </a:cubicBezTo>
                <a:cubicBezTo>
                  <a:pt x="150224" y="40739"/>
                  <a:pt x="148874" y="38506"/>
                  <a:pt x="147090" y="37106"/>
                </a:cubicBezTo>
                <a:cubicBezTo>
                  <a:pt x="145836" y="36092"/>
                  <a:pt x="144197" y="35585"/>
                  <a:pt x="142172" y="35585"/>
                </a:cubicBezTo>
                <a:close/>
                <a:moveTo>
                  <a:pt x="212113" y="32548"/>
                </a:moveTo>
                <a:lnTo>
                  <a:pt x="212113" y="41516"/>
                </a:lnTo>
                <a:cubicBezTo>
                  <a:pt x="215826" y="37439"/>
                  <a:pt x="219261" y="34587"/>
                  <a:pt x="222420" y="32961"/>
                </a:cubicBezTo>
                <a:cubicBezTo>
                  <a:pt x="225578" y="31335"/>
                  <a:pt x="229038" y="30522"/>
                  <a:pt x="232799" y="30522"/>
                </a:cubicBezTo>
                <a:cubicBezTo>
                  <a:pt x="237139" y="30522"/>
                  <a:pt x="240779" y="31541"/>
                  <a:pt x="243720" y="33578"/>
                </a:cubicBezTo>
                <a:cubicBezTo>
                  <a:pt x="246662" y="35615"/>
                  <a:pt x="248928" y="38720"/>
                  <a:pt x="250519" y="42890"/>
                </a:cubicBezTo>
                <a:cubicBezTo>
                  <a:pt x="254377" y="38525"/>
                  <a:pt x="258077" y="35373"/>
                  <a:pt x="261622" y="33434"/>
                </a:cubicBezTo>
                <a:cubicBezTo>
                  <a:pt x="265166" y="31493"/>
                  <a:pt x="268866" y="30522"/>
                  <a:pt x="272724" y="30522"/>
                </a:cubicBezTo>
                <a:cubicBezTo>
                  <a:pt x="277401" y="30522"/>
                  <a:pt x="281126" y="31597"/>
                  <a:pt x="283899" y="33746"/>
                </a:cubicBezTo>
                <a:cubicBezTo>
                  <a:pt x="286671" y="35894"/>
                  <a:pt x="288600" y="38622"/>
                  <a:pt x="289685" y="41930"/>
                </a:cubicBezTo>
                <a:cubicBezTo>
                  <a:pt x="290770" y="45237"/>
                  <a:pt x="291312" y="50512"/>
                  <a:pt x="291312" y="57754"/>
                </a:cubicBezTo>
                <a:lnTo>
                  <a:pt x="291312" y="85492"/>
                </a:lnTo>
                <a:cubicBezTo>
                  <a:pt x="291312" y="90699"/>
                  <a:pt x="291782" y="93930"/>
                  <a:pt x="292723" y="95184"/>
                </a:cubicBezTo>
                <a:cubicBezTo>
                  <a:pt x="293663" y="96437"/>
                  <a:pt x="295628" y="97257"/>
                  <a:pt x="298617" y="97643"/>
                </a:cubicBezTo>
                <a:lnTo>
                  <a:pt x="298617" y="100247"/>
                </a:lnTo>
                <a:lnTo>
                  <a:pt x="263683" y="100247"/>
                </a:lnTo>
                <a:lnTo>
                  <a:pt x="263683" y="97643"/>
                </a:lnTo>
                <a:cubicBezTo>
                  <a:pt x="266431" y="97402"/>
                  <a:pt x="268457" y="96341"/>
                  <a:pt x="269758" y="94460"/>
                </a:cubicBezTo>
                <a:cubicBezTo>
                  <a:pt x="270626" y="93158"/>
                  <a:pt x="271060" y="90169"/>
                  <a:pt x="271060" y="85492"/>
                </a:cubicBezTo>
                <a:lnTo>
                  <a:pt x="271060" y="56416"/>
                </a:lnTo>
                <a:cubicBezTo>
                  <a:pt x="271060" y="50388"/>
                  <a:pt x="270819" y="46555"/>
                  <a:pt x="270337" y="44916"/>
                </a:cubicBezTo>
                <a:cubicBezTo>
                  <a:pt x="269855" y="43276"/>
                  <a:pt x="269095" y="42059"/>
                  <a:pt x="268059" y="41263"/>
                </a:cubicBezTo>
                <a:cubicBezTo>
                  <a:pt x="267022" y="40467"/>
                  <a:pt x="265805" y="40070"/>
                  <a:pt x="264406" y="40070"/>
                </a:cubicBezTo>
                <a:cubicBezTo>
                  <a:pt x="262333" y="40070"/>
                  <a:pt x="260235" y="40829"/>
                  <a:pt x="258114" y="42348"/>
                </a:cubicBezTo>
                <a:cubicBezTo>
                  <a:pt x="255992" y="43867"/>
                  <a:pt x="253846" y="46145"/>
                  <a:pt x="251676" y="49183"/>
                </a:cubicBezTo>
                <a:lnTo>
                  <a:pt x="251676" y="85492"/>
                </a:lnTo>
                <a:cubicBezTo>
                  <a:pt x="251676" y="90362"/>
                  <a:pt x="252086" y="93424"/>
                  <a:pt x="252906" y="94677"/>
                </a:cubicBezTo>
                <a:cubicBezTo>
                  <a:pt x="254015" y="96461"/>
                  <a:pt x="256137" y="97450"/>
                  <a:pt x="259271" y="97643"/>
                </a:cubicBezTo>
                <a:lnTo>
                  <a:pt x="259271" y="100247"/>
                </a:lnTo>
                <a:lnTo>
                  <a:pt x="224264" y="100247"/>
                </a:lnTo>
                <a:lnTo>
                  <a:pt x="224264" y="97643"/>
                </a:lnTo>
                <a:cubicBezTo>
                  <a:pt x="226145" y="97546"/>
                  <a:pt x="227627" y="97076"/>
                  <a:pt x="228712" y="96232"/>
                </a:cubicBezTo>
                <a:cubicBezTo>
                  <a:pt x="229797" y="95389"/>
                  <a:pt x="230521" y="94376"/>
                  <a:pt x="230882" y="93195"/>
                </a:cubicBezTo>
                <a:cubicBezTo>
                  <a:pt x="231244" y="92013"/>
                  <a:pt x="231425" y="89446"/>
                  <a:pt x="231425" y="85492"/>
                </a:cubicBezTo>
                <a:lnTo>
                  <a:pt x="231425" y="56371"/>
                </a:lnTo>
                <a:cubicBezTo>
                  <a:pt x="231425" y="50236"/>
                  <a:pt x="231184" y="46397"/>
                  <a:pt x="230701" y="44852"/>
                </a:cubicBezTo>
                <a:cubicBezTo>
                  <a:pt x="230219" y="43306"/>
                  <a:pt x="229412" y="42099"/>
                  <a:pt x="228278" y="41229"/>
                </a:cubicBezTo>
                <a:cubicBezTo>
                  <a:pt x="227145" y="40360"/>
                  <a:pt x="225928" y="39925"/>
                  <a:pt x="224626" y="39925"/>
                </a:cubicBezTo>
                <a:cubicBezTo>
                  <a:pt x="222697" y="39925"/>
                  <a:pt x="220937" y="40435"/>
                  <a:pt x="219346" y="41455"/>
                </a:cubicBezTo>
                <a:cubicBezTo>
                  <a:pt x="217080" y="42962"/>
                  <a:pt x="214669" y="45538"/>
                  <a:pt x="212113" y="49183"/>
                </a:cubicBezTo>
                <a:lnTo>
                  <a:pt x="212113" y="85492"/>
                </a:lnTo>
                <a:cubicBezTo>
                  <a:pt x="212113" y="90265"/>
                  <a:pt x="212583" y="93412"/>
                  <a:pt x="213523" y="94930"/>
                </a:cubicBezTo>
                <a:cubicBezTo>
                  <a:pt x="214464" y="96449"/>
                  <a:pt x="216429" y="97353"/>
                  <a:pt x="219418" y="97643"/>
                </a:cubicBezTo>
                <a:lnTo>
                  <a:pt x="219418" y="100247"/>
                </a:lnTo>
                <a:lnTo>
                  <a:pt x="184556" y="100247"/>
                </a:lnTo>
                <a:lnTo>
                  <a:pt x="184556" y="97643"/>
                </a:lnTo>
                <a:cubicBezTo>
                  <a:pt x="187401" y="97353"/>
                  <a:pt x="189426" y="96437"/>
                  <a:pt x="190632" y="94894"/>
                </a:cubicBezTo>
                <a:cubicBezTo>
                  <a:pt x="191451" y="93833"/>
                  <a:pt x="191861" y="90699"/>
                  <a:pt x="191861" y="85492"/>
                </a:cubicBezTo>
                <a:lnTo>
                  <a:pt x="191861" y="47302"/>
                </a:lnTo>
                <a:cubicBezTo>
                  <a:pt x="191861" y="42130"/>
                  <a:pt x="191391" y="38909"/>
                  <a:pt x="190451" y="37640"/>
                </a:cubicBezTo>
                <a:cubicBezTo>
                  <a:pt x="189511" y="36371"/>
                  <a:pt x="187546" y="35542"/>
                  <a:pt x="184556" y="35151"/>
                </a:cubicBezTo>
                <a:lnTo>
                  <a:pt x="184556" y="32548"/>
                </a:lnTo>
                <a:lnTo>
                  <a:pt x="212113" y="32548"/>
                </a:lnTo>
                <a:close/>
                <a:moveTo>
                  <a:pt x="344761" y="90265"/>
                </a:moveTo>
                <a:cubicBezTo>
                  <a:pt x="336516" y="97595"/>
                  <a:pt x="329114" y="101259"/>
                  <a:pt x="322556" y="101259"/>
                </a:cubicBezTo>
                <a:cubicBezTo>
                  <a:pt x="318699" y="101259"/>
                  <a:pt x="315492" y="99990"/>
                  <a:pt x="312937" y="97451"/>
                </a:cubicBezTo>
                <a:cubicBezTo>
                  <a:pt x="310381" y="94910"/>
                  <a:pt x="309103" y="91729"/>
                  <a:pt x="309103" y="87908"/>
                </a:cubicBezTo>
                <a:cubicBezTo>
                  <a:pt x="309103" y="82730"/>
                  <a:pt x="311321" y="78073"/>
                  <a:pt x="315758" y="73937"/>
                </a:cubicBezTo>
                <a:cubicBezTo>
                  <a:pt x="320194" y="69801"/>
                  <a:pt x="329861" y="64298"/>
                  <a:pt x="344761" y="57428"/>
                </a:cubicBezTo>
                <a:lnTo>
                  <a:pt x="344761" y="50630"/>
                </a:lnTo>
                <a:cubicBezTo>
                  <a:pt x="344761" y="45518"/>
                  <a:pt x="344484" y="42300"/>
                  <a:pt x="343929" y="40974"/>
                </a:cubicBezTo>
                <a:cubicBezTo>
                  <a:pt x="343375" y="39648"/>
                  <a:pt x="342326" y="38491"/>
                  <a:pt x="340783" y="37502"/>
                </a:cubicBezTo>
                <a:cubicBezTo>
                  <a:pt x="339240" y="36514"/>
                  <a:pt x="337504" y="36019"/>
                  <a:pt x="335575" y="36019"/>
                </a:cubicBezTo>
                <a:cubicBezTo>
                  <a:pt x="332441" y="36019"/>
                  <a:pt x="329861" y="36718"/>
                  <a:pt x="327836" y="38117"/>
                </a:cubicBezTo>
                <a:cubicBezTo>
                  <a:pt x="326583" y="38985"/>
                  <a:pt x="325956" y="39997"/>
                  <a:pt x="325956" y="41155"/>
                </a:cubicBezTo>
                <a:cubicBezTo>
                  <a:pt x="325956" y="42167"/>
                  <a:pt x="326631" y="43421"/>
                  <a:pt x="327981" y="44916"/>
                </a:cubicBezTo>
                <a:cubicBezTo>
                  <a:pt x="329813" y="46989"/>
                  <a:pt x="330729" y="48990"/>
                  <a:pt x="330729" y="50919"/>
                </a:cubicBezTo>
                <a:cubicBezTo>
                  <a:pt x="330729" y="53282"/>
                  <a:pt x="329849" y="55295"/>
                  <a:pt x="328089" y="56958"/>
                </a:cubicBezTo>
                <a:cubicBezTo>
                  <a:pt x="326329" y="58622"/>
                  <a:pt x="324027" y="59454"/>
                  <a:pt x="321182" y="59454"/>
                </a:cubicBezTo>
                <a:cubicBezTo>
                  <a:pt x="318144" y="59454"/>
                  <a:pt x="315601" y="58537"/>
                  <a:pt x="313552" y="56705"/>
                </a:cubicBezTo>
                <a:cubicBezTo>
                  <a:pt x="311502" y="54873"/>
                  <a:pt x="310478" y="52727"/>
                  <a:pt x="310478" y="50268"/>
                </a:cubicBezTo>
                <a:cubicBezTo>
                  <a:pt x="310478" y="46796"/>
                  <a:pt x="311852" y="43481"/>
                  <a:pt x="314600" y="40323"/>
                </a:cubicBezTo>
                <a:cubicBezTo>
                  <a:pt x="317349" y="37165"/>
                  <a:pt x="321182" y="34742"/>
                  <a:pt x="326100" y="33054"/>
                </a:cubicBezTo>
                <a:cubicBezTo>
                  <a:pt x="331019" y="31366"/>
                  <a:pt x="336130" y="30522"/>
                  <a:pt x="341434" y="30522"/>
                </a:cubicBezTo>
                <a:cubicBezTo>
                  <a:pt x="347847" y="30522"/>
                  <a:pt x="352922" y="31888"/>
                  <a:pt x="356659" y="34620"/>
                </a:cubicBezTo>
                <a:cubicBezTo>
                  <a:pt x="360396" y="37351"/>
                  <a:pt x="362819" y="40311"/>
                  <a:pt x="363928" y="43501"/>
                </a:cubicBezTo>
                <a:cubicBezTo>
                  <a:pt x="364603" y="45530"/>
                  <a:pt x="364941" y="50194"/>
                  <a:pt x="364941" y="57492"/>
                </a:cubicBezTo>
                <a:lnTo>
                  <a:pt x="364941" y="83808"/>
                </a:lnTo>
                <a:cubicBezTo>
                  <a:pt x="364941" y="86901"/>
                  <a:pt x="365061" y="88847"/>
                  <a:pt x="365302" y="89646"/>
                </a:cubicBezTo>
                <a:cubicBezTo>
                  <a:pt x="365543" y="90443"/>
                  <a:pt x="365905" y="91035"/>
                  <a:pt x="366387" y="91423"/>
                </a:cubicBezTo>
                <a:cubicBezTo>
                  <a:pt x="366869" y="91808"/>
                  <a:pt x="367424" y="92001"/>
                  <a:pt x="368051" y="92001"/>
                </a:cubicBezTo>
                <a:cubicBezTo>
                  <a:pt x="369304" y="92001"/>
                  <a:pt x="370582" y="91109"/>
                  <a:pt x="371884" y="89325"/>
                </a:cubicBezTo>
                <a:lnTo>
                  <a:pt x="374054" y="91061"/>
                </a:lnTo>
                <a:cubicBezTo>
                  <a:pt x="371643" y="94629"/>
                  <a:pt x="369148" y="97221"/>
                  <a:pt x="366568" y="98836"/>
                </a:cubicBezTo>
                <a:cubicBezTo>
                  <a:pt x="363988" y="100451"/>
                  <a:pt x="361059" y="101259"/>
                  <a:pt x="357780" y="101259"/>
                </a:cubicBezTo>
                <a:cubicBezTo>
                  <a:pt x="353923" y="101259"/>
                  <a:pt x="350909" y="100349"/>
                  <a:pt x="348739" y="98529"/>
                </a:cubicBezTo>
                <a:cubicBezTo>
                  <a:pt x="346569" y="96708"/>
                  <a:pt x="345243" y="93954"/>
                  <a:pt x="344761" y="90265"/>
                </a:cubicBezTo>
                <a:moveTo>
                  <a:pt x="344761" y="84913"/>
                </a:moveTo>
                <a:lnTo>
                  <a:pt x="344761" y="62288"/>
                </a:lnTo>
                <a:cubicBezTo>
                  <a:pt x="338927" y="65728"/>
                  <a:pt x="334587" y="69411"/>
                  <a:pt x="331742" y="73336"/>
                </a:cubicBezTo>
                <a:cubicBezTo>
                  <a:pt x="329861" y="75952"/>
                  <a:pt x="328921" y="78593"/>
                  <a:pt x="328921" y="81258"/>
                </a:cubicBezTo>
                <a:cubicBezTo>
                  <a:pt x="328921" y="83487"/>
                  <a:pt x="329717" y="85449"/>
                  <a:pt x="331308" y="87146"/>
                </a:cubicBezTo>
                <a:cubicBezTo>
                  <a:pt x="332514" y="88454"/>
                  <a:pt x="334201" y="89108"/>
                  <a:pt x="336371" y="89108"/>
                </a:cubicBezTo>
                <a:cubicBezTo>
                  <a:pt x="338782" y="89108"/>
                  <a:pt x="341579" y="87710"/>
                  <a:pt x="344761" y="84913"/>
                </a:cubicBezTo>
                <a:close/>
                <a:moveTo>
                  <a:pt x="397778" y="0"/>
                </a:moveTo>
                <a:cubicBezTo>
                  <a:pt x="400912" y="0"/>
                  <a:pt x="403564" y="1101"/>
                  <a:pt x="405734" y="3302"/>
                </a:cubicBezTo>
                <a:cubicBezTo>
                  <a:pt x="407904" y="5502"/>
                  <a:pt x="408989" y="8150"/>
                  <a:pt x="408989" y="11247"/>
                </a:cubicBezTo>
                <a:cubicBezTo>
                  <a:pt x="408989" y="14344"/>
                  <a:pt x="407892" y="16980"/>
                  <a:pt x="405698" y="19158"/>
                </a:cubicBezTo>
                <a:cubicBezTo>
                  <a:pt x="403504" y="21334"/>
                  <a:pt x="400864" y="22422"/>
                  <a:pt x="397778" y="22422"/>
                </a:cubicBezTo>
                <a:cubicBezTo>
                  <a:pt x="394692" y="22422"/>
                  <a:pt x="392064" y="21334"/>
                  <a:pt x="389894" y="19158"/>
                </a:cubicBezTo>
                <a:cubicBezTo>
                  <a:pt x="387724" y="16980"/>
                  <a:pt x="386639" y="14344"/>
                  <a:pt x="386639" y="11247"/>
                </a:cubicBezTo>
                <a:cubicBezTo>
                  <a:pt x="386639" y="8150"/>
                  <a:pt x="387724" y="5502"/>
                  <a:pt x="389894" y="3302"/>
                </a:cubicBezTo>
                <a:cubicBezTo>
                  <a:pt x="392064" y="1101"/>
                  <a:pt x="394692" y="0"/>
                  <a:pt x="397778" y="0"/>
                </a:cubicBezTo>
                <a:moveTo>
                  <a:pt x="407904" y="32548"/>
                </a:moveTo>
                <a:lnTo>
                  <a:pt x="407904" y="86215"/>
                </a:lnTo>
                <a:cubicBezTo>
                  <a:pt x="407904" y="90989"/>
                  <a:pt x="408458" y="94038"/>
                  <a:pt x="409567" y="95364"/>
                </a:cubicBezTo>
                <a:cubicBezTo>
                  <a:pt x="410676" y="96690"/>
                  <a:pt x="412846" y="97450"/>
                  <a:pt x="416077" y="97643"/>
                </a:cubicBezTo>
                <a:lnTo>
                  <a:pt x="416077" y="100247"/>
                </a:lnTo>
                <a:lnTo>
                  <a:pt x="379551" y="100247"/>
                </a:lnTo>
                <a:lnTo>
                  <a:pt x="379551" y="97643"/>
                </a:lnTo>
                <a:cubicBezTo>
                  <a:pt x="382541" y="97546"/>
                  <a:pt x="384759" y="96678"/>
                  <a:pt x="386205" y="95039"/>
                </a:cubicBezTo>
                <a:cubicBezTo>
                  <a:pt x="387170" y="93930"/>
                  <a:pt x="387652" y="90989"/>
                  <a:pt x="387652" y="86215"/>
                </a:cubicBezTo>
                <a:lnTo>
                  <a:pt x="387652" y="46724"/>
                </a:lnTo>
                <a:cubicBezTo>
                  <a:pt x="387652" y="41890"/>
                  <a:pt x="387097" y="38802"/>
                  <a:pt x="385988" y="37459"/>
                </a:cubicBezTo>
                <a:cubicBezTo>
                  <a:pt x="384879" y="36117"/>
                  <a:pt x="382734" y="35347"/>
                  <a:pt x="379551" y="35151"/>
                </a:cubicBezTo>
                <a:lnTo>
                  <a:pt x="379551" y="32548"/>
                </a:lnTo>
                <a:lnTo>
                  <a:pt x="407904" y="32548"/>
                </a:lnTo>
                <a:close/>
                <a:moveTo>
                  <a:pt x="450164" y="32548"/>
                </a:moveTo>
                <a:lnTo>
                  <a:pt x="450164" y="41372"/>
                </a:lnTo>
                <a:cubicBezTo>
                  <a:pt x="453636" y="37585"/>
                  <a:pt x="456963" y="34830"/>
                  <a:pt x="460146" y="33108"/>
                </a:cubicBezTo>
                <a:cubicBezTo>
                  <a:pt x="463328" y="31384"/>
                  <a:pt x="466752" y="30522"/>
                  <a:pt x="470416" y="30522"/>
                </a:cubicBezTo>
                <a:cubicBezTo>
                  <a:pt x="474804" y="30522"/>
                  <a:pt x="478445" y="31741"/>
                  <a:pt x="481338" y="34179"/>
                </a:cubicBezTo>
                <a:cubicBezTo>
                  <a:pt x="484231" y="36618"/>
                  <a:pt x="486160" y="39647"/>
                  <a:pt x="487124" y="43268"/>
                </a:cubicBezTo>
                <a:cubicBezTo>
                  <a:pt x="487895" y="46021"/>
                  <a:pt x="488281" y="51308"/>
                  <a:pt x="488281" y="59130"/>
                </a:cubicBezTo>
                <a:lnTo>
                  <a:pt x="488281" y="85492"/>
                </a:lnTo>
                <a:cubicBezTo>
                  <a:pt x="488281" y="90699"/>
                  <a:pt x="488751" y="93942"/>
                  <a:pt x="489692" y="95220"/>
                </a:cubicBezTo>
                <a:cubicBezTo>
                  <a:pt x="490632" y="96498"/>
                  <a:pt x="492597" y="97305"/>
                  <a:pt x="495586" y="97643"/>
                </a:cubicBezTo>
                <a:lnTo>
                  <a:pt x="495586" y="100247"/>
                </a:lnTo>
                <a:lnTo>
                  <a:pt x="461375" y="100247"/>
                </a:lnTo>
                <a:lnTo>
                  <a:pt x="461375" y="97643"/>
                </a:lnTo>
                <a:cubicBezTo>
                  <a:pt x="463931" y="97305"/>
                  <a:pt x="465763" y="96244"/>
                  <a:pt x="466872" y="94460"/>
                </a:cubicBezTo>
                <a:cubicBezTo>
                  <a:pt x="467644" y="93255"/>
                  <a:pt x="468029" y="90265"/>
                  <a:pt x="468029" y="85492"/>
                </a:cubicBezTo>
                <a:lnTo>
                  <a:pt x="468029" y="55403"/>
                </a:lnTo>
                <a:cubicBezTo>
                  <a:pt x="468029" y="49858"/>
                  <a:pt x="467812" y="46362"/>
                  <a:pt x="467378" y="44916"/>
                </a:cubicBezTo>
                <a:cubicBezTo>
                  <a:pt x="466944" y="43469"/>
                  <a:pt x="466209" y="42348"/>
                  <a:pt x="465172" y="41552"/>
                </a:cubicBezTo>
                <a:cubicBezTo>
                  <a:pt x="464136" y="40757"/>
                  <a:pt x="462990" y="40359"/>
                  <a:pt x="461737" y="40359"/>
                </a:cubicBezTo>
                <a:cubicBezTo>
                  <a:pt x="457590" y="40359"/>
                  <a:pt x="453733" y="43349"/>
                  <a:pt x="450164" y="49328"/>
                </a:cubicBezTo>
                <a:lnTo>
                  <a:pt x="450164" y="85492"/>
                </a:lnTo>
                <a:cubicBezTo>
                  <a:pt x="450164" y="90555"/>
                  <a:pt x="450634" y="93761"/>
                  <a:pt x="451575" y="95111"/>
                </a:cubicBezTo>
                <a:cubicBezTo>
                  <a:pt x="452515" y="96461"/>
                  <a:pt x="454263" y="97305"/>
                  <a:pt x="456819" y="97643"/>
                </a:cubicBezTo>
                <a:lnTo>
                  <a:pt x="456819" y="100247"/>
                </a:lnTo>
                <a:lnTo>
                  <a:pt x="422607" y="100247"/>
                </a:lnTo>
                <a:lnTo>
                  <a:pt x="422607" y="97643"/>
                </a:lnTo>
                <a:cubicBezTo>
                  <a:pt x="425452" y="97353"/>
                  <a:pt x="427477" y="96437"/>
                  <a:pt x="428683" y="94894"/>
                </a:cubicBezTo>
                <a:cubicBezTo>
                  <a:pt x="429503" y="93833"/>
                  <a:pt x="429913" y="90699"/>
                  <a:pt x="429913" y="85492"/>
                </a:cubicBezTo>
                <a:lnTo>
                  <a:pt x="429913" y="47302"/>
                </a:lnTo>
                <a:cubicBezTo>
                  <a:pt x="429913" y="42130"/>
                  <a:pt x="429442" y="38909"/>
                  <a:pt x="428502" y="37640"/>
                </a:cubicBezTo>
                <a:cubicBezTo>
                  <a:pt x="427562" y="36371"/>
                  <a:pt x="425597" y="35542"/>
                  <a:pt x="422607" y="35151"/>
                </a:cubicBezTo>
                <a:lnTo>
                  <a:pt x="422607" y="32548"/>
                </a:lnTo>
                <a:lnTo>
                  <a:pt x="450164" y="32548"/>
                </a:lnTo>
                <a:close/>
                <a:moveTo>
                  <a:pt x="545687" y="73630"/>
                </a:moveTo>
                <a:lnTo>
                  <a:pt x="503520" y="73630"/>
                </a:lnTo>
                <a:lnTo>
                  <a:pt x="503520" y="58586"/>
                </a:lnTo>
                <a:lnTo>
                  <a:pt x="545687" y="58586"/>
                </a:lnTo>
                <a:lnTo>
                  <a:pt x="545687" y="73630"/>
                </a:lnTo>
                <a:close/>
                <a:moveTo>
                  <a:pt x="618810" y="0"/>
                </a:moveTo>
                <a:lnTo>
                  <a:pt x="619605" y="32692"/>
                </a:lnTo>
                <a:lnTo>
                  <a:pt x="616640" y="32692"/>
                </a:lnTo>
                <a:cubicBezTo>
                  <a:pt x="615241" y="24516"/>
                  <a:pt x="611806" y="17940"/>
                  <a:pt x="606333" y="12963"/>
                </a:cubicBezTo>
                <a:cubicBezTo>
                  <a:pt x="600860" y="7985"/>
                  <a:pt x="594941" y="5497"/>
                  <a:pt x="588576" y="5497"/>
                </a:cubicBezTo>
                <a:cubicBezTo>
                  <a:pt x="583658" y="5497"/>
                  <a:pt x="579764" y="6807"/>
                  <a:pt x="576895" y="9427"/>
                </a:cubicBezTo>
                <a:cubicBezTo>
                  <a:pt x="574026" y="12046"/>
                  <a:pt x="572592" y="15062"/>
                  <a:pt x="572592" y="18475"/>
                </a:cubicBezTo>
                <a:cubicBezTo>
                  <a:pt x="572592" y="20638"/>
                  <a:pt x="573098" y="22560"/>
                  <a:pt x="574111" y="24243"/>
                </a:cubicBezTo>
                <a:cubicBezTo>
                  <a:pt x="575509" y="26502"/>
                  <a:pt x="577751" y="28737"/>
                  <a:pt x="580837" y="30947"/>
                </a:cubicBezTo>
                <a:cubicBezTo>
                  <a:pt x="583104" y="32534"/>
                  <a:pt x="588335" y="35347"/>
                  <a:pt x="596533" y="39385"/>
                </a:cubicBezTo>
                <a:cubicBezTo>
                  <a:pt x="608009" y="45008"/>
                  <a:pt x="615748" y="50321"/>
                  <a:pt x="619750" y="55322"/>
                </a:cubicBezTo>
                <a:cubicBezTo>
                  <a:pt x="623704" y="60322"/>
                  <a:pt x="625681" y="66043"/>
                  <a:pt x="625681" y="72486"/>
                </a:cubicBezTo>
                <a:cubicBezTo>
                  <a:pt x="625681" y="80659"/>
                  <a:pt x="622486" y="87691"/>
                  <a:pt x="616097" y="93581"/>
                </a:cubicBezTo>
                <a:cubicBezTo>
                  <a:pt x="609708" y="99471"/>
                  <a:pt x="601595" y="102416"/>
                  <a:pt x="591759" y="102416"/>
                </a:cubicBezTo>
                <a:cubicBezTo>
                  <a:pt x="588673" y="102416"/>
                  <a:pt x="585756" y="102103"/>
                  <a:pt x="583007" y="101476"/>
                </a:cubicBezTo>
                <a:cubicBezTo>
                  <a:pt x="580259" y="100849"/>
                  <a:pt x="576811" y="99668"/>
                  <a:pt x="572664" y="97932"/>
                </a:cubicBezTo>
                <a:cubicBezTo>
                  <a:pt x="570350" y="96968"/>
                  <a:pt x="568445" y="96485"/>
                  <a:pt x="566950" y="96485"/>
                </a:cubicBezTo>
                <a:cubicBezTo>
                  <a:pt x="565697" y="96485"/>
                  <a:pt x="564371" y="96974"/>
                  <a:pt x="562972" y="97950"/>
                </a:cubicBezTo>
                <a:cubicBezTo>
                  <a:pt x="561574" y="98927"/>
                  <a:pt x="560441" y="100415"/>
                  <a:pt x="559573" y="102416"/>
                </a:cubicBezTo>
                <a:lnTo>
                  <a:pt x="556897" y="102416"/>
                </a:lnTo>
                <a:lnTo>
                  <a:pt x="556897" y="65384"/>
                </a:lnTo>
                <a:lnTo>
                  <a:pt x="559573" y="65384"/>
                </a:lnTo>
                <a:cubicBezTo>
                  <a:pt x="561695" y="75776"/>
                  <a:pt x="565781" y="83702"/>
                  <a:pt x="571833" y="89162"/>
                </a:cubicBezTo>
                <a:cubicBezTo>
                  <a:pt x="577884" y="94623"/>
                  <a:pt x="584406" y="97353"/>
                  <a:pt x="591397" y="97353"/>
                </a:cubicBezTo>
                <a:cubicBezTo>
                  <a:pt x="596798" y="97353"/>
                  <a:pt x="601101" y="95887"/>
                  <a:pt x="604308" y="92955"/>
                </a:cubicBezTo>
                <a:cubicBezTo>
                  <a:pt x="607514" y="90023"/>
                  <a:pt x="609118" y="86610"/>
                  <a:pt x="609118" y="82716"/>
                </a:cubicBezTo>
                <a:cubicBezTo>
                  <a:pt x="609118" y="80409"/>
                  <a:pt x="608503" y="78174"/>
                  <a:pt x="607273" y="76012"/>
                </a:cubicBezTo>
                <a:cubicBezTo>
                  <a:pt x="606044" y="73848"/>
                  <a:pt x="604175" y="71793"/>
                  <a:pt x="601668" y="69846"/>
                </a:cubicBezTo>
                <a:cubicBezTo>
                  <a:pt x="599160" y="67899"/>
                  <a:pt x="594724" y="65364"/>
                  <a:pt x="588359" y="62240"/>
                </a:cubicBezTo>
                <a:cubicBezTo>
                  <a:pt x="579439" y="57866"/>
                  <a:pt x="573026" y="54138"/>
                  <a:pt x="569120" y="51057"/>
                </a:cubicBezTo>
                <a:cubicBezTo>
                  <a:pt x="565215" y="47975"/>
                  <a:pt x="562213" y="44533"/>
                  <a:pt x="560115" y="40730"/>
                </a:cubicBezTo>
                <a:cubicBezTo>
                  <a:pt x="558018" y="36926"/>
                  <a:pt x="556969" y="32738"/>
                  <a:pt x="556969" y="28165"/>
                </a:cubicBezTo>
                <a:cubicBezTo>
                  <a:pt x="556969" y="20366"/>
                  <a:pt x="559838" y="13722"/>
                  <a:pt x="565576" y="8234"/>
                </a:cubicBezTo>
                <a:cubicBezTo>
                  <a:pt x="571314" y="2745"/>
                  <a:pt x="578547" y="0"/>
                  <a:pt x="587275" y="0"/>
                </a:cubicBezTo>
                <a:cubicBezTo>
                  <a:pt x="590457" y="0"/>
                  <a:pt x="593543" y="390"/>
                  <a:pt x="596533" y="1171"/>
                </a:cubicBezTo>
                <a:cubicBezTo>
                  <a:pt x="598799" y="1755"/>
                  <a:pt x="601559" y="2840"/>
                  <a:pt x="604814" y="4423"/>
                </a:cubicBezTo>
                <a:cubicBezTo>
                  <a:pt x="608069" y="6007"/>
                  <a:pt x="610347" y="6799"/>
                  <a:pt x="611649" y="6799"/>
                </a:cubicBezTo>
                <a:cubicBezTo>
                  <a:pt x="612903" y="6799"/>
                  <a:pt x="613891" y="6409"/>
                  <a:pt x="614614" y="5630"/>
                </a:cubicBezTo>
                <a:cubicBezTo>
                  <a:pt x="615338" y="4850"/>
                  <a:pt x="616013" y="2973"/>
                  <a:pt x="616640" y="0"/>
                </a:cubicBezTo>
                <a:lnTo>
                  <a:pt x="618810" y="0"/>
                </a:lnTo>
                <a:close/>
                <a:moveTo>
                  <a:pt x="662762" y="93375"/>
                </a:moveTo>
                <a:lnTo>
                  <a:pt x="662762" y="118473"/>
                </a:lnTo>
                <a:cubicBezTo>
                  <a:pt x="662762" y="121992"/>
                  <a:pt x="663040" y="124386"/>
                  <a:pt x="663594" y="125656"/>
                </a:cubicBezTo>
                <a:cubicBezTo>
                  <a:pt x="664149" y="126928"/>
                  <a:pt x="665004" y="127857"/>
                  <a:pt x="666162" y="128443"/>
                </a:cubicBezTo>
                <a:cubicBezTo>
                  <a:pt x="667319" y="129029"/>
                  <a:pt x="669585" y="129322"/>
                  <a:pt x="672960" y="129322"/>
                </a:cubicBezTo>
                <a:lnTo>
                  <a:pt x="672960" y="131926"/>
                </a:lnTo>
                <a:lnTo>
                  <a:pt x="634410" y="131926"/>
                </a:lnTo>
                <a:lnTo>
                  <a:pt x="634410" y="129322"/>
                </a:lnTo>
                <a:cubicBezTo>
                  <a:pt x="637399" y="129224"/>
                  <a:pt x="639617" y="128369"/>
                  <a:pt x="641064" y="126757"/>
                </a:cubicBezTo>
                <a:cubicBezTo>
                  <a:pt x="642028" y="125634"/>
                  <a:pt x="642510" y="122728"/>
                  <a:pt x="642510" y="118039"/>
                </a:cubicBezTo>
                <a:lnTo>
                  <a:pt x="642510" y="46724"/>
                </a:lnTo>
                <a:cubicBezTo>
                  <a:pt x="642510" y="41890"/>
                  <a:pt x="641956" y="38802"/>
                  <a:pt x="640847" y="37459"/>
                </a:cubicBezTo>
                <a:cubicBezTo>
                  <a:pt x="639738" y="36117"/>
                  <a:pt x="637592" y="35347"/>
                  <a:pt x="634410" y="35151"/>
                </a:cubicBezTo>
                <a:lnTo>
                  <a:pt x="634410" y="32548"/>
                </a:lnTo>
                <a:lnTo>
                  <a:pt x="662762" y="32548"/>
                </a:lnTo>
                <a:lnTo>
                  <a:pt x="662762" y="41444"/>
                </a:lnTo>
                <a:cubicBezTo>
                  <a:pt x="665125" y="37972"/>
                  <a:pt x="667536" y="35465"/>
                  <a:pt x="669995" y="33922"/>
                </a:cubicBezTo>
                <a:cubicBezTo>
                  <a:pt x="673515" y="31656"/>
                  <a:pt x="677348" y="30522"/>
                  <a:pt x="681495" y="30522"/>
                </a:cubicBezTo>
                <a:cubicBezTo>
                  <a:pt x="686462" y="30522"/>
                  <a:pt x="690982" y="32091"/>
                  <a:pt x="695057" y="35228"/>
                </a:cubicBezTo>
                <a:cubicBezTo>
                  <a:pt x="699131" y="38365"/>
                  <a:pt x="702229" y="42698"/>
                  <a:pt x="704351" y="48225"/>
                </a:cubicBezTo>
                <a:cubicBezTo>
                  <a:pt x="706472" y="53752"/>
                  <a:pt x="707533" y="59701"/>
                  <a:pt x="707533" y="66072"/>
                </a:cubicBezTo>
                <a:cubicBezTo>
                  <a:pt x="707533" y="72925"/>
                  <a:pt x="706436" y="79187"/>
                  <a:pt x="704242" y="84859"/>
                </a:cubicBezTo>
                <a:cubicBezTo>
                  <a:pt x="702048" y="90530"/>
                  <a:pt x="698866" y="94851"/>
                  <a:pt x="694695" y="97819"/>
                </a:cubicBezTo>
                <a:cubicBezTo>
                  <a:pt x="690524" y="100787"/>
                  <a:pt x="685883" y="102272"/>
                  <a:pt x="680772" y="102272"/>
                </a:cubicBezTo>
                <a:cubicBezTo>
                  <a:pt x="677059" y="102272"/>
                  <a:pt x="673587" y="101452"/>
                  <a:pt x="670357" y="99813"/>
                </a:cubicBezTo>
                <a:cubicBezTo>
                  <a:pt x="667946" y="98559"/>
                  <a:pt x="665414" y="96413"/>
                  <a:pt x="662762" y="93375"/>
                </a:cubicBezTo>
                <a:moveTo>
                  <a:pt x="662762" y="86059"/>
                </a:moveTo>
                <a:cubicBezTo>
                  <a:pt x="666909" y="91949"/>
                  <a:pt x="671345" y="94894"/>
                  <a:pt x="676071" y="94894"/>
                </a:cubicBezTo>
                <a:cubicBezTo>
                  <a:pt x="678674" y="94894"/>
                  <a:pt x="680820" y="93519"/>
                  <a:pt x="682508" y="90767"/>
                </a:cubicBezTo>
                <a:cubicBezTo>
                  <a:pt x="685015" y="86711"/>
                  <a:pt x="686269" y="78985"/>
                  <a:pt x="686269" y="67590"/>
                </a:cubicBezTo>
                <a:cubicBezTo>
                  <a:pt x="686269" y="55906"/>
                  <a:pt x="684895" y="47916"/>
                  <a:pt x="682146" y="43618"/>
                </a:cubicBezTo>
                <a:cubicBezTo>
                  <a:pt x="680314" y="40770"/>
                  <a:pt x="677855" y="39346"/>
                  <a:pt x="674769" y="39346"/>
                </a:cubicBezTo>
                <a:cubicBezTo>
                  <a:pt x="669899" y="39346"/>
                  <a:pt x="665896" y="42871"/>
                  <a:pt x="662762" y="49920"/>
                </a:cubicBezTo>
                <a:lnTo>
                  <a:pt x="662762" y="86059"/>
                </a:lnTo>
                <a:close/>
                <a:moveTo>
                  <a:pt x="776222" y="63938"/>
                </a:moveTo>
                <a:lnTo>
                  <a:pt x="739118" y="63938"/>
                </a:lnTo>
                <a:cubicBezTo>
                  <a:pt x="739552" y="72931"/>
                  <a:pt x="741939" y="80038"/>
                  <a:pt x="746278" y="85259"/>
                </a:cubicBezTo>
                <a:cubicBezTo>
                  <a:pt x="749605" y="89272"/>
                  <a:pt x="753608" y="91278"/>
                  <a:pt x="758285" y="91278"/>
                </a:cubicBezTo>
                <a:cubicBezTo>
                  <a:pt x="761178" y="91278"/>
                  <a:pt x="763806" y="90470"/>
                  <a:pt x="766169" y="88855"/>
                </a:cubicBezTo>
                <a:cubicBezTo>
                  <a:pt x="768531" y="87240"/>
                  <a:pt x="771063" y="84334"/>
                  <a:pt x="773763" y="80139"/>
                </a:cubicBezTo>
                <a:lnTo>
                  <a:pt x="776222" y="81731"/>
                </a:lnTo>
                <a:cubicBezTo>
                  <a:pt x="772558" y="89204"/>
                  <a:pt x="768507" y="94496"/>
                  <a:pt x="764071" y="97607"/>
                </a:cubicBezTo>
                <a:cubicBezTo>
                  <a:pt x="759635" y="100717"/>
                  <a:pt x="754500" y="102272"/>
                  <a:pt x="748665" y="102272"/>
                </a:cubicBezTo>
                <a:cubicBezTo>
                  <a:pt x="738636" y="102272"/>
                  <a:pt x="731041" y="98410"/>
                  <a:pt x="725882" y="90688"/>
                </a:cubicBezTo>
                <a:cubicBezTo>
                  <a:pt x="721735" y="84462"/>
                  <a:pt x="719662" y="76739"/>
                  <a:pt x="719662" y="67520"/>
                </a:cubicBezTo>
                <a:cubicBezTo>
                  <a:pt x="719662" y="56225"/>
                  <a:pt x="722712" y="47235"/>
                  <a:pt x="728811" y="40551"/>
                </a:cubicBezTo>
                <a:cubicBezTo>
                  <a:pt x="734911" y="33865"/>
                  <a:pt x="742059" y="30522"/>
                  <a:pt x="750256" y="30522"/>
                </a:cubicBezTo>
                <a:cubicBezTo>
                  <a:pt x="757103" y="30522"/>
                  <a:pt x="763046" y="33331"/>
                  <a:pt x="768085" y="38949"/>
                </a:cubicBezTo>
                <a:cubicBezTo>
                  <a:pt x="773124" y="44566"/>
                  <a:pt x="775836" y="52896"/>
                  <a:pt x="776222" y="63938"/>
                </a:cubicBezTo>
                <a:moveTo>
                  <a:pt x="758429" y="59164"/>
                </a:moveTo>
                <a:cubicBezTo>
                  <a:pt x="758429" y="51401"/>
                  <a:pt x="758008" y="46073"/>
                  <a:pt x="757164" y="43180"/>
                </a:cubicBezTo>
                <a:cubicBezTo>
                  <a:pt x="756320" y="40287"/>
                  <a:pt x="755006" y="38093"/>
                  <a:pt x="753222" y="36598"/>
                </a:cubicBezTo>
                <a:cubicBezTo>
                  <a:pt x="752209" y="35730"/>
                  <a:pt x="750859" y="35296"/>
                  <a:pt x="749171" y="35296"/>
                </a:cubicBezTo>
                <a:cubicBezTo>
                  <a:pt x="746664" y="35296"/>
                  <a:pt x="744615" y="36526"/>
                  <a:pt x="743024" y="38985"/>
                </a:cubicBezTo>
                <a:cubicBezTo>
                  <a:pt x="740179" y="43276"/>
                  <a:pt x="738756" y="49159"/>
                  <a:pt x="738756" y="56633"/>
                </a:cubicBezTo>
                <a:lnTo>
                  <a:pt x="738756" y="59164"/>
                </a:lnTo>
                <a:lnTo>
                  <a:pt x="758429" y="59164"/>
                </a:lnTo>
                <a:close/>
                <a:moveTo>
                  <a:pt x="839745" y="82759"/>
                </a:moveTo>
                <a:lnTo>
                  <a:pt x="841987" y="84493"/>
                </a:lnTo>
                <a:cubicBezTo>
                  <a:pt x="838805" y="90491"/>
                  <a:pt x="834839" y="94955"/>
                  <a:pt x="830089" y="97882"/>
                </a:cubicBezTo>
                <a:cubicBezTo>
                  <a:pt x="825340" y="100809"/>
                  <a:pt x="820289" y="102272"/>
                  <a:pt x="814937" y="102272"/>
                </a:cubicBezTo>
                <a:cubicBezTo>
                  <a:pt x="805920" y="102272"/>
                  <a:pt x="798711" y="98869"/>
                  <a:pt x="793311" y="92064"/>
                </a:cubicBezTo>
                <a:cubicBezTo>
                  <a:pt x="787910" y="85258"/>
                  <a:pt x="785210" y="77077"/>
                  <a:pt x="785210" y="67520"/>
                </a:cubicBezTo>
                <a:cubicBezTo>
                  <a:pt x="785210" y="58300"/>
                  <a:pt x="787669" y="50191"/>
                  <a:pt x="792587" y="43193"/>
                </a:cubicBezTo>
                <a:cubicBezTo>
                  <a:pt x="798518" y="34746"/>
                  <a:pt x="806691" y="30522"/>
                  <a:pt x="817106" y="30522"/>
                </a:cubicBezTo>
                <a:cubicBezTo>
                  <a:pt x="824098" y="30522"/>
                  <a:pt x="829655" y="32288"/>
                  <a:pt x="833778" y="35818"/>
                </a:cubicBezTo>
                <a:cubicBezTo>
                  <a:pt x="837901" y="39347"/>
                  <a:pt x="839962" y="43288"/>
                  <a:pt x="839962" y="47639"/>
                </a:cubicBezTo>
                <a:cubicBezTo>
                  <a:pt x="839962" y="50395"/>
                  <a:pt x="839130" y="52595"/>
                  <a:pt x="837467" y="54239"/>
                </a:cubicBezTo>
                <a:cubicBezTo>
                  <a:pt x="835803" y="55883"/>
                  <a:pt x="833621" y="56705"/>
                  <a:pt x="830921" y="56705"/>
                </a:cubicBezTo>
                <a:cubicBezTo>
                  <a:pt x="828076" y="56705"/>
                  <a:pt x="825726" y="55762"/>
                  <a:pt x="823869" y="53875"/>
                </a:cubicBezTo>
                <a:cubicBezTo>
                  <a:pt x="822013" y="51987"/>
                  <a:pt x="820868" y="48624"/>
                  <a:pt x="820434" y="43786"/>
                </a:cubicBezTo>
                <a:cubicBezTo>
                  <a:pt x="820144" y="40737"/>
                  <a:pt x="819445" y="38608"/>
                  <a:pt x="818336" y="37398"/>
                </a:cubicBezTo>
                <a:cubicBezTo>
                  <a:pt x="817227" y="36190"/>
                  <a:pt x="815925" y="35585"/>
                  <a:pt x="814430" y="35585"/>
                </a:cubicBezTo>
                <a:cubicBezTo>
                  <a:pt x="812116" y="35585"/>
                  <a:pt x="810139" y="36815"/>
                  <a:pt x="808499" y="39274"/>
                </a:cubicBezTo>
                <a:cubicBezTo>
                  <a:pt x="805992" y="42987"/>
                  <a:pt x="804738" y="48677"/>
                  <a:pt x="804738" y="56343"/>
                </a:cubicBezTo>
                <a:cubicBezTo>
                  <a:pt x="804738" y="62708"/>
                  <a:pt x="805751" y="68796"/>
                  <a:pt x="807776" y="74606"/>
                </a:cubicBezTo>
                <a:cubicBezTo>
                  <a:pt x="809801" y="80417"/>
                  <a:pt x="812574" y="84744"/>
                  <a:pt x="816094" y="87589"/>
                </a:cubicBezTo>
                <a:cubicBezTo>
                  <a:pt x="818746" y="89663"/>
                  <a:pt x="821880" y="90699"/>
                  <a:pt x="825496" y="90699"/>
                </a:cubicBezTo>
                <a:cubicBezTo>
                  <a:pt x="827859" y="90699"/>
                  <a:pt x="830101" y="90146"/>
                  <a:pt x="832223" y="89040"/>
                </a:cubicBezTo>
                <a:cubicBezTo>
                  <a:pt x="834345" y="87933"/>
                  <a:pt x="836852" y="85839"/>
                  <a:pt x="839745" y="82759"/>
                </a:cubicBezTo>
                <a:close/>
                <a:moveTo>
                  <a:pt x="866453" y="0"/>
                </a:moveTo>
                <a:cubicBezTo>
                  <a:pt x="869588" y="0"/>
                  <a:pt x="872240" y="1101"/>
                  <a:pt x="874410" y="3302"/>
                </a:cubicBezTo>
                <a:cubicBezTo>
                  <a:pt x="876579" y="5502"/>
                  <a:pt x="877664" y="8150"/>
                  <a:pt x="877664" y="11247"/>
                </a:cubicBezTo>
                <a:cubicBezTo>
                  <a:pt x="877664" y="14344"/>
                  <a:pt x="876567" y="16980"/>
                  <a:pt x="874373" y="19158"/>
                </a:cubicBezTo>
                <a:cubicBezTo>
                  <a:pt x="872179" y="21334"/>
                  <a:pt x="869539" y="22422"/>
                  <a:pt x="866453" y="22422"/>
                </a:cubicBezTo>
                <a:cubicBezTo>
                  <a:pt x="863367" y="22422"/>
                  <a:pt x="860740" y="21334"/>
                  <a:pt x="858570" y="19158"/>
                </a:cubicBezTo>
                <a:cubicBezTo>
                  <a:pt x="856400" y="16980"/>
                  <a:pt x="855315" y="14344"/>
                  <a:pt x="855315" y="11247"/>
                </a:cubicBezTo>
                <a:cubicBezTo>
                  <a:pt x="855315" y="8150"/>
                  <a:pt x="856400" y="5502"/>
                  <a:pt x="858570" y="3302"/>
                </a:cubicBezTo>
                <a:cubicBezTo>
                  <a:pt x="860740" y="1101"/>
                  <a:pt x="863367" y="0"/>
                  <a:pt x="866453" y="0"/>
                </a:cubicBezTo>
                <a:moveTo>
                  <a:pt x="876579" y="32548"/>
                </a:moveTo>
                <a:lnTo>
                  <a:pt x="876579" y="86215"/>
                </a:lnTo>
                <a:cubicBezTo>
                  <a:pt x="876579" y="90989"/>
                  <a:pt x="877134" y="94038"/>
                  <a:pt x="878243" y="95364"/>
                </a:cubicBezTo>
                <a:cubicBezTo>
                  <a:pt x="879352" y="96690"/>
                  <a:pt x="881522" y="97450"/>
                  <a:pt x="884752" y="97643"/>
                </a:cubicBezTo>
                <a:lnTo>
                  <a:pt x="884752" y="100247"/>
                </a:lnTo>
                <a:lnTo>
                  <a:pt x="848227" y="100247"/>
                </a:lnTo>
                <a:lnTo>
                  <a:pt x="848227" y="97643"/>
                </a:lnTo>
                <a:cubicBezTo>
                  <a:pt x="851216" y="97546"/>
                  <a:pt x="853434" y="96678"/>
                  <a:pt x="854881" y="95039"/>
                </a:cubicBezTo>
                <a:cubicBezTo>
                  <a:pt x="855845" y="93930"/>
                  <a:pt x="856328" y="90989"/>
                  <a:pt x="856328" y="86215"/>
                </a:cubicBezTo>
                <a:lnTo>
                  <a:pt x="856328" y="46724"/>
                </a:lnTo>
                <a:cubicBezTo>
                  <a:pt x="856328" y="41890"/>
                  <a:pt x="855773" y="38802"/>
                  <a:pt x="854664" y="37459"/>
                </a:cubicBezTo>
                <a:cubicBezTo>
                  <a:pt x="853555" y="36117"/>
                  <a:pt x="851409" y="35347"/>
                  <a:pt x="848227" y="35151"/>
                </a:cubicBezTo>
                <a:lnTo>
                  <a:pt x="848227" y="32548"/>
                </a:lnTo>
                <a:lnTo>
                  <a:pt x="876579" y="32548"/>
                </a:lnTo>
                <a:close/>
                <a:moveTo>
                  <a:pt x="920865" y="39636"/>
                </a:moveTo>
                <a:lnTo>
                  <a:pt x="920865" y="86649"/>
                </a:lnTo>
                <a:cubicBezTo>
                  <a:pt x="920865" y="91181"/>
                  <a:pt x="921347" y="94026"/>
                  <a:pt x="922312" y="95184"/>
                </a:cubicBezTo>
                <a:cubicBezTo>
                  <a:pt x="923855" y="96968"/>
                  <a:pt x="926700" y="97787"/>
                  <a:pt x="930846" y="97643"/>
                </a:cubicBezTo>
                <a:lnTo>
                  <a:pt x="930846" y="100247"/>
                </a:lnTo>
                <a:lnTo>
                  <a:pt x="890994" y="100247"/>
                </a:lnTo>
                <a:lnTo>
                  <a:pt x="890994" y="97643"/>
                </a:lnTo>
                <a:cubicBezTo>
                  <a:pt x="894032" y="97595"/>
                  <a:pt x="896189" y="97245"/>
                  <a:pt x="897467" y="96594"/>
                </a:cubicBezTo>
                <a:cubicBezTo>
                  <a:pt x="898745" y="95943"/>
                  <a:pt x="899625" y="95039"/>
                  <a:pt x="900107" y="93882"/>
                </a:cubicBezTo>
                <a:cubicBezTo>
                  <a:pt x="900589" y="92724"/>
                  <a:pt x="900830" y="90313"/>
                  <a:pt x="900830" y="86649"/>
                </a:cubicBezTo>
                <a:lnTo>
                  <a:pt x="900830" y="39636"/>
                </a:lnTo>
                <a:lnTo>
                  <a:pt x="890994" y="39636"/>
                </a:lnTo>
                <a:lnTo>
                  <a:pt x="890994" y="32548"/>
                </a:lnTo>
                <a:lnTo>
                  <a:pt x="900830" y="32548"/>
                </a:lnTo>
                <a:lnTo>
                  <a:pt x="900830" y="27580"/>
                </a:lnTo>
                <a:lnTo>
                  <a:pt x="900758" y="24194"/>
                </a:lnTo>
                <a:cubicBezTo>
                  <a:pt x="900758" y="17282"/>
                  <a:pt x="903302" y="11522"/>
                  <a:pt x="908389" y="6914"/>
                </a:cubicBezTo>
                <a:cubicBezTo>
                  <a:pt x="913476" y="2305"/>
                  <a:pt x="920359" y="0"/>
                  <a:pt x="929038" y="0"/>
                </a:cubicBezTo>
                <a:cubicBezTo>
                  <a:pt x="934969" y="0"/>
                  <a:pt x="939369" y="1114"/>
                  <a:pt x="942238" y="3341"/>
                </a:cubicBezTo>
                <a:cubicBezTo>
                  <a:pt x="945107" y="5566"/>
                  <a:pt x="946542" y="8034"/>
                  <a:pt x="946542" y="10745"/>
                </a:cubicBezTo>
                <a:cubicBezTo>
                  <a:pt x="946542" y="12924"/>
                  <a:pt x="945650" y="14812"/>
                  <a:pt x="943866" y="16409"/>
                </a:cubicBezTo>
                <a:cubicBezTo>
                  <a:pt x="942081" y="18007"/>
                  <a:pt x="939719" y="18805"/>
                  <a:pt x="936777" y="18805"/>
                </a:cubicBezTo>
                <a:cubicBezTo>
                  <a:pt x="934270" y="18805"/>
                  <a:pt x="932281" y="18154"/>
                  <a:pt x="930810" y="16852"/>
                </a:cubicBezTo>
                <a:cubicBezTo>
                  <a:pt x="929340" y="15551"/>
                  <a:pt x="928604" y="14104"/>
                  <a:pt x="928604" y="12513"/>
                </a:cubicBezTo>
                <a:cubicBezTo>
                  <a:pt x="928604" y="12079"/>
                  <a:pt x="928749" y="11187"/>
                  <a:pt x="929038" y="9837"/>
                </a:cubicBezTo>
                <a:cubicBezTo>
                  <a:pt x="929231" y="9017"/>
                  <a:pt x="929328" y="8245"/>
                  <a:pt x="929328" y="7522"/>
                </a:cubicBezTo>
                <a:cubicBezTo>
                  <a:pt x="929328" y="6510"/>
                  <a:pt x="929038" y="5762"/>
                  <a:pt x="928460" y="5280"/>
                </a:cubicBezTo>
                <a:cubicBezTo>
                  <a:pt x="927688" y="4557"/>
                  <a:pt x="926748" y="4195"/>
                  <a:pt x="925639" y="4195"/>
                </a:cubicBezTo>
                <a:cubicBezTo>
                  <a:pt x="924241" y="4195"/>
                  <a:pt x="923071" y="4769"/>
                  <a:pt x="922131" y="5917"/>
                </a:cubicBezTo>
                <a:cubicBezTo>
                  <a:pt x="921191" y="7066"/>
                  <a:pt x="920721" y="8908"/>
                  <a:pt x="920721" y="11444"/>
                </a:cubicBezTo>
                <a:lnTo>
                  <a:pt x="920865" y="24006"/>
                </a:lnTo>
                <a:lnTo>
                  <a:pt x="920865" y="32548"/>
                </a:lnTo>
                <a:lnTo>
                  <a:pt x="930846" y="32548"/>
                </a:lnTo>
                <a:lnTo>
                  <a:pt x="930846" y="39636"/>
                </a:lnTo>
                <a:lnTo>
                  <a:pt x="920865" y="39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icLiteratureSearch">
            <a:extLst xmlns:a="http://schemas.openxmlformats.org/drawingml/2006/main">
              <a:ext uri="{FF2B5EF4-FFF2-40B4-BE49-F238E27FC236}">
                <a16:creationId xmlns:a16="http://schemas.microsoft.com/office/drawing/2014/main" id="{0C4E0103-0759-4A28-B46B-5F08C58B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543" y="176282"/>
            <a:ext cx="1260986" cy="102416"/>
          </a:xfrm>
          <a:custGeom xmlns:a="http://schemas.openxmlformats.org/drawingml/2006/main">
            <a:pathLst>
              <a:path w="1260986" h="102416">
                <a:moveTo>
                  <a:pt x="18227" y="0"/>
                </a:moveTo>
                <a:cubicBezTo>
                  <a:pt x="21361" y="0"/>
                  <a:pt x="24013" y="1101"/>
                  <a:pt x="26183" y="3302"/>
                </a:cubicBezTo>
                <a:cubicBezTo>
                  <a:pt x="28353" y="5502"/>
                  <a:pt x="29437" y="8150"/>
                  <a:pt x="29437" y="11247"/>
                </a:cubicBezTo>
                <a:cubicBezTo>
                  <a:pt x="29437" y="14344"/>
                  <a:pt x="28341" y="16980"/>
                  <a:pt x="26147" y="19158"/>
                </a:cubicBezTo>
                <a:cubicBezTo>
                  <a:pt x="23953" y="21334"/>
                  <a:pt x="21313" y="22422"/>
                  <a:pt x="18227" y="22422"/>
                </a:cubicBezTo>
                <a:cubicBezTo>
                  <a:pt x="15141" y="22422"/>
                  <a:pt x="12513" y="21334"/>
                  <a:pt x="10343" y="19158"/>
                </a:cubicBezTo>
                <a:cubicBezTo>
                  <a:pt x="8173" y="16980"/>
                  <a:pt x="7088" y="14344"/>
                  <a:pt x="7088" y="11247"/>
                </a:cubicBezTo>
                <a:cubicBezTo>
                  <a:pt x="7088" y="8150"/>
                  <a:pt x="8173" y="5502"/>
                  <a:pt x="10343" y="3302"/>
                </a:cubicBezTo>
                <a:cubicBezTo>
                  <a:pt x="12513" y="1101"/>
                  <a:pt x="15141" y="0"/>
                  <a:pt x="18227" y="0"/>
                </a:cubicBezTo>
                <a:moveTo>
                  <a:pt x="28353" y="32548"/>
                </a:moveTo>
                <a:lnTo>
                  <a:pt x="28353" y="86215"/>
                </a:lnTo>
                <a:cubicBezTo>
                  <a:pt x="28353" y="90989"/>
                  <a:pt x="28907" y="94038"/>
                  <a:pt x="30016" y="95364"/>
                </a:cubicBezTo>
                <a:cubicBezTo>
                  <a:pt x="31125" y="96690"/>
                  <a:pt x="33295" y="97450"/>
                  <a:pt x="36526" y="97643"/>
                </a:cubicBezTo>
                <a:lnTo>
                  <a:pt x="36526" y="100247"/>
                </a:lnTo>
                <a:lnTo>
                  <a:pt x="0" y="100247"/>
                </a:lnTo>
                <a:lnTo>
                  <a:pt x="0" y="97643"/>
                </a:lnTo>
                <a:cubicBezTo>
                  <a:pt x="2990" y="97546"/>
                  <a:pt x="5208" y="96678"/>
                  <a:pt x="6654" y="95039"/>
                </a:cubicBezTo>
                <a:cubicBezTo>
                  <a:pt x="7619" y="93930"/>
                  <a:pt x="8101" y="90989"/>
                  <a:pt x="8101" y="86215"/>
                </a:cubicBezTo>
                <a:lnTo>
                  <a:pt x="8101" y="46724"/>
                </a:lnTo>
                <a:cubicBezTo>
                  <a:pt x="8101" y="41890"/>
                  <a:pt x="7546" y="38802"/>
                  <a:pt x="6437" y="37459"/>
                </a:cubicBezTo>
                <a:cubicBezTo>
                  <a:pt x="5328" y="36117"/>
                  <a:pt x="3182" y="35347"/>
                  <a:pt x="0" y="35151"/>
                </a:cubicBezTo>
                <a:lnTo>
                  <a:pt x="0" y="32548"/>
                </a:lnTo>
                <a:lnTo>
                  <a:pt x="28353" y="32548"/>
                </a:lnTo>
                <a:close/>
                <a:moveTo>
                  <a:pt x="98170" y="82759"/>
                </a:moveTo>
                <a:lnTo>
                  <a:pt x="100413" y="84493"/>
                </a:lnTo>
                <a:cubicBezTo>
                  <a:pt x="97230" y="90491"/>
                  <a:pt x="93264" y="94955"/>
                  <a:pt x="88515" y="97882"/>
                </a:cubicBezTo>
                <a:cubicBezTo>
                  <a:pt x="83765" y="100809"/>
                  <a:pt x="78714" y="102272"/>
                  <a:pt x="73362" y="102272"/>
                </a:cubicBezTo>
                <a:cubicBezTo>
                  <a:pt x="64345" y="102272"/>
                  <a:pt x="57136" y="98869"/>
                  <a:pt x="51736" y="92064"/>
                </a:cubicBezTo>
                <a:cubicBezTo>
                  <a:pt x="46335" y="85258"/>
                  <a:pt x="43635" y="77077"/>
                  <a:pt x="43635" y="67520"/>
                </a:cubicBezTo>
                <a:cubicBezTo>
                  <a:pt x="43635" y="58300"/>
                  <a:pt x="46094" y="50191"/>
                  <a:pt x="51013" y="43193"/>
                </a:cubicBezTo>
                <a:cubicBezTo>
                  <a:pt x="56944" y="34746"/>
                  <a:pt x="65117" y="30522"/>
                  <a:pt x="75532" y="30522"/>
                </a:cubicBezTo>
                <a:cubicBezTo>
                  <a:pt x="82524" y="30522"/>
                  <a:pt x="88081" y="32288"/>
                  <a:pt x="92203" y="35818"/>
                </a:cubicBezTo>
                <a:cubicBezTo>
                  <a:pt x="96326" y="39347"/>
                  <a:pt x="98387" y="43288"/>
                  <a:pt x="98387" y="47639"/>
                </a:cubicBezTo>
                <a:cubicBezTo>
                  <a:pt x="98387" y="50395"/>
                  <a:pt x="97556" y="52595"/>
                  <a:pt x="95892" y="54239"/>
                </a:cubicBezTo>
                <a:cubicBezTo>
                  <a:pt x="94229" y="55883"/>
                  <a:pt x="92047" y="56705"/>
                  <a:pt x="89346" y="56705"/>
                </a:cubicBezTo>
                <a:cubicBezTo>
                  <a:pt x="86502" y="56705"/>
                  <a:pt x="84151" y="55762"/>
                  <a:pt x="82295" y="53875"/>
                </a:cubicBezTo>
                <a:cubicBezTo>
                  <a:pt x="80438" y="51987"/>
                  <a:pt x="79293" y="48624"/>
                  <a:pt x="78859" y="43786"/>
                </a:cubicBezTo>
                <a:cubicBezTo>
                  <a:pt x="78570" y="40737"/>
                  <a:pt x="77870" y="38608"/>
                  <a:pt x="76761" y="37398"/>
                </a:cubicBezTo>
                <a:cubicBezTo>
                  <a:pt x="75652" y="36190"/>
                  <a:pt x="74350" y="35585"/>
                  <a:pt x="72856" y="35585"/>
                </a:cubicBezTo>
                <a:cubicBezTo>
                  <a:pt x="70541" y="35585"/>
                  <a:pt x="68564" y="36815"/>
                  <a:pt x="66925" y="39274"/>
                </a:cubicBezTo>
                <a:cubicBezTo>
                  <a:pt x="64417" y="42987"/>
                  <a:pt x="63164" y="48677"/>
                  <a:pt x="63164" y="56343"/>
                </a:cubicBezTo>
                <a:cubicBezTo>
                  <a:pt x="63164" y="62708"/>
                  <a:pt x="64176" y="68796"/>
                  <a:pt x="66202" y="74606"/>
                </a:cubicBezTo>
                <a:cubicBezTo>
                  <a:pt x="68227" y="80417"/>
                  <a:pt x="70999" y="84744"/>
                  <a:pt x="74519" y="87589"/>
                </a:cubicBezTo>
                <a:cubicBezTo>
                  <a:pt x="77171" y="89663"/>
                  <a:pt x="80305" y="90699"/>
                  <a:pt x="83922" y="90699"/>
                </a:cubicBezTo>
                <a:cubicBezTo>
                  <a:pt x="86285" y="90699"/>
                  <a:pt x="88527" y="90146"/>
                  <a:pt x="90648" y="89040"/>
                </a:cubicBezTo>
                <a:cubicBezTo>
                  <a:pt x="92770" y="87933"/>
                  <a:pt x="95277" y="85839"/>
                  <a:pt x="98170" y="82759"/>
                </a:cubicBezTo>
                <a:close/>
                <a:moveTo>
                  <a:pt x="234166" y="65818"/>
                </a:moveTo>
                <a:lnTo>
                  <a:pt x="230477" y="100247"/>
                </a:lnTo>
                <a:lnTo>
                  <a:pt x="143395" y="100247"/>
                </a:lnTo>
                <a:lnTo>
                  <a:pt x="143395" y="97643"/>
                </a:lnTo>
                <a:lnTo>
                  <a:pt x="146649" y="97643"/>
                </a:lnTo>
                <a:cubicBezTo>
                  <a:pt x="149494" y="97643"/>
                  <a:pt x="151785" y="97134"/>
                  <a:pt x="153521" y="96117"/>
                </a:cubicBezTo>
                <a:cubicBezTo>
                  <a:pt x="154774" y="95437"/>
                  <a:pt x="155739" y="94274"/>
                  <a:pt x="156414" y="92627"/>
                </a:cubicBezTo>
                <a:cubicBezTo>
                  <a:pt x="156944" y="91464"/>
                  <a:pt x="157209" y="88410"/>
                  <a:pt x="157209" y="83466"/>
                </a:cubicBezTo>
                <a:lnTo>
                  <a:pt x="157209" y="18950"/>
                </a:lnTo>
                <a:cubicBezTo>
                  <a:pt x="157209" y="13910"/>
                  <a:pt x="156944" y="10760"/>
                  <a:pt x="156414" y="9500"/>
                </a:cubicBezTo>
                <a:cubicBezTo>
                  <a:pt x="155883" y="8239"/>
                  <a:pt x="154810" y="7136"/>
                  <a:pt x="153195" y="6191"/>
                </a:cubicBezTo>
                <a:cubicBezTo>
                  <a:pt x="151580" y="5246"/>
                  <a:pt x="149398" y="4774"/>
                  <a:pt x="146649" y="4774"/>
                </a:cubicBezTo>
                <a:lnTo>
                  <a:pt x="143395" y="4774"/>
                </a:lnTo>
                <a:lnTo>
                  <a:pt x="143395" y="2170"/>
                </a:lnTo>
                <a:lnTo>
                  <a:pt x="195688" y="2170"/>
                </a:lnTo>
                <a:lnTo>
                  <a:pt x="195688" y="4774"/>
                </a:lnTo>
                <a:lnTo>
                  <a:pt x="191420" y="4774"/>
                </a:lnTo>
                <a:cubicBezTo>
                  <a:pt x="188576" y="4774"/>
                  <a:pt x="186285" y="5282"/>
                  <a:pt x="184549" y="6299"/>
                </a:cubicBezTo>
                <a:cubicBezTo>
                  <a:pt x="183296" y="6979"/>
                  <a:pt x="182307" y="8142"/>
                  <a:pt x="181584" y="9789"/>
                </a:cubicBezTo>
                <a:cubicBezTo>
                  <a:pt x="181053" y="10952"/>
                  <a:pt x="180788" y="14006"/>
                  <a:pt x="180788" y="18950"/>
                </a:cubicBezTo>
                <a:lnTo>
                  <a:pt x="180788" y="81441"/>
                </a:lnTo>
                <a:cubicBezTo>
                  <a:pt x="180788" y="86456"/>
                  <a:pt x="181078" y="89650"/>
                  <a:pt x="181656" y="91025"/>
                </a:cubicBezTo>
                <a:cubicBezTo>
                  <a:pt x="182235" y="92399"/>
                  <a:pt x="183368" y="93424"/>
                  <a:pt x="185056" y="94099"/>
                </a:cubicBezTo>
                <a:cubicBezTo>
                  <a:pt x="186261" y="94533"/>
                  <a:pt x="189178" y="94750"/>
                  <a:pt x="193807" y="94750"/>
                </a:cubicBezTo>
                <a:lnTo>
                  <a:pt x="201980" y="94750"/>
                </a:lnTo>
                <a:cubicBezTo>
                  <a:pt x="207188" y="94750"/>
                  <a:pt x="211528" y="93833"/>
                  <a:pt x="214999" y="92001"/>
                </a:cubicBezTo>
                <a:cubicBezTo>
                  <a:pt x="218471" y="90169"/>
                  <a:pt x="221473" y="87276"/>
                  <a:pt x="224004" y="83322"/>
                </a:cubicBezTo>
                <a:cubicBezTo>
                  <a:pt x="226536" y="79368"/>
                  <a:pt x="228934" y="73533"/>
                  <a:pt x="231201" y="65818"/>
                </a:cubicBezTo>
                <a:lnTo>
                  <a:pt x="234166" y="65818"/>
                </a:lnTo>
                <a:close/>
                <a:moveTo>
                  <a:pt x="260564" y="0"/>
                </a:moveTo>
                <a:cubicBezTo>
                  <a:pt x="263698" y="0"/>
                  <a:pt x="266350" y="1101"/>
                  <a:pt x="268520" y="3302"/>
                </a:cubicBezTo>
                <a:cubicBezTo>
                  <a:pt x="270689" y="5502"/>
                  <a:pt x="271774" y="8150"/>
                  <a:pt x="271774" y="11247"/>
                </a:cubicBezTo>
                <a:cubicBezTo>
                  <a:pt x="271774" y="14344"/>
                  <a:pt x="270677" y="16980"/>
                  <a:pt x="268483" y="19158"/>
                </a:cubicBezTo>
                <a:cubicBezTo>
                  <a:pt x="266289" y="21334"/>
                  <a:pt x="263649" y="22422"/>
                  <a:pt x="260564" y="22422"/>
                </a:cubicBezTo>
                <a:cubicBezTo>
                  <a:pt x="257478" y="22422"/>
                  <a:pt x="254850" y="21334"/>
                  <a:pt x="252680" y="19158"/>
                </a:cubicBezTo>
                <a:cubicBezTo>
                  <a:pt x="250510" y="16980"/>
                  <a:pt x="249425" y="14344"/>
                  <a:pt x="249425" y="11247"/>
                </a:cubicBezTo>
                <a:cubicBezTo>
                  <a:pt x="249425" y="8150"/>
                  <a:pt x="250510" y="5502"/>
                  <a:pt x="252680" y="3302"/>
                </a:cubicBezTo>
                <a:cubicBezTo>
                  <a:pt x="254850" y="1101"/>
                  <a:pt x="257478" y="0"/>
                  <a:pt x="260564" y="0"/>
                </a:cubicBezTo>
                <a:moveTo>
                  <a:pt x="270689" y="32548"/>
                </a:moveTo>
                <a:lnTo>
                  <a:pt x="270689" y="86215"/>
                </a:lnTo>
                <a:cubicBezTo>
                  <a:pt x="270689" y="90989"/>
                  <a:pt x="271244" y="94038"/>
                  <a:pt x="272353" y="95364"/>
                </a:cubicBezTo>
                <a:cubicBezTo>
                  <a:pt x="273462" y="96690"/>
                  <a:pt x="275632" y="97450"/>
                  <a:pt x="278862" y="97643"/>
                </a:cubicBezTo>
                <a:lnTo>
                  <a:pt x="278862" y="100247"/>
                </a:lnTo>
                <a:lnTo>
                  <a:pt x="242337" y="100247"/>
                </a:lnTo>
                <a:lnTo>
                  <a:pt x="242337" y="97643"/>
                </a:lnTo>
                <a:cubicBezTo>
                  <a:pt x="245326" y="97546"/>
                  <a:pt x="247544" y="96678"/>
                  <a:pt x="248991" y="95039"/>
                </a:cubicBezTo>
                <a:cubicBezTo>
                  <a:pt x="249955" y="93930"/>
                  <a:pt x="250438" y="90989"/>
                  <a:pt x="250438" y="86215"/>
                </a:cubicBezTo>
                <a:lnTo>
                  <a:pt x="250438" y="46724"/>
                </a:lnTo>
                <a:cubicBezTo>
                  <a:pt x="250438" y="41890"/>
                  <a:pt x="249883" y="38802"/>
                  <a:pt x="248774" y="37459"/>
                </a:cubicBezTo>
                <a:cubicBezTo>
                  <a:pt x="247665" y="36117"/>
                  <a:pt x="245519" y="35347"/>
                  <a:pt x="242337" y="35151"/>
                </a:cubicBezTo>
                <a:lnTo>
                  <a:pt x="242337" y="32548"/>
                </a:lnTo>
                <a:lnTo>
                  <a:pt x="270689" y="32548"/>
                </a:lnTo>
                <a:close/>
                <a:moveTo>
                  <a:pt x="312155" y="7667"/>
                </a:moveTo>
                <a:lnTo>
                  <a:pt x="312155" y="32548"/>
                </a:lnTo>
                <a:lnTo>
                  <a:pt x="328211" y="32548"/>
                </a:lnTo>
                <a:lnTo>
                  <a:pt x="328211" y="39636"/>
                </a:lnTo>
                <a:lnTo>
                  <a:pt x="312155" y="39636"/>
                </a:lnTo>
                <a:lnTo>
                  <a:pt x="312155" y="81482"/>
                </a:lnTo>
                <a:cubicBezTo>
                  <a:pt x="312155" y="85398"/>
                  <a:pt x="312335" y="87924"/>
                  <a:pt x="312697" y="89061"/>
                </a:cubicBezTo>
                <a:cubicBezTo>
                  <a:pt x="313059" y="90197"/>
                  <a:pt x="313698" y="91116"/>
                  <a:pt x="314614" y="91818"/>
                </a:cubicBezTo>
                <a:cubicBezTo>
                  <a:pt x="315530" y="92519"/>
                  <a:pt x="316374" y="92869"/>
                  <a:pt x="317145" y="92869"/>
                </a:cubicBezTo>
                <a:cubicBezTo>
                  <a:pt x="320279" y="92869"/>
                  <a:pt x="323245" y="90458"/>
                  <a:pt x="326041" y="85636"/>
                </a:cubicBezTo>
                <a:lnTo>
                  <a:pt x="328211" y="87243"/>
                </a:lnTo>
                <a:cubicBezTo>
                  <a:pt x="324306" y="96587"/>
                  <a:pt x="317965" y="101259"/>
                  <a:pt x="309189" y="101259"/>
                </a:cubicBezTo>
                <a:cubicBezTo>
                  <a:pt x="304898" y="101259"/>
                  <a:pt x="301269" y="100062"/>
                  <a:pt x="298304" y="97668"/>
                </a:cubicBezTo>
                <a:cubicBezTo>
                  <a:pt x="295338" y="95272"/>
                  <a:pt x="293446" y="92598"/>
                  <a:pt x="292626" y="89646"/>
                </a:cubicBezTo>
                <a:cubicBezTo>
                  <a:pt x="292144" y="88001"/>
                  <a:pt x="291903" y="83549"/>
                  <a:pt x="291903" y="76290"/>
                </a:cubicBezTo>
                <a:lnTo>
                  <a:pt x="291903" y="39636"/>
                </a:lnTo>
                <a:lnTo>
                  <a:pt x="283079" y="39636"/>
                </a:lnTo>
                <a:lnTo>
                  <a:pt x="283079" y="37097"/>
                </a:lnTo>
                <a:cubicBezTo>
                  <a:pt x="289154" y="32797"/>
                  <a:pt x="294326" y="28279"/>
                  <a:pt x="298593" y="23543"/>
                </a:cubicBezTo>
                <a:cubicBezTo>
                  <a:pt x="302860" y="18807"/>
                  <a:pt x="306585" y="13515"/>
                  <a:pt x="309768" y="7667"/>
                </a:cubicBezTo>
                <a:lnTo>
                  <a:pt x="312155" y="7667"/>
                </a:lnTo>
                <a:close/>
                <a:moveTo>
                  <a:pt x="391931" y="63938"/>
                </a:moveTo>
                <a:lnTo>
                  <a:pt x="354827" y="63938"/>
                </a:lnTo>
                <a:cubicBezTo>
                  <a:pt x="355261" y="72931"/>
                  <a:pt x="357648" y="80038"/>
                  <a:pt x="361987" y="85259"/>
                </a:cubicBezTo>
                <a:cubicBezTo>
                  <a:pt x="365314" y="89272"/>
                  <a:pt x="369316" y="91278"/>
                  <a:pt x="373994" y="91278"/>
                </a:cubicBezTo>
                <a:cubicBezTo>
                  <a:pt x="376887" y="91278"/>
                  <a:pt x="379515" y="90470"/>
                  <a:pt x="381877" y="88855"/>
                </a:cubicBezTo>
                <a:cubicBezTo>
                  <a:pt x="384240" y="87240"/>
                  <a:pt x="386772" y="84334"/>
                  <a:pt x="389472" y="80139"/>
                </a:cubicBezTo>
                <a:lnTo>
                  <a:pt x="391931" y="81731"/>
                </a:lnTo>
                <a:cubicBezTo>
                  <a:pt x="388266" y="89204"/>
                  <a:pt x="384216" y="94496"/>
                  <a:pt x="379780" y="97607"/>
                </a:cubicBezTo>
                <a:cubicBezTo>
                  <a:pt x="375344" y="100717"/>
                  <a:pt x="370209" y="102272"/>
                  <a:pt x="364374" y="102272"/>
                </a:cubicBezTo>
                <a:cubicBezTo>
                  <a:pt x="354345" y="102272"/>
                  <a:pt x="346750" y="98410"/>
                  <a:pt x="341591" y="90688"/>
                </a:cubicBezTo>
                <a:cubicBezTo>
                  <a:pt x="337444" y="84462"/>
                  <a:pt x="335371" y="76739"/>
                  <a:pt x="335371" y="67520"/>
                </a:cubicBezTo>
                <a:cubicBezTo>
                  <a:pt x="335371" y="56225"/>
                  <a:pt x="338420" y="47235"/>
                  <a:pt x="344520" y="40551"/>
                </a:cubicBezTo>
                <a:cubicBezTo>
                  <a:pt x="350620" y="33865"/>
                  <a:pt x="357768" y="30522"/>
                  <a:pt x="365965" y="30522"/>
                </a:cubicBezTo>
                <a:cubicBezTo>
                  <a:pt x="372812" y="30522"/>
                  <a:pt x="378755" y="33331"/>
                  <a:pt x="383794" y="38949"/>
                </a:cubicBezTo>
                <a:cubicBezTo>
                  <a:pt x="388833" y="44566"/>
                  <a:pt x="391545" y="52896"/>
                  <a:pt x="391931" y="63938"/>
                </a:cubicBezTo>
                <a:moveTo>
                  <a:pt x="374138" y="59164"/>
                </a:moveTo>
                <a:cubicBezTo>
                  <a:pt x="374138" y="51401"/>
                  <a:pt x="373716" y="46073"/>
                  <a:pt x="372873" y="43180"/>
                </a:cubicBezTo>
                <a:cubicBezTo>
                  <a:pt x="372029" y="40287"/>
                  <a:pt x="370715" y="38093"/>
                  <a:pt x="368931" y="36598"/>
                </a:cubicBezTo>
                <a:cubicBezTo>
                  <a:pt x="367918" y="35730"/>
                  <a:pt x="366568" y="35296"/>
                  <a:pt x="364880" y="35296"/>
                </a:cubicBezTo>
                <a:cubicBezTo>
                  <a:pt x="362373" y="35296"/>
                  <a:pt x="360324" y="36526"/>
                  <a:pt x="358732" y="38985"/>
                </a:cubicBezTo>
                <a:cubicBezTo>
                  <a:pt x="355888" y="43276"/>
                  <a:pt x="354465" y="49159"/>
                  <a:pt x="354465" y="56633"/>
                </a:cubicBezTo>
                <a:lnTo>
                  <a:pt x="354465" y="59164"/>
                </a:lnTo>
                <a:lnTo>
                  <a:pt x="374138" y="59164"/>
                </a:lnTo>
                <a:close/>
                <a:moveTo>
                  <a:pt x="428331" y="32548"/>
                </a:moveTo>
                <a:lnTo>
                  <a:pt x="428331" y="47881"/>
                </a:lnTo>
                <a:cubicBezTo>
                  <a:pt x="432816" y="40889"/>
                  <a:pt x="436745" y="36248"/>
                  <a:pt x="440121" y="33958"/>
                </a:cubicBezTo>
                <a:cubicBezTo>
                  <a:pt x="443496" y="31668"/>
                  <a:pt x="446751" y="30522"/>
                  <a:pt x="449885" y="30522"/>
                </a:cubicBezTo>
                <a:cubicBezTo>
                  <a:pt x="452585" y="30522"/>
                  <a:pt x="454743" y="31357"/>
                  <a:pt x="456358" y="33027"/>
                </a:cubicBezTo>
                <a:cubicBezTo>
                  <a:pt x="457974" y="34696"/>
                  <a:pt x="458781" y="37055"/>
                  <a:pt x="458781" y="40104"/>
                </a:cubicBezTo>
                <a:cubicBezTo>
                  <a:pt x="458781" y="43346"/>
                  <a:pt x="457998" y="45863"/>
                  <a:pt x="456431" y="47655"/>
                </a:cubicBezTo>
                <a:cubicBezTo>
                  <a:pt x="454864" y="49445"/>
                  <a:pt x="452971" y="50340"/>
                  <a:pt x="450753" y="50340"/>
                </a:cubicBezTo>
                <a:cubicBezTo>
                  <a:pt x="448197" y="50340"/>
                  <a:pt x="445979" y="49521"/>
                  <a:pt x="444099" y="47881"/>
                </a:cubicBezTo>
                <a:cubicBezTo>
                  <a:pt x="442218" y="46242"/>
                  <a:pt x="441109" y="45326"/>
                  <a:pt x="440772" y="45133"/>
                </a:cubicBezTo>
                <a:cubicBezTo>
                  <a:pt x="440290" y="44843"/>
                  <a:pt x="439735" y="44699"/>
                  <a:pt x="439108" y="44699"/>
                </a:cubicBezTo>
                <a:cubicBezTo>
                  <a:pt x="437710" y="44699"/>
                  <a:pt x="436384" y="45229"/>
                  <a:pt x="435130" y="46290"/>
                </a:cubicBezTo>
                <a:cubicBezTo>
                  <a:pt x="433153" y="47929"/>
                  <a:pt x="431658" y="50268"/>
                  <a:pt x="430646" y="53306"/>
                </a:cubicBezTo>
                <a:cubicBezTo>
                  <a:pt x="429103" y="57983"/>
                  <a:pt x="428331" y="63142"/>
                  <a:pt x="428331" y="68784"/>
                </a:cubicBezTo>
                <a:lnTo>
                  <a:pt x="428331" y="84334"/>
                </a:lnTo>
                <a:lnTo>
                  <a:pt x="428404" y="88385"/>
                </a:lnTo>
                <a:cubicBezTo>
                  <a:pt x="428404" y="91133"/>
                  <a:pt x="428572" y="92893"/>
                  <a:pt x="428910" y="93665"/>
                </a:cubicBezTo>
                <a:cubicBezTo>
                  <a:pt x="429489" y="94967"/>
                  <a:pt x="430344" y="95919"/>
                  <a:pt x="431478" y="96522"/>
                </a:cubicBezTo>
                <a:cubicBezTo>
                  <a:pt x="432611" y="97124"/>
                  <a:pt x="434527" y="97498"/>
                  <a:pt x="437228" y="97643"/>
                </a:cubicBezTo>
                <a:lnTo>
                  <a:pt x="437228" y="100247"/>
                </a:lnTo>
                <a:lnTo>
                  <a:pt x="400702" y="100247"/>
                </a:lnTo>
                <a:lnTo>
                  <a:pt x="400702" y="97643"/>
                </a:lnTo>
                <a:cubicBezTo>
                  <a:pt x="403643" y="97402"/>
                  <a:pt x="405632" y="96594"/>
                  <a:pt x="406669" y="95220"/>
                </a:cubicBezTo>
                <a:cubicBezTo>
                  <a:pt x="407706" y="93846"/>
                  <a:pt x="408224" y="90217"/>
                  <a:pt x="408224" y="84334"/>
                </a:cubicBezTo>
                <a:lnTo>
                  <a:pt x="408224" y="46869"/>
                </a:lnTo>
                <a:cubicBezTo>
                  <a:pt x="408224" y="42987"/>
                  <a:pt x="408031" y="40513"/>
                  <a:pt x="407646" y="39446"/>
                </a:cubicBezTo>
                <a:cubicBezTo>
                  <a:pt x="407163" y="38087"/>
                  <a:pt x="406464" y="37092"/>
                  <a:pt x="405548" y="36462"/>
                </a:cubicBezTo>
                <a:cubicBezTo>
                  <a:pt x="404632" y="35831"/>
                  <a:pt x="403017" y="35394"/>
                  <a:pt x="400702" y="35151"/>
                </a:cubicBezTo>
                <a:lnTo>
                  <a:pt x="400702" y="32548"/>
                </a:lnTo>
                <a:lnTo>
                  <a:pt x="428331" y="32548"/>
                </a:lnTo>
                <a:close/>
                <a:moveTo>
                  <a:pt x="503210" y="90265"/>
                </a:moveTo>
                <a:cubicBezTo>
                  <a:pt x="494964" y="97595"/>
                  <a:pt x="487563" y="101259"/>
                  <a:pt x="481005" y="101259"/>
                </a:cubicBezTo>
                <a:cubicBezTo>
                  <a:pt x="477148" y="101259"/>
                  <a:pt x="473941" y="99990"/>
                  <a:pt x="471385" y="97451"/>
                </a:cubicBezTo>
                <a:cubicBezTo>
                  <a:pt x="468830" y="94910"/>
                  <a:pt x="467552" y="91729"/>
                  <a:pt x="467552" y="87908"/>
                </a:cubicBezTo>
                <a:cubicBezTo>
                  <a:pt x="467552" y="82730"/>
                  <a:pt x="469770" y="78073"/>
                  <a:pt x="474206" y="73937"/>
                </a:cubicBezTo>
                <a:cubicBezTo>
                  <a:pt x="478642" y="69801"/>
                  <a:pt x="488310" y="64298"/>
                  <a:pt x="503210" y="57428"/>
                </a:cubicBezTo>
                <a:lnTo>
                  <a:pt x="503210" y="50630"/>
                </a:lnTo>
                <a:cubicBezTo>
                  <a:pt x="503210" y="45518"/>
                  <a:pt x="502933" y="42300"/>
                  <a:pt x="502378" y="40974"/>
                </a:cubicBezTo>
                <a:cubicBezTo>
                  <a:pt x="501823" y="39648"/>
                  <a:pt x="500775" y="38491"/>
                  <a:pt x="499232" y="37502"/>
                </a:cubicBezTo>
                <a:cubicBezTo>
                  <a:pt x="497689" y="36514"/>
                  <a:pt x="495953" y="36019"/>
                  <a:pt x="494024" y="36019"/>
                </a:cubicBezTo>
                <a:cubicBezTo>
                  <a:pt x="490890" y="36019"/>
                  <a:pt x="488310" y="36718"/>
                  <a:pt x="486285" y="38117"/>
                </a:cubicBezTo>
                <a:cubicBezTo>
                  <a:pt x="485031" y="38985"/>
                  <a:pt x="484405" y="39997"/>
                  <a:pt x="484405" y="41155"/>
                </a:cubicBezTo>
                <a:cubicBezTo>
                  <a:pt x="484405" y="42167"/>
                  <a:pt x="485080" y="43421"/>
                  <a:pt x="486430" y="44916"/>
                </a:cubicBezTo>
                <a:cubicBezTo>
                  <a:pt x="488262" y="46989"/>
                  <a:pt x="489178" y="48990"/>
                  <a:pt x="489178" y="50919"/>
                </a:cubicBezTo>
                <a:cubicBezTo>
                  <a:pt x="489178" y="53282"/>
                  <a:pt x="488298" y="55295"/>
                  <a:pt x="486538" y="56958"/>
                </a:cubicBezTo>
                <a:cubicBezTo>
                  <a:pt x="484778" y="58622"/>
                  <a:pt x="482476" y="59454"/>
                  <a:pt x="479631" y="59454"/>
                </a:cubicBezTo>
                <a:cubicBezTo>
                  <a:pt x="476593" y="59454"/>
                  <a:pt x="474050" y="58537"/>
                  <a:pt x="472000" y="56705"/>
                </a:cubicBezTo>
                <a:cubicBezTo>
                  <a:pt x="469951" y="54873"/>
                  <a:pt x="468926" y="52727"/>
                  <a:pt x="468926" y="50268"/>
                </a:cubicBezTo>
                <a:cubicBezTo>
                  <a:pt x="468926" y="46796"/>
                  <a:pt x="470301" y="43481"/>
                  <a:pt x="473049" y="40323"/>
                </a:cubicBezTo>
                <a:cubicBezTo>
                  <a:pt x="475797" y="37165"/>
                  <a:pt x="479631" y="34742"/>
                  <a:pt x="484549" y="33054"/>
                </a:cubicBezTo>
                <a:cubicBezTo>
                  <a:pt x="489467" y="31366"/>
                  <a:pt x="494579" y="30522"/>
                  <a:pt x="499883" y="30522"/>
                </a:cubicBezTo>
                <a:cubicBezTo>
                  <a:pt x="506296" y="30522"/>
                  <a:pt x="511371" y="31888"/>
                  <a:pt x="515108" y="34620"/>
                </a:cubicBezTo>
                <a:cubicBezTo>
                  <a:pt x="518845" y="37351"/>
                  <a:pt x="521268" y="40311"/>
                  <a:pt x="522377" y="43501"/>
                </a:cubicBezTo>
                <a:cubicBezTo>
                  <a:pt x="523052" y="45530"/>
                  <a:pt x="523389" y="50194"/>
                  <a:pt x="523389" y="57492"/>
                </a:cubicBezTo>
                <a:lnTo>
                  <a:pt x="523389" y="83808"/>
                </a:lnTo>
                <a:cubicBezTo>
                  <a:pt x="523389" y="86901"/>
                  <a:pt x="523510" y="88847"/>
                  <a:pt x="523751" y="89646"/>
                </a:cubicBezTo>
                <a:cubicBezTo>
                  <a:pt x="523992" y="90443"/>
                  <a:pt x="524354" y="91035"/>
                  <a:pt x="524836" y="91423"/>
                </a:cubicBezTo>
                <a:cubicBezTo>
                  <a:pt x="525318" y="91808"/>
                  <a:pt x="525873" y="92001"/>
                  <a:pt x="526499" y="92001"/>
                </a:cubicBezTo>
                <a:cubicBezTo>
                  <a:pt x="527753" y="92001"/>
                  <a:pt x="529031" y="91109"/>
                  <a:pt x="530333" y="89325"/>
                </a:cubicBezTo>
                <a:lnTo>
                  <a:pt x="532503" y="91061"/>
                </a:lnTo>
                <a:cubicBezTo>
                  <a:pt x="530092" y="94629"/>
                  <a:pt x="527596" y="97221"/>
                  <a:pt x="525017" y="98836"/>
                </a:cubicBezTo>
                <a:cubicBezTo>
                  <a:pt x="522437" y="100451"/>
                  <a:pt x="519508" y="101259"/>
                  <a:pt x="516229" y="101259"/>
                </a:cubicBezTo>
                <a:cubicBezTo>
                  <a:pt x="512371" y="101259"/>
                  <a:pt x="509358" y="100349"/>
                  <a:pt x="507188" y="98529"/>
                </a:cubicBezTo>
                <a:cubicBezTo>
                  <a:pt x="505018" y="96708"/>
                  <a:pt x="503692" y="93954"/>
                  <a:pt x="503210" y="90265"/>
                </a:cubicBezTo>
                <a:moveTo>
                  <a:pt x="503210" y="84913"/>
                </a:moveTo>
                <a:lnTo>
                  <a:pt x="503210" y="62288"/>
                </a:lnTo>
                <a:cubicBezTo>
                  <a:pt x="497375" y="65728"/>
                  <a:pt x="493036" y="69411"/>
                  <a:pt x="490191" y="73336"/>
                </a:cubicBezTo>
                <a:cubicBezTo>
                  <a:pt x="488310" y="75952"/>
                  <a:pt x="487370" y="78593"/>
                  <a:pt x="487370" y="81258"/>
                </a:cubicBezTo>
                <a:cubicBezTo>
                  <a:pt x="487370" y="83487"/>
                  <a:pt x="488166" y="85449"/>
                  <a:pt x="489757" y="87146"/>
                </a:cubicBezTo>
                <a:cubicBezTo>
                  <a:pt x="490962" y="88454"/>
                  <a:pt x="492650" y="89108"/>
                  <a:pt x="494820" y="89108"/>
                </a:cubicBezTo>
                <a:cubicBezTo>
                  <a:pt x="497231" y="89108"/>
                  <a:pt x="500027" y="87710"/>
                  <a:pt x="503210" y="84913"/>
                </a:cubicBezTo>
                <a:close/>
                <a:moveTo>
                  <a:pt x="566786" y="7667"/>
                </a:moveTo>
                <a:lnTo>
                  <a:pt x="566786" y="32548"/>
                </a:lnTo>
                <a:lnTo>
                  <a:pt x="582843" y="32548"/>
                </a:lnTo>
                <a:lnTo>
                  <a:pt x="582843" y="39636"/>
                </a:lnTo>
                <a:lnTo>
                  <a:pt x="566786" y="39636"/>
                </a:lnTo>
                <a:lnTo>
                  <a:pt x="566786" y="81482"/>
                </a:lnTo>
                <a:cubicBezTo>
                  <a:pt x="566786" y="85398"/>
                  <a:pt x="566967" y="87924"/>
                  <a:pt x="567328" y="89061"/>
                </a:cubicBezTo>
                <a:cubicBezTo>
                  <a:pt x="567690" y="90197"/>
                  <a:pt x="568329" y="91116"/>
                  <a:pt x="569245" y="91818"/>
                </a:cubicBezTo>
                <a:cubicBezTo>
                  <a:pt x="570161" y="92519"/>
                  <a:pt x="571005" y="92869"/>
                  <a:pt x="571776" y="92869"/>
                </a:cubicBezTo>
                <a:cubicBezTo>
                  <a:pt x="574911" y="92869"/>
                  <a:pt x="577876" y="90458"/>
                  <a:pt x="580673" y="85636"/>
                </a:cubicBezTo>
                <a:lnTo>
                  <a:pt x="582843" y="87243"/>
                </a:lnTo>
                <a:cubicBezTo>
                  <a:pt x="578937" y="96587"/>
                  <a:pt x="572596" y="101259"/>
                  <a:pt x="563820" y="101259"/>
                </a:cubicBezTo>
                <a:cubicBezTo>
                  <a:pt x="559529" y="101259"/>
                  <a:pt x="555900" y="100062"/>
                  <a:pt x="552935" y="97668"/>
                </a:cubicBezTo>
                <a:cubicBezTo>
                  <a:pt x="549970" y="95272"/>
                  <a:pt x="548077" y="92598"/>
                  <a:pt x="547257" y="89646"/>
                </a:cubicBezTo>
                <a:cubicBezTo>
                  <a:pt x="546775" y="88001"/>
                  <a:pt x="546534" y="83549"/>
                  <a:pt x="546534" y="76290"/>
                </a:cubicBezTo>
                <a:lnTo>
                  <a:pt x="546534" y="39636"/>
                </a:lnTo>
                <a:lnTo>
                  <a:pt x="537710" y="39636"/>
                </a:lnTo>
                <a:lnTo>
                  <a:pt x="537710" y="37097"/>
                </a:lnTo>
                <a:cubicBezTo>
                  <a:pt x="543785" y="32797"/>
                  <a:pt x="548957" y="28279"/>
                  <a:pt x="553224" y="23543"/>
                </a:cubicBezTo>
                <a:cubicBezTo>
                  <a:pt x="557492" y="18807"/>
                  <a:pt x="561217" y="13515"/>
                  <a:pt x="564399" y="7667"/>
                </a:cubicBezTo>
                <a:lnTo>
                  <a:pt x="566786" y="7667"/>
                </a:lnTo>
                <a:close/>
                <a:moveTo>
                  <a:pt x="654591" y="32548"/>
                </a:moveTo>
                <a:lnTo>
                  <a:pt x="654591" y="85492"/>
                </a:lnTo>
                <a:cubicBezTo>
                  <a:pt x="654591" y="90683"/>
                  <a:pt x="655073" y="93921"/>
                  <a:pt x="656037" y="95206"/>
                </a:cubicBezTo>
                <a:cubicBezTo>
                  <a:pt x="657002" y="96492"/>
                  <a:pt x="658954" y="97304"/>
                  <a:pt x="661896" y="97643"/>
                </a:cubicBezTo>
                <a:lnTo>
                  <a:pt x="661896" y="100247"/>
                </a:lnTo>
                <a:lnTo>
                  <a:pt x="634339" y="100247"/>
                </a:lnTo>
                <a:lnTo>
                  <a:pt x="634339" y="91206"/>
                </a:lnTo>
                <a:cubicBezTo>
                  <a:pt x="631108" y="95063"/>
                  <a:pt x="627878" y="97872"/>
                  <a:pt x="624647" y="99632"/>
                </a:cubicBezTo>
                <a:cubicBezTo>
                  <a:pt x="621416" y="101392"/>
                  <a:pt x="617800" y="102272"/>
                  <a:pt x="613798" y="102272"/>
                </a:cubicBezTo>
                <a:cubicBezTo>
                  <a:pt x="609988" y="102272"/>
                  <a:pt x="606601" y="101102"/>
                  <a:pt x="603636" y="98764"/>
                </a:cubicBezTo>
                <a:cubicBezTo>
                  <a:pt x="600670" y="96425"/>
                  <a:pt x="598681" y="93689"/>
                  <a:pt x="597669" y="90555"/>
                </a:cubicBezTo>
                <a:cubicBezTo>
                  <a:pt x="596656" y="87420"/>
                  <a:pt x="596150" y="81948"/>
                  <a:pt x="596150" y="74136"/>
                </a:cubicBezTo>
                <a:lnTo>
                  <a:pt x="596150" y="47302"/>
                </a:lnTo>
                <a:cubicBezTo>
                  <a:pt x="596150" y="42130"/>
                  <a:pt x="595680" y="38909"/>
                  <a:pt x="594739" y="37640"/>
                </a:cubicBezTo>
                <a:cubicBezTo>
                  <a:pt x="593799" y="36371"/>
                  <a:pt x="591834" y="35542"/>
                  <a:pt x="588845" y="35151"/>
                </a:cubicBezTo>
                <a:lnTo>
                  <a:pt x="588845" y="32548"/>
                </a:lnTo>
                <a:lnTo>
                  <a:pt x="616402" y="32548"/>
                </a:lnTo>
                <a:lnTo>
                  <a:pt x="616402" y="78822"/>
                </a:lnTo>
                <a:cubicBezTo>
                  <a:pt x="616402" y="83650"/>
                  <a:pt x="616631" y="86763"/>
                  <a:pt x="617089" y="88163"/>
                </a:cubicBezTo>
                <a:cubicBezTo>
                  <a:pt x="617547" y="89563"/>
                  <a:pt x="618270" y="90625"/>
                  <a:pt x="619258" y="91350"/>
                </a:cubicBezTo>
                <a:cubicBezTo>
                  <a:pt x="620247" y="92073"/>
                  <a:pt x="621392" y="92435"/>
                  <a:pt x="622694" y="92435"/>
                </a:cubicBezTo>
                <a:cubicBezTo>
                  <a:pt x="624430" y="92435"/>
                  <a:pt x="625997" y="91977"/>
                  <a:pt x="627395" y="91061"/>
                </a:cubicBezTo>
                <a:cubicBezTo>
                  <a:pt x="629324" y="89807"/>
                  <a:pt x="631639" y="87276"/>
                  <a:pt x="634339" y="83466"/>
                </a:cubicBezTo>
                <a:lnTo>
                  <a:pt x="634339" y="47302"/>
                </a:lnTo>
                <a:cubicBezTo>
                  <a:pt x="634339" y="42130"/>
                  <a:pt x="633869" y="38909"/>
                  <a:pt x="632928" y="37640"/>
                </a:cubicBezTo>
                <a:cubicBezTo>
                  <a:pt x="631988" y="36371"/>
                  <a:pt x="630023" y="35542"/>
                  <a:pt x="627034" y="35151"/>
                </a:cubicBezTo>
                <a:lnTo>
                  <a:pt x="627034" y="32548"/>
                </a:lnTo>
                <a:lnTo>
                  <a:pt x="654591" y="32548"/>
                </a:lnTo>
                <a:close/>
                <a:moveTo>
                  <a:pt x="699701" y="32548"/>
                </a:moveTo>
                <a:lnTo>
                  <a:pt x="699701" y="47881"/>
                </a:lnTo>
                <a:cubicBezTo>
                  <a:pt x="704185" y="40889"/>
                  <a:pt x="708115" y="36248"/>
                  <a:pt x="711490" y="33958"/>
                </a:cubicBezTo>
                <a:cubicBezTo>
                  <a:pt x="714866" y="31668"/>
                  <a:pt x="718120" y="30522"/>
                  <a:pt x="721255" y="30522"/>
                </a:cubicBezTo>
                <a:cubicBezTo>
                  <a:pt x="723955" y="30522"/>
                  <a:pt x="726113" y="31357"/>
                  <a:pt x="727728" y="33027"/>
                </a:cubicBezTo>
                <a:cubicBezTo>
                  <a:pt x="729343" y="34696"/>
                  <a:pt x="730151" y="37055"/>
                  <a:pt x="730151" y="40104"/>
                </a:cubicBezTo>
                <a:cubicBezTo>
                  <a:pt x="730151" y="43346"/>
                  <a:pt x="729367" y="45863"/>
                  <a:pt x="727800" y="47655"/>
                </a:cubicBezTo>
                <a:cubicBezTo>
                  <a:pt x="726233" y="49445"/>
                  <a:pt x="724341" y="50340"/>
                  <a:pt x="722123" y="50340"/>
                </a:cubicBezTo>
                <a:cubicBezTo>
                  <a:pt x="719567" y="50340"/>
                  <a:pt x="717349" y="49521"/>
                  <a:pt x="715468" y="47881"/>
                </a:cubicBezTo>
                <a:cubicBezTo>
                  <a:pt x="713588" y="46242"/>
                  <a:pt x="712479" y="45326"/>
                  <a:pt x="712141" y="45133"/>
                </a:cubicBezTo>
                <a:cubicBezTo>
                  <a:pt x="711659" y="44843"/>
                  <a:pt x="711105" y="44699"/>
                  <a:pt x="710478" y="44699"/>
                </a:cubicBezTo>
                <a:cubicBezTo>
                  <a:pt x="709079" y="44699"/>
                  <a:pt x="707753" y="45229"/>
                  <a:pt x="706500" y="46290"/>
                </a:cubicBezTo>
                <a:cubicBezTo>
                  <a:pt x="704523" y="47929"/>
                  <a:pt x="703028" y="50268"/>
                  <a:pt x="702015" y="53306"/>
                </a:cubicBezTo>
                <a:cubicBezTo>
                  <a:pt x="700472" y="57983"/>
                  <a:pt x="699701" y="63142"/>
                  <a:pt x="699701" y="68784"/>
                </a:cubicBezTo>
                <a:lnTo>
                  <a:pt x="699701" y="84334"/>
                </a:lnTo>
                <a:lnTo>
                  <a:pt x="699773" y="88385"/>
                </a:lnTo>
                <a:cubicBezTo>
                  <a:pt x="699773" y="91133"/>
                  <a:pt x="699942" y="92893"/>
                  <a:pt x="700280" y="93665"/>
                </a:cubicBezTo>
                <a:cubicBezTo>
                  <a:pt x="700858" y="94967"/>
                  <a:pt x="701714" y="95919"/>
                  <a:pt x="702847" y="96522"/>
                </a:cubicBezTo>
                <a:cubicBezTo>
                  <a:pt x="703980" y="97124"/>
                  <a:pt x="705897" y="97498"/>
                  <a:pt x="708597" y="97643"/>
                </a:cubicBezTo>
                <a:lnTo>
                  <a:pt x="708597" y="100247"/>
                </a:lnTo>
                <a:lnTo>
                  <a:pt x="672072" y="100247"/>
                </a:lnTo>
                <a:lnTo>
                  <a:pt x="672072" y="97643"/>
                </a:lnTo>
                <a:cubicBezTo>
                  <a:pt x="675013" y="97402"/>
                  <a:pt x="677002" y="96594"/>
                  <a:pt x="678039" y="95220"/>
                </a:cubicBezTo>
                <a:cubicBezTo>
                  <a:pt x="679075" y="93846"/>
                  <a:pt x="679594" y="90217"/>
                  <a:pt x="679594" y="84334"/>
                </a:cubicBezTo>
                <a:lnTo>
                  <a:pt x="679594" y="46869"/>
                </a:lnTo>
                <a:cubicBezTo>
                  <a:pt x="679594" y="42987"/>
                  <a:pt x="679401" y="40513"/>
                  <a:pt x="679015" y="39446"/>
                </a:cubicBezTo>
                <a:cubicBezTo>
                  <a:pt x="678533" y="38087"/>
                  <a:pt x="677834" y="37092"/>
                  <a:pt x="676918" y="36462"/>
                </a:cubicBezTo>
                <a:cubicBezTo>
                  <a:pt x="676001" y="35831"/>
                  <a:pt x="674386" y="35394"/>
                  <a:pt x="672072" y="35151"/>
                </a:cubicBezTo>
                <a:lnTo>
                  <a:pt x="672072" y="32548"/>
                </a:lnTo>
                <a:lnTo>
                  <a:pt x="699701" y="32548"/>
                </a:lnTo>
                <a:close/>
                <a:moveTo>
                  <a:pt x="791876" y="63938"/>
                </a:moveTo>
                <a:lnTo>
                  <a:pt x="754771" y="63938"/>
                </a:lnTo>
                <a:cubicBezTo>
                  <a:pt x="755205" y="72931"/>
                  <a:pt x="757592" y="80038"/>
                  <a:pt x="761932" y="85259"/>
                </a:cubicBezTo>
                <a:cubicBezTo>
                  <a:pt x="765259" y="89272"/>
                  <a:pt x="769261" y="91278"/>
                  <a:pt x="773938" y="91278"/>
                </a:cubicBezTo>
                <a:cubicBezTo>
                  <a:pt x="776831" y="91278"/>
                  <a:pt x="779459" y="90470"/>
                  <a:pt x="781822" y="88855"/>
                </a:cubicBezTo>
                <a:cubicBezTo>
                  <a:pt x="784185" y="87240"/>
                  <a:pt x="786716" y="84334"/>
                  <a:pt x="789416" y="80139"/>
                </a:cubicBezTo>
                <a:lnTo>
                  <a:pt x="791876" y="81731"/>
                </a:lnTo>
                <a:cubicBezTo>
                  <a:pt x="788211" y="89204"/>
                  <a:pt x="784161" y="94496"/>
                  <a:pt x="779724" y="97607"/>
                </a:cubicBezTo>
                <a:cubicBezTo>
                  <a:pt x="775288" y="100717"/>
                  <a:pt x="770153" y="102272"/>
                  <a:pt x="764319" y="102272"/>
                </a:cubicBezTo>
                <a:cubicBezTo>
                  <a:pt x="754289" y="102272"/>
                  <a:pt x="746695" y="98410"/>
                  <a:pt x="741535" y="90688"/>
                </a:cubicBezTo>
                <a:cubicBezTo>
                  <a:pt x="737389" y="84462"/>
                  <a:pt x="735315" y="76739"/>
                  <a:pt x="735315" y="67520"/>
                </a:cubicBezTo>
                <a:cubicBezTo>
                  <a:pt x="735315" y="56225"/>
                  <a:pt x="738365" y="47235"/>
                  <a:pt x="744465" y="40551"/>
                </a:cubicBezTo>
                <a:cubicBezTo>
                  <a:pt x="750564" y="33865"/>
                  <a:pt x="757713" y="30522"/>
                  <a:pt x="765910" y="30522"/>
                </a:cubicBezTo>
                <a:cubicBezTo>
                  <a:pt x="772757" y="30522"/>
                  <a:pt x="778700" y="33331"/>
                  <a:pt x="783739" y="38949"/>
                </a:cubicBezTo>
                <a:cubicBezTo>
                  <a:pt x="788778" y="44566"/>
                  <a:pt x="791490" y="52896"/>
                  <a:pt x="791876" y="63938"/>
                </a:cubicBezTo>
                <a:moveTo>
                  <a:pt x="774083" y="59164"/>
                </a:moveTo>
                <a:cubicBezTo>
                  <a:pt x="774083" y="51401"/>
                  <a:pt x="773661" y="46073"/>
                  <a:pt x="772817" y="43180"/>
                </a:cubicBezTo>
                <a:cubicBezTo>
                  <a:pt x="771973" y="40287"/>
                  <a:pt x="770659" y="38093"/>
                  <a:pt x="768875" y="36598"/>
                </a:cubicBezTo>
                <a:cubicBezTo>
                  <a:pt x="767863" y="35730"/>
                  <a:pt x="766513" y="35296"/>
                  <a:pt x="764825" y="35296"/>
                </a:cubicBezTo>
                <a:cubicBezTo>
                  <a:pt x="762318" y="35296"/>
                  <a:pt x="760268" y="36526"/>
                  <a:pt x="758677" y="38985"/>
                </a:cubicBezTo>
                <a:cubicBezTo>
                  <a:pt x="755832" y="43276"/>
                  <a:pt x="754410" y="49159"/>
                  <a:pt x="754410" y="56633"/>
                </a:cubicBezTo>
                <a:lnTo>
                  <a:pt x="754410" y="59164"/>
                </a:lnTo>
                <a:lnTo>
                  <a:pt x="774083" y="59164"/>
                </a:lnTo>
                <a:close/>
                <a:moveTo>
                  <a:pt x="901833" y="0"/>
                </a:moveTo>
                <a:lnTo>
                  <a:pt x="902629" y="32692"/>
                </a:lnTo>
                <a:lnTo>
                  <a:pt x="899663" y="32692"/>
                </a:lnTo>
                <a:cubicBezTo>
                  <a:pt x="898265" y="24516"/>
                  <a:pt x="894829" y="17940"/>
                  <a:pt x="889357" y="12963"/>
                </a:cubicBezTo>
                <a:cubicBezTo>
                  <a:pt x="883884" y="7985"/>
                  <a:pt x="877965" y="5497"/>
                  <a:pt x="871600" y="5497"/>
                </a:cubicBezTo>
                <a:cubicBezTo>
                  <a:pt x="866682" y="5497"/>
                  <a:pt x="862788" y="6807"/>
                  <a:pt x="859919" y="9427"/>
                </a:cubicBezTo>
                <a:cubicBezTo>
                  <a:pt x="857050" y="12046"/>
                  <a:pt x="855616" y="15062"/>
                  <a:pt x="855616" y="18475"/>
                </a:cubicBezTo>
                <a:cubicBezTo>
                  <a:pt x="855616" y="20638"/>
                  <a:pt x="856122" y="22560"/>
                  <a:pt x="857135" y="24243"/>
                </a:cubicBezTo>
                <a:cubicBezTo>
                  <a:pt x="858533" y="26502"/>
                  <a:pt x="860775" y="28737"/>
                  <a:pt x="863861" y="30947"/>
                </a:cubicBezTo>
                <a:cubicBezTo>
                  <a:pt x="866127" y="32534"/>
                  <a:pt x="871359" y="35347"/>
                  <a:pt x="879556" y="39385"/>
                </a:cubicBezTo>
                <a:cubicBezTo>
                  <a:pt x="891032" y="45008"/>
                  <a:pt x="898771" y="50321"/>
                  <a:pt x="902774" y="55322"/>
                </a:cubicBezTo>
                <a:cubicBezTo>
                  <a:pt x="906727" y="60322"/>
                  <a:pt x="908704" y="66043"/>
                  <a:pt x="908704" y="72486"/>
                </a:cubicBezTo>
                <a:cubicBezTo>
                  <a:pt x="908704" y="80659"/>
                  <a:pt x="905510" y="87691"/>
                  <a:pt x="899121" y="93581"/>
                </a:cubicBezTo>
                <a:cubicBezTo>
                  <a:pt x="892732" y="99471"/>
                  <a:pt x="884619" y="102416"/>
                  <a:pt x="874783" y="102416"/>
                </a:cubicBezTo>
                <a:cubicBezTo>
                  <a:pt x="871697" y="102416"/>
                  <a:pt x="868779" y="102103"/>
                  <a:pt x="866031" y="101476"/>
                </a:cubicBezTo>
                <a:cubicBezTo>
                  <a:pt x="863282" y="100849"/>
                  <a:pt x="859835" y="99668"/>
                  <a:pt x="855688" y="97932"/>
                </a:cubicBezTo>
                <a:cubicBezTo>
                  <a:pt x="853374" y="96968"/>
                  <a:pt x="851469" y="96485"/>
                  <a:pt x="849974" y="96485"/>
                </a:cubicBezTo>
                <a:cubicBezTo>
                  <a:pt x="848720" y="96485"/>
                  <a:pt x="847394" y="96974"/>
                  <a:pt x="845996" y="97950"/>
                </a:cubicBezTo>
                <a:cubicBezTo>
                  <a:pt x="844598" y="98927"/>
                  <a:pt x="843465" y="100415"/>
                  <a:pt x="842597" y="102416"/>
                </a:cubicBezTo>
                <a:lnTo>
                  <a:pt x="839921" y="102416"/>
                </a:lnTo>
                <a:lnTo>
                  <a:pt x="839921" y="65384"/>
                </a:lnTo>
                <a:lnTo>
                  <a:pt x="842597" y="65384"/>
                </a:lnTo>
                <a:cubicBezTo>
                  <a:pt x="844718" y="75776"/>
                  <a:pt x="848805" y="83702"/>
                  <a:pt x="854856" y="89162"/>
                </a:cubicBezTo>
                <a:cubicBezTo>
                  <a:pt x="860908" y="94623"/>
                  <a:pt x="867429" y="97353"/>
                  <a:pt x="874421" y="97353"/>
                </a:cubicBezTo>
                <a:cubicBezTo>
                  <a:pt x="879821" y="97353"/>
                  <a:pt x="884125" y="95887"/>
                  <a:pt x="887331" y="92955"/>
                </a:cubicBezTo>
                <a:cubicBezTo>
                  <a:pt x="890538" y="90023"/>
                  <a:pt x="892141" y="86610"/>
                  <a:pt x="892141" y="82716"/>
                </a:cubicBezTo>
                <a:cubicBezTo>
                  <a:pt x="892141" y="80409"/>
                  <a:pt x="891527" y="78174"/>
                  <a:pt x="890297" y="76012"/>
                </a:cubicBezTo>
                <a:cubicBezTo>
                  <a:pt x="889067" y="73848"/>
                  <a:pt x="887199" y="71793"/>
                  <a:pt x="884692" y="69846"/>
                </a:cubicBezTo>
                <a:cubicBezTo>
                  <a:pt x="882184" y="67899"/>
                  <a:pt x="877748" y="65364"/>
                  <a:pt x="871383" y="62240"/>
                </a:cubicBezTo>
                <a:cubicBezTo>
                  <a:pt x="862463" y="57866"/>
                  <a:pt x="856050" y="54138"/>
                  <a:pt x="852144" y="51057"/>
                </a:cubicBezTo>
                <a:cubicBezTo>
                  <a:pt x="848238" y="47975"/>
                  <a:pt x="845237" y="44533"/>
                  <a:pt x="843139" y="40730"/>
                </a:cubicBezTo>
                <a:cubicBezTo>
                  <a:pt x="841042" y="36926"/>
                  <a:pt x="839993" y="32738"/>
                  <a:pt x="839993" y="28165"/>
                </a:cubicBezTo>
                <a:cubicBezTo>
                  <a:pt x="839993" y="20366"/>
                  <a:pt x="842862" y="13722"/>
                  <a:pt x="848600" y="8234"/>
                </a:cubicBezTo>
                <a:cubicBezTo>
                  <a:pt x="854338" y="2745"/>
                  <a:pt x="861571" y="0"/>
                  <a:pt x="870298" y="0"/>
                </a:cubicBezTo>
                <a:cubicBezTo>
                  <a:pt x="873481" y="0"/>
                  <a:pt x="876567" y="390"/>
                  <a:pt x="879556" y="1171"/>
                </a:cubicBezTo>
                <a:cubicBezTo>
                  <a:pt x="881823" y="1755"/>
                  <a:pt x="884583" y="2840"/>
                  <a:pt x="887838" y="4423"/>
                </a:cubicBezTo>
                <a:cubicBezTo>
                  <a:pt x="891093" y="6007"/>
                  <a:pt x="893371" y="6799"/>
                  <a:pt x="894673" y="6799"/>
                </a:cubicBezTo>
                <a:cubicBezTo>
                  <a:pt x="895926" y="6799"/>
                  <a:pt x="896915" y="6409"/>
                  <a:pt x="897638" y="5630"/>
                </a:cubicBezTo>
                <a:cubicBezTo>
                  <a:pt x="898362" y="4850"/>
                  <a:pt x="899037" y="2973"/>
                  <a:pt x="899663" y="0"/>
                </a:cubicBezTo>
                <a:lnTo>
                  <a:pt x="901833" y="0"/>
                </a:lnTo>
                <a:close/>
                <a:moveTo>
                  <a:pt x="976888" y="63938"/>
                </a:moveTo>
                <a:lnTo>
                  <a:pt x="939783" y="63938"/>
                </a:lnTo>
                <a:cubicBezTo>
                  <a:pt x="940217" y="72931"/>
                  <a:pt x="942604" y="80038"/>
                  <a:pt x="946944" y="85259"/>
                </a:cubicBezTo>
                <a:cubicBezTo>
                  <a:pt x="950271" y="89272"/>
                  <a:pt x="954273" y="91278"/>
                  <a:pt x="958950" y="91278"/>
                </a:cubicBezTo>
                <a:cubicBezTo>
                  <a:pt x="961843" y="91278"/>
                  <a:pt x="964471" y="90470"/>
                  <a:pt x="966834" y="88855"/>
                </a:cubicBezTo>
                <a:cubicBezTo>
                  <a:pt x="969197" y="87240"/>
                  <a:pt x="971728" y="84334"/>
                  <a:pt x="974428" y="80139"/>
                </a:cubicBezTo>
                <a:lnTo>
                  <a:pt x="976888" y="81731"/>
                </a:lnTo>
                <a:cubicBezTo>
                  <a:pt x="973223" y="89204"/>
                  <a:pt x="969173" y="94496"/>
                  <a:pt x="964736" y="97607"/>
                </a:cubicBezTo>
                <a:cubicBezTo>
                  <a:pt x="960300" y="100717"/>
                  <a:pt x="955165" y="102272"/>
                  <a:pt x="949331" y="102272"/>
                </a:cubicBezTo>
                <a:cubicBezTo>
                  <a:pt x="939301" y="102272"/>
                  <a:pt x="931707" y="98410"/>
                  <a:pt x="926547" y="90688"/>
                </a:cubicBezTo>
                <a:cubicBezTo>
                  <a:pt x="922401" y="84462"/>
                  <a:pt x="920327" y="76739"/>
                  <a:pt x="920327" y="67520"/>
                </a:cubicBezTo>
                <a:cubicBezTo>
                  <a:pt x="920327" y="56225"/>
                  <a:pt x="923377" y="47235"/>
                  <a:pt x="929477" y="40551"/>
                </a:cubicBezTo>
                <a:cubicBezTo>
                  <a:pt x="935576" y="33865"/>
                  <a:pt x="942725" y="30522"/>
                  <a:pt x="950922" y="30522"/>
                </a:cubicBezTo>
                <a:cubicBezTo>
                  <a:pt x="957769" y="30522"/>
                  <a:pt x="963712" y="33331"/>
                  <a:pt x="968751" y="38949"/>
                </a:cubicBezTo>
                <a:cubicBezTo>
                  <a:pt x="973790" y="44566"/>
                  <a:pt x="976502" y="52896"/>
                  <a:pt x="976888" y="63938"/>
                </a:cubicBezTo>
                <a:moveTo>
                  <a:pt x="959095" y="59164"/>
                </a:moveTo>
                <a:cubicBezTo>
                  <a:pt x="959095" y="51401"/>
                  <a:pt x="958673" y="46073"/>
                  <a:pt x="957829" y="43180"/>
                </a:cubicBezTo>
                <a:cubicBezTo>
                  <a:pt x="956985" y="40287"/>
                  <a:pt x="955671" y="38093"/>
                  <a:pt x="953887" y="36598"/>
                </a:cubicBezTo>
                <a:cubicBezTo>
                  <a:pt x="952875" y="35730"/>
                  <a:pt x="951525" y="35296"/>
                  <a:pt x="949837" y="35296"/>
                </a:cubicBezTo>
                <a:cubicBezTo>
                  <a:pt x="947330" y="35296"/>
                  <a:pt x="945280" y="36526"/>
                  <a:pt x="943689" y="38985"/>
                </a:cubicBezTo>
                <a:cubicBezTo>
                  <a:pt x="940844" y="43276"/>
                  <a:pt x="939422" y="49159"/>
                  <a:pt x="939422" y="56633"/>
                </a:cubicBezTo>
                <a:lnTo>
                  <a:pt x="939422" y="59164"/>
                </a:lnTo>
                <a:lnTo>
                  <a:pt x="959095" y="59164"/>
                </a:lnTo>
                <a:close/>
                <a:moveTo>
                  <a:pt x="1022545" y="90265"/>
                </a:moveTo>
                <a:cubicBezTo>
                  <a:pt x="1014300" y="97595"/>
                  <a:pt x="1006898" y="101259"/>
                  <a:pt x="1000341" y="101259"/>
                </a:cubicBezTo>
                <a:cubicBezTo>
                  <a:pt x="996483" y="101259"/>
                  <a:pt x="993277" y="99990"/>
                  <a:pt x="990721" y="97451"/>
                </a:cubicBezTo>
                <a:cubicBezTo>
                  <a:pt x="988165" y="94910"/>
                  <a:pt x="986888" y="91729"/>
                  <a:pt x="986888" y="87908"/>
                </a:cubicBezTo>
                <a:cubicBezTo>
                  <a:pt x="986888" y="82730"/>
                  <a:pt x="989106" y="78073"/>
                  <a:pt x="993542" y="73937"/>
                </a:cubicBezTo>
                <a:cubicBezTo>
                  <a:pt x="997978" y="69801"/>
                  <a:pt x="1007646" y="64298"/>
                  <a:pt x="1022545" y="57428"/>
                </a:cubicBezTo>
                <a:lnTo>
                  <a:pt x="1022545" y="50630"/>
                </a:lnTo>
                <a:cubicBezTo>
                  <a:pt x="1022545" y="45518"/>
                  <a:pt x="1022268" y="42300"/>
                  <a:pt x="1021713" y="40974"/>
                </a:cubicBezTo>
                <a:cubicBezTo>
                  <a:pt x="1021159" y="39648"/>
                  <a:pt x="1020110" y="38491"/>
                  <a:pt x="1018567" y="37502"/>
                </a:cubicBezTo>
                <a:cubicBezTo>
                  <a:pt x="1017024" y="36514"/>
                  <a:pt x="1015288" y="36019"/>
                  <a:pt x="1013360" y="36019"/>
                </a:cubicBezTo>
                <a:cubicBezTo>
                  <a:pt x="1010225" y="36019"/>
                  <a:pt x="1007646" y="36718"/>
                  <a:pt x="1005621" y="38117"/>
                </a:cubicBezTo>
                <a:cubicBezTo>
                  <a:pt x="1004367" y="38985"/>
                  <a:pt x="1003740" y="39997"/>
                  <a:pt x="1003740" y="41155"/>
                </a:cubicBezTo>
                <a:cubicBezTo>
                  <a:pt x="1003740" y="42167"/>
                  <a:pt x="1004415" y="43421"/>
                  <a:pt x="1005765" y="44916"/>
                </a:cubicBezTo>
                <a:cubicBezTo>
                  <a:pt x="1007597" y="46989"/>
                  <a:pt x="1008514" y="48990"/>
                  <a:pt x="1008514" y="50919"/>
                </a:cubicBezTo>
                <a:cubicBezTo>
                  <a:pt x="1008514" y="53282"/>
                  <a:pt x="1007634" y="55295"/>
                  <a:pt x="1005874" y="56958"/>
                </a:cubicBezTo>
                <a:cubicBezTo>
                  <a:pt x="1004114" y="58622"/>
                  <a:pt x="1001811" y="59454"/>
                  <a:pt x="998966" y="59454"/>
                </a:cubicBezTo>
                <a:cubicBezTo>
                  <a:pt x="995929" y="59454"/>
                  <a:pt x="993385" y="58537"/>
                  <a:pt x="991336" y="56705"/>
                </a:cubicBezTo>
                <a:cubicBezTo>
                  <a:pt x="989286" y="54873"/>
                  <a:pt x="988262" y="52727"/>
                  <a:pt x="988262" y="50268"/>
                </a:cubicBezTo>
                <a:cubicBezTo>
                  <a:pt x="988262" y="46796"/>
                  <a:pt x="989636" y="43481"/>
                  <a:pt x="992385" y="40323"/>
                </a:cubicBezTo>
                <a:cubicBezTo>
                  <a:pt x="995133" y="37165"/>
                  <a:pt x="998966" y="34742"/>
                  <a:pt x="1003885" y="33054"/>
                </a:cubicBezTo>
                <a:cubicBezTo>
                  <a:pt x="1008803" y="31366"/>
                  <a:pt x="1013914" y="30522"/>
                  <a:pt x="1019218" y="30522"/>
                </a:cubicBezTo>
                <a:cubicBezTo>
                  <a:pt x="1025631" y="30522"/>
                  <a:pt x="1030706" y="31888"/>
                  <a:pt x="1034443" y="34620"/>
                </a:cubicBezTo>
                <a:cubicBezTo>
                  <a:pt x="1038180" y="37351"/>
                  <a:pt x="1040603" y="40311"/>
                  <a:pt x="1041712" y="43501"/>
                </a:cubicBezTo>
                <a:cubicBezTo>
                  <a:pt x="1042387" y="45530"/>
                  <a:pt x="1042725" y="50194"/>
                  <a:pt x="1042725" y="57492"/>
                </a:cubicBezTo>
                <a:lnTo>
                  <a:pt x="1042725" y="83808"/>
                </a:lnTo>
                <a:cubicBezTo>
                  <a:pt x="1042725" y="86901"/>
                  <a:pt x="1042845" y="88847"/>
                  <a:pt x="1043086" y="89646"/>
                </a:cubicBezTo>
                <a:cubicBezTo>
                  <a:pt x="1043327" y="90443"/>
                  <a:pt x="1043689" y="91035"/>
                  <a:pt x="1044171" y="91423"/>
                </a:cubicBezTo>
                <a:cubicBezTo>
                  <a:pt x="1044653" y="91808"/>
                  <a:pt x="1045208" y="92001"/>
                  <a:pt x="1045835" y="92001"/>
                </a:cubicBezTo>
                <a:cubicBezTo>
                  <a:pt x="1047089" y="92001"/>
                  <a:pt x="1048366" y="91109"/>
                  <a:pt x="1049668" y="89325"/>
                </a:cubicBezTo>
                <a:lnTo>
                  <a:pt x="1051838" y="91061"/>
                </a:lnTo>
                <a:cubicBezTo>
                  <a:pt x="1049427" y="94629"/>
                  <a:pt x="1046932" y="97221"/>
                  <a:pt x="1044352" y="98836"/>
                </a:cubicBezTo>
                <a:cubicBezTo>
                  <a:pt x="1041772" y="100451"/>
                  <a:pt x="1038843" y="101259"/>
                  <a:pt x="1035564" y="101259"/>
                </a:cubicBezTo>
                <a:cubicBezTo>
                  <a:pt x="1031707" y="101259"/>
                  <a:pt x="1028693" y="100349"/>
                  <a:pt x="1026523" y="98529"/>
                </a:cubicBezTo>
                <a:cubicBezTo>
                  <a:pt x="1024353" y="96708"/>
                  <a:pt x="1023027" y="93954"/>
                  <a:pt x="1022545" y="90265"/>
                </a:cubicBezTo>
                <a:moveTo>
                  <a:pt x="1022545" y="84913"/>
                </a:moveTo>
                <a:lnTo>
                  <a:pt x="1022545" y="62288"/>
                </a:lnTo>
                <a:cubicBezTo>
                  <a:pt x="1016711" y="65728"/>
                  <a:pt x="1012371" y="69411"/>
                  <a:pt x="1009526" y="73336"/>
                </a:cubicBezTo>
                <a:cubicBezTo>
                  <a:pt x="1007646" y="75952"/>
                  <a:pt x="1006705" y="78593"/>
                  <a:pt x="1006705" y="81258"/>
                </a:cubicBezTo>
                <a:cubicBezTo>
                  <a:pt x="1006705" y="83487"/>
                  <a:pt x="1007501" y="85449"/>
                  <a:pt x="1009092" y="87146"/>
                </a:cubicBezTo>
                <a:cubicBezTo>
                  <a:pt x="1010298" y="88454"/>
                  <a:pt x="1011985" y="89108"/>
                  <a:pt x="1014155" y="89108"/>
                </a:cubicBezTo>
                <a:cubicBezTo>
                  <a:pt x="1016566" y="89108"/>
                  <a:pt x="1019363" y="87710"/>
                  <a:pt x="1022545" y="84913"/>
                </a:cubicBezTo>
                <a:close/>
                <a:moveTo>
                  <a:pt x="1087351" y="32548"/>
                </a:moveTo>
                <a:lnTo>
                  <a:pt x="1087351" y="47881"/>
                </a:lnTo>
                <a:cubicBezTo>
                  <a:pt x="1091836" y="40889"/>
                  <a:pt x="1095766" y="36248"/>
                  <a:pt x="1099141" y="33958"/>
                </a:cubicBezTo>
                <a:cubicBezTo>
                  <a:pt x="1102516" y="31668"/>
                  <a:pt x="1105771" y="30522"/>
                  <a:pt x="1108905" y="30522"/>
                </a:cubicBezTo>
                <a:cubicBezTo>
                  <a:pt x="1111605" y="30522"/>
                  <a:pt x="1113763" y="31357"/>
                  <a:pt x="1115378" y="33027"/>
                </a:cubicBezTo>
                <a:cubicBezTo>
                  <a:pt x="1116994" y="34696"/>
                  <a:pt x="1117801" y="37055"/>
                  <a:pt x="1117801" y="40104"/>
                </a:cubicBezTo>
                <a:cubicBezTo>
                  <a:pt x="1117801" y="43346"/>
                  <a:pt x="1117018" y="45863"/>
                  <a:pt x="1115451" y="47655"/>
                </a:cubicBezTo>
                <a:cubicBezTo>
                  <a:pt x="1113884" y="49445"/>
                  <a:pt x="1111991" y="50340"/>
                  <a:pt x="1109773" y="50340"/>
                </a:cubicBezTo>
                <a:cubicBezTo>
                  <a:pt x="1107217" y="50340"/>
                  <a:pt x="1104999" y="49521"/>
                  <a:pt x="1103119" y="47881"/>
                </a:cubicBezTo>
                <a:cubicBezTo>
                  <a:pt x="1101238" y="46242"/>
                  <a:pt x="1100129" y="45326"/>
                  <a:pt x="1099792" y="45133"/>
                </a:cubicBezTo>
                <a:cubicBezTo>
                  <a:pt x="1099310" y="44843"/>
                  <a:pt x="1098755" y="44699"/>
                  <a:pt x="1098128" y="44699"/>
                </a:cubicBezTo>
                <a:cubicBezTo>
                  <a:pt x="1096730" y="44699"/>
                  <a:pt x="1095404" y="45229"/>
                  <a:pt x="1094150" y="46290"/>
                </a:cubicBezTo>
                <a:cubicBezTo>
                  <a:pt x="1092173" y="47929"/>
                  <a:pt x="1090678" y="50268"/>
                  <a:pt x="1089666" y="53306"/>
                </a:cubicBezTo>
                <a:cubicBezTo>
                  <a:pt x="1088123" y="57983"/>
                  <a:pt x="1087351" y="63142"/>
                  <a:pt x="1087351" y="68784"/>
                </a:cubicBezTo>
                <a:lnTo>
                  <a:pt x="1087351" y="84334"/>
                </a:lnTo>
                <a:lnTo>
                  <a:pt x="1087424" y="88385"/>
                </a:lnTo>
                <a:cubicBezTo>
                  <a:pt x="1087424" y="91133"/>
                  <a:pt x="1087592" y="92893"/>
                  <a:pt x="1087930" y="93665"/>
                </a:cubicBezTo>
                <a:cubicBezTo>
                  <a:pt x="1088509" y="94967"/>
                  <a:pt x="1089365" y="95919"/>
                  <a:pt x="1090498" y="96522"/>
                </a:cubicBezTo>
                <a:cubicBezTo>
                  <a:pt x="1091631" y="97124"/>
                  <a:pt x="1093547" y="97498"/>
                  <a:pt x="1096248" y="97643"/>
                </a:cubicBezTo>
                <a:lnTo>
                  <a:pt x="1096248" y="100247"/>
                </a:lnTo>
                <a:lnTo>
                  <a:pt x="1059722" y="100247"/>
                </a:lnTo>
                <a:lnTo>
                  <a:pt x="1059722" y="97643"/>
                </a:lnTo>
                <a:cubicBezTo>
                  <a:pt x="1062663" y="97402"/>
                  <a:pt x="1064652" y="96594"/>
                  <a:pt x="1065689" y="95220"/>
                </a:cubicBezTo>
                <a:cubicBezTo>
                  <a:pt x="1066726" y="93846"/>
                  <a:pt x="1067244" y="90217"/>
                  <a:pt x="1067244" y="84334"/>
                </a:cubicBezTo>
                <a:lnTo>
                  <a:pt x="1067244" y="46869"/>
                </a:lnTo>
                <a:cubicBezTo>
                  <a:pt x="1067244" y="42987"/>
                  <a:pt x="1067051" y="40513"/>
                  <a:pt x="1066666" y="39446"/>
                </a:cubicBezTo>
                <a:cubicBezTo>
                  <a:pt x="1066183" y="38087"/>
                  <a:pt x="1065484" y="37092"/>
                  <a:pt x="1064568" y="36462"/>
                </a:cubicBezTo>
                <a:cubicBezTo>
                  <a:pt x="1063652" y="35831"/>
                  <a:pt x="1062037" y="35394"/>
                  <a:pt x="1059722" y="35151"/>
                </a:cubicBezTo>
                <a:lnTo>
                  <a:pt x="1059722" y="32548"/>
                </a:lnTo>
                <a:lnTo>
                  <a:pt x="1087351" y="32548"/>
                </a:lnTo>
                <a:close/>
                <a:moveTo>
                  <a:pt x="1177429" y="82759"/>
                </a:moveTo>
                <a:lnTo>
                  <a:pt x="1179671" y="84493"/>
                </a:lnTo>
                <a:cubicBezTo>
                  <a:pt x="1176488" y="90491"/>
                  <a:pt x="1172522" y="94955"/>
                  <a:pt x="1167773" y="97882"/>
                </a:cubicBezTo>
                <a:cubicBezTo>
                  <a:pt x="1163023" y="100809"/>
                  <a:pt x="1157972" y="102272"/>
                  <a:pt x="1152620" y="102272"/>
                </a:cubicBezTo>
                <a:cubicBezTo>
                  <a:pt x="1143603" y="102272"/>
                  <a:pt x="1136394" y="98869"/>
                  <a:pt x="1130994" y="92064"/>
                </a:cubicBezTo>
                <a:cubicBezTo>
                  <a:pt x="1125593" y="85258"/>
                  <a:pt x="1122893" y="77077"/>
                  <a:pt x="1122893" y="67520"/>
                </a:cubicBezTo>
                <a:cubicBezTo>
                  <a:pt x="1122893" y="58300"/>
                  <a:pt x="1125352" y="50191"/>
                  <a:pt x="1130271" y="43193"/>
                </a:cubicBezTo>
                <a:cubicBezTo>
                  <a:pt x="1136202" y="34746"/>
                  <a:pt x="1144375" y="30522"/>
                  <a:pt x="1154790" y="30522"/>
                </a:cubicBezTo>
                <a:cubicBezTo>
                  <a:pt x="1161782" y="30522"/>
                  <a:pt x="1167339" y="32288"/>
                  <a:pt x="1171461" y="35818"/>
                </a:cubicBezTo>
                <a:cubicBezTo>
                  <a:pt x="1175584" y="39347"/>
                  <a:pt x="1177646" y="43288"/>
                  <a:pt x="1177646" y="47639"/>
                </a:cubicBezTo>
                <a:cubicBezTo>
                  <a:pt x="1177646" y="50395"/>
                  <a:pt x="1176814" y="52595"/>
                  <a:pt x="1175150" y="54239"/>
                </a:cubicBezTo>
                <a:cubicBezTo>
                  <a:pt x="1173487" y="55883"/>
                  <a:pt x="1171305" y="56705"/>
                  <a:pt x="1168605" y="56705"/>
                </a:cubicBezTo>
                <a:cubicBezTo>
                  <a:pt x="1165760" y="56705"/>
                  <a:pt x="1163409" y="55762"/>
                  <a:pt x="1161553" y="53875"/>
                </a:cubicBezTo>
                <a:cubicBezTo>
                  <a:pt x="1159696" y="51987"/>
                  <a:pt x="1158551" y="48624"/>
                  <a:pt x="1158117" y="43786"/>
                </a:cubicBezTo>
                <a:cubicBezTo>
                  <a:pt x="1157828" y="40737"/>
                  <a:pt x="1157128" y="38608"/>
                  <a:pt x="1156019" y="37398"/>
                </a:cubicBezTo>
                <a:cubicBezTo>
                  <a:pt x="1154910" y="36190"/>
                  <a:pt x="1153609" y="35585"/>
                  <a:pt x="1152114" y="35585"/>
                </a:cubicBezTo>
                <a:cubicBezTo>
                  <a:pt x="1149799" y="35585"/>
                  <a:pt x="1147822" y="36815"/>
                  <a:pt x="1146183" y="39274"/>
                </a:cubicBezTo>
                <a:cubicBezTo>
                  <a:pt x="1143675" y="42987"/>
                  <a:pt x="1142422" y="48677"/>
                  <a:pt x="1142422" y="56343"/>
                </a:cubicBezTo>
                <a:cubicBezTo>
                  <a:pt x="1142422" y="62708"/>
                  <a:pt x="1143434" y="68796"/>
                  <a:pt x="1145460" y="74606"/>
                </a:cubicBezTo>
                <a:cubicBezTo>
                  <a:pt x="1147485" y="80417"/>
                  <a:pt x="1150257" y="84744"/>
                  <a:pt x="1153777" y="87589"/>
                </a:cubicBezTo>
                <a:cubicBezTo>
                  <a:pt x="1156429" y="89663"/>
                  <a:pt x="1159564" y="90699"/>
                  <a:pt x="1163180" y="90699"/>
                </a:cubicBezTo>
                <a:cubicBezTo>
                  <a:pt x="1165543" y="90699"/>
                  <a:pt x="1167785" y="90146"/>
                  <a:pt x="1169906" y="89040"/>
                </a:cubicBezTo>
                <a:cubicBezTo>
                  <a:pt x="1172028" y="87933"/>
                  <a:pt x="1174535" y="85839"/>
                  <a:pt x="1177429" y="82759"/>
                </a:cubicBezTo>
                <a:close/>
                <a:moveTo>
                  <a:pt x="1215492" y="2170"/>
                </a:moveTo>
                <a:lnTo>
                  <a:pt x="1215492" y="41299"/>
                </a:lnTo>
                <a:cubicBezTo>
                  <a:pt x="1219205" y="37366"/>
                  <a:pt x="1222604" y="34587"/>
                  <a:pt x="1225690" y="32961"/>
                </a:cubicBezTo>
                <a:cubicBezTo>
                  <a:pt x="1228776" y="31335"/>
                  <a:pt x="1231983" y="30522"/>
                  <a:pt x="1235310" y="30522"/>
                </a:cubicBezTo>
                <a:cubicBezTo>
                  <a:pt x="1239553" y="30522"/>
                  <a:pt x="1243181" y="31728"/>
                  <a:pt x="1246195" y="34139"/>
                </a:cubicBezTo>
                <a:cubicBezTo>
                  <a:pt x="1249209" y="36550"/>
                  <a:pt x="1251210" y="39383"/>
                  <a:pt x="1252198" y="42637"/>
                </a:cubicBezTo>
                <a:cubicBezTo>
                  <a:pt x="1253187" y="45892"/>
                  <a:pt x="1253681" y="51377"/>
                  <a:pt x="1253681" y="59092"/>
                </a:cubicBezTo>
                <a:lnTo>
                  <a:pt x="1253681" y="85492"/>
                </a:lnTo>
                <a:cubicBezTo>
                  <a:pt x="1253681" y="90683"/>
                  <a:pt x="1254163" y="93921"/>
                  <a:pt x="1255127" y="95206"/>
                </a:cubicBezTo>
                <a:cubicBezTo>
                  <a:pt x="1256092" y="96492"/>
                  <a:pt x="1258045" y="97304"/>
                  <a:pt x="1260986" y="97643"/>
                </a:cubicBezTo>
                <a:lnTo>
                  <a:pt x="1260986" y="100247"/>
                </a:lnTo>
                <a:lnTo>
                  <a:pt x="1226703" y="100247"/>
                </a:lnTo>
                <a:lnTo>
                  <a:pt x="1226703" y="97643"/>
                </a:lnTo>
                <a:cubicBezTo>
                  <a:pt x="1229114" y="97304"/>
                  <a:pt x="1230922" y="96333"/>
                  <a:pt x="1232127" y="94732"/>
                </a:cubicBezTo>
                <a:cubicBezTo>
                  <a:pt x="1232995" y="93470"/>
                  <a:pt x="1233429" y="90390"/>
                  <a:pt x="1233429" y="85492"/>
                </a:cubicBezTo>
                <a:lnTo>
                  <a:pt x="1233429" y="55378"/>
                </a:lnTo>
                <a:cubicBezTo>
                  <a:pt x="1233429" y="49794"/>
                  <a:pt x="1233212" y="46292"/>
                  <a:pt x="1232778" y="44873"/>
                </a:cubicBezTo>
                <a:cubicBezTo>
                  <a:pt x="1232344" y="43452"/>
                  <a:pt x="1231609" y="42344"/>
                  <a:pt x="1230572" y="41550"/>
                </a:cubicBezTo>
                <a:cubicBezTo>
                  <a:pt x="1229535" y="40756"/>
                  <a:pt x="1228366" y="40359"/>
                  <a:pt x="1227064" y="40359"/>
                </a:cubicBezTo>
                <a:cubicBezTo>
                  <a:pt x="1225136" y="40359"/>
                  <a:pt x="1223255" y="41022"/>
                  <a:pt x="1221423" y="42348"/>
                </a:cubicBezTo>
                <a:cubicBezTo>
                  <a:pt x="1219590" y="43674"/>
                  <a:pt x="1217613" y="46001"/>
                  <a:pt x="1215492" y="49328"/>
                </a:cubicBezTo>
                <a:lnTo>
                  <a:pt x="1215492" y="85492"/>
                </a:lnTo>
                <a:cubicBezTo>
                  <a:pt x="1215492" y="90342"/>
                  <a:pt x="1215853" y="93374"/>
                  <a:pt x="1216577" y="94587"/>
                </a:cubicBezTo>
                <a:cubicBezTo>
                  <a:pt x="1217493" y="96235"/>
                  <a:pt x="1219373" y="97254"/>
                  <a:pt x="1222218" y="97643"/>
                </a:cubicBezTo>
                <a:lnTo>
                  <a:pt x="1222218" y="100247"/>
                </a:lnTo>
                <a:lnTo>
                  <a:pt x="1187935" y="100247"/>
                </a:lnTo>
                <a:lnTo>
                  <a:pt x="1187935" y="97643"/>
                </a:lnTo>
                <a:cubicBezTo>
                  <a:pt x="1190780" y="97352"/>
                  <a:pt x="1192805" y="96430"/>
                  <a:pt x="1194010" y="94878"/>
                </a:cubicBezTo>
                <a:cubicBezTo>
                  <a:pt x="1194830" y="93812"/>
                  <a:pt x="1195240" y="90683"/>
                  <a:pt x="1195240" y="85492"/>
                </a:cubicBezTo>
                <a:lnTo>
                  <a:pt x="1195240" y="16925"/>
                </a:lnTo>
                <a:cubicBezTo>
                  <a:pt x="1195240" y="11752"/>
                  <a:pt x="1194770" y="8531"/>
                  <a:pt x="1193830" y="7262"/>
                </a:cubicBezTo>
                <a:cubicBezTo>
                  <a:pt x="1192889" y="5993"/>
                  <a:pt x="1190924" y="5164"/>
                  <a:pt x="1187935" y="4774"/>
                </a:cubicBezTo>
                <a:lnTo>
                  <a:pt x="1187935" y="2170"/>
                </a:lnTo>
                <a:lnTo>
                  <a:pt x="1215492" y="21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11437-13B3-43AB-B6FE-64C2C43D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956" y="573358"/>
            <a:ext cx="124910" cy="138147"/>
          </a:xfrm>
          <a:custGeom xmlns:a="http://schemas.openxmlformats.org/drawingml/2006/main">
            <a:pathLst>
              <a:path w="124910" h="138147">
                <a:moveTo>
                  <a:pt x="0" y="0"/>
                </a:moveTo>
                <a:lnTo>
                  <a:pt x="124910" y="0"/>
                </a:lnTo>
                <a:lnTo>
                  <a:pt x="124910" y="138147"/>
                </a:lnTo>
                <a:lnTo>
                  <a:pt x="0" y="1381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6c7c90eb441a1"/>
          <a:stretch xmlns:a="http://schemas.openxmlformats.org/drawingml/2006/main"/>
        </p:blipFill>
        <p:spPr>
          <a:xfrm xmlns:a="http://schemas.openxmlformats.org/drawingml/2006/main">
            <a:off x="3970956" y="573732"/>
            <a:ext cx="124909" cy="137400"/>
          </a:xfrm>
          <a:prstGeom xmlns:a="http://schemas.openxmlformats.org/drawingml/2006/main" prst="rect">
            <a:avLst/>
          </a:prstGeom>
        </p:spPr>
      </p:pic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F8CD1-875B-4327-A610-D945D273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736" y="561237"/>
            <a:ext cx="610835" cy="1292618"/>
          </a:xfrm>
          <a:custGeom xmlns:a="http://schemas.openxmlformats.org/drawingml/2006/main">
            <a:pathLst>
              <a:path w="610835" h="1292618">
                <a:moveTo>
                  <a:pt x="0" y="1292618"/>
                </a:moveTo>
                <a:lnTo>
                  <a:pt x="0" y="0"/>
                </a:lnTo>
                <a:lnTo>
                  <a:pt x="610835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305186-4823-472F-A701-DEA5D044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736" y="561237"/>
            <a:ext cx="583625" cy="1292618"/>
          </a:xfrm>
          <a:custGeom xmlns:a="http://schemas.openxmlformats.org/drawingml/2006/main">
            <a:pathLst>
              <a:path w="583625" h="1292618" fill="none">
                <a:moveTo>
                  <a:pt x="0" y="1292618"/>
                </a:moveTo>
                <a:lnTo>
                  <a:pt x="0" y="0"/>
                </a:lnTo>
                <a:lnTo>
                  <a:pt x="583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8BB54-7B44-40FC-BB38-3740BE2F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32" y="552308"/>
            <a:ext cx="24531" cy="17857"/>
          </a:xfrm>
          <a:custGeom xmlns:a="http://schemas.openxmlformats.org/drawingml/2006/main">
            <a:pathLst>
              <a:path w="24531" h="17857">
                <a:moveTo>
                  <a:pt x="8929" y="8929"/>
                </a:moveTo>
                <a:lnTo>
                  <a:pt x="0" y="0"/>
                </a:lnTo>
                <a:lnTo>
                  <a:pt x="24531" y="8929"/>
                </a:lnTo>
                <a:lnTo>
                  <a:pt x="0" y="17857"/>
                </a:lnTo>
                <a:lnTo>
                  <a:pt x="8929" y="8929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B9F62-5841-45CE-9182-A44CFD48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32" y="552308"/>
            <a:ext cx="24531" cy="17857"/>
          </a:xfrm>
          <a:custGeom xmlns:a="http://schemas.openxmlformats.org/drawingml/2006/main">
            <a:pathLst>
              <a:path w="24531" h="17857" fill="none">
                <a:moveTo>
                  <a:pt x="8929" y="8929"/>
                </a:moveTo>
                <a:lnTo>
                  <a:pt x="0" y="17857"/>
                </a:lnTo>
                <a:lnTo>
                  <a:pt x="24531" y="8929"/>
                </a:lnTo>
                <a:lnTo>
                  <a:pt x="0" y="0"/>
                </a:lnTo>
                <a:lnTo>
                  <a:pt x="8929" y="89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E3083-530E-482D-B9A6-607CDA41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843" y="551725"/>
            <a:ext cx="908819" cy="2174634"/>
          </a:xfrm>
          <a:custGeom xmlns:a="http://schemas.openxmlformats.org/drawingml/2006/main">
            <a:pathLst>
              <a:path w="908819" h="2174634">
                <a:moveTo>
                  <a:pt x="0" y="2174634"/>
                </a:moveTo>
                <a:lnTo>
                  <a:pt x="201612" y="2174634"/>
                </a:lnTo>
                <a:lnTo>
                  <a:pt x="201612" y="0"/>
                </a:lnTo>
                <a:lnTo>
                  <a:pt x="90881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9E92C-5855-41A3-A893-24B9884B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843" y="551725"/>
            <a:ext cx="881610" cy="2174634"/>
          </a:xfrm>
          <a:custGeom xmlns:a="http://schemas.openxmlformats.org/drawingml/2006/main">
            <a:pathLst>
              <a:path w="881610" h="2174634" fill="none">
                <a:moveTo>
                  <a:pt x="0" y="2174634"/>
                </a:moveTo>
                <a:lnTo>
                  <a:pt x="201612" y="2174634"/>
                </a:lnTo>
                <a:lnTo>
                  <a:pt x="201612" y="0"/>
                </a:lnTo>
                <a:lnTo>
                  <a:pt x="88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1841F-25AB-42F3-BEA0-D29E9618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524" y="542796"/>
            <a:ext cx="24531" cy="17857"/>
          </a:xfrm>
          <a:custGeom xmlns:a="http://schemas.openxmlformats.org/drawingml/2006/main">
            <a:pathLst>
              <a:path w="24531" h="17857">
                <a:moveTo>
                  <a:pt x="8929" y="8929"/>
                </a:moveTo>
                <a:lnTo>
                  <a:pt x="0" y="0"/>
                </a:lnTo>
                <a:lnTo>
                  <a:pt x="24531" y="8929"/>
                </a:lnTo>
                <a:lnTo>
                  <a:pt x="0" y="17857"/>
                </a:lnTo>
                <a:lnTo>
                  <a:pt x="8929" y="8929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E116C-3AB3-445B-9E46-084481C2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524" y="542796"/>
            <a:ext cx="24531" cy="17857"/>
          </a:xfrm>
          <a:custGeom xmlns:a="http://schemas.openxmlformats.org/drawingml/2006/main">
            <a:pathLst>
              <a:path w="24531" h="17857" fill="none">
                <a:moveTo>
                  <a:pt x="8929" y="8929"/>
                </a:moveTo>
                <a:lnTo>
                  <a:pt x="0" y="17857"/>
                </a:lnTo>
                <a:lnTo>
                  <a:pt x="24531" y="8929"/>
                </a:lnTo>
                <a:lnTo>
                  <a:pt x="0" y="0"/>
                </a:lnTo>
                <a:lnTo>
                  <a:pt x="8929" y="89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9572B-0E50-425A-9C71-048C7EBE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070" y="551819"/>
            <a:ext cx="758566" cy="2259097"/>
          </a:xfrm>
          <a:custGeom xmlns:a="http://schemas.openxmlformats.org/drawingml/2006/main">
            <a:pathLst>
              <a:path w="758566" h="2259097">
                <a:moveTo>
                  <a:pt x="0" y="0"/>
                </a:moveTo>
                <a:lnTo>
                  <a:pt x="758566" y="0"/>
                </a:lnTo>
                <a:lnTo>
                  <a:pt x="758566" y="2259097"/>
                </a:lnTo>
                <a:lnTo>
                  <a:pt x="44822" y="225909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E1FE7-7B32-44CD-9A11-7F44DCC5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070" y="551819"/>
            <a:ext cx="758566" cy="2259097"/>
          </a:xfrm>
          <a:custGeom xmlns:a="http://schemas.openxmlformats.org/drawingml/2006/main">
            <a:pathLst>
              <a:path w="758566" h="2259097" fill="none">
                <a:moveTo>
                  <a:pt x="0" y="0"/>
                </a:moveTo>
                <a:lnTo>
                  <a:pt x="758566" y="0"/>
                </a:lnTo>
                <a:lnTo>
                  <a:pt x="758566" y="2259097"/>
                </a:lnTo>
                <a:lnTo>
                  <a:pt x="72030" y="2259097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4A1766-59C3-4065-982A-A9853748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498" y="2801987"/>
            <a:ext cx="24531" cy="17858"/>
          </a:xfrm>
          <a:custGeom xmlns:a="http://schemas.openxmlformats.org/drawingml/2006/main">
            <a:pathLst>
              <a:path w="24531" h="17858">
                <a:moveTo>
                  <a:pt x="15602" y="8929"/>
                </a:moveTo>
                <a:lnTo>
                  <a:pt x="24531" y="17858"/>
                </a:lnTo>
                <a:lnTo>
                  <a:pt x="0" y="8929"/>
                </a:lnTo>
                <a:lnTo>
                  <a:pt x="24531" y="0"/>
                </a:lnTo>
                <a:lnTo>
                  <a:pt x="15602" y="8929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34A9A-6BA7-47D8-9235-10EEF9E5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498" y="2801987"/>
            <a:ext cx="24531" cy="17858"/>
          </a:xfrm>
          <a:custGeom xmlns:a="http://schemas.openxmlformats.org/drawingml/2006/main">
            <a:pathLst>
              <a:path w="24531" h="17858" fill="none">
                <a:moveTo>
                  <a:pt x="15602" y="8929"/>
                </a:moveTo>
                <a:lnTo>
                  <a:pt x="24531" y="0"/>
                </a:lnTo>
                <a:lnTo>
                  <a:pt x="0" y="8929"/>
                </a:lnTo>
                <a:lnTo>
                  <a:pt x="24531" y="17858"/>
                </a:lnTo>
                <a:lnTo>
                  <a:pt x="15602" y="89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A69C2-F058-4713-B315-B416E8F1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353" y="2472886"/>
            <a:ext cx="1334286" cy="80793"/>
          </a:xfrm>
          <a:custGeom xmlns:a="http://schemas.openxmlformats.org/drawingml/2006/main">
            <a:pathLst>
              <a:path w="1334286" h="80793">
                <a:moveTo>
                  <a:pt x="1334286" y="0"/>
                </a:moveTo>
                <a:lnTo>
                  <a:pt x="1334286" y="80793"/>
                </a:lnTo>
                <a:lnTo>
                  <a:pt x="0" y="80793"/>
                </a:lnTo>
                <a:lnTo>
                  <a:pt x="0" y="630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351E3-0BEF-498E-9470-57BCDC8B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353" y="2472886"/>
            <a:ext cx="1334286" cy="80793"/>
          </a:xfrm>
          <a:custGeom xmlns:a="http://schemas.openxmlformats.org/drawingml/2006/main">
            <a:pathLst>
              <a:path w="1334286" h="80793" fill="none">
                <a:moveTo>
                  <a:pt x="0" y="6307"/>
                </a:moveTo>
                <a:lnTo>
                  <a:pt x="0" y="80793"/>
                </a:lnTo>
                <a:lnTo>
                  <a:pt x="1334286" y="80793"/>
                </a:lnTo>
                <a:lnTo>
                  <a:pt x="13342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EA260E-31A7-4AFF-ABF5-A7ED1B17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093" y="2184967"/>
            <a:ext cx="124910" cy="138147"/>
          </a:xfrm>
          <a:custGeom xmlns:a="http://schemas.openxmlformats.org/drawingml/2006/main">
            <a:pathLst>
              <a:path w="124910" h="138147">
                <a:moveTo>
                  <a:pt x="0" y="0"/>
                </a:moveTo>
                <a:lnTo>
                  <a:pt x="124910" y="0"/>
                </a:lnTo>
                <a:lnTo>
                  <a:pt x="124910" y="138147"/>
                </a:lnTo>
                <a:lnTo>
                  <a:pt x="0" y="1381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efc705a6145c2"/>
          <a:stretch xmlns:a="http://schemas.openxmlformats.org/drawingml/2006/main"/>
        </p:blipFill>
        <p:spPr>
          <a:xfrm xmlns:a="http://schemas.openxmlformats.org/drawingml/2006/main">
            <a:off x="418093" y="2185341"/>
            <a:ext cx="124910" cy="137401"/>
          </a:xfrm>
          <a:prstGeom xmlns:a="http://schemas.openxmlformats.org/drawingml/2006/main" prst="rect">
            <a:avLst/>
          </a:prstGeom>
        </p:spPr>
      </p:pic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AE29D-AAB4-48BD-9805-94A35D8D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410" y="1188378"/>
            <a:ext cx="599348" cy="307670"/>
          </a:xfrm>
          <a:custGeom xmlns:a="http://schemas.openxmlformats.org/drawingml/2006/main">
            <a:pathLst>
              <a:path w="599348" h="307670">
                <a:moveTo>
                  <a:pt x="0" y="0"/>
                </a:moveTo>
                <a:lnTo>
                  <a:pt x="599348" y="0"/>
                </a:lnTo>
                <a:lnTo>
                  <a:pt x="599348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Search">
            <a:extLst xmlns:a="http://schemas.openxmlformats.org/drawingml/2006/main">
              <a:ext uri="{FF2B5EF4-FFF2-40B4-BE49-F238E27FC236}">
                <a16:creationId xmlns:a16="http://schemas.microsoft.com/office/drawing/2014/main" id="{3D0BAC9E-8ACA-4449-B583-52A62A81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857" y="1293620"/>
            <a:ext cx="336354" cy="90017"/>
          </a:xfrm>
          <a:custGeom xmlns:a="http://schemas.openxmlformats.org/drawingml/2006/main">
            <a:pathLst>
              <a:path w="336354" h="90017">
                <a:moveTo>
                  <a:pt x="50278" y="2232"/>
                </a:moveTo>
                <a:lnTo>
                  <a:pt x="50278" y="31370"/>
                </a:lnTo>
                <a:lnTo>
                  <a:pt x="47985" y="31370"/>
                </a:lnTo>
                <a:cubicBezTo>
                  <a:pt x="47241" y="25776"/>
                  <a:pt x="45908" y="21322"/>
                  <a:pt x="43986" y="18008"/>
                </a:cubicBezTo>
                <a:cubicBezTo>
                  <a:pt x="42064" y="14692"/>
                  <a:pt x="39326" y="12061"/>
                  <a:pt x="35771" y="10113"/>
                </a:cubicBezTo>
                <a:cubicBezTo>
                  <a:pt x="32217" y="8165"/>
                  <a:pt x="28539" y="7191"/>
                  <a:pt x="24736" y="7191"/>
                </a:cubicBezTo>
                <a:cubicBezTo>
                  <a:pt x="20438" y="7191"/>
                  <a:pt x="16883" y="8502"/>
                  <a:pt x="14073" y="11122"/>
                </a:cubicBezTo>
                <a:cubicBezTo>
                  <a:pt x="11263" y="13743"/>
                  <a:pt x="9857" y="16724"/>
                  <a:pt x="9857" y="20065"/>
                </a:cubicBezTo>
                <a:cubicBezTo>
                  <a:pt x="9857" y="22624"/>
                  <a:pt x="10746" y="24956"/>
                  <a:pt x="12523" y="27061"/>
                </a:cubicBezTo>
                <a:cubicBezTo>
                  <a:pt x="15086" y="30156"/>
                  <a:pt x="21182" y="34282"/>
                  <a:pt x="30812" y="39439"/>
                </a:cubicBezTo>
                <a:cubicBezTo>
                  <a:pt x="38665" y="43648"/>
                  <a:pt x="44027" y="46878"/>
                  <a:pt x="46900" y="49128"/>
                </a:cubicBezTo>
                <a:cubicBezTo>
                  <a:pt x="49772" y="51376"/>
                  <a:pt x="51983" y="54028"/>
                  <a:pt x="53533" y="57082"/>
                </a:cubicBezTo>
                <a:cubicBezTo>
                  <a:pt x="55083" y="60136"/>
                  <a:pt x="55858" y="63334"/>
                  <a:pt x="55858" y="66678"/>
                </a:cubicBezTo>
                <a:cubicBezTo>
                  <a:pt x="55858" y="73034"/>
                  <a:pt x="53388" y="78513"/>
                  <a:pt x="48449" y="83115"/>
                </a:cubicBezTo>
                <a:cubicBezTo>
                  <a:pt x="43511" y="87717"/>
                  <a:pt x="37156" y="90017"/>
                  <a:pt x="29386" y="90017"/>
                </a:cubicBezTo>
                <a:cubicBezTo>
                  <a:pt x="26947" y="90017"/>
                  <a:pt x="24654" y="89829"/>
                  <a:pt x="22504" y="89452"/>
                </a:cubicBezTo>
                <a:cubicBezTo>
                  <a:pt x="21223" y="89243"/>
                  <a:pt x="18568" y="88479"/>
                  <a:pt x="14538" y="87160"/>
                </a:cubicBezTo>
                <a:cubicBezTo>
                  <a:pt x="10508" y="85841"/>
                  <a:pt x="7956" y="85182"/>
                  <a:pt x="6882" y="85182"/>
                </a:cubicBezTo>
                <a:cubicBezTo>
                  <a:pt x="5848" y="85182"/>
                  <a:pt x="5032" y="85496"/>
                  <a:pt x="4433" y="86123"/>
                </a:cubicBezTo>
                <a:cubicBezTo>
                  <a:pt x="3833" y="86751"/>
                  <a:pt x="3389" y="88049"/>
                  <a:pt x="3100" y="90017"/>
                </a:cubicBezTo>
                <a:lnTo>
                  <a:pt x="806" y="90017"/>
                </a:lnTo>
                <a:lnTo>
                  <a:pt x="806" y="61128"/>
                </a:lnTo>
                <a:lnTo>
                  <a:pt x="3100" y="61128"/>
                </a:lnTo>
                <a:cubicBezTo>
                  <a:pt x="4174" y="67177"/>
                  <a:pt x="5621" y="71704"/>
                  <a:pt x="7439" y="74708"/>
                </a:cubicBezTo>
                <a:cubicBezTo>
                  <a:pt x="9258" y="77713"/>
                  <a:pt x="12037" y="80209"/>
                  <a:pt x="15778" y="82198"/>
                </a:cubicBezTo>
                <a:cubicBezTo>
                  <a:pt x="19518" y="84187"/>
                  <a:pt x="23620" y="85182"/>
                  <a:pt x="28084" y="85182"/>
                </a:cubicBezTo>
                <a:cubicBezTo>
                  <a:pt x="33250" y="85182"/>
                  <a:pt x="37332" y="83817"/>
                  <a:pt x="40328" y="81088"/>
                </a:cubicBezTo>
                <a:cubicBezTo>
                  <a:pt x="43325" y="78359"/>
                  <a:pt x="44823" y="75134"/>
                  <a:pt x="44823" y="71413"/>
                </a:cubicBezTo>
                <a:cubicBezTo>
                  <a:pt x="44823" y="69345"/>
                  <a:pt x="44254" y="67257"/>
                  <a:pt x="43118" y="65150"/>
                </a:cubicBezTo>
                <a:cubicBezTo>
                  <a:pt x="41981" y="63040"/>
                  <a:pt x="40214" y="61076"/>
                  <a:pt x="37817" y="59256"/>
                </a:cubicBezTo>
                <a:cubicBezTo>
                  <a:pt x="36205" y="58016"/>
                  <a:pt x="31804" y="55397"/>
                  <a:pt x="24612" y="51398"/>
                </a:cubicBezTo>
                <a:cubicBezTo>
                  <a:pt x="17421" y="47398"/>
                  <a:pt x="12306" y="44201"/>
                  <a:pt x="9268" y="41806"/>
                </a:cubicBezTo>
                <a:cubicBezTo>
                  <a:pt x="6231" y="39412"/>
                  <a:pt x="3926" y="36769"/>
                  <a:pt x="2356" y="33879"/>
                </a:cubicBezTo>
                <a:cubicBezTo>
                  <a:pt x="785" y="30988"/>
                  <a:pt x="0" y="27809"/>
                  <a:pt x="0" y="24341"/>
                </a:cubicBezTo>
                <a:cubicBezTo>
                  <a:pt x="0" y="18313"/>
                  <a:pt x="2314" y="13122"/>
                  <a:pt x="6943" y="8767"/>
                </a:cubicBezTo>
                <a:cubicBezTo>
                  <a:pt x="11572" y="4410"/>
                  <a:pt x="17462" y="2232"/>
                  <a:pt x="24612" y="2232"/>
                </a:cubicBezTo>
                <a:cubicBezTo>
                  <a:pt x="29076" y="2232"/>
                  <a:pt x="33808" y="3327"/>
                  <a:pt x="38809" y="5518"/>
                </a:cubicBezTo>
                <a:cubicBezTo>
                  <a:pt x="41124" y="6551"/>
                  <a:pt x="42756" y="7067"/>
                  <a:pt x="43707" y="7067"/>
                </a:cubicBezTo>
                <a:cubicBezTo>
                  <a:pt x="44781" y="7067"/>
                  <a:pt x="45660" y="6747"/>
                  <a:pt x="46342" y="6107"/>
                </a:cubicBezTo>
                <a:cubicBezTo>
                  <a:pt x="47024" y="5466"/>
                  <a:pt x="47571" y="4174"/>
                  <a:pt x="47985" y="2232"/>
                </a:cubicBezTo>
                <a:lnTo>
                  <a:pt x="50278" y="2232"/>
                </a:lnTo>
                <a:close/>
                <a:moveTo>
                  <a:pt x="76173" y="52820"/>
                </a:moveTo>
                <a:cubicBezTo>
                  <a:pt x="76132" y="61213"/>
                  <a:pt x="78178" y="67795"/>
                  <a:pt x="82311" y="72568"/>
                </a:cubicBezTo>
                <a:cubicBezTo>
                  <a:pt x="86444" y="77340"/>
                  <a:pt x="91300" y="79726"/>
                  <a:pt x="96880" y="79726"/>
                </a:cubicBezTo>
                <a:cubicBezTo>
                  <a:pt x="100600" y="79726"/>
                  <a:pt x="103834" y="78699"/>
                  <a:pt x="106582" y="76644"/>
                </a:cubicBezTo>
                <a:cubicBezTo>
                  <a:pt x="109331" y="74589"/>
                  <a:pt x="111635" y="71070"/>
                  <a:pt x="113495" y="66087"/>
                </a:cubicBezTo>
                <a:lnTo>
                  <a:pt x="115416" y="67333"/>
                </a:lnTo>
                <a:cubicBezTo>
                  <a:pt x="114548" y="73025"/>
                  <a:pt x="112027" y="78208"/>
                  <a:pt x="107853" y="82882"/>
                </a:cubicBezTo>
                <a:cubicBezTo>
                  <a:pt x="103679" y="87556"/>
                  <a:pt x="98450" y="89893"/>
                  <a:pt x="92168" y="89893"/>
                </a:cubicBezTo>
                <a:cubicBezTo>
                  <a:pt x="85349" y="89893"/>
                  <a:pt x="79511" y="87244"/>
                  <a:pt x="74654" y="81945"/>
                </a:cubicBezTo>
                <a:cubicBezTo>
                  <a:pt x="69798" y="76644"/>
                  <a:pt x="67370" y="69518"/>
                  <a:pt x="67370" y="60568"/>
                </a:cubicBezTo>
                <a:cubicBezTo>
                  <a:pt x="67370" y="50876"/>
                  <a:pt x="69860" y="43318"/>
                  <a:pt x="74840" y="37895"/>
                </a:cubicBezTo>
                <a:cubicBezTo>
                  <a:pt x="79821" y="32470"/>
                  <a:pt x="86072" y="29758"/>
                  <a:pt x="93594" y="29758"/>
                </a:cubicBezTo>
                <a:cubicBezTo>
                  <a:pt x="99959" y="29758"/>
                  <a:pt x="105187" y="31850"/>
                  <a:pt x="109279" y="36035"/>
                </a:cubicBezTo>
                <a:cubicBezTo>
                  <a:pt x="113371" y="40218"/>
                  <a:pt x="115416" y="45813"/>
                  <a:pt x="115416" y="52820"/>
                </a:cubicBezTo>
                <a:lnTo>
                  <a:pt x="76173" y="52820"/>
                </a:lnTo>
                <a:moveTo>
                  <a:pt x="76173" y="49224"/>
                </a:moveTo>
                <a:lnTo>
                  <a:pt x="102459" y="49224"/>
                </a:lnTo>
                <a:cubicBezTo>
                  <a:pt x="102253" y="45617"/>
                  <a:pt x="101819" y="43076"/>
                  <a:pt x="101157" y="41601"/>
                </a:cubicBezTo>
                <a:cubicBezTo>
                  <a:pt x="100124" y="39305"/>
                  <a:pt x="98585" y="37501"/>
                  <a:pt x="96539" y="36190"/>
                </a:cubicBezTo>
                <a:cubicBezTo>
                  <a:pt x="94493" y="34878"/>
                  <a:pt x="92354" y="34222"/>
                  <a:pt x="90122" y="34222"/>
                </a:cubicBezTo>
                <a:cubicBezTo>
                  <a:pt x="86692" y="34222"/>
                  <a:pt x="83623" y="35543"/>
                  <a:pt x="80916" y="38187"/>
                </a:cubicBezTo>
                <a:cubicBezTo>
                  <a:pt x="78209" y="40831"/>
                  <a:pt x="76628" y="44510"/>
                  <a:pt x="76173" y="49224"/>
                </a:cubicBezTo>
                <a:close/>
                <a:moveTo>
                  <a:pt x="155048" y="80040"/>
                </a:moveTo>
                <a:cubicBezTo>
                  <a:pt x="149220" y="84544"/>
                  <a:pt x="145562" y="87146"/>
                  <a:pt x="144075" y="87848"/>
                </a:cubicBezTo>
                <a:cubicBezTo>
                  <a:pt x="141843" y="88881"/>
                  <a:pt x="139466" y="89398"/>
                  <a:pt x="136945" y="89398"/>
                </a:cubicBezTo>
                <a:cubicBezTo>
                  <a:pt x="133019" y="89398"/>
                  <a:pt x="129785" y="88054"/>
                  <a:pt x="127243" y="85368"/>
                </a:cubicBezTo>
                <a:cubicBezTo>
                  <a:pt x="124701" y="82681"/>
                  <a:pt x="123430" y="79148"/>
                  <a:pt x="123430" y="74767"/>
                </a:cubicBezTo>
                <a:cubicBezTo>
                  <a:pt x="123430" y="71997"/>
                  <a:pt x="124050" y="69600"/>
                  <a:pt x="125290" y="67575"/>
                </a:cubicBezTo>
                <a:cubicBezTo>
                  <a:pt x="126985" y="64765"/>
                  <a:pt x="129929" y="62120"/>
                  <a:pt x="134124" y="59640"/>
                </a:cubicBezTo>
                <a:cubicBezTo>
                  <a:pt x="138319" y="57160"/>
                  <a:pt x="145294" y="54143"/>
                  <a:pt x="155048" y="50588"/>
                </a:cubicBezTo>
                <a:lnTo>
                  <a:pt x="155048" y="48364"/>
                </a:lnTo>
                <a:cubicBezTo>
                  <a:pt x="155048" y="42723"/>
                  <a:pt x="154149" y="38852"/>
                  <a:pt x="152351" y="36752"/>
                </a:cubicBezTo>
                <a:cubicBezTo>
                  <a:pt x="150553" y="34652"/>
                  <a:pt x="147939" y="33602"/>
                  <a:pt x="144509" y="33602"/>
                </a:cubicBezTo>
                <a:cubicBezTo>
                  <a:pt x="141905" y="33602"/>
                  <a:pt x="139838" y="34304"/>
                  <a:pt x="138309" y="35709"/>
                </a:cubicBezTo>
                <a:cubicBezTo>
                  <a:pt x="136738" y="37115"/>
                  <a:pt x="135953" y="38727"/>
                  <a:pt x="135953" y="40545"/>
                </a:cubicBezTo>
                <a:lnTo>
                  <a:pt x="136077" y="44141"/>
                </a:lnTo>
                <a:cubicBezTo>
                  <a:pt x="136077" y="46042"/>
                  <a:pt x="135592" y="47509"/>
                  <a:pt x="134620" y="48542"/>
                </a:cubicBezTo>
                <a:cubicBezTo>
                  <a:pt x="133649" y="49576"/>
                  <a:pt x="132378" y="50092"/>
                  <a:pt x="130808" y="50092"/>
                </a:cubicBezTo>
                <a:cubicBezTo>
                  <a:pt x="129278" y="50092"/>
                  <a:pt x="128028" y="49554"/>
                  <a:pt x="127057" y="48477"/>
                </a:cubicBezTo>
                <a:cubicBezTo>
                  <a:pt x="126086" y="47398"/>
                  <a:pt x="125600" y="45926"/>
                  <a:pt x="125600" y="44061"/>
                </a:cubicBezTo>
                <a:cubicBezTo>
                  <a:pt x="125600" y="40495"/>
                  <a:pt x="127418" y="37220"/>
                  <a:pt x="131056" y="34235"/>
                </a:cubicBezTo>
                <a:cubicBezTo>
                  <a:pt x="134693" y="31250"/>
                  <a:pt x="139797" y="29758"/>
                  <a:pt x="146368" y="29758"/>
                </a:cubicBezTo>
                <a:cubicBezTo>
                  <a:pt x="151411" y="29758"/>
                  <a:pt x="155544" y="30604"/>
                  <a:pt x="158768" y="32296"/>
                </a:cubicBezTo>
                <a:cubicBezTo>
                  <a:pt x="161206" y="33576"/>
                  <a:pt x="163004" y="35578"/>
                  <a:pt x="164161" y="38304"/>
                </a:cubicBezTo>
                <a:cubicBezTo>
                  <a:pt x="164905" y="40078"/>
                  <a:pt x="165277" y="43711"/>
                  <a:pt x="165277" y="49201"/>
                </a:cubicBezTo>
                <a:lnTo>
                  <a:pt x="165277" y="68459"/>
                </a:lnTo>
                <a:cubicBezTo>
                  <a:pt x="165277" y="73866"/>
                  <a:pt x="165380" y="77179"/>
                  <a:pt x="165587" y="78397"/>
                </a:cubicBezTo>
                <a:cubicBezTo>
                  <a:pt x="165794" y="79615"/>
                  <a:pt x="166135" y="80431"/>
                  <a:pt x="166610" y="80844"/>
                </a:cubicBezTo>
                <a:cubicBezTo>
                  <a:pt x="167085" y="81256"/>
                  <a:pt x="167633" y="81462"/>
                  <a:pt x="168253" y="81462"/>
                </a:cubicBezTo>
                <a:cubicBezTo>
                  <a:pt x="168914" y="81462"/>
                  <a:pt x="169493" y="81317"/>
                  <a:pt x="169989" y="81028"/>
                </a:cubicBezTo>
                <a:cubicBezTo>
                  <a:pt x="170857" y="80491"/>
                  <a:pt x="172531" y="78982"/>
                  <a:pt x="175010" y="76502"/>
                </a:cubicBezTo>
                <a:lnTo>
                  <a:pt x="175010" y="79974"/>
                </a:lnTo>
                <a:cubicBezTo>
                  <a:pt x="170381" y="86174"/>
                  <a:pt x="165959" y="89274"/>
                  <a:pt x="161743" y="89274"/>
                </a:cubicBezTo>
                <a:cubicBezTo>
                  <a:pt x="159718" y="89274"/>
                  <a:pt x="158106" y="88576"/>
                  <a:pt x="156908" y="87181"/>
                </a:cubicBezTo>
                <a:cubicBezTo>
                  <a:pt x="155709" y="85785"/>
                  <a:pt x="155089" y="83405"/>
                  <a:pt x="155048" y="80040"/>
                </a:cubicBezTo>
                <a:moveTo>
                  <a:pt x="155048" y="76020"/>
                </a:moveTo>
                <a:lnTo>
                  <a:pt x="155048" y="54432"/>
                </a:lnTo>
                <a:cubicBezTo>
                  <a:pt x="148807" y="56907"/>
                  <a:pt x="144777" y="58659"/>
                  <a:pt x="142959" y="59690"/>
                </a:cubicBezTo>
                <a:cubicBezTo>
                  <a:pt x="139694" y="61505"/>
                  <a:pt x="137358" y="63402"/>
                  <a:pt x="135953" y="65382"/>
                </a:cubicBezTo>
                <a:cubicBezTo>
                  <a:pt x="134548" y="67361"/>
                  <a:pt x="133845" y="69525"/>
                  <a:pt x="133845" y="71876"/>
                </a:cubicBezTo>
                <a:cubicBezTo>
                  <a:pt x="133845" y="74845"/>
                  <a:pt x="134734" y="77310"/>
                  <a:pt x="136511" y="79269"/>
                </a:cubicBezTo>
                <a:cubicBezTo>
                  <a:pt x="138288" y="81227"/>
                  <a:pt x="140334" y="82206"/>
                  <a:pt x="142649" y="82206"/>
                </a:cubicBezTo>
                <a:cubicBezTo>
                  <a:pt x="145790" y="82206"/>
                  <a:pt x="149923" y="80144"/>
                  <a:pt x="155048" y="76020"/>
                </a:cubicBezTo>
                <a:close/>
                <a:moveTo>
                  <a:pt x="195733" y="29758"/>
                </a:moveTo>
                <a:lnTo>
                  <a:pt x="195733" y="42529"/>
                </a:lnTo>
                <a:cubicBezTo>
                  <a:pt x="200486" y="34015"/>
                  <a:pt x="205363" y="29758"/>
                  <a:pt x="210364" y="29758"/>
                </a:cubicBezTo>
                <a:cubicBezTo>
                  <a:pt x="212638" y="29758"/>
                  <a:pt x="214518" y="30450"/>
                  <a:pt x="216006" y="31835"/>
                </a:cubicBezTo>
                <a:cubicBezTo>
                  <a:pt x="217494" y="33219"/>
                  <a:pt x="218238" y="34821"/>
                  <a:pt x="218238" y="36639"/>
                </a:cubicBezTo>
                <a:cubicBezTo>
                  <a:pt x="218238" y="38251"/>
                  <a:pt x="217700" y="39615"/>
                  <a:pt x="216626" y="40731"/>
                </a:cubicBezTo>
                <a:cubicBezTo>
                  <a:pt x="215551" y="41847"/>
                  <a:pt x="214270" y="42405"/>
                  <a:pt x="212782" y="42405"/>
                </a:cubicBezTo>
                <a:cubicBezTo>
                  <a:pt x="211336" y="42405"/>
                  <a:pt x="209713" y="41702"/>
                  <a:pt x="207916" y="40297"/>
                </a:cubicBezTo>
                <a:cubicBezTo>
                  <a:pt x="206118" y="38892"/>
                  <a:pt x="204785" y="38189"/>
                  <a:pt x="203917" y="38189"/>
                </a:cubicBezTo>
                <a:cubicBezTo>
                  <a:pt x="203173" y="38189"/>
                  <a:pt x="202367" y="38599"/>
                  <a:pt x="201499" y="39419"/>
                </a:cubicBezTo>
                <a:cubicBezTo>
                  <a:pt x="199639" y="41102"/>
                  <a:pt x="197717" y="43872"/>
                  <a:pt x="195733" y="47729"/>
                </a:cubicBezTo>
                <a:lnTo>
                  <a:pt x="195733" y="74891"/>
                </a:lnTo>
                <a:cubicBezTo>
                  <a:pt x="195733" y="78034"/>
                  <a:pt x="196126" y="80412"/>
                  <a:pt x="196911" y="82024"/>
                </a:cubicBezTo>
                <a:cubicBezTo>
                  <a:pt x="197449" y="83141"/>
                  <a:pt x="198399" y="84071"/>
                  <a:pt x="199763" y="84814"/>
                </a:cubicBezTo>
                <a:cubicBezTo>
                  <a:pt x="201127" y="85555"/>
                  <a:pt x="203090" y="85926"/>
                  <a:pt x="205653" y="85926"/>
                </a:cubicBezTo>
                <a:lnTo>
                  <a:pt x="205653" y="88158"/>
                </a:lnTo>
                <a:lnTo>
                  <a:pt x="176577" y="88158"/>
                </a:lnTo>
                <a:lnTo>
                  <a:pt x="176577" y="85926"/>
                </a:lnTo>
                <a:cubicBezTo>
                  <a:pt x="179470" y="85926"/>
                  <a:pt x="181619" y="85466"/>
                  <a:pt x="183024" y="84546"/>
                </a:cubicBezTo>
                <a:cubicBezTo>
                  <a:pt x="184058" y="83877"/>
                  <a:pt x="184781" y="82811"/>
                  <a:pt x="185194" y="81348"/>
                </a:cubicBezTo>
                <a:cubicBezTo>
                  <a:pt x="185401" y="80636"/>
                  <a:pt x="185504" y="78608"/>
                  <a:pt x="185504" y="75263"/>
                </a:cubicBezTo>
                <a:lnTo>
                  <a:pt x="185504" y="53440"/>
                </a:lnTo>
                <a:cubicBezTo>
                  <a:pt x="185504" y="46827"/>
                  <a:pt x="185370" y="42891"/>
                  <a:pt x="185101" y="41630"/>
                </a:cubicBezTo>
                <a:cubicBezTo>
                  <a:pt x="184833" y="40369"/>
                  <a:pt x="184337" y="39450"/>
                  <a:pt x="183613" y="38871"/>
                </a:cubicBezTo>
                <a:cubicBezTo>
                  <a:pt x="182890" y="38293"/>
                  <a:pt x="181991" y="38003"/>
                  <a:pt x="180916" y="38003"/>
                </a:cubicBezTo>
                <a:cubicBezTo>
                  <a:pt x="179635" y="38003"/>
                  <a:pt x="178189" y="38313"/>
                  <a:pt x="176577" y="38933"/>
                </a:cubicBezTo>
                <a:lnTo>
                  <a:pt x="175957" y="36701"/>
                </a:lnTo>
                <a:lnTo>
                  <a:pt x="193130" y="29758"/>
                </a:lnTo>
                <a:lnTo>
                  <a:pt x="195733" y="29758"/>
                </a:lnTo>
                <a:close/>
                <a:moveTo>
                  <a:pt x="269631" y="66583"/>
                </a:moveTo>
                <a:cubicBezTo>
                  <a:pt x="268101" y="74064"/>
                  <a:pt x="265105" y="79819"/>
                  <a:pt x="260641" y="83849"/>
                </a:cubicBezTo>
                <a:cubicBezTo>
                  <a:pt x="256178" y="87879"/>
                  <a:pt x="251239" y="89893"/>
                  <a:pt x="245824" y="89893"/>
                </a:cubicBezTo>
                <a:cubicBezTo>
                  <a:pt x="239377" y="89893"/>
                  <a:pt x="233756" y="87190"/>
                  <a:pt x="228962" y="81782"/>
                </a:cubicBezTo>
                <a:cubicBezTo>
                  <a:pt x="224167" y="76373"/>
                  <a:pt x="221770" y="69064"/>
                  <a:pt x="221770" y="59857"/>
                </a:cubicBezTo>
                <a:cubicBezTo>
                  <a:pt x="221770" y="50938"/>
                  <a:pt x="224426" y="43693"/>
                  <a:pt x="229737" y="38119"/>
                </a:cubicBezTo>
                <a:cubicBezTo>
                  <a:pt x="235048" y="32545"/>
                  <a:pt x="241423" y="29758"/>
                  <a:pt x="248862" y="29758"/>
                </a:cubicBezTo>
                <a:cubicBezTo>
                  <a:pt x="254442" y="29758"/>
                  <a:pt x="259029" y="31241"/>
                  <a:pt x="262625" y="34206"/>
                </a:cubicBezTo>
                <a:cubicBezTo>
                  <a:pt x="266221" y="37170"/>
                  <a:pt x="268019" y="40249"/>
                  <a:pt x="268019" y="43441"/>
                </a:cubicBezTo>
                <a:cubicBezTo>
                  <a:pt x="268019" y="45017"/>
                  <a:pt x="267512" y="46293"/>
                  <a:pt x="266500" y="47268"/>
                </a:cubicBezTo>
                <a:cubicBezTo>
                  <a:pt x="265487" y="48242"/>
                  <a:pt x="264072" y="48728"/>
                  <a:pt x="262253" y="48728"/>
                </a:cubicBezTo>
                <a:cubicBezTo>
                  <a:pt x="259815" y="48728"/>
                  <a:pt x="257976" y="47937"/>
                  <a:pt x="256736" y="46353"/>
                </a:cubicBezTo>
                <a:cubicBezTo>
                  <a:pt x="256033" y="45478"/>
                  <a:pt x="255568" y="43810"/>
                  <a:pt x="255341" y="41351"/>
                </a:cubicBezTo>
                <a:cubicBezTo>
                  <a:pt x="255113" y="38892"/>
                  <a:pt x="254276" y="37016"/>
                  <a:pt x="252830" y="35725"/>
                </a:cubicBezTo>
                <a:cubicBezTo>
                  <a:pt x="251383" y="34475"/>
                  <a:pt x="249379" y="33850"/>
                  <a:pt x="246816" y="33850"/>
                </a:cubicBezTo>
                <a:cubicBezTo>
                  <a:pt x="242683" y="33850"/>
                  <a:pt x="239356" y="35379"/>
                  <a:pt x="236835" y="38437"/>
                </a:cubicBezTo>
                <a:cubicBezTo>
                  <a:pt x="233487" y="42488"/>
                  <a:pt x="231813" y="47840"/>
                  <a:pt x="231813" y="54494"/>
                </a:cubicBezTo>
                <a:cubicBezTo>
                  <a:pt x="231813" y="61272"/>
                  <a:pt x="233477" y="67255"/>
                  <a:pt x="236804" y="72442"/>
                </a:cubicBezTo>
                <a:cubicBezTo>
                  <a:pt x="240131" y="77629"/>
                  <a:pt x="244626" y="80222"/>
                  <a:pt x="250288" y="80222"/>
                </a:cubicBezTo>
                <a:cubicBezTo>
                  <a:pt x="254338" y="80222"/>
                  <a:pt x="257976" y="78838"/>
                  <a:pt x="261199" y="76068"/>
                </a:cubicBezTo>
                <a:cubicBezTo>
                  <a:pt x="263472" y="74167"/>
                  <a:pt x="265684" y="70716"/>
                  <a:pt x="267833" y="65715"/>
                </a:cubicBezTo>
                <a:lnTo>
                  <a:pt x="269631" y="66583"/>
                </a:lnTo>
                <a:close/>
                <a:moveTo>
                  <a:pt x="294321" y="0"/>
                </a:moveTo>
                <a:lnTo>
                  <a:pt x="294321" y="41651"/>
                </a:lnTo>
                <a:cubicBezTo>
                  <a:pt x="298909" y="36587"/>
                  <a:pt x="302546" y="33339"/>
                  <a:pt x="305233" y="31906"/>
                </a:cubicBezTo>
                <a:cubicBezTo>
                  <a:pt x="307919" y="30474"/>
                  <a:pt x="310606" y="29758"/>
                  <a:pt x="313292" y="29758"/>
                </a:cubicBezTo>
                <a:cubicBezTo>
                  <a:pt x="316516" y="29758"/>
                  <a:pt x="319285" y="30645"/>
                  <a:pt x="321599" y="32418"/>
                </a:cubicBezTo>
                <a:cubicBezTo>
                  <a:pt x="323914" y="34190"/>
                  <a:pt x="325629" y="36972"/>
                  <a:pt x="326745" y="40764"/>
                </a:cubicBezTo>
                <a:cubicBezTo>
                  <a:pt x="327530" y="43401"/>
                  <a:pt x="327923" y="48223"/>
                  <a:pt x="327923" y="55230"/>
                </a:cubicBezTo>
                <a:lnTo>
                  <a:pt x="327923" y="75263"/>
                </a:lnTo>
                <a:cubicBezTo>
                  <a:pt x="327923" y="78879"/>
                  <a:pt x="328212" y="81352"/>
                  <a:pt x="328791" y="82683"/>
                </a:cubicBezTo>
                <a:cubicBezTo>
                  <a:pt x="329204" y="83681"/>
                  <a:pt x="329907" y="84471"/>
                  <a:pt x="330899" y="85054"/>
                </a:cubicBezTo>
                <a:cubicBezTo>
                  <a:pt x="331891" y="85635"/>
                  <a:pt x="333709" y="85926"/>
                  <a:pt x="336354" y="85926"/>
                </a:cubicBezTo>
                <a:lnTo>
                  <a:pt x="336354" y="88158"/>
                </a:lnTo>
                <a:lnTo>
                  <a:pt x="308456" y="88158"/>
                </a:lnTo>
                <a:lnTo>
                  <a:pt x="308456" y="85926"/>
                </a:lnTo>
                <a:lnTo>
                  <a:pt x="309758" y="85926"/>
                </a:lnTo>
                <a:cubicBezTo>
                  <a:pt x="312403" y="85926"/>
                  <a:pt x="314243" y="85521"/>
                  <a:pt x="315276" y="84711"/>
                </a:cubicBezTo>
                <a:cubicBezTo>
                  <a:pt x="316309" y="83900"/>
                  <a:pt x="317032" y="82705"/>
                  <a:pt x="317446" y="81125"/>
                </a:cubicBezTo>
                <a:cubicBezTo>
                  <a:pt x="317570" y="80460"/>
                  <a:pt x="317632" y="78506"/>
                  <a:pt x="317632" y="75263"/>
                </a:cubicBezTo>
                <a:lnTo>
                  <a:pt x="317632" y="55275"/>
                </a:lnTo>
                <a:cubicBezTo>
                  <a:pt x="317632" y="49105"/>
                  <a:pt x="317311" y="45054"/>
                  <a:pt x="316671" y="43122"/>
                </a:cubicBezTo>
                <a:cubicBezTo>
                  <a:pt x="316030" y="41188"/>
                  <a:pt x="315007" y="39738"/>
                  <a:pt x="313602" y="38772"/>
                </a:cubicBezTo>
                <a:cubicBezTo>
                  <a:pt x="312197" y="37805"/>
                  <a:pt x="310502" y="37321"/>
                  <a:pt x="308518" y="37321"/>
                </a:cubicBezTo>
                <a:cubicBezTo>
                  <a:pt x="306493" y="37321"/>
                  <a:pt x="304385" y="37857"/>
                  <a:pt x="302195" y="38929"/>
                </a:cubicBezTo>
                <a:cubicBezTo>
                  <a:pt x="300004" y="40001"/>
                  <a:pt x="297380" y="42166"/>
                  <a:pt x="294321" y="45423"/>
                </a:cubicBezTo>
                <a:lnTo>
                  <a:pt x="294321" y="75263"/>
                </a:lnTo>
                <a:cubicBezTo>
                  <a:pt x="294321" y="79171"/>
                  <a:pt x="294538" y="81603"/>
                  <a:pt x="294972" y="82559"/>
                </a:cubicBezTo>
                <a:cubicBezTo>
                  <a:pt x="295406" y="83514"/>
                  <a:pt x="296212" y="84315"/>
                  <a:pt x="297390" y="84959"/>
                </a:cubicBezTo>
                <a:cubicBezTo>
                  <a:pt x="298568" y="85604"/>
                  <a:pt x="300604" y="85926"/>
                  <a:pt x="303497" y="85926"/>
                </a:cubicBezTo>
                <a:lnTo>
                  <a:pt x="303497" y="88158"/>
                </a:lnTo>
                <a:lnTo>
                  <a:pt x="275351" y="88158"/>
                </a:lnTo>
                <a:lnTo>
                  <a:pt x="275351" y="85926"/>
                </a:lnTo>
                <a:cubicBezTo>
                  <a:pt x="277872" y="85926"/>
                  <a:pt x="279856" y="85531"/>
                  <a:pt x="281302" y="84740"/>
                </a:cubicBezTo>
                <a:cubicBezTo>
                  <a:pt x="282129" y="84326"/>
                  <a:pt x="282790" y="83536"/>
                  <a:pt x="283286" y="82373"/>
                </a:cubicBezTo>
                <a:cubicBezTo>
                  <a:pt x="283782" y="81208"/>
                  <a:pt x="284030" y="78838"/>
                  <a:pt x="284030" y="75263"/>
                </a:cubicBezTo>
                <a:lnTo>
                  <a:pt x="284030" y="23930"/>
                </a:lnTo>
                <a:cubicBezTo>
                  <a:pt x="284030" y="17469"/>
                  <a:pt x="283875" y="13497"/>
                  <a:pt x="283565" y="12016"/>
                </a:cubicBezTo>
                <a:cubicBezTo>
                  <a:pt x="283255" y="10534"/>
                  <a:pt x="282780" y="9525"/>
                  <a:pt x="282139" y="8989"/>
                </a:cubicBezTo>
                <a:cubicBezTo>
                  <a:pt x="281499" y="8452"/>
                  <a:pt x="280641" y="8183"/>
                  <a:pt x="279566" y="8183"/>
                </a:cubicBezTo>
                <a:cubicBezTo>
                  <a:pt x="278699" y="8183"/>
                  <a:pt x="277293" y="8514"/>
                  <a:pt x="275351" y="9175"/>
                </a:cubicBezTo>
                <a:lnTo>
                  <a:pt x="274483" y="6943"/>
                </a:lnTo>
                <a:lnTo>
                  <a:pt x="291470" y="0"/>
                </a:lnTo>
                <a:lnTo>
                  <a:pt x="2943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1E087-D921-42A4-85B7-88EDE84D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791" y="2143065"/>
            <a:ext cx="124910" cy="138147"/>
          </a:xfrm>
          <a:custGeom xmlns:a="http://schemas.openxmlformats.org/drawingml/2006/main">
            <a:pathLst>
              <a:path w="124910" h="138147">
                <a:moveTo>
                  <a:pt x="0" y="0"/>
                </a:moveTo>
                <a:lnTo>
                  <a:pt x="124910" y="0"/>
                </a:lnTo>
                <a:lnTo>
                  <a:pt x="124910" y="138147"/>
                </a:lnTo>
                <a:lnTo>
                  <a:pt x="0" y="1381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5fe0a98354b0a"/>
          <a:stretch xmlns:a="http://schemas.openxmlformats.org/drawingml/2006/main"/>
        </p:blipFill>
        <p:spPr>
          <a:xfrm xmlns:a="http://schemas.openxmlformats.org/drawingml/2006/main">
            <a:off x="4328791" y="2143439"/>
            <a:ext cx="124909" cy="137400"/>
          </a:xfrm>
          <a:prstGeom xmlns:a="http://schemas.openxmlformats.org/drawingml/2006/main" prst="rect">
            <a:avLst/>
          </a:prstGeom>
        </p:spPr>
      </p:pic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8122F-05B8-4A81-8357-FAA41D4E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833" y="2141361"/>
            <a:ext cx="124910" cy="138147"/>
          </a:xfrm>
          <a:custGeom xmlns:a="http://schemas.openxmlformats.org/drawingml/2006/main">
            <a:pathLst>
              <a:path w="124910" h="138147">
                <a:moveTo>
                  <a:pt x="0" y="0"/>
                </a:moveTo>
                <a:lnTo>
                  <a:pt x="124910" y="0"/>
                </a:lnTo>
                <a:lnTo>
                  <a:pt x="124910" y="138147"/>
                </a:lnTo>
                <a:lnTo>
                  <a:pt x="0" y="1381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c62dc4a0f4d38"/>
          <a:stretch xmlns:a="http://schemas.openxmlformats.org/drawingml/2006/main"/>
        </p:blipFill>
        <p:spPr>
          <a:xfrm xmlns:a="http://schemas.openxmlformats.org/drawingml/2006/main">
            <a:off x="5697833" y="2141734"/>
            <a:ext cx="124910" cy="137400"/>
          </a:xfrm>
          <a:prstGeom xmlns:a="http://schemas.openxmlformats.org/drawingml/2006/main" prst="rect">
            <a:avLst/>
          </a:prstGeom>
        </p:spPr>
      </p:pic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94F17F-897C-443B-9AA8-B9EDC8A3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420" y="2069855"/>
            <a:ext cx="599348" cy="307670"/>
          </a:xfrm>
          <a:custGeom xmlns:a="http://schemas.openxmlformats.org/drawingml/2006/main">
            <a:pathLst>
              <a:path w="599348" h="307670">
                <a:moveTo>
                  <a:pt x="0" y="0"/>
                </a:moveTo>
                <a:lnTo>
                  <a:pt x="599348" y="0"/>
                </a:lnTo>
                <a:lnTo>
                  <a:pt x="599348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Select">
            <a:extLst xmlns:a="http://schemas.openxmlformats.org/drawingml/2006/main">
              <a:ext uri="{FF2B5EF4-FFF2-40B4-BE49-F238E27FC236}">
                <a16:creationId xmlns:a16="http://schemas.microsoft.com/office/drawing/2014/main" id="{A1175C5E-855C-420C-B611-20DE258B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867" y="2175097"/>
            <a:ext cx="302028" cy="90017"/>
          </a:xfrm>
          <a:custGeom xmlns:a="http://schemas.openxmlformats.org/drawingml/2006/main">
            <a:pathLst>
              <a:path w="302028" h="90017">
                <a:moveTo>
                  <a:pt x="50278" y="2232"/>
                </a:moveTo>
                <a:lnTo>
                  <a:pt x="50278" y="31370"/>
                </a:lnTo>
                <a:lnTo>
                  <a:pt x="47985" y="31370"/>
                </a:lnTo>
                <a:cubicBezTo>
                  <a:pt x="47241" y="25776"/>
                  <a:pt x="45908" y="21322"/>
                  <a:pt x="43986" y="18008"/>
                </a:cubicBezTo>
                <a:cubicBezTo>
                  <a:pt x="42064" y="14692"/>
                  <a:pt x="39326" y="12061"/>
                  <a:pt x="35771" y="10113"/>
                </a:cubicBezTo>
                <a:cubicBezTo>
                  <a:pt x="32217" y="8165"/>
                  <a:pt x="28539" y="7191"/>
                  <a:pt x="24736" y="7191"/>
                </a:cubicBezTo>
                <a:cubicBezTo>
                  <a:pt x="20438" y="7191"/>
                  <a:pt x="16883" y="8502"/>
                  <a:pt x="14073" y="11122"/>
                </a:cubicBezTo>
                <a:cubicBezTo>
                  <a:pt x="11263" y="13743"/>
                  <a:pt x="9857" y="16724"/>
                  <a:pt x="9857" y="20065"/>
                </a:cubicBezTo>
                <a:cubicBezTo>
                  <a:pt x="9857" y="22624"/>
                  <a:pt x="10746" y="24956"/>
                  <a:pt x="12523" y="27061"/>
                </a:cubicBezTo>
                <a:cubicBezTo>
                  <a:pt x="15086" y="30156"/>
                  <a:pt x="21182" y="34282"/>
                  <a:pt x="30812" y="39439"/>
                </a:cubicBezTo>
                <a:cubicBezTo>
                  <a:pt x="38665" y="43648"/>
                  <a:pt x="44027" y="46878"/>
                  <a:pt x="46900" y="49128"/>
                </a:cubicBezTo>
                <a:cubicBezTo>
                  <a:pt x="49772" y="51376"/>
                  <a:pt x="51983" y="54028"/>
                  <a:pt x="53533" y="57082"/>
                </a:cubicBezTo>
                <a:cubicBezTo>
                  <a:pt x="55083" y="60136"/>
                  <a:pt x="55858" y="63334"/>
                  <a:pt x="55858" y="66678"/>
                </a:cubicBezTo>
                <a:cubicBezTo>
                  <a:pt x="55858" y="73034"/>
                  <a:pt x="53388" y="78513"/>
                  <a:pt x="48449" y="83115"/>
                </a:cubicBezTo>
                <a:cubicBezTo>
                  <a:pt x="43511" y="87717"/>
                  <a:pt x="37156" y="90017"/>
                  <a:pt x="29386" y="90017"/>
                </a:cubicBezTo>
                <a:cubicBezTo>
                  <a:pt x="26947" y="90017"/>
                  <a:pt x="24654" y="89829"/>
                  <a:pt x="22504" y="89452"/>
                </a:cubicBezTo>
                <a:cubicBezTo>
                  <a:pt x="21223" y="89243"/>
                  <a:pt x="18568" y="88479"/>
                  <a:pt x="14538" y="87160"/>
                </a:cubicBezTo>
                <a:cubicBezTo>
                  <a:pt x="10508" y="85841"/>
                  <a:pt x="7956" y="85182"/>
                  <a:pt x="6882" y="85182"/>
                </a:cubicBezTo>
                <a:cubicBezTo>
                  <a:pt x="5848" y="85182"/>
                  <a:pt x="5032" y="85496"/>
                  <a:pt x="4433" y="86123"/>
                </a:cubicBezTo>
                <a:cubicBezTo>
                  <a:pt x="3833" y="86751"/>
                  <a:pt x="3389" y="88049"/>
                  <a:pt x="3100" y="90017"/>
                </a:cubicBezTo>
                <a:lnTo>
                  <a:pt x="806" y="90017"/>
                </a:lnTo>
                <a:lnTo>
                  <a:pt x="806" y="61128"/>
                </a:lnTo>
                <a:lnTo>
                  <a:pt x="3100" y="61128"/>
                </a:lnTo>
                <a:cubicBezTo>
                  <a:pt x="4174" y="67177"/>
                  <a:pt x="5621" y="71704"/>
                  <a:pt x="7439" y="74708"/>
                </a:cubicBezTo>
                <a:cubicBezTo>
                  <a:pt x="9258" y="77713"/>
                  <a:pt x="12037" y="80209"/>
                  <a:pt x="15778" y="82198"/>
                </a:cubicBezTo>
                <a:cubicBezTo>
                  <a:pt x="19518" y="84187"/>
                  <a:pt x="23620" y="85182"/>
                  <a:pt x="28084" y="85182"/>
                </a:cubicBezTo>
                <a:cubicBezTo>
                  <a:pt x="33250" y="85182"/>
                  <a:pt x="37332" y="83817"/>
                  <a:pt x="40328" y="81088"/>
                </a:cubicBezTo>
                <a:cubicBezTo>
                  <a:pt x="43325" y="78359"/>
                  <a:pt x="44823" y="75134"/>
                  <a:pt x="44823" y="71413"/>
                </a:cubicBezTo>
                <a:cubicBezTo>
                  <a:pt x="44823" y="69345"/>
                  <a:pt x="44254" y="67257"/>
                  <a:pt x="43118" y="65150"/>
                </a:cubicBezTo>
                <a:cubicBezTo>
                  <a:pt x="41981" y="63040"/>
                  <a:pt x="40214" y="61076"/>
                  <a:pt x="37817" y="59256"/>
                </a:cubicBezTo>
                <a:cubicBezTo>
                  <a:pt x="36205" y="58016"/>
                  <a:pt x="31804" y="55397"/>
                  <a:pt x="24612" y="51398"/>
                </a:cubicBezTo>
                <a:cubicBezTo>
                  <a:pt x="17421" y="47398"/>
                  <a:pt x="12306" y="44201"/>
                  <a:pt x="9268" y="41806"/>
                </a:cubicBezTo>
                <a:cubicBezTo>
                  <a:pt x="6231" y="39412"/>
                  <a:pt x="3926" y="36769"/>
                  <a:pt x="2356" y="33879"/>
                </a:cubicBezTo>
                <a:cubicBezTo>
                  <a:pt x="785" y="30988"/>
                  <a:pt x="0" y="27809"/>
                  <a:pt x="0" y="24341"/>
                </a:cubicBezTo>
                <a:cubicBezTo>
                  <a:pt x="0" y="18313"/>
                  <a:pt x="2314" y="13122"/>
                  <a:pt x="6943" y="8767"/>
                </a:cubicBezTo>
                <a:cubicBezTo>
                  <a:pt x="11572" y="4410"/>
                  <a:pt x="17462" y="2232"/>
                  <a:pt x="24612" y="2232"/>
                </a:cubicBezTo>
                <a:cubicBezTo>
                  <a:pt x="29076" y="2232"/>
                  <a:pt x="33808" y="3327"/>
                  <a:pt x="38809" y="5518"/>
                </a:cubicBezTo>
                <a:cubicBezTo>
                  <a:pt x="41124" y="6551"/>
                  <a:pt x="42756" y="7067"/>
                  <a:pt x="43707" y="7067"/>
                </a:cubicBezTo>
                <a:cubicBezTo>
                  <a:pt x="44781" y="7067"/>
                  <a:pt x="45660" y="6747"/>
                  <a:pt x="46342" y="6107"/>
                </a:cubicBezTo>
                <a:cubicBezTo>
                  <a:pt x="47024" y="5466"/>
                  <a:pt x="47571" y="4174"/>
                  <a:pt x="47985" y="2232"/>
                </a:cubicBezTo>
                <a:lnTo>
                  <a:pt x="50278" y="2232"/>
                </a:lnTo>
                <a:close/>
                <a:moveTo>
                  <a:pt x="76173" y="52820"/>
                </a:moveTo>
                <a:cubicBezTo>
                  <a:pt x="76132" y="61213"/>
                  <a:pt x="78178" y="67795"/>
                  <a:pt x="82311" y="72568"/>
                </a:cubicBezTo>
                <a:cubicBezTo>
                  <a:pt x="86444" y="77340"/>
                  <a:pt x="91300" y="79726"/>
                  <a:pt x="96880" y="79726"/>
                </a:cubicBezTo>
                <a:cubicBezTo>
                  <a:pt x="100600" y="79726"/>
                  <a:pt x="103834" y="78699"/>
                  <a:pt x="106582" y="76644"/>
                </a:cubicBezTo>
                <a:cubicBezTo>
                  <a:pt x="109331" y="74589"/>
                  <a:pt x="111635" y="71070"/>
                  <a:pt x="113495" y="66087"/>
                </a:cubicBezTo>
                <a:lnTo>
                  <a:pt x="115416" y="67333"/>
                </a:lnTo>
                <a:cubicBezTo>
                  <a:pt x="114548" y="73025"/>
                  <a:pt x="112027" y="78208"/>
                  <a:pt x="107853" y="82882"/>
                </a:cubicBezTo>
                <a:cubicBezTo>
                  <a:pt x="103679" y="87556"/>
                  <a:pt x="98450" y="89893"/>
                  <a:pt x="92168" y="89893"/>
                </a:cubicBezTo>
                <a:cubicBezTo>
                  <a:pt x="85349" y="89893"/>
                  <a:pt x="79511" y="87244"/>
                  <a:pt x="74654" y="81945"/>
                </a:cubicBezTo>
                <a:cubicBezTo>
                  <a:pt x="69798" y="76644"/>
                  <a:pt x="67370" y="69518"/>
                  <a:pt x="67370" y="60568"/>
                </a:cubicBezTo>
                <a:cubicBezTo>
                  <a:pt x="67370" y="50876"/>
                  <a:pt x="69860" y="43318"/>
                  <a:pt x="74840" y="37895"/>
                </a:cubicBezTo>
                <a:cubicBezTo>
                  <a:pt x="79821" y="32470"/>
                  <a:pt x="86072" y="29758"/>
                  <a:pt x="93594" y="29758"/>
                </a:cubicBezTo>
                <a:cubicBezTo>
                  <a:pt x="99959" y="29758"/>
                  <a:pt x="105187" y="31850"/>
                  <a:pt x="109279" y="36035"/>
                </a:cubicBezTo>
                <a:cubicBezTo>
                  <a:pt x="113371" y="40218"/>
                  <a:pt x="115416" y="45813"/>
                  <a:pt x="115416" y="52820"/>
                </a:cubicBezTo>
                <a:lnTo>
                  <a:pt x="76173" y="52820"/>
                </a:lnTo>
                <a:moveTo>
                  <a:pt x="76173" y="49224"/>
                </a:moveTo>
                <a:lnTo>
                  <a:pt x="102459" y="49224"/>
                </a:lnTo>
                <a:cubicBezTo>
                  <a:pt x="102253" y="45617"/>
                  <a:pt x="101819" y="43076"/>
                  <a:pt x="101157" y="41601"/>
                </a:cubicBezTo>
                <a:cubicBezTo>
                  <a:pt x="100124" y="39305"/>
                  <a:pt x="98585" y="37501"/>
                  <a:pt x="96539" y="36190"/>
                </a:cubicBezTo>
                <a:cubicBezTo>
                  <a:pt x="94493" y="34878"/>
                  <a:pt x="92354" y="34222"/>
                  <a:pt x="90122" y="34222"/>
                </a:cubicBezTo>
                <a:cubicBezTo>
                  <a:pt x="86692" y="34222"/>
                  <a:pt x="83623" y="35543"/>
                  <a:pt x="80916" y="38187"/>
                </a:cubicBezTo>
                <a:cubicBezTo>
                  <a:pt x="78209" y="40831"/>
                  <a:pt x="76628" y="44510"/>
                  <a:pt x="76173" y="49224"/>
                </a:cubicBezTo>
                <a:close/>
                <a:moveTo>
                  <a:pt x="142401" y="0"/>
                </a:moveTo>
                <a:lnTo>
                  <a:pt x="142401" y="75263"/>
                </a:lnTo>
                <a:cubicBezTo>
                  <a:pt x="142401" y="78838"/>
                  <a:pt x="142659" y="81208"/>
                  <a:pt x="143176" y="82373"/>
                </a:cubicBezTo>
                <a:cubicBezTo>
                  <a:pt x="143692" y="83536"/>
                  <a:pt x="144488" y="84420"/>
                  <a:pt x="145562" y="85023"/>
                </a:cubicBezTo>
                <a:cubicBezTo>
                  <a:pt x="146637" y="85625"/>
                  <a:pt x="148642" y="85926"/>
                  <a:pt x="151576" y="85926"/>
                </a:cubicBezTo>
                <a:lnTo>
                  <a:pt x="151576" y="88158"/>
                </a:lnTo>
                <a:lnTo>
                  <a:pt x="123740" y="88158"/>
                </a:lnTo>
                <a:lnTo>
                  <a:pt x="123740" y="85926"/>
                </a:lnTo>
                <a:cubicBezTo>
                  <a:pt x="126344" y="85926"/>
                  <a:pt x="128121" y="85656"/>
                  <a:pt x="129072" y="85116"/>
                </a:cubicBezTo>
                <a:cubicBezTo>
                  <a:pt x="130022" y="84575"/>
                  <a:pt x="130766" y="83681"/>
                  <a:pt x="131304" y="82435"/>
                </a:cubicBezTo>
                <a:cubicBezTo>
                  <a:pt x="131841" y="81187"/>
                  <a:pt x="132109" y="78796"/>
                  <a:pt x="132109" y="75263"/>
                </a:cubicBezTo>
                <a:lnTo>
                  <a:pt x="132109" y="23806"/>
                </a:lnTo>
                <a:cubicBezTo>
                  <a:pt x="132109" y="17400"/>
                  <a:pt x="131965" y="13463"/>
                  <a:pt x="131676" y="11996"/>
                </a:cubicBezTo>
                <a:cubicBezTo>
                  <a:pt x="131386" y="10529"/>
                  <a:pt x="130921" y="9527"/>
                  <a:pt x="130281" y="8989"/>
                </a:cubicBezTo>
                <a:cubicBezTo>
                  <a:pt x="129640" y="8452"/>
                  <a:pt x="128824" y="8183"/>
                  <a:pt x="127832" y="8183"/>
                </a:cubicBezTo>
                <a:cubicBezTo>
                  <a:pt x="126757" y="8183"/>
                  <a:pt x="125393" y="8514"/>
                  <a:pt x="123740" y="9175"/>
                </a:cubicBezTo>
                <a:lnTo>
                  <a:pt x="122686" y="6943"/>
                </a:lnTo>
                <a:lnTo>
                  <a:pt x="139611" y="0"/>
                </a:lnTo>
                <a:lnTo>
                  <a:pt x="142401" y="0"/>
                </a:lnTo>
                <a:close/>
                <a:moveTo>
                  <a:pt x="167589" y="52820"/>
                </a:moveTo>
                <a:cubicBezTo>
                  <a:pt x="167548" y="61213"/>
                  <a:pt x="169594" y="67795"/>
                  <a:pt x="173727" y="72568"/>
                </a:cubicBezTo>
                <a:cubicBezTo>
                  <a:pt x="177860" y="77340"/>
                  <a:pt x="182716" y="79726"/>
                  <a:pt x="188296" y="79726"/>
                </a:cubicBezTo>
                <a:cubicBezTo>
                  <a:pt x="192016" y="79726"/>
                  <a:pt x="195250" y="78699"/>
                  <a:pt x="197998" y="76644"/>
                </a:cubicBezTo>
                <a:cubicBezTo>
                  <a:pt x="200747" y="74589"/>
                  <a:pt x="203051" y="71070"/>
                  <a:pt x="204911" y="66087"/>
                </a:cubicBezTo>
                <a:lnTo>
                  <a:pt x="206832" y="67333"/>
                </a:lnTo>
                <a:cubicBezTo>
                  <a:pt x="205964" y="73025"/>
                  <a:pt x="203443" y="78208"/>
                  <a:pt x="199269" y="82882"/>
                </a:cubicBezTo>
                <a:cubicBezTo>
                  <a:pt x="195095" y="87556"/>
                  <a:pt x="189866" y="89893"/>
                  <a:pt x="183584" y="89893"/>
                </a:cubicBezTo>
                <a:cubicBezTo>
                  <a:pt x="176765" y="89893"/>
                  <a:pt x="170927" y="87244"/>
                  <a:pt x="166070" y="81945"/>
                </a:cubicBezTo>
                <a:cubicBezTo>
                  <a:pt x="161214" y="76644"/>
                  <a:pt x="158786" y="69518"/>
                  <a:pt x="158786" y="60568"/>
                </a:cubicBezTo>
                <a:cubicBezTo>
                  <a:pt x="158786" y="50876"/>
                  <a:pt x="161276" y="43318"/>
                  <a:pt x="166256" y="37895"/>
                </a:cubicBezTo>
                <a:cubicBezTo>
                  <a:pt x="171237" y="32470"/>
                  <a:pt x="177488" y="29758"/>
                  <a:pt x="185010" y="29758"/>
                </a:cubicBezTo>
                <a:cubicBezTo>
                  <a:pt x="191375" y="29758"/>
                  <a:pt x="196603" y="31850"/>
                  <a:pt x="200695" y="36035"/>
                </a:cubicBezTo>
                <a:cubicBezTo>
                  <a:pt x="204787" y="40218"/>
                  <a:pt x="206832" y="45813"/>
                  <a:pt x="206832" y="52820"/>
                </a:cubicBezTo>
                <a:lnTo>
                  <a:pt x="167589" y="52820"/>
                </a:lnTo>
                <a:moveTo>
                  <a:pt x="167589" y="49224"/>
                </a:moveTo>
                <a:lnTo>
                  <a:pt x="193875" y="49224"/>
                </a:lnTo>
                <a:cubicBezTo>
                  <a:pt x="193669" y="45617"/>
                  <a:pt x="193235" y="43076"/>
                  <a:pt x="192573" y="41601"/>
                </a:cubicBezTo>
                <a:cubicBezTo>
                  <a:pt x="191540" y="39305"/>
                  <a:pt x="190001" y="37501"/>
                  <a:pt x="187955" y="36190"/>
                </a:cubicBezTo>
                <a:cubicBezTo>
                  <a:pt x="185909" y="34878"/>
                  <a:pt x="183770" y="34222"/>
                  <a:pt x="181538" y="34222"/>
                </a:cubicBezTo>
                <a:cubicBezTo>
                  <a:pt x="178108" y="34222"/>
                  <a:pt x="175039" y="35543"/>
                  <a:pt x="172332" y="38187"/>
                </a:cubicBezTo>
                <a:cubicBezTo>
                  <a:pt x="169625" y="40831"/>
                  <a:pt x="168044" y="44510"/>
                  <a:pt x="167589" y="49224"/>
                </a:cubicBezTo>
                <a:close/>
                <a:moveTo>
                  <a:pt x="262521" y="66583"/>
                </a:moveTo>
                <a:cubicBezTo>
                  <a:pt x="260992" y="74064"/>
                  <a:pt x="257995" y="79819"/>
                  <a:pt x="253532" y="83849"/>
                </a:cubicBezTo>
                <a:cubicBezTo>
                  <a:pt x="249068" y="87879"/>
                  <a:pt x="244129" y="89893"/>
                  <a:pt x="238715" y="89893"/>
                </a:cubicBezTo>
                <a:cubicBezTo>
                  <a:pt x="232267" y="89893"/>
                  <a:pt x="226646" y="87190"/>
                  <a:pt x="221852" y="81782"/>
                </a:cubicBezTo>
                <a:cubicBezTo>
                  <a:pt x="217058" y="76373"/>
                  <a:pt x="214660" y="69064"/>
                  <a:pt x="214660" y="59857"/>
                </a:cubicBezTo>
                <a:cubicBezTo>
                  <a:pt x="214660" y="50938"/>
                  <a:pt x="217316" y="43693"/>
                  <a:pt x="222627" y="38119"/>
                </a:cubicBezTo>
                <a:cubicBezTo>
                  <a:pt x="227938" y="32545"/>
                  <a:pt x="234313" y="29758"/>
                  <a:pt x="241752" y="29758"/>
                </a:cubicBezTo>
                <a:cubicBezTo>
                  <a:pt x="247332" y="29758"/>
                  <a:pt x="251920" y="31241"/>
                  <a:pt x="255515" y="34206"/>
                </a:cubicBezTo>
                <a:cubicBezTo>
                  <a:pt x="259111" y="37170"/>
                  <a:pt x="260909" y="40249"/>
                  <a:pt x="260909" y="43441"/>
                </a:cubicBezTo>
                <a:cubicBezTo>
                  <a:pt x="260909" y="45017"/>
                  <a:pt x="260403" y="46293"/>
                  <a:pt x="259390" y="47268"/>
                </a:cubicBezTo>
                <a:cubicBezTo>
                  <a:pt x="258378" y="48242"/>
                  <a:pt x="256962" y="48728"/>
                  <a:pt x="255143" y="48728"/>
                </a:cubicBezTo>
                <a:cubicBezTo>
                  <a:pt x="252705" y="48728"/>
                  <a:pt x="250866" y="47937"/>
                  <a:pt x="249626" y="46353"/>
                </a:cubicBezTo>
                <a:cubicBezTo>
                  <a:pt x="248923" y="45478"/>
                  <a:pt x="248458" y="43810"/>
                  <a:pt x="248231" y="41351"/>
                </a:cubicBezTo>
                <a:cubicBezTo>
                  <a:pt x="248004" y="38892"/>
                  <a:pt x="247167" y="37016"/>
                  <a:pt x="245720" y="35725"/>
                </a:cubicBezTo>
                <a:cubicBezTo>
                  <a:pt x="244274" y="34475"/>
                  <a:pt x="242269" y="33850"/>
                  <a:pt x="239707" y="33850"/>
                </a:cubicBezTo>
                <a:cubicBezTo>
                  <a:pt x="235574" y="33850"/>
                  <a:pt x="232246" y="35379"/>
                  <a:pt x="229725" y="38437"/>
                </a:cubicBezTo>
                <a:cubicBezTo>
                  <a:pt x="226378" y="42488"/>
                  <a:pt x="224704" y="47840"/>
                  <a:pt x="224704" y="54494"/>
                </a:cubicBezTo>
                <a:cubicBezTo>
                  <a:pt x="224704" y="61272"/>
                  <a:pt x="226367" y="67255"/>
                  <a:pt x="229694" y="72442"/>
                </a:cubicBezTo>
                <a:cubicBezTo>
                  <a:pt x="233021" y="77629"/>
                  <a:pt x="237516" y="80222"/>
                  <a:pt x="243178" y="80222"/>
                </a:cubicBezTo>
                <a:cubicBezTo>
                  <a:pt x="247229" y="80222"/>
                  <a:pt x="250866" y="78838"/>
                  <a:pt x="254090" y="76068"/>
                </a:cubicBezTo>
                <a:cubicBezTo>
                  <a:pt x="256363" y="74167"/>
                  <a:pt x="258574" y="70716"/>
                  <a:pt x="260723" y="65715"/>
                </a:cubicBezTo>
                <a:lnTo>
                  <a:pt x="262521" y="66583"/>
                </a:lnTo>
                <a:close/>
                <a:moveTo>
                  <a:pt x="287025" y="12647"/>
                </a:moveTo>
                <a:lnTo>
                  <a:pt x="287025" y="31370"/>
                </a:lnTo>
                <a:lnTo>
                  <a:pt x="300292" y="31370"/>
                </a:lnTo>
                <a:lnTo>
                  <a:pt x="300292" y="35585"/>
                </a:lnTo>
                <a:lnTo>
                  <a:pt x="287025" y="35709"/>
                </a:lnTo>
                <a:lnTo>
                  <a:pt x="287025" y="72585"/>
                </a:lnTo>
                <a:cubicBezTo>
                  <a:pt x="287025" y="76267"/>
                  <a:pt x="287552" y="78750"/>
                  <a:pt x="288606" y="80034"/>
                </a:cubicBezTo>
                <a:cubicBezTo>
                  <a:pt x="289660" y="81317"/>
                  <a:pt x="291014" y="81958"/>
                  <a:pt x="292667" y="81958"/>
                </a:cubicBezTo>
                <a:cubicBezTo>
                  <a:pt x="294031" y="81958"/>
                  <a:pt x="295353" y="81529"/>
                  <a:pt x="296635" y="80672"/>
                </a:cubicBezTo>
                <a:cubicBezTo>
                  <a:pt x="297916" y="79814"/>
                  <a:pt x="298908" y="78548"/>
                  <a:pt x="299610" y="76874"/>
                </a:cubicBezTo>
                <a:lnTo>
                  <a:pt x="302028" y="76874"/>
                </a:lnTo>
                <a:cubicBezTo>
                  <a:pt x="300582" y="80945"/>
                  <a:pt x="298536" y="84009"/>
                  <a:pt x="295891" y="86065"/>
                </a:cubicBezTo>
                <a:cubicBezTo>
                  <a:pt x="293246" y="88121"/>
                  <a:pt x="290518" y="89150"/>
                  <a:pt x="287707" y="89150"/>
                </a:cubicBezTo>
                <a:cubicBezTo>
                  <a:pt x="285806" y="89150"/>
                  <a:pt x="283946" y="88621"/>
                  <a:pt x="282128" y="87563"/>
                </a:cubicBezTo>
                <a:cubicBezTo>
                  <a:pt x="280309" y="86505"/>
                  <a:pt x="278966" y="84991"/>
                  <a:pt x="278098" y="83022"/>
                </a:cubicBezTo>
                <a:cubicBezTo>
                  <a:pt x="277230" y="81052"/>
                  <a:pt x="276796" y="78014"/>
                  <a:pt x="276796" y="73908"/>
                </a:cubicBezTo>
                <a:lnTo>
                  <a:pt x="276796" y="35585"/>
                </a:lnTo>
                <a:lnTo>
                  <a:pt x="267807" y="35585"/>
                </a:lnTo>
                <a:lnTo>
                  <a:pt x="267807" y="33598"/>
                </a:lnTo>
                <a:cubicBezTo>
                  <a:pt x="270080" y="32694"/>
                  <a:pt x="272405" y="31163"/>
                  <a:pt x="274781" y="29006"/>
                </a:cubicBezTo>
                <a:cubicBezTo>
                  <a:pt x="277158" y="26849"/>
                  <a:pt x="279276" y="24278"/>
                  <a:pt x="281136" y="21294"/>
                </a:cubicBezTo>
                <a:cubicBezTo>
                  <a:pt x="282086" y="19718"/>
                  <a:pt x="283409" y="16836"/>
                  <a:pt x="285104" y="12647"/>
                </a:cubicBezTo>
                <a:lnTo>
                  <a:pt x="287025" y="126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B15D5-B4CE-4CD8-9550-0546C8C0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592" y="2538678"/>
            <a:ext cx="599348" cy="307670"/>
          </a:xfrm>
          <a:custGeom xmlns:a="http://schemas.openxmlformats.org/drawingml/2006/main">
            <a:pathLst>
              <a:path w="599348" h="307670">
                <a:moveTo>
                  <a:pt x="0" y="0"/>
                </a:moveTo>
                <a:lnTo>
                  <a:pt x="599348" y="0"/>
                </a:lnTo>
                <a:lnTo>
                  <a:pt x="599348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Merge">
            <a:extLst xmlns:a="http://schemas.openxmlformats.org/drawingml/2006/main">
              <a:ext uri="{FF2B5EF4-FFF2-40B4-BE49-F238E27FC236}">
                <a16:creationId xmlns:a16="http://schemas.microsoft.com/office/drawing/2014/main" id="{43323DF3-1CD6-43BD-8574-37BB9B35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211" y="2648012"/>
            <a:ext cx="323248" cy="111468"/>
          </a:xfrm>
          <a:custGeom xmlns:a="http://schemas.openxmlformats.org/drawingml/2006/main">
            <a:pathLst>
              <a:path w="323248" h="111468">
                <a:moveTo>
                  <a:pt x="49844" y="84066"/>
                </a:moveTo>
                <a:lnTo>
                  <a:pt x="17359" y="13329"/>
                </a:lnTo>
                <a:lnTo>
                  <a:pt x="17359" y="69435"/>
                </a:lnTo>
                <a:cubicBezTo>
                  <a:pt x="17359" y="74601"/>
                  <a:pt x="17917" y="77825"/>
                  <a:pt x="19033" y="79106"/>
                </a:cubicBezTo>
                <a:cubicBezTo>
                  <a:pt x="20562" y="80842"/>
                  <a:pt x="22980" y="81710"/>
                  <a:pt x="26286" y="81710"/>
                </a:cubicBezTo>
                <a:lnTo>
                  <a:pt x="29262" y="81710"/>
                </a:lnTo>
                <a:lnTo>
                  <a:pt x="29262" y="84066"/>
                </a:lnTo>
                <a:lnTo>
                  <a:pt x="0" y="84066"/>
                </a:lnTo>
                <a:lnTo>
                  <a:pt x="0" y="81710"/>
                </a:lnTo>
                <a:lnTo>
                  <a:pt x="2976" y="81710"/>
                </a:lnTo>
                <a:cubicBezTo>
                  <a:pt x="6530" y="81710"/>
                  <a:pt x="9051" y="80635"/>
                  <a:pt x="10539" y="78486"/>
                </a:cubicBezTo>
                <a:cubicBezTo>
                  <a:pt x="11449" y="77164"/>
                  <a:pt x="11903" y="74147"/>
                  <a:pt x="11903" y="69435"/>
                </a:cubicBezTo>
                <a:lnTo>
                  <a:pt x="11903" y="14631"/>
                </a:lnTo>
                <a:cubicBezTo>
                  <a:pt x="11903" y="10911"/>
                  <a:pt x="11490" y="8225"/>
                  <a:pt x="10663" y="6572"/>
                </a:cubicBezTo>
                <a:cubicBezTo>
                  <a:pt x="10085" y="5373"/>
                  <a:pt x="9020" y="4371"/>
                  <a:pt x="7470" y="3565"/>
                </a:cubicBezTo>
                <a:cubicBezTo>
                  <a:pt x="5921" y="2759"/>
                  <a:pt x="3430" y="2356"/>
                  <a:pt x="0" y="2356"/>
                </a:cubicBezTo>
                <a:lnTo>
                  <a:pt x="0" y="0"/>
                </a:lnTo>
                <a:lnTo>
                  <a:pt x="23806" y="0"/>
                </a:lnTo>
                <a:lnTo>
                  <a:pt x="54308" y="65764"/>
                </a:lnTo>
                <a:lnTo>
                  <a:pt x="84314" y="0"/>
                </a:lnTo>
                <a:lnTo>
                  <a:pt x="108120" y="0"/>
                </a:lnTo>
                <a:lnTo>
                  <a:pt x="108120" y="2356"/>
                </a:lnTo>
                <a:lnTo>
                  <a:pt x="105206" y="2356"/>
                </a:lnTo>
                <a:cubicBezTo>
                  <a:pt x="101611" y="2356"/>
                  <a:pt x="99069" y="3430"/>
                  <a:pt x="97581" y="5580"/>
                </a:cubicBezTo>
                <a:cubicBezTo>
                  <a:pt x="96672" y="6902"/>
                  <a:pt x="96217" y="9919"/>
                  <a:pt x="96217" y="14631"/>
                </a:cubicBezTo>
                <a:lnTo>
                  <a:pt x="96217" y="69435"/>
                </a:lnTo>
                <a:cubicBezTo>
                  <a:pt x="96217" y="74601"/>
                  <a:pt x="96796" y="77825"/>
                  <a:pt x="97953" y="79106"/>
                </a:cubicBezTo>
                <a:cubicBezTo>
                  <a:pt x="99482" y="80842"/>
                  <a:pt x="101900" y="81710"/>
                  <a:pt x="105206" y="81710"/>
                </a:cubicBezTo>
                <a:lnTo>
                  <a:pt x="108120" y="81710"/>
                </a:lnTo>
                <a:lnTo>
                  <a:pt x="108120" y="84066"/>
                </a:lnTo>
                <a:lnTo>
                  <a:pt x="72411" y="84066"/>
                </a:lnTo>
                <a:lnTo>
                  <a:pt x="72411" y="81710"/>
                </a:lnTo>
                <a:lnTo>
                  <a:pt x="75387" y="81710"/>
                </a:lnTo>
                <a:cubicBezTo>
                  <a:pt x="78982" y="81710"/>
                  <a:pt x="81503" y="80635"/>
                  <a:pt x="82950" y="78486"/>
                </a:cubicBezTo>
                <a:cubicBezTo>
                  <a:pt x="83859" y="77164"/>
                  <a:pt x="84314" y="74147"/>
                  <a:pt x="84314" y="69435"/>
                </a:cubicBezTo>
                <a:lnTo>
                  <a:pt x="84314" y="13329"/>
                </a:lnTo>
                <a:lnTo>
                  <a:pt x="51890" y="84066"/>
                </a:lnTo>
                <a:lnTo>
                  <a:pt x="49844" y="84066"/>
                </a:lnTo>
                <a:close/>
                <a:moveTo>
                  <a:pt x="124281" y="48728"/>
                </a:moveTo>
                <a:cubicBezTo>
                  <a:pt x="124240" y="57121"/>
                  <a:pt x="126286" y="63704"/>
                  <a:pt x="130419" y="68476"/>
                </a:cubicBezTo>
                <a:cubicBezTo>
                  <a:pt x="134552" y="73248"/>
                  <a:pt x="139408" y="75635"/>
                  <a:pt x="144987" y="75635"/>
                </a:cubicBezTo>
                <a:cubicBezTo>
                  <a:pt x="148707" y="75635"/>
                  <a:pt x="151941" y="74607"/>
                  <a:pt x="154690" y="72552"/>
                </a:cubicBezTo>
                <a:cubicBezTo>
                  <a:pt x="157438" y="70497"/>
                  <a:pt x="159742" y="66978"/>
                  <a:pt x="161602" y="61996"/>
                </a:cubicBezTo>
                <a:lnTo>
                  <a:pt x="163524" y="63241"/>
                </a:lnTo>
                <a:cubicBezTo>
                  <a:pt x="162656" y="68933"/>
                  <a:pt x="160135" y="74116"/>
                  <a:pt x="155961" y="78790"/>
                </a:cubicBezTo>
                <a:cubicBezTo>
                  <a:pt x="151786" y="83465"/>
                  <a:pt x="146558" y="85802"/>
                  <a:pt x="140276" y="85802"/>
                </a:cubicBezTo>
                <a:cubicBezTo>
                  <a:pt x="133456" y="85802"/>
                  <a:pt x="127618" y="83152"/>
                  <a:pt x="122762" y="77853"/>
                </a:cubicBezTo>
                <a:cubicBezTo>
                  <a:pt x="117906" y="72552"/>
                  <a:pt x="115478" y="65427"/>
                  <a:pt x="115478" y="56476"/>
                </a:cubicBezTo>
                <a:cubicBezTo>
                  <a:pt x="115478" y="46784"/>
                  <a:pt x="117968" y="39226"/>
                  <a:pt x="122948" y="33803"/>
                </a:cubicBezTo>
                <a:cubicBezTo>
                  <a:pt x="127928" y="28378"/>
                  <a:pt x="134180" y="25666"/>
                  <a:pt x="141702" y="25666"/>
                </a:cubicBezTo>
                <a:cubicBezTo>
                  <a:pt x="148067" y="25666"/>
                  <a:pt x="153295" y="27758"/>
                  <a:pt x="157387" y="31943"/>
                </a:cubicBezTo>
                <a:cubicBezTo>
                  <a:pt x="161478" y="36127"/>
                  <a:pt x="163524" y="41722"/>
                  <a:pt x="163524" y="48728"/>
                </a:cubicBezTo>
                <a:lnTo>
                  <a:pt x="124281" y="48728"/>
                </a:lnTo>
                <a:moveTo>
                  <a:pt x="124281" y="45133"/>
                </a:moveTo>
                <a:lnTo>
                  <a:pt x="150567" y="45133"/>
                </a:lnTo>
                <a:cubicBezTo>
                  <a:pt x="150360" y="41525"/>
                  <a:pt x="149926" y="38984"/>
                  <a:pt x="149265" y="37509"/>
                </a:cubicBezTo>
                <a:cubicBezTo>
                  <a:pt x="148232" y="35213"/>
                  <a:pt x="146692" y="33409"/>
                  <a:pt x="144647" y="32098"/>
                </a:cubicBezTo>
                <a:cubicBezTo>
                  <a:pt x="142601" y="30786"/>
                  <a:pt x="140462" y="30130"/>
                  <a:pt x="138230" y="30130"/>
                </a:cubicBezTo>
                <a:cubicBezTo>
                  <a:pt x="134800" y="30130"/>
                  <a:pt x="131731" y="31452"/>
                  <a:pt x="129024" y="34096"/>
                </a:cubicBezTo>
                <a:cubicBezTo>
                  <a:pt x="126317" y="36739"/>
                  <a:pt x="124736" y="40418"/>
                  <a:pt x="124281" y="45133"/>
                </a:cubicBezTo>
                <a:close/>
                <a:moveTo>
                  <a:pt x="187595" y="25666"/>
                </a:moveTo>
                <a:lnTo>
                  <a:pt x="187595" y="38437"/>
                </a:lnTo>
                <a:cubicBezTo>
                  <a:pt x="192348" y="29923"/>
                  <a:pt x="197225" y="25666"/>
                  <a:pt x="202226" y="25666"/>
                </a:cubicBezTo>
                <a:cubicBezTo>
                  <a:pt x="204499" y="25666"/>
                  <a:pt x="206379" y="26358"/>
                  <a:pt x="207867" y="27743"/>
                </a:cubicBezTo>
                <a:cubicBezTo>
                  <a:pt x="209355" y="29128"/>
                  <a:pt x="210099" y="30729"/>
                  <a:pt x="210099" y="32548"/>
                </a:cubicBezTo>
                <a:cubicBezTo>
                  <a:pt x="210099" y="34160"/>
                  <a:pt x="209562" y="35523"/>
                  <a:pt x="208487" y="36639"/>
                </a:cubicBezTo>
                <a:cubicBezTo>
                  <a:pt x="207413" y="37755"/>
                  <a:pt x="206131" y="38313"/>
                  <a:pt x="204643" y="38313"/>
                </a:cubicBezTo>
                <a:cubicBezTo>
                  <a:pt x="203197" y="38313"/>
                  <a:pt x="201575" y="37611"/>
                  <a:pt x="199777" y="36205"/>
                </a:cubicBezTo>
                <a:cubicBezTo>
                  <a:pt x="197979" y="34800"/>
                  <a:pt x="196646" y="34098"/>
                  <a:pt x="195778" y="34098"/>
                </a:cubicBezTo>
                <a:cubicBezTo>
                  <a:pt x="195034" y="34098"/>
                  <a:pt x="194228" y="34508"/>
                  <a:pt x="193360" y="35328"/>
                </a:cubicBezTo>
                <a:cubicBezTo>
                  <a:pt x="191500" y="37011"/>
                  <a:pt x="189579" y="39780"/>
                  <a:pt x="187595" y="43637"/>
                </a:cubicBezTo>
                <a:lnTo>
                  <a:pt x="187595" y="70799"/>
                </a:lnTo>
                <a:cubicBezTo>
                  <a:pt x="187595" y="73943"/>
                  <a:pt x="187987" y="76320"/>
                  <a:pt x="188773" y="77932"/>
                </a:cubicBezTo>
                <a:cubicBezTo>
                  <a:pt x="189310" y="79049"/>
                  <a:pt x="190260" y="79979"/>
                  <a:pt x="191624" y="80722"/>
                </a:cubicBezTo>
                <a:cubicBezTo>
                  <a:pt x="192988" y="81463"/>
                  <a:pt x="194951" y="81834"/>
                  <a:pt x="197514" y="81834"/>
                </a:cubicBezTo>
                <a:lnTo>
                  <a:pt x="197514" y="84066"/>
                </a:lnTo>
                <a:lnTo>
                  <a:pt x="168438" y="84066"/>
                </a:lnTo>
                <a:lnTo>
                  <a:pt x="168438" y="81834"/>
                </a:lnTo>
                <a:cubicBezTo>
                  <a:pt x="171331" y="81834"/>
                  <a:pt x="173480" y="81374"/>
                  <a:pt x="174886" y="80455"/>
                </a:cubicBezTo>
                <a:cubicBezTo>
                  <a:pt x="175919" y="79786"/>
                  <a:pt x="176642" y="78719"/>
                  <a:pt x="177055" y="77256"/>
                </a:cubicBezTo>
                <a:cubicBezTo>
                  <a:pt x="177262" y="76544"/>
                  <a:pt x="177365" y="74516"/>
                  <a:pt x="177365" y="71171"/>
                </a:cubicBezTo>
                <a:lnTo>
                  <a:pt x="177365" y="49348"/>
                </a:lnTo>
                <a:cubicBezTo>
                  <a:pt x="177365" y="42736"/>
                  <a:pt x="177231" y="38799"/>
                  <a:pt x="176962" y="37538"/>
                </a:cubicBezTo>
                <a:cubicBezTo>
                  <a:pt x="176694" y="36278"/>
                  <a:pt x="176198" y="35358"/>
                  <a:pt x="175475" y="34779"/>
                </a:cubicBezTo>
                <a:cubicBezTo>
                  <a:pt x="174751" y="34201"/>
                  <a:pt x="173852" y="33912"/>
                  <a:pt x="172778" y="33912"/>
                </a:cubicBezTo>
                <a:cubicBezTo>
                  <a:pt x="171496" y="33912"/>
                  <a:pt x="170050" y="34222"/>
                  <a:pt x="168438" y="34841"/>
                </a:cubicBezTo>
                <a:lnTo>
                  <a:pt x="167818" y="32610"/>
                </a:lnTo>
                <a:lnTo>
                  <a:pt x="184991" y="25666"/>
                </a:lnTo>
                <a:lnTo>
                  <a:pt x="187595" y="25666"/>
                </a:lnTo>
                <a:close/>
                <a:moveTo>
                  <a:pt x="226163" y="63373"/>
                </a:moveTo>
                <a:cubicBezTo>
                  <a:pt x="222692" y="61681"/>
                  <a:pt x="220026" y="59318"/>
                  <a:pt x="218166" y="56284"/>
                </a:cubicBezTo>
                <a:cubicBezTo>
                  <a:pt x="216306" y="53250"/>
                  <a:pt x="215376" y="49896"/>
                  <a:pt x="215376" y="46222"/>
                </a:cubicBezTo>
                <a:cubicBezTo>
                  <a:pt x="215376" y="40608"/>
                  <a:pt x="217494" y="35779"/>
                  <a:pt x="221731" y="31734"/>
                </a:cubicBezTo>
                <a:cubicBezTo>
                  <a:pt x="225967" y="27689"/>
                  <a:pt x="231392" y="25666"/>
                  <a:pt x="238005" y="25666"/>
                </a:cubicBezTo>
                <a:cubicBezTo>
                  <a:pt x="243419" y="25666"/>
                  <a:pt x="248110" y="26989"/>
                  <a:pt x="252078" y="29634"/>
                </a:cubicBezTo>
                <a:lnTo>
                  <a:pt x="264105" y="29634"/>
                </a:lnTo>
                <a:cubicBezTo>
                  <a:pt x="265882" y="29634"/>
                  <a:pt x="266915" y="29686"/>
                  <a:pt x="267205" y="29789"/>
                </a:cubicBezTo>
                <a:cubicBezTo>
                  <a:pt x="267494" y="29892"/>
                  <a:pt x="267700" y="30068"/>
                  <a:pt x="267824" y="30316"/>
                </a:cubicBezTo>
                <a:cubicBezTo>
                  <a:pt x="268072" y="30688"/>
                  <a:pt x="268196" y="31349"/>
                  <a:pt x="268196" y="32300"/>
                </a:cubicBezTo>
                <a:cubicBezTo>
                  <a:pt x="268196" y="33374"/>
                  <a:pt x="268093" y="34118"/>
                  <a:pt x="267886" y="34532"/>
                </a:cubicBezTo>
                <a:cubicBezTo>
                  <a:pt x="267762" y="34738"/>
                  <a:pt x="267545" y="34903"/>
                  <a:pt x="267235" y="35027"/>
                </a:cubicBezTo>
                <a:cubicBezTo>
                  <a:pt x="266926" y="35151"/>
                  <a:pt x="265882" y="35213"/>
                  <a:pt x="264105" y="35213"/>
                </a:cubicBezTo>
                <a:lnTo>
                  <a:pt x="256727" y="35213"/>
                </a:lnTo>
                <a:cubicBezTo>
                  <a:pt x="259042" y="38189"/>
                  <a:pt x="260199" y="41992"/>
                  <a:pt x="260199" y="46621"/>
                </a:cubicBezTo>
                <a:cubicBezTo>
                  <a:pt x="260199" y="51911"/>
                  <a:pt x="258174" y="56437"/>
                  <a:pt x="254123" y="60198"/>
                </a:cubicBezTo>
                <a:cubicBezTo>
                  <a:pt x="250073" y="63959"/>
                  <a:pt x="244638" y="65839"/>
                  <a:pt x="237819" y="65839"/>
                </a:cubicBezTo>
                <a:cubicBezTo>
                  <a:pt x="235008" y="65839"/>
                  <a:pt x="232136" y="65418"/>
                  <a:pt x="229201" y="64574"/>
                </a:cubicBezTo>
                <a:cubicBezTo>
                  <a:pt x="227383" y="66121"/>
                  <a:pt x="226153" y="67475"/>
                  <a:pt x="225513" y="68635"/>
                </a:cubicBezTo>
                <a:cubicBezTo>
                  <a:pt x="224872" y="69795"/>
                  <a:pt x="224552" y="70781"/>
                  <a:pt x="224552" y="71595"/>
                </a:cubicBezTo>
                <a:cubicBezTo>
                  <a:pt x="224552" y="72287"/>
                  <a:pt x="224893" y="72959"/>
                  <a:pt x="225575" y="73610"/>
                </a:cubicBezTo>
                <a:cubicBezTo>
                  <a:pt x="226256" y="74261"/>
                  <a:pt x="227589" y="74729"/>
                  <a:pt x="229573" y="75015"/>
                </a:cubicBezTo>
                <a:cubicBezTo>
                  <a:pt x="230730" y="75203"/>
                  <a:pt x="233624" y="75368"/>
                  <a:pt x="238253" y="75511"/>
                </a:cubicBezTo>
                <a:cubicBezTo>
                  <a:pt x="246767" y="75747"/>
                  <a:pt x="252284" y="76078"/>
                  <a:pt x="254805" y="76502"/>
                </a:cubicBezTo>
                <a:cubicBezTo>
                  <a:pt x="258649" y="77038"/>
                  <a:pt x="261718" y="78462"/>
                  <a:pt x="264012" y="80772"/>
                </a:cubicBezTo>
                <a:cubicBezTo>
                  <a:pt x="266306" y="83083"/>
                  <a:pt x="267452" y="85930"/>
                  <a:pt x="267452" y="89312"/>
                </a:cubicBezTo>
                <a:cubicBezTo>
                  <a:pt x="267452" y="93975"/>
                  <a:pt x="265262" y="98348"/>
                  <a:pt x="260881" y="102432"/>
                </a:cubicBezTo>
                <a:cubicBezTo>
                  <a:pt x="254433" y="108456"/>
                  <a:pt x="246023" y="111468"/>
                  <a:pt x="235649" y="111468"/>
                </a:cubicBezTo>
                <a:cubicBezTo>
                  <a:pt x="227672" y="111468"/>
                  <a:pt x="220935" y="109669"/>
                  <a:pt x="215438" y="106072"/>
                </a:cubicBezTo>
                <a:cubicBezTo>
                  <a:pt x="212338" y="104006"/>
                  <a:pt x="210789" y="101856"/>
                  <a:pt x="210789" y="99623"/>
                </a:cubicBezTo>
                <a:cubicBezTo>
                  <a:pt x="210789" y="98631"/>
                  <a:pt x="211016" y="97639"/>
                  <a:pt x="211471" y="96647"/>
                </a:cubicBezTo>
                <a:cubicBezTo>
                  <a:pt x="212173" y="95118"/>
                  <a:pt x="213620" y="92989"/>
                  <a:pt x="215810" y="90260"/>
                </a:cubicBezTo>
                <a:cubicBezTo>
                  <a:pt x="216100" y="89888"/>
                  <a:pt x="218207" y="87655"/>
                  <a:pt x="222134" y="83562"/>
                </a:cubicBezTo>
                <a:cubicBezTo>
                  <a:pt x="219985" y="82282"/>
                  <a:pt x="218466" y="81137"/>
                  <a:pt x="217577" y="80125"/>
                </a:cubicBezTo>
                <a:cubicBezTo>
                  <a:pt x="216688" y="79114"/>
                  <a:pt x="216244" y="77968"/>
                  <a:pt x="216244" y="76688"/>
                </a:cubicBezTo>
                <a:cubicBezTo>
                  <a:pt x="216244" y="75243"/>
                  <a:pt x="216833" y="73551"/>
                  <a:pt x="218011" y="71611"/>
                </a:cubicBezTo>
                <a:cubicBezTo>
                  <a:pt x="219189" y="69669"/>
                  <a:pt x="221906" y="66924"/>
                  <a:pt x="226163" y="63373"/>
                </a:cubicBezTo>
                <a:moveTo>
                  <a:pt x="236951" y="28766"/>
                </a:moveTo>
                <a:cubicBezTo>
                  <a:pt x="233892" y="28766"/>
                  <a:pt x="231330" y="29979"/>
                  <a:pt x="229263" y="32404"/>
                </a:cubicBezTo>
                <a:cubicBezTo>
                  <a:pt x="227197" y="34829"/>
                  <a:pt x="226163" y="38548"/>
                  <a:pt x="226163" y="43563"/>
                </a:cubicBezTo>
                <a:cubicBezTo>
                  <a:pt x="226163" y="50059"/>
                  <a:pt x="227569" y="55094"/>
                  <a:pt x="230379" y="58669"/>
                </a:cubicBezTo>
                <a:cubicBezTo>
                  <a:pt x="232528" y="61383"/>
                  <a:pt x="235256" y="62739"/>
                  <a:pt x="238563" y="62739"/>
                </a:cubicBezTo>
                <a:cubicBezTo>
                  <a:pt x="241704" y="62739"/>
                  <a:pt x="244287" y="61568"/>
                  <a:pt x="246312" y="59225"/>
                </a:cubicBezTo>
                <a:cubicBezTo>
                  <a:pt x="248337" y="56882"/>
                  <a:pt x="249350" y="53203"/>
                  <a:pt x="249350" y="48188"/>
                </a:cubicBezTo>
                <a:cubicBezTo>
                  <a:pt x="249350" y="41653"/>
                  <a:pt x="247924" y="36535"/>
                  <a:pt x="245072" y="32834"/>
                </a:cubicBezTo>
                <a:cubicBezTo>
                  <a:pt x="242964" y="30122"/>
                  <a:pt x="240257" y="28766"/>
                  <a:pt x="236951" y="28766"/>
                </a:cubicBezTo>
                <a:moveTo>
                  <a:pt x="225544" y="84066"/>
                </a:moveTo>
                <a:cubicBezTo>
                  <a:pt x="223601" y="86161"/>
                  <a:pt x="222134" y="88112"/>
                  <a:pt x="221142" y="89919"/>
                </a:cubicBezTo>
                <a:cubicBezTo>
                  <a:pt x="220150" y="91726"/>
                  <a:pt x="219654" y="93389"/>
                  <a:pt x="219654" y="94909"/>
                </a:cubicBezTo>
                <a:cubicBezTo>
                  <a:pt x="219654" y="96880"/>
                  <a:pt x="220853" y="98605"/>
                  <a:pt x="223250" y="100084"/>
                </a:cubicBezTo>
                <a:cubicBezTo>
                  <a:pt x="227383" y="102631"/>
                  <a:pt x="233355" y="103904"/>
                  <a:pt x="241166" y="103904"/>
                </a:cubicBezTo>
                <a:cubicBezTo>
                  <a:pt x="248606" y="103904"/>
                  <a:pt x="254092" y="102605"/>
                  <a:pt x="257626" y="100007"/>
                </a:cubicBezTo>
                <a:cubicBezTo>
                  <a:pt x="261160" y="97409"/>
                  <a:pt x="262927" y="94637"/>
                  <a:pt x="262927" y="91691"/>
                </a:cubicBezTo>
                <a:cubicBezTo>
                  <a:pt x="262927" y="89564"/>
                  <a:pt x="261873" y="88050"/>
                  <a:pt x="259765" y="87150"/>
                </a:cubicBezTo>
                <a:cubicBezTo>
                  <a:pt x="257616" y="86250"/>
                  <a:pt x="253359" y="85718"/>
                  <a:pt x="246994" y="85554"/>
                </a:cubicBezTo>
                <a:cubicBezTo>
                  <a:pt x="237695" y="85295"/>
                  <a:pt x="230544" y="84800"/>
                  <a:pt x="225544" y="84066"/>
                </a:cubicBezTo>
                <a:close/>
                <a:moveTo>
                  <a:pt x="284005" y="48728"/>
                </a:moveTo>
                <a:cubicBezTo>
                  <a:pt x="283964" y="57121"/>
                  <a:pt x="286009" y="63704"/>
                  <a:pt x="290143" y="68476"/>
                </a:cubicBezTo>
                <a:cubicBezTo>
                  <a:pt x="294276" y="73248"/>
                  <a:pt x="299132" y="75635"/>
                  <a:pt x="304711" y="75635"/>
                </a:cubicBezTo>
                <a:cubicBezTo>
                  <a:pt x="308431" y="75635"/>
                  <a:pt x="311665" y="74607"/>
                  <a:pt x="314414" y="72552"/>
                </a:cubicBezTo>
                <a:cubicBezTo>
                  <a:pt x="317162" y="70497"/>
                  <a:pt x="319466" y="66978"/>
                  <a:pt x="321326" y="61996"/>
                </a:cubicBezTo>
                <a:lnTo>
                  <a:pt x="323248" y="63241"/>
                </a:lnTo>
                <a:cubicBezTo>
                  <a:pt x="322380" y="68933"/>
                  <a:pt x="319859" y="74116"/>
                  <a:pt x="315685" y="78790"/>
                </a:cubicBezTo>
                <a:cubicBezTo>
                  <a:pt x="311510" y="83465"/>
                  <a:pt x="306282" y="85802"/>
                  <a:pt x="300000" y="85802"/>
                </a:cubicBezTo>
                <a:cubicBezTo>
                  <a:pt x="293180" y="85802"/>
                  <a:pt x="287342" y="83152"/>
                  <a:pt x="282486" y="77853"/>
                </a:cubicBezTo>
                <a:cubicBezTo>
                  <a:pt x="277630" y="72552"/>
                  <a:pt x="275202" y="65427"/>
                  <a:pt x="275202" y="56476"/>
                </a:cubicBezTo>
                <a:cubicBezTo>
                  <a:pt x="275202" y="46784"/>
                  <a:pt x="277692" y="39226"/>
                  <a:pt x="282672" y="33803"/>
                </a:cubicBezTo>
                <a:cubicBezTo>
                  <a:pt x="287652" y="28378"/>
                  <a:pt x="293904" y="25666"/>
                  <a:pt x="301426" y="25666"/>
                </a:cubicBezTo>
                <a:cubicBezTo>
                  <a:pt x="307791" y="25666"/>
                  <a:pt x="313019" y="27758"/>
                  <a:pt x="317111" y="31943"/>
                </a:cubicBezTo>
                <a:cubicBezTo>
                  <a:pt x="321202" y="36127"/>
                  <a:pt x="323248" y="41722"/>
                  <a:pt x="323248" y="48728"/>
                </a:cubicBezTo>
                <a:lnTo>
                  <a:pt x="284005" y="48728"/>
                </a:lnTo>
                <a:moveTo>
                  <a:pt x="284005" y="45133"/>
                </a:moveTo>
                <a:lnTo>
                  <a:pt x="310291" y="45133"/>
                </a:lnTo>
                <a:cubicBezTo>
                  <a:pt x="310084" y="41525"/>
                  <a:pt x="309650" y="38984"/>
                  <a:pt x="308989" y="37509"/>
                </a:cubicBezTo>
                <a:cubicBezTo>
                  <a:pt x="307956" y="35213"/>
                  <a:pt x="306416" y="33409"/>
                  <a:pt x="304370" y="32098"/>
                </a:cubicBezTo>
                <a:cubicBezTo>
                  <a:pt x="302325" y="30786"/>
                  <a:pt x="300186" y="30130"/>
                  <a:pt x="297954" y="30130"/>
                </a:cubicBezTo>
                <a:cubicBezTo>
                  <a:pt x="294524" y="30130"/>
                  <a:pt x="291455" y="31452"/>
                  <a:pt x="288748" y="34096"/>
                </a:cubicBezTo>
                <a:cubicBezTo>
                  <a:pt x="286040" y="36739"/>
                  <a:pt x="284460" y="40418"/>
                  <a:pt x="284005" y="451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BB3D7-C2E1-4036-AD9B-BF7B34C1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664" y="2766491"/>
            <a:ext cx="706108" cy="281993"/>
          </a:xfrm>
          <a:custGeom xmlns:a="http://schemas.openxmlformats.org/drawingml/2006/main">
            <a:pathLst>
              <a:path w="706108" h="281993">
                <a:moveTo>
                  <a:pt x="0" y="0"/>
                </a:moveTo>
                <a:lnTo>
                  <a:pt x="706108" y="0"/>
                </a:lnTo>
                <a:lnTo>
                  <a:pt x="706108" y="281993"/>
                </a:lnTo>
                <a:lnTo>
                  <a:pt x="0" y="2819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Extract">
            <a:extLst xmlns:a="http://schemas.openxmlformats.org/drawingml/2006/main">
              <a:ext uri="{FF2B5EF4-FFF2-40B4-BE49-F238E27FC236}">
                <a16:creationId xmlns:a16="http://schemas.microsoft.com/office/drawing/2014/main" id="{819D886F-703A-4B18-B989-B44C1C1D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46" y="2869521"/>
            <a:ext cx="303112" cy="71502"/>
          </a:xfrm>
          <a:custGeom xmlns:a="http://schemas.openxmlformats.org/drawingml/2006/main">
            <a:pathLst>
              <a:path w="303112" h="71502">
                <a:moveTo>
                  <a:pt x="19942" y="3823"/>
                </a:moveTo>
                <a:lnTo>
                  <a:pt x="19942" y="31411"/>
                </a:lnTo>
                <a:lnTo>
                  <a:pt x="35338" y="31411"/>
                </a:lnTo>
                <a:cubicBezTo>
                  <a:pt x="39333" y="31411"/>
                  <a:pt x="42002" y="30805"/>
                  <a:pt x="43345" y="29593"/>
                </a:cubicBezTo>
                <a:cubicBezTo>
                  <a:pt x="45136" y="28001"/>
                  <a:pt x="46135" y="25198"/>
                  <a:pt x="46342" y="21182"/>
                </a:cubicBezTo>
                <a:lnTo>
                  <a:pt x="48253" y="21182"/>
                </a:lnTo>
                <a:lnTo>
                  <a:pt x="48253" y="45670"/>
                </a:lnTo>
                <a:lnTo>
                  <a:pt x="46342" y="45670"/>
                </a:lnTo>
                <a:cubicBezTo>
                  <a:pt x="45860" y="42260"/>
                  <a:pt x="45377" y="40073"/>
                  <a:pt x="44895" y="39109"/>
                </a:cubicBezTo>
                <a:cubicBezTo>
                  <a:pt x="44275" y="37903"/>
                  <a:pt x="43259" y="36956"/>
                  <a:pt x="41847" y="36267"/>
                </a:cubicBezTo>
                <a:cubicBezTo>
                  <a:pt x="40435" y="35579"/>
                  <a:pt x="38265" y="35234"/>
                  <a:pt x="35338" y="35234"/>
                </a:cubicBezTo>
                <a:lnTo>
                  <a:pt x="19942" y="35234"/>
                </a:lnTo>
                <a:lnTo>
                  <a:pt x="19942" y="58366"/>
                </a:lnTo>
                <a:cubicBezTo>
                  <a:pt x="19942" y="61472"/>
                  <a:pt x="20080" y="63360"/>
                  <a:pt x="20355" y="64033"/>
                </a:cubicBezTo>
                <a:cubicBezTo>
                  <a:pt x="20631" y="64706"/>
                  <a:pt x="21113" y="65241"/>
                  <a:pt x="21802" y="65638"/>
                </a:cubicBezTo>
                <a:cubicBezTo>
                  <a:pt x="22491" y="66034"/>
                  <a:pt x="23799" y="66232"/>
                  <a:pt x="25728" y="66232"/>
                </a:cubicBezTo>
                <a:lnTo>
                  <a:pt x="37611" y="66232"/>
                </a:lnTo>
                <a:cubicBezTo>
                  <a:pt x="41572" y="66232"/>
                  <a:pt x="44447" y="65957"/>
                  <a:pt x="46238" y="65405"/>
                </a:cubicBezTo>
                <a:cubicBezTo>
                  <a:pt x="48029" y="64854"/>
                  <a:pt x="49752" y="63769"/>
                  <a:pt x="51405" y="62151"/>
                </a:cubicBezTo>
                <a:cubicBezTo>
                  <a:pt x="53540" y="60015"/>
                  <a:pt x="55727" y="56795"/>
                  <a:pt x="57966" y="52490"/>
                </a:cubicBezTo>
                <a:lnTo>
                  <a:pt x="60032" y="52490"/>
                </a:lnTo>
                <a:lnTo>
                  <a:pt x="53988" y="70055"/>
                </a:lnTo>
                <a:lnTo>
                  <a:pt x="0" y="70055"/>
                </a:lnTo>
                <a:lnTo>
                  <a:pt x="0" y="68092"/>
                </a:lnTo>
                <a:lnTo>
                  <a:pt x="2480" y="68092"/>
                </a:lnTo>
                <a:cubicBezTo>
                  <a:pt x="4133" y="68092"/>
                  <a:pt x="5700" y="67696"/>
                  <a:pt x="7181" y="66904"/>
                </a:cubicBezTo>
                <a:cubicBezTo>
                  <a:pt x="8283" y="66353"/>
                  <a:pt x="9032" y="65526"/>
                  <a:pt x="9429" y="64424"/>
                </a:cubicBezTo>
                <a:cubicBezTo>
                  <a:pt x="9825" y="63322"/>
                  <a:pt x="10023" y="61066"/>
                  <a:pt x="10023" y="57656"/>
                </a:cubicBezTo>
                <a:lnTo>
                  <a:pt x="10023" y="12192"/>
                </a:lnTo>
                <a:cubicBezTo>
                  <a:pt x="10023" y="7772"/>
                  <a:pt x="9575" y="5048"/>
                  <a:pt x="8679" y="4020"/>
                </a:cubicBezTo>
                <a:cubicBezTo>
                  <a:pt x="7439" y="2649"/>
                  <a:pt x="5373" y="1963"/>
                  <a:pt x="2480" y="1963"/>
                </a:cubicBezTo>
                <a:lnTo>
                  <a:pt x="0" y="1963"/>
                </a:lnTo>
                <a:lnTo>
                  <a:pt x="0" y="0"/>
                </a:lnTo>
                <a:lnTo>
                  <a:pt x="53988" y="0"/>
                </a:lnTo>
                <a:lnTo>
                  <a:pt x="54763" y="15396"/>
                </a:lnTo>
                <a:lnTo>
                  <a:pt x="52748" y="15396"/>
                </a:lnTo>
                <a:cubicBezTo>
                  <a:pt x="52025" y="11694"/>
                  <a:pt x="51224" y="9151"/>
                  <a:pt x="50346" y="7767"/>
                </a:cubicBezTo>
                <a:cubicBezTo>
                  <a:pt x="49467" y="6383"/>
                  <a:pt x="48167" y="5328"/>
                  <a:pt x="46445" y="4601"/>
                </a:cubicBezTo>
                <a:cubicBezTo>
                  <a:pt x="45067" y="4082"/>
                  <a:pt x="42639" y="3823"/>
                  <a:pt x="39161" y="3823"/>
                </a:cubicBezTo>
                <a:lnTo>
                  <a:pt x="19942" y="3823"/>
                </a:lnTo>
                <a:close/>
                <a:moveTo>
                  <a:pt x="63767" y="22732"/>
                </a:moveTo>
                <a:lnTo>
                  <a:pt x="86034" y="22732"/>
                </a:lnTo>
                <a:lnTo>
                  <a:pt x="86034" y="24592"/>
                </a:lnTo>
                <a:cubicBezTo>
                  <a:pt x="84621" y="24592"/>
                  <a:pt x="83631" y="24835"/>
                  <a:pt x="83063" y="25323"/>
                </a:cubicBezTo>
                <a:cubicBezTo>
                  <a:pt x="82495" y="25809"/>
                  <a:pt x="82211" y="26453"/>
                  <a:pt x="82211" y="27252"/>
                </a:cubicBezTo>
                <a:cubicBezTo>
                  <a:pt x="82211" y="28087"/>
                  <a:pt x="82813" y="29375"/>
                  <a:pt x="84019" y="31114"/>
                </a:cubicBezTo>
                <a:cubicBezTo>
                  <a:pt x="84398" y="31653"/>
                  <a:pt x="84966" y="32497"/>
                  <a:pt x="85724" y="33644"/>
                </a:cubicBezTo>
                <a:lnTo>
                  <a:pt x="89082" y="39036"/>
                </a:lnTo>
                <a:lnTo>
                  <a:pt x="92956" y="33663"/>
                </a:lnTo>
                <a:cubicBezTo>
                  <a:pt x="95436" y="30287"/>
                  <a:pt x="96676" y="28142"/>
                  <a:pt x="96676" y="27228"/>
                </a:cubicBezTo>
                <a:cubicBezTo>
                  <a:pt x="96676" y="26490"/>
                  <a:pt x="96383" y="25866"/>
                  <a:pt x="95798" y="25357"/>
                </a:cubicBezTo>
                <a:cubicBezTo>
                  <a:pt x="95212" y="24847"/>
                  <a:pt x="94265" y="24592"/>
                  <a:pt x="92956" y="24592"/>
                </a:cubicBezTo>
                <a:lnTo>
                  <a:pt x="92956" y="22732"/>
                </a:lnTo>
                <a:lnTo>
                  <a:pt x="108972" y="22732"/>
                </a:lnTo>
                <a:lnTo>
                  <a:pt x="108972" y="24592"/>
                </a:lnTo>
                <a:cubicBezTo>
                  <a:pt x="107284" y="24695"/>
                  <a:pt x="105821" y="25160"/>
                  <a:pt x="104581" y="25988"/>
                </a:cubicBezTo>
                <a:cubicBezTo>
                  <a:pt x="102893" y="27160"/>
                  <a:pt x="100585" y="29711"/>
                  <a:pt x="97658" y="33641"/>
                </a:cubicBezTo>
                <a:lnTo>
                  <a:pt x="91200" y="42259"/>
                </a:lnTo>
                <a:lnTo>
                  <a:pt x="102979" y="59246"/>
                </a:lnTo>
                <a:cubicBezTo>
                  <a:pt x="105872" y="63419"/>
                  <a:pt x="107939" y="65928"/>
                  <a:pt x="109179" y="66773"/>
                </a:cubicBezTo>
                <a:cubicBezTo>
                  <a:pt x="110419" y="67618"/>
                  <a:pt x="112020" y="68092"/>
                  <a:pt x="113983" y="68195"/>
                </a:cubicBezTo>
                <a:lnTo>
                  <a:pt x="113983" y="70055"/>
                </a:lnTo>
                <a:lnTo>
                  <a:pt x="91665" y="70055"/>
                </a:lnTo>
                <a:lnTo>
                  <a:pt x="91665" y="68195"/>
                </a:lnTo>
                <a:cubicBezTo>
                  <a:pt x="93215" y="68195"/>
                  <a:pt x="94420" y="67850"/>
                  <a:pt x="95281" y="67160"/>
                </a:cubicBezTo>
                <a:cubicBezTo>
                  <a:pt x="95936" y="66677"/>
                  <a:pt x="96263" y="66038"/>
                  <a:pt x="96263" y="65244"/>
                </a:cubicBezTo>
                <a:cubicBezTo>
                  <a:pt x="96263" y="64451"/>
                  <a:pt x="95161" y="62449"/>
                  <a:pt x="92956" y="59240"/>
                </a:cubicBezTo>
                <a:lnTo>
                  <a:pt x="86034" y="49117"/>
                </a:lnTo>
                <a:lnTo>
                  <a:pt x="78439" y="59198"/>
                </a:lnTo>
                <a:cubicBezTo>
                  <a:pt x="76097" y="62352"/>
                  <a:pt x="74926" y="64225"/>
                  <a:pt x="74926" y="64815"/>
                </a:cubicBezTo>
                <a:cubicBezTo>
                  <a:pt x="74926" y="65647"/>
                  <a:pt x="75314" y="66401"/>
                  <a:pt x="76088" y="67078"/>
                </a:cubicBezTo>
                <a:cubicBezTo>
                  <a:pt x="76863" y="67754"/>
                  <a:pt x="78026" y="68126"/>
                  <a:pt x="79576" y="68195"/>
                </a:cubicBezTo>
                <a:lnTo>
                  <a:pt x="79576" y="70055"/>
                </a:lnTo>
                <a:lnTo>
                  <a:pt x="64128" y="70055"/>
                </a:lnTo>
                <a:lnTo>
                  <a:pt x="64128" y="68195"/>
                </a:lnTo>
                <a:cubicBezTo>
                  <a:pt x="65368" y="68023"/>
                  <a:pt x="66453" y="67592"/>
                  <a:pt x="67383" y="66902"/>
                </a:cubicBezTo>
                <a:cubicBezTo>
                  <a:pt x="68692" y="65902"/>
                  <a:pt x="70896" y="63350"/>
                  <a:pt x="73996" y="59246"/>
                </a:cubicBezTo>
                <a:lnTo>
                  <a:pt x="83915" y="46045"/>
                </a:lnTo>
                <a:lnTo>
                  <a:pt x="74926" y="33022"/>
                </a:lnTo>
                <a:cubicBezTo>
                  <a:pt x="72377" y="29298"/>
                  <a:pt x="70406" y="26962"/>
                  <a:pt x="69011" y="26014"/>
                </a:cubicBezTo>
                <a:cubicBezTo>
                  <a:pt x="67616" y="25066"/>
                  <a:pt x="65868" y="24592"/>
                  <a:pt x="63767" y="24592"/>
                </a:cubicBezTo>
                <a:lnTo>
                  <a:pt x="63767" y="22732"/>
                </a:lnTo>
                <a:close/>
                <a:moveTo>
                  <a:pt x="132324" y="7130"/>
                </a:moveTo>
                <a:lnTo>
                  <a:pt x="132324" y="22732"/>
                </a:lnTo>
                <a:lnTo>
                  <a:pt x="143380" y="22732"/>
                </a:lnTo>
                <a:lnTo>
                  <a:pt x="143380" y="26245"/>
                </a:lnTo>
                <a:lnTo>
                  <a:pt x="132324" y="26348"/>
                </a:lnTo>
                <a:lnTo>
                  <a:pt x="132324" y="57078"/>
                </a:lnTo>
                <a:cubicBezTo>
                  <a:pt x="132324" y="60147"/>
                  <a:pt x="132763" y="62216"/>
                  <a:pt x="133641" y="63286"/>
                </a:cubicBezTo>
                <a:cubicBezTo>
                  <a:pt x="134519" y="64354"/>
                  <a:pt x="135647" y="64889"/>
                  <a:pt x="137025" y="64889"/>
                </a:cubicBezTo>
                <a:cubicBezTo>
                  <a:pt x="138162" y="64889"/>
                  <a:pt x="139264" y="64531"/>
                  <a:pt x="140331" y="63817"/>
                </a:cubicBezTo>
                <a:cubicBezTo>
                  <a:pt x="141399" y="63102"/>
                  <a:pt x="142226" y="62047"/>
                  <a:pt x="142811" y="60652"/>
                </a:cubicBezTo>
                <a:lnTo>
                  <a:pt x="144826" y="60652"/>
                </a:lnTo>
                <a:cubicBezTo>
                  <a:pt x="143621" y="64045"/>
                  <a:pt x="141916" y="66598"/>
                  <a:pt x="139711" y="68312"/>
                </a:cubicBezTo>
                <a:cubicBezTo>
                  <a:pt x="137507" y="70025"/>
                  <a:pt x="135234" y="70882"/>
                  <a:pt x="132892" y="70882"/>
                </a:cubicBezTo>
                <a:cubicBezTo>
                  <a:pt x="131308" y="70882"/>
                  <a:pt x="129758" y="70441"/>
                  <a:pt x="128242" y="69559"/>
                </a:cubicBezTo>
                <a:cubicBezTo>
                  <a:pt x="126727" y="68678"/>
                  <a:pt x="125607" y="67417"/>
                  <a:pt x="124884" y="65775"/>
                </a:cubicBezTo>
                <a:cubicBezTo>
                  <a:pt x="124161" y="64134"/>
                  <a:pt x="123799" y="61602"/>
                  <a:pt x="123799" y="58181"/>
                </a:cubicBezTo>
                <a:lnTo>
                  <a:pt x="123799" y="26245"/>
                </a:lnTo>
                <a:lnTo>
                  <a:pt x="116308" y="26245"/>
                </a:lnTo>
                <a:lnTo>
                  <a:pt x="116308" y="24588"/>
                </a:lnTo>
                <a:cubicBezTo>
                  <a:pt x="118202" y="23835"/>
                  <a:pt x="120140" y="22560"/>
                  <a:pt x="122120" y="20762"/>
                </a:cubicBezTo>
                <a:cubicBezTo>
                  <a:pt x="124101" y="18965"/>
                  <a:pt x="125866" y="16822"/>
                  <a:pt x="127416" y="14335"/>
                </a:cubicBezTo>
                <a:cubicBezTo>
                  <a:pt x="128208" y="13022"/>
                  <a:pt x="129310" y="10620"/>
                  <a:pt x="130722" y="7130"/>
                </a:cubicBezTo>
                <a:lnTo>
                  <a:pt x="132324" y="7130"/>
                </a:lnTo>
                <a:close/>
                <a:moveTo>
                  <a:pt x="161735" y="21389"/>
                </a:moveTo>
                <a:lnTo>
                  <a:pt x="161735" y="32031"/>
                </a:lnTo>
                <a:cubicBezTo>
                  <a:pt x="165696" y="24936"/>
                  <a:pt x="169760" y="21389"/>
                  <a:pt x="173928" y="21389"/>
                </a:cubicBezTo>
                <a:cubicBezTo>
                  <a:pt x="175822" y="21389"/>
                  <a:pt x="177389" y="21965"/>
                  <a:pt x="178629" y="23119"/>
                </a:cubicBezTo>
                <a:cubicBezTo>
                  <a:pt x="179869" y="24273"/>
                  <a:pt x="180489" y="25608"/>
                  <a:pt x="180489" y="27123"/>
                </a:cubicBezTo>
                <a:cubicBezTo>
                  <a:pt x="180489" y="28466"/>
                  <a:pt x="180041" y="29603"/>
                  <a:pt x="179146" y="30533"/>
                </a:cubicBezTo>
                <a:cubicBezTo>
                  <a:pt x="178250" y="31463"/>
                  <a:pt x="177182" y="31928"/>
                  <a:pt x="175943" y="31928"/>
                </a:cubicBezTo>
                <a:cubicBezTo>
                  <a:pt x="174737" y="31928"/>
                  <a:pt x="173385" y="31342"/>
                  <a:pt x="171887" y="30171"/>
                </a:cubicBezTo>
                <a:cubicBezTo>
                  <a:pt x="170389" y="29000"/>
                  <a:pt x="169278" y="28415"/>
                  <a:pt x="168555" y="28415"/>
                </a:cubicBezTo>
                <a:cubicBezTo>
                  <a:pt x="167935" y="28415"/>
                  <a:pt x="167263" y="28756"/>
                  <a:pt x="166540" y="29440"/>
                </a:cubicBezTo>
                <a:cubicBezTo>
                  <a:pt x="164990" y="30842"/>
                  <a:pt x="163388" y="33150"/>
                  <a:pt x="161735" y="36364"/>
                </a:cubicBezTo>
                <a:lnTo>
                  <a:pt x="161735" y="58999"/>
                </a:lnTo>
                <a:cubicBezTo>
                  <a:pt x="161735" y="61619"/>
                  <a:pt x="162062" y="63600"/>
                  <a:pt x="162717" y="64944"/>
                </a:cubicBezTo>
                <a:cubicBezTo>
                  <a:pt x="163165" y="65875"/>
                  <a:pt x="163957" y="66650"/>
                  <a:pt x="165093" y="67269"/>
                </a:cubicBezTo>
                <a:cubicBezTo>
                  <a:pt x="166230" y="67886"/>
                  <a:pt x="167866" y="68195"/>
                  <a:pt x="170001" y="68195"/>
                </a:cubicBezTo>
                <a:lnTo>
                  <a:pt x="170001" y="70055"/>
                </a:lnTo>
                <a:lnTo>
                  <a:pt x="145771" y="70055"/>
                </a:lnTo>
                <a:lnTo>
                  <a:pt x="145771" y="68195"/>
                </a:lnTo>
                <a:cubicBezTo>
                  <a:pt x="148182" y="68195"/>
                  <a:pt x="149973" y="67812"/>
                  <a:pt x="151144" y="67046"/>
                </a:cubicBezTo>
                <a:cubicBezTo>
                  <a:pt x="152005" y="66488"/>
                  <a:pt x="152608" y="65600"/>
                  <a:pt x="152952" y="64380"/>
                </a:cubicBezTo>
                <a:cubicBezTo>
                  <a:pt x="153125" y="63787"/>
                  <a:pt x="153211" y="62097"/>
                  <a:pt x="153211" y="59309"/>
                </a:cubicBezTo>
                <a:lnTo>
                  <a:pt x="153211" y="41124"/>
                </a:lnTo>
                <a:cubicBezTo>
                  <a:pt x="153211" y="35613"/>
                  <a:pt x="153099" y="32332"/>
                  <a:pt x="152875" y="31282"/>
                </a:cubicBezTo>
                <a:cubicBezTo>
                  <a:pt x="152651" y="30232"/>
                  <a:pt x="152238" y="29465"/>
                  <a:pt x="151635" y="28983"/>
                </a:cubicBezTo>
                <a:cubicBezTo>
                  <a:pt x="151032" y="28501"/>
                  <a:pt x="150283" y="28260"/>
                  <a:pt x="149388" y="28260"/>
                </a:cubicBezTo>
                <a:cubicBezTo>
                  <a:pt x="148320" y="28260"/>
                  <a:pt x="147115" y="28518"/>
                  <a:pt x="145771" y="29035"/>
                </a:cubicBezTo>
                <a:lnTo>
                  <a:pt x="145255" y="27175"/>
                </a:lnTo>
                <a:lnTo>
                  <a:pt x="159565" y="21389"/>
                </a:lnTo>
                <a:lnTo>
                  <a:pt x="161735" y="21389"/>
                </a:lnTo>
                <a:close/>
                <a:moveTo>
                  <a:pt x="209936" y="63291"/>
                </a:moveTo>
                <a:cubicBezTo>
                  <a:pt x="205080" y="67044"/>
                  <a:pt x="202031" y="69212"/>
                  <a:pt x="200792" y="69797"/>
                </a:cubicBezTo>
                <a:cubicBezTo>
                  <a:pt x="198932" y="70658"/>
                  <a:pt x="196951" y="71088"/>
                  <a:pt x="194850" y="71088"/>
                </a:cubicBezTo>
                <a:cubicBezTo>
                  <a:pt x="191578" y="71088"/>
                  <a:pt x="188883" y="69969"/>
                  <a:pt x="186765" y="67730"/>
                </a:cubicBezTo>
                <a:cubicBezTo>
                  <a:pt x="184647" y="65492"/>
                  <a:pt x="183588" y="62547"/>
                  <a:pt x="183588" y="58896"/>
                </a:cubicBezTo>
                <a:cubicBezTo>
                  <a:pt x="183588" y="56588"/>
                  <a:pt x="184104" y="54591"/>
                  <a:pt x="185138" y="52903"/>
                </a:cubicBezTo>
                <a:cubicBezTo>
                  <a:pt x="186550" y="50561"/>
                  <a:pt x="189004" y="48357"/>
                  <a:pt x="192500" y="46290"/>
                </a:cubicBezTo>
                <a:cubicBezTo>
                  <a:pt x="195995" y="44224"/>
                  <a:pt x="201808" y="41709"/>
                  <a:pt x="209936" y="38747"/>
                </a:cubicBezTo>
                <a:lnTo>
                  <a:pt x="209936" y="36894"/>
                </a:lnTo>
                <a:cubicBezTo>
                  <a:pt x="209936" y="32193"/>
                  <a:pt x="209187" y="28967"/>
                  <a:pt x="207689" y="27217"/>
                </a:cubicBezTo>
                <a:cubicBezTo>
                  <a:pt x="206190" y="25467"/>
                  <a:pt x="204012" y="24592"/>
                  <a:pt x="201153" y="24592"/>
                </a:cubicBezTo>
                <a:cubicBezTo>
                  <a:pt x="198983" y="24592"/>
                  <a:pt x="197261" y="25177"/>
                  <a:pt x="195987" y="26348"/>
                </a:cubicBezTo>
                <a:cubicBezTo>
                  <a:pt x="194678" y="27519"/>
                  <a:pt x="194024" y="28862"/>
                  <a:pt x="194024" y="30378"/>
                </a:cubicBezTo>
                <a:lnTo>
                  <a:pt x="194127" y="33374"/>
                </a:lnTo>
                <a:cubicBezTo>
                  <a:pt x="194127" y="34959"/>
                  <a:pt x="193722" y="36181"/>
                  <a:pt x="192913" y="37042"/>
                </a:cubicBezTo>
                <a:cubicBezTo>
                  <a:pt x="192104" y="37903"/>
                  <a:pt x="191044" y="38334"/>
                  <a:pt x="189736" y="38334"/>
                </a:cubicBezTo>
                <a:cubicBezTo>
                  <a:pt x="188461" y="38334"/>
                  <a:pt x="187419" y="37885"/>
                  <a:pt x="186610" y="36988"/>
                </a:cubicBezTo>
                <a:cubicBezTo>
                  <a:pt x="185801" y="36089"/>
                  <a:pt x="185396" y="34862"/>
                  <a:pt x="185396" y="33308"/>
                </a:cubicBezTo>
                <a:cubicBezTo>
                  <a:pt x="185396" y="30336"/>
                  <a:pt x="186911" y="27607"/>
                  <a:pt x="189942" y="25120"/>
                </a:cubicBezTo>
                <a:cubicBezTo>
                  <a:pt x="192973" y="22632"/>
                  <a:pt x="197227" y="21389"/>
                  <a:pt x="202703" y="21389"/>
                </a:cubicBezTo>
                <a:cubicBezTo>
                  <a:pt x="206905" y="21389"/>
                  <a:pt x="210349" y="22094"/>
                  <a:pt x="213036" y="23503"/>
                </a:cubicBezTo>
                <a:cubicBezTo>
                  <a:pt x="215068" y="24570"/>
                  <a:pt x="216566" y="26239"/>
                  <a:pt x="217530" y="28510"/>
                </a:cubicBezTo>
                <a:cubicBezTo>
                  <a:pt x="218150" y="29989"/>
                  <a:pt x="218460" y="33016"/>
                  <a:pt x="218460" y="37591"/>
                </a:cubicBezTo>
                <a:lnTo>
                  <a:pt x="218460" y="53639"/>
                </a:lnTo>
                <a:cubicBezTo>
                  <a:pt x="218460" y="58146"/>
                  <a:pt x="218546" y="60906"/>
                  <a:pt x="218719" y="61921"/>
                </a:cubicBezTo>
                <a:cubicBezTo>
                  <a:pt x="218891" y="62936"/>
                  <a:pt x="219175" y="63616"/>
                  <a:pt x="219571" y="63961"/>
                </a:cubicBezTo>
                <a:cubicBezTo>
                  <a:pt x="219967" y="64304"/>
                  <a:pt x="220424" y="64476"/>
                  <a:pt x="220940" y="64476"/>
                </a:cubicBezTo>
                <a:cubicBezTo>
                  <a:pt x="221491" y="64476"/>
                  <a:pt x="221973" y="64355"/>
                  <a:pt x="222387" y="64114"/>
                </a:cubicBezTo>
                <a:cubicBezTo>
                  <a:pt x="223110" y="63666"/>
                  <a:pt x="224505" y="62409"/>
                  <a:pt x="226571" y="60342"/>
                </a:cubicBezTo>
                <a:lnTo>
                  <a:pt x="226571" y="63236"/>
                </a:lnTo>
                <a:cubicBezTo>
                  <a:pt x="222714" y="68402"/>
                  <a:pt x="219029" y="70985"/>
                  <a:pt x="215516" y="70985"/>
                </a:cubicBezTo>
                <a:cubicBezTo>
                  <a:pt x="213828" y="70985"/>
                  <a:pt x="212485" y="70404"/>
                  <a:pt x="211486" y="69241"/>
                </a:cubicBezTo>
                <a:cubicBezTo>
                  <a:pt x="210487" y="68078"/>
                  <a:pt x="209970" y="66094"/>
                  <a:pt x="209936" y="63291"/>
                </a:cubicBezTo>
                <a:moveTo>
                  <a:pt x="209936" y="59940"/>
                </a:moveTo>
                <a:lnTo>
                  <a:pt x="209936" y="41950"/>
                </a:lnTo>
                <a:cubicBezTo>
                  <a:pt x="204735" y="44013"/>
                  <a:pt x="201377" y="45473"/>
                  <a:pt x="199862" y="46332"/>
                </a:cubicBezTo>
                <a:cubicBezTo>
                  <a:pt x="197141" y="47844"/>
                  <a:pt x="195195" y="49425"/>
                  <a:pt x="194024" y="51075"/>
                </a:cubicBezTo>
                <a:cubicBezTo>
                  <a:pt x="192853" y="52724"/>
                  <a:pt x="192267" y="54528"/>
                  <a:pt x="192267" y="56487"/>
                </a:cubicBezTo>
                <a:cubicBezTo>
                  <a:pt x="192267" y="58962"/>
                  <a:pt x="193008" y="61015"/>
                  <a:pt x="194489" y="62648"/>
                </a:cubicBezTo>
                <a:cubicBezTo>
                  <a:pt x="195970" y="64280"/>
                  <a:pt x="197675" y="65095"/>
                  <a:pt x="199603" y="65095"/>
                </a:cubicBezTo>
                <a:cubicBezTo>
                  <a:pt x="202221" y="65095"/>
                  <a:pt x="205665" y="63377"/>
                  <a:pt x="209936" y="59940"/>
                </a:cubicBezTo>
                <a:close/>
                <a:moveTo>
                  <a:pt x="270189" y="52076"/>
                </a:moveTo>
                <a:cubicBezTo>
                  <a:pt x="268914" y="58310"/>
                  <a:pt x="266417" y="63106"/>
                  <a:pt x="262698" y="66465"/>
                </a:cubicBezTo>
                <a:cubicBezTo>
                  <a:pt x="258978" y="69823"/>
                  <a:pt x="254862" y="71502"/>
                  <a:pt x="250350" y="71502"/>
                </a:cubicBezTo>
                <a:cubicBezTo>
                  <a:pt x="244977" y="71502"/>
                  <a:pt x="240293" y="69248"/>
                  <a:pt x="236298" y="64742"/>
                </a:cubicBezTo>
                <a:cubicBezTo>
                  <a:pt x="232303" y="60234"/>
                  <a:pt x="230305" y="54144"/>
                  <a:pt x="230305" y="46471"/>
                </a:cubicBezTo>
                <a:cubicBezTo>
                  <a:pt x="230305" y="39039"/>
                  <a:pt x="232518" y="33001"/>
                  <a:pt x="236944" y="28357"/>
                </a:cubicBezTo>
                <a:cubicBezTo>
                  <a:pt x="241369" y="23711"/>
                  <a:pt x="246682" y="21389"/>
                  <a:pt x="252882" y="21389"/>
                </a:cubicBezTo>
                <a:cubicBezTo>
                  <a:pt x="257531" y="21389"/>
                  <a:pt x="261354" y="22624"/>
                  <a:pt x="264351" y="25095"/>
                </a:cubicBezTo>
                <a:cubicBezTo>
                  <a:pt x="267347" y="27565"/>
                  <a:pt x="268846" y="30131"/>
                  <a:pt x="268846" y="32792"/>
                </a:cubicBezTo>
                <a:cubicBezTo>
                  <a:pt x="268846" y="34105"/>
                  <a:pt x="268424" y="35167"/>
                  <a:pt x="267580" y="35980"/>
                </a:cubicBezTo>
                <a:cubicBezTo>
                  <a:pt x="266736" y="36792"/>
                  <a:pt x="265556" y="37197"/>
                  <a:pt x="264041" y="37197"/>
                </a:cubicBezTo>
                <a:cubicBezTo>
                  <a:pt x="262009" y="37197"/>
                  <a:pt x="260476" y="36538"/>
                  <a:pt x="259443" y="35218"/>
                </a:cubicBezTo>
                <a:cubicBezTo>
                  <a:pt x="258857" y="34488"/>
                  <a:pt x="258470" y="33099"/>
                  <a:pt x="258280" y="31050"/>
                </a:cubicBezTo>
                <a:cubicBezTo>
                  <a:pt x="258091" y="29000"/>
                  <a:pt x="257394" y="27437"/>
                  <a:pt x="256188" y="26361"/>
                </a:cubicBezTo>
                <a:cubicBezTo>
                  <a:pt x="254983" y="25319"/>
                  <a:pt x="253312" y="24798"/>
                  <a:pt x="251177" y="24798"/>
                </a:cubicBezTo>
                <a:cubicBezTo>
                  <a:pt x="247733" y="24798"/>
                  <a:pt x="244960" y="26073"/>
                  <a:pt x="242859" y="28621"/>
                </a:cubicBezTo>
                <a:cubicBezTo>
                  <a:pt x="240069" y="31997"/>
                  <a:pt x="238674" y="36457"/>
                  <a:pt x="238674" y="42002"/>
                </a:cubicBezTo>
                <a:cubicBezTo>
                  <a:pt x="238674" y="47651"/>
                  <a:pt x="240061" y="52636"/>
                  <a:pt x="242833" y="56959"/>
                </a:cubicBezTo>
                <a:cubicBezTo>
                  <a:pt x="245606" y="61281"/>
                  <a:pt x="249351" y="63442"/>
                  <a:pt x="254070" y="63442"/>
                </a:cubicBezTo>
                <a:cubicBezTo>
                  <a:pt x="257445" y="63442"/>
                  <a:pt x="260476" y="62288"/>
                  <a:pt x="263163" y="59981"/>
                </a:cubicBezTo>
                <a:cubicBezTo>
                  <a:pt x="265057" y="58397"/>
                  <a:pt x="266900" y="55521"/>
                  <a:pt x="268691" y="51353"/>
                </a:cubicBezTo>
                <a:lnTo>
                  <a:pt x="270189" y="52076"/>
                </a:lnTo>
                <a:close/>
                <a:moveTo>
                  <a:pt x="290609" y="7130"/>
                </a:moveTo>
                <a:lnTo>
                  <a:pt x="290609" y="22732"/>
                </a:lnTo>
                <a:lnTo>
                  <a:pt x="301665" y="22732"/>
                </a:lnTo>
                <a:lnTo>
                  <a:pt x="301665" y="26245"/>
                </a:lnTo>
                <a:lnTo>
                  <a:pt x="290609" y="26348"/>
                </a:lnTo>
                <a:lnTo>
                  <a:pt x="290609" y="57078"/>
                </a:lnTo>
                <a:cubicBezTo>
                  <a:pt x="290609" y="60147"/>
                  <a:pt x="291049" y="62216"/>
                  <a:pt x="291927" y="63286"/>
                </a:cubicBezTo>
                <a:cubicBezTo>
                  <a:pt x="292805" y="64354"/>
                  <a:pt x="293933" y="64889"/>
                  <a:pt x="295311" y="64889"/>
                </a:cubicBezTo>
                <a:cubicBezTo>
                  <a:pt x="296447" y="64889"/>
                  <a:pt x="297550" y="64531"/>
                  <a:pt x="298617" y="63817"/>
                </a:cubicBezTo>
                <a:cubicBezTo>
                  <a:pt x="299685" y="63102"/>
                  <a:pt x="300512" y="62047"/>
                  <a:pt x="301097" y="60652"/>
                </a:cubicBezTo>
                <a:lnTo>
                  <a:pt x="303112" y="60652"/>
                </a:lnTo>
                <a:cubicBezTo>
                  <a:pt x="301906" y="64045"/>
                  <a:pt x="300202" y="66598"/>
                  <a:pt x="297997" y="68312"/>
                </a:cubicBezTo>
                <a:cubicBezTo>
                  <a:pt x="295793" y="70025"/>
                  <a:pt x="293520" y="70882"/>
                  <a:pt x="291178" y="70882"/>
                </a:cubicBezTo>
                <a:cubicBezTo>
                  <a:pt x="289593" y="70882"/>
                  <a:pt x="288043" y="70441"/>
                  <a:pt x="286528" y="69559"/>
                </a:cubicBezTo>
                <a:cubicBezTo>
                  <a:pt x="285013" y="68678"/>
                  <a:pt x="283893" y="67417"/>
                  <a:pt x="283170" y="65775"/>
                </a:cubicBezTo>
                <a:cubicBezTo>
                  <a:pt x="282447" y="64134"/>
                  <a:pt x="282085" y="61602"/>
                  <a:pt x="282085" y="58181"/>
                </a:cubicBezTo>
                <a:lnTo>
                  <a:pt x="282085" y="26245"/>
                </a:lnTo>
                <a:lnTo>
                  <a:pt x="274594" y="26245"/>
                </a:lnTo>
                <a:lnTo>
                  <a:pt x="274594" y="24588"/>
                </a:lnTo>
                <a:cubicBezTo>
                  <a:pt x="276488" y="23835"/>
                  <a:pt x="278426" y="22560"/>
                  <a:pt x="280406" y="20762"/>
                </a:cubicBezTo>
                <a:cubicBezTo>
                  <a:pt x="282386" y="18965"/>
                  <a:pt x="284152" y="16822"/>
                  <a:pt x="285701" y="14335"/>
                </a:cubicBezTo>
                <a:cubicBezTo>
                  <a:pt x="286494" y="13022"/>
                  <a:pt x="287596" y="10620"/>
                  <a:pt x="289008" y="7130"/>
                </a:cubicBezTo>
                <a:lnTo>
                  <a:pt x="290609" y="7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BB5756-E7D1-491F-94A7-468D7418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363" y="619990"/>
            <a:ext cx="646422" cy="307670"/>
          </a:xfrm>
          <a:custGeom xmlns:a="http://schemas.openxmlformats.org/drawingml/2006/main">
            <a:pathLst>
              <a:path w="646422" h="307670">
                <a:moveTo>
                  <a:pt x="0" y="0"/>
                </a:moveTo>
                <a:lnTo>
                  <a:pt x="646422" y="0"/>
                </a:lnTo>
                <a:lnTo>
                  <a:pt x="646422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Search">
            <a:extLst xmlns:a="http://schemas.openxmlformats.org/drawingml/2006/main">
              <a:ext uri="{FF2B5EF4-FFF2-40B4-BE49-F238E27FC236}">
                <a16:creationId xmlns:a16="http://schemas.microsoft.com/office/drawing/2014/main" id="{78939D8D-C6D0-4D9B-A880-92C68DD3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810" y="725232"/>
            <a:ext cx="336354" cy="90017"/>
          </a:xfrm>
          <a:custGeom xmlns:a="http://schemas.openxmlformats.org/drawingml/2006/main">
            <a:pathLst>
              <a:path w="336354" h="90017">
                <a:moveTo>
                  <a:pt x="50278" y="2232"/>
                </a:moveTo>
                <a:lnTo>
                  <a:pt x="50278" y="31370"/>
                </a:lnTo>
                <a:lnTo>
                  <a:pt x="47985" y="31370"/>
                </a:lnTo>
                <a:cubicBezTo>
                  <a:pt x="47241" y="25776"/>
                  <a:pt x="45908" y="21322"/>
                  <a:pt x="43986" y="18008"/>
                </a:cubicBezTo>
                <a:cubicBezTo>
                  <a:pt x="42064" y="14692"/>
                  <a:pt x="39326" y="12061"/>
                  <a:pt x="35771" y="10113"/>
                </a:cubicBezTo>
                <a:cubicBezTo>
                  <a:pt x="32217" y="8165"/>
                  <a:pt x="28539" y="7191"/>
                  <a:pt x="24736" y="7191"/>
                </a:cubicBezTo>
                <a:cubicBezTo>
                  <a:pt x="20438" y="7191"/>
                  <a:pt x="16883" y="8502"/>
                  <a:pt x="14073" y="11122"/>
                </a:cubicBezTo>
                <a:cubicBezTo>
                  <a:pt x="11263" y="13743"/>
                  <a:pt x="9857" y="16724"/>
                  <a:pt x="9857" y="20065"/>
                </a:cubicBezTo>
                <a:cubicBezTo>
                  <a:pt x="9857" y="22624"/>
                  <a:pt x="10746" y="24956"/>
                  <a:pt x="12523" y="27061"/>
                </a:cubicBezTo>
                <a:cubicBezTo>
                  <a:pt x="15086" y="30156"/>
                  <a:pt x="21182" y="34282"/>
                  <a:pt x="30812" y="39439"/>
                </a:cubicBezTo>
                <a:cubicBezTo>
                  <a:pt x="38665" y="43648"/>
                  <a:pt x="44027" y="46878"/>
                  <a:pt x="46900" y="49128"/>
                </a:cubicBezTo>
                <a:cubicBezTo>
                  <a:pt x="49772" y="51376"/>
                  <a:pt x="51983" y="54028"/>
                  <a:pt x="53533" y="57082"/>
                </a:cubicBezTo>
                <a:cubicBezTo>
                  <a:pt x="55083" y="60136"/>
                  <a:pt x="55858" y="63334"/>
                  <a:pt x="55858" y="66678"/>
                </a:cubicBezTo>
                <a:cubicBezTo>
                  <a:pt x="55858" y="73034"/>
                  <a:pt x="53388" y="78513"/>
                  <a:pt x="48449" y="83115"/>
                </a:cubicBezTo>
                <a:cubicBezTo>
                  <a:pt x="43511" y="87717"/>
                  <a:pt x="37156" y="90017"/>
                  <a:pt x="29386" y="90017"/>
                </a:cubicBezTo>
                <a:cubicBezTo>
                  <a:pt x="26947" y="90017"/>
                  <a:pt x="24654" y="89829"/>
                  <a:pt x="22504" y="89452"/>
                </a:cubicBezTo>
                <a:cubicBezTo>
                  <a:pt x="21223" y="89243"/>
                  <a:pt x="18568" y="88479"/>
                  <a:pt x="14538" y="87160"/>
                </a:cubicBezTo>
                <a:cubicBezTo>
                  <a:pt x="10508" y="85841"/>
                  <a:pt x="7956" y="85182"/>
                  <a:pt x="6882" y="85182"/>
                </a:cubicBezTo>
                <a:cubicBezTo>
                  <a:pt x="5848" y="85182"/>
                  <a:pt x="5032" y="85496"/>
                  <a:pt x="4433" y="86123"/>
                </a:cubicBezTo>
                <a:cubicBezTo>
                  <a:pt x="3833" y="86751"/>
                  <a:pt x="3389" y="88049"/>
                  <a:pt x="3100" y="90017"/>
                </a:cubicBezTo>
                <a:lnTo>
                  <a:pt x="806" y="90017"/>
                </a:lnTo>
                <a:lnTo>
                  <a:pt x="806" y="61128"/>
                </a:lnTo>
                <a:lnTo>
                  <a:pt x="3100" y="61128"/>
                </a:lnTo>
                <a:cubicBezTo>
                  <a:pt x="4174" y="67177"/>
                  <a:pt x="5621" y="71704"/>
                  <a:pt x="7439" y="74708"/>
                </a:cubicBezTo>
                <a:cubicBezTo>
                  <a:pt x="9258" y="77713"/>
                  <a:pt x="12037" y="80209"/>
                  <a:pt x="15778" y="82198"/>
                </a:cubicBezTo>
                <a:cubicBezTo>
                  <a:pt x="19518" y="84187"/>
                  <a:pt x="23620" y="85182"/>
                  <a:pt x="28084" y="85182"/>
                </a:cubicBezTo>
                <a:cubicBezTo>
                  <a:pt x="33250" y="85182"/>
                  <a:pt x="37332" y="83817"/>
                  <a:pt x="40328" y="81088"/>
                </a:cubicBezTo>
                <a:cubicBezTo>
                  <a:pt x="43325" y="78359"/>
                  <a:pt x="44823" y="75134"/>
                  <a:pt x="44823" y="71413"/>
                </a:cubicBezTo>
                <a:cubicBezTo>
                  <a:pt x="44823" y="69345"/>
                  <a:pt x="44254" y="67257"/>
                  <a:pt x="43118" y="65150"/>
                </a:cubicBezTo>
                <a:cubicBezTo>
                  <a:pt x="41981" y="63040"/>
                  <a:pt x="40214" y="61076"/>
                  <a:pt x="37817" y="59256"/>
                </a:cubicBezTo>
                <a:cubicBezTo>
                  <a:pt x="36205" y="58016"/>
                  <a:pt x="31804" y="55397"/>
                  <a:pt x="24612" y="51398"/>
                </a:cubicBezTo>
                <a:cubicBezTo>
                  <a:pt x="17421" y="47398"/>
                  <a:pt x="12306" y="44201"/>
                  <a:pt x="9268" y="41806"/>
                </a:cubicBezTo>
                <a:cubicBezTo>
                  <a:pt x="6231" y="39412"/>
                  <a:pt x="3926" y="36769"/>
                  <a:pt x="2356" y="33879"/>
                </a:cubicBezTo>
                <a:cubicBezTo>
                  <a:pt x="785" y="30988"/>
                  <a:pt x="0" y="27809"/>
                  <a:pt x="0" y="24341"/>
                </a:cubicBezTo>
                <a:cubicBezTo>
                  <a:pt x="0" y="18313"/>
                  <a:pt x="2314" y="13122"/>
                  <a:pt x="6943" y="8767"/>
                </a:cubicBezTo>
                <a:cubicBezTo>
                  <a:pt x="11572" y="4410"/>
                  <a:pt x="17462" y="2232"/>
                  <a:pt x="24612" y="2232"/>
                </a:cubicBezTo>
                <a:cubicBezTo>
                  <a:pt x="29076" y="2232"/>
                  <a:pt x="33808" y="3327"/>
                  <a:pt x="38809" y="5518"/>
                </a:cubicBezTo>
                <a:cubicBezTo>
                  <a:pt x="41124" y="6551"/>
                  <a:pt x="42756" y="7067"/>
                  <a:pt x="43707" y="7067"/>
                </a:cubicBezTo>
                <a:cubicBezTo>
                  <a:pt x="44781" y="7067"/>
                  <a:pt x="45660" y="6747"/>
                  <a:pt x="46342" y="6107"/>
                </a:cubicBezTo>
                <a:cubicBezTo>
                  <a:pt x="47024" y="5466"/>
                  <a:pt x="47571" y="4174"/>
                  <a:pt x="47985" y="2232"/>
                </a:cubicBezTo>
                <a:lnTo>
                  <a:pt x="50278" y="2232"/>
                </a:lnTo>
                <a:close/>
                <a:moveTo>
                  <a:pt x="76173" y="52820"/>
                </a:moveTo>
                <a:cubicBezTo>
                  <a:pt x="76132" y="61213"/>
                  <a:pt x="78178" y="67795"/>
                  <a:pt x="82311" y="72568"/>
                </a:cubicBezTo>
                <a:cubicBezTo>
                  <a:pt x="86444" y="77340"/>
                  <a:pt x="91300" y="79726"/>
                  <a:pt x="96880" y="79726"/>
                </a:cubicBezTo>
                <a:cubicBezTo>
                  <a:pt x="100599" y="79726"/>
                  <a:pt x="103833" y="78699"/>
                  <a:pt x="106582" y="76644"/>
                </a:cubicBezTo>
                <a:cubicBezTo>
                  <a:pt x="109330" y="74589"/>
                  <a:pt x="111634" y="71070"/>
                  <a:pt x="113494" y="66087"/>
                </a:cubicBezTo>
                <a:lnTo>
                  <a:pt x="115416" y="67333"/>
                </a:lnTo>
                <a:cubicBezTo>
                  <a:pt x="114548" y="73025"/>
                  <a:pt x="112027" y="78208"/>
                  <a:pt x="107853" y="82882"/>
                </a:cubicBezTo>
                <a:cubicBezTo>
                  <a:pt x="103678" y="87556"/>
                  <a:pt x="98450" y="89893"/>
                  <a:pt x="92168" y="89893"/>
                </a:cubicBezTo>
                <a:cubicBezTo>
                  <a:pt x="85348" y="89893"/>
                  <a:pt x="79510" y="87244"/>
                  <a:pt x="74654" y="81945"/>
                </a:cubicBezTo>
                <a:cubicBezTo>
                  <a:pt x="69798" y="76644"/>
                  <a:pt x="67370" y="69518"/>
                  <a:pt x="67370" y="60568"/>
                </a:cubicBezTo>
                <a:cubicBezTo>
                  <a:pt x="67370" y="50876"/>
                  <a:pt x="69860" y="43318"/>
                  <a:pt x="74840" y="37895"/>
                </a:cubicBezTo>
                <a:cubicBezTo>
                  <a:pt x="79820" y="32470"/>
                  <a:pt x="86072" y="29758"/>
                  <a:pt x="93594" y="29758"/>
                </a:cubicBezTo>
                <a:cubicBezTo>
                  <a:pt x="99959" y="29758"/>
                  <a:pt x="105187" y="31850"/>
                  <a:pt x="109279" y="36035"/>
                </a:cubicBezTo>
                <a:cubicBezTo>
                  <a:pt x="113370" y="40218"/>
                  <a:pt x="115416" y="45813"/>
                  <a:pt x="115416" y="52820"/>
                </a:cubicBezTo>
                <a:lnTo>
                  <a:pt x="76173" y="52820"/>
                </a:lnTo>
                <a:moveTo>
                  <a:pt x="76173" y="49224"/>
                </a:moveTo>
                <a:lnTo>
                  <a:pt x="102459" y="49224"/>
                </a:lnTo>
                <a:cubicBezTo>
                  <a:pt x="102252" y="45617"/>
                  <a:pt x="101819" y="43076"/>
                  <a:pt x="101157" y="41601"/>
                </a:cubicBezTo>
                <a:cubicBezTo>
                  <a:pt x="100124" y="39305"/>
                  <a:pt x="98584" y="37501"/>
                  <a:pt x="96539" y="36190"/>
                </a:cubicBezTo>
                <a:cubicBezTo>
                  <a:pt x="94493" y="34878"/>
                  <a:pt x="92354" y="34222"/>
                  <a:pt x="90122" y="34222"/>
                </a:cubicBezTo>
                <a:cubicBezTo>
                  <a:pt x="86692" y="34222"/>
                  <a:pt x="83623" y="35543"/>
                  <a:pt x="80916" y="38187"/>
                </a:cubicBezTo>
                <a:cubicBezTo>
                  <a:pt x="78209" y="40831"/>
                  <a:pt x="76628" y="44510"/>
                  <a:pt x="76173" y="49224"/>
                </a:cubicBezTo>
                <a:close/>
                <a:moveTo>
                  <a:pt x="155048" y="80040"/>
                </a:moveTo>
                <a:cubicBezTo>
                  <a:pt x="149220" y="84544"/>
                  <a:pt x="145562" y="87146"/>
                  <a:pt x="144074" y="87848"/>
                </a:cubicBezTo>
                <a:cubicBezTo>
                  <a:pt x="141843" y="88881"/>
                  <a:pt x="139466" y="89398"/>
                  <a:pt x="136945" y="89398"/>
                </a:cubicBezTo>
                <a:cubicBezTo>
                  <a:pt x="133019" y="89398"/>
                  <a:pt x="129784" y="88054"/>
                  <a:pt x="127243" y="85368"/>
                </a:cubicBezTo>
                <a:cubicBezTo>
                  <a:pt x="124701" y="82681"/>
                  <a:pt x="123430" y="79148"/>
                  <a:pt x="123430" y="74767"/>
                </a:cubicBezTo>
                <a:cubicBezTo>
                  <a:pt x="123430" y="71997"/>
                  <a:pt x="124050" y="69600"/>
                  <a:pt x="125290" y="67575"/>
                </a:cubicBezTo>
                <a:cubicBezTo>
                  <a:pt x="126984" y="64765"/>
                  <a:pt x="129929" y="62120"/>
                  <a:pt x="134124" y="59640"/>
                </a:cubicBezTo>
                <a:cubicBezTo>
                  <a:pt x="138319" y="57160"/>
                  <a:pt x="145294" y="54143"/>
                  <a:pt x="155048" y="50588"/>
                </a:cubicBezTo>
                <a:lnTo>
                  <a:pt x="155048" y="48364"/>
                </a:lnTo>
                <a:cubicBezTo>
                  <a:pt x="155048" y="42723"/>
                  <a:pt x="154149" y="38852"/>
                  <a:pt x="152351" y="36752"/>
                </a:cubicBezTo>
                <a:cubicBezTo>
                  <a:pt x="150553" y="34652"/>
                  <a:pt x="147939" y="33602"/>
                  <a:pt x="144508" y="33602"/>
                </a:cubicBezTo>
                <a:cubicBezTo>
                  <a:pt x="141905" y="33602"/>
                  <a:pt x="139838" y="34304"/>
                  <a:pt x="138309" y="35709"/>
                </a:cubicBezTo>
                <a:cubicBezTo>
                  <a:pt x="136738" y="37115"/>
                  <a:pt x="135953" y="38727"/>
                  <a:pt x="135953" y="40545"/>
                </a:cubicBezTo>
                <a:lnTo>
                  <a:pt x="136077" y="44141"/>
                </a:lnTo>
                <a:cubicBezTo>
                  <a:pt x="136077" y="46042"/>
                  <a:pt x="135591" y="47509"/>
                  <a:pt x="134620" y="48542"/>
                </a:cubicBezTo>
                <a:cubicBezTo>
                  <a:pt x="133649" y="49576"/>
                  <a:pt x="132378" y="50092"/>
                  <a:pt x="130807" y="50092"/>
                </a:cubicBezTo>
                <a:cubicBezTo>
                  <a:pt x="129278" y="50092"/>
                  <a:pt x="128028" y="49554"/>
                  <a:pt x="127057" y="48477"/>
                </a:cubicBezTo>
                <a:cubicBezTo>
                  <a:pt x="126085" y="47398"/>
                  <a:pt x="125600" y="45926"/>
                  <a:pt x="125600" y="44061"/>
                </a:cubicBezTo>
                <a:cubicBezTo>
                  <a:pt x="125600" y="40495"/>
                  <a:pt x="127418" y="37220"/>
                  <a:pt x="131055" y="34235"/>
                </a:cubicBezTo>
                <a:cubicBezTo>
                  <a:pt x="134692" y="31250"/>
                  <a:pt x="139797" y="29758"/>
                  <a:pt x="146368" y="29758"/>
                </a:cubicBezTo>
                <a:cubicBezTo>
                  <a:pt x="151411" y="29758"/>
                  <a:pt x="155544" y="30604"/>
                  <a:pt x="158767" y="32296"/>
                </a:cubicBezTo>
                <a:cubicBezTo>
                  <a:pt x="161206" y="33576"/>
                  <a:pt x="163004" y="35578"/>
                  <a:pt x="164161" y="38304"/>
                </a:cubicBezTo>
                <a:cubicBezTo>
                  <a:pt x="164905" y="40078"/>
                  <a:pt x="165277" y="43711"/>
                  <a:pt x="165277" y="49201"/>
                </a:cubicBezTo>
                <a:lnTo>
                  <a:pt x="165277" y="68459"/>
                </a:lnTo>
                <a:cubicBezTo>
                  <a:pt x="165277" y="73866"/>
                  <a:pt x="165380" y="77179"/>
                  <a:pt x="165587" y="78397"/>
                </a:cubicBezTo>
                <a:cubicBezTo>
                  <a:pt x="165793" y="79615"/>
                  <a:pt x="166134" y="80431"/>
                  <a:pt x="166610" y="80844"/>
                </a:cubicBezTo>
                <a:cubicBezTo>
                  <a:pt x="167085" y="81256"/>
                  <a:pt x="167633" y="81462"/>
                  <a:pt x="168253" y="81462"/>
                </a:cubicBezTo>
                <a:cubicBezTo>
                  <a:pt x="168914" y="81462"/>
                  <a:pt x="169493" y="81317"/>
                  <a:pt x="169989" y="81028"/>
                </a:cubicBezTo>
                <a:cubicBezTo>
                  <a:pt x="170856" y="80491"/>
                  <a:pt x="172530" y="78982"/>
                  <a:pt x="175010" y="76502"/>
                </a:cubicBezTo>
                <a:lnTo>
                  <a:pt x="175010" y="79974"/>
                </a:lnTo>
                <a:cubicBezTo>
                  <a:pt x="170381" y="86174"/>
                  <a:pt x="165959" y="89274"/>
                  <a:pt x="161743" y="89274"/>
                </a:cubicBezTo>
                <a:cubicBezTo>
                  <a:pt x="159718" y="89274"/>
                  <a:pt x="158106" y="88576"/>
                  <a:pt x="156907" y="87181"/>
                </a:cubicBezTo>
                <a:cubicBezTo>
                  <a:pt x="155709" y="85785"/>
                  <a:pt x="155089" y="83405"/>
                  <a:pt x="155048" y="80040"/>
                </a:cubicBezTo>
                <a:moveTo>
                  <a:pt x="155048" y="76020"/>
                </a:moveTo>
                <a:lnTo>
                  <a:pt x="155048" y="54432"/>
                </a:lnTo>
                <a:cubicBezTo>
                  <a:pt x="148807" y="56907"/>
                  <a:pt x="144777" y="58659"/>
                  <a:pt x="142958" y="59690"/>
                </a:cubicBezTo>
                <a:cubicBezTo>
                  <a:pt x="139693" y="61505"/>
                  <a:pt x="137358" y="63402"/>
                  <a:pt x="135953" y="65382"/>
                </a:cubicBezTo>
                <a:cubicBezTo>
                  <a:pt x="134548" y="67361"/>
                  <a:pt x="133845" y="69525"/>
                  <a:pt x="133845" y="71876"/>
                </a:cubicBezTo>
                <a:cubicBezTo>
                  <a:pt x="133845" y="74845"/>
                  <a:pt x="134734" y="77310"/>
                  <a:pt x="136511" y="79269"/>
                </a:cubicBezTo>
                <a:cubicBezTo>
                  <a:pt x="138288" y="81227"/>
                  <a:pt x="140334" y="82206"/>
                  <a:pt x="142648" y="82206"/>
                </a:cubicBezTo>
                <a:cubicBezTo>
                  <a:pt x="145790" y="82206"/>
                  <a:pt x="149923" y="80144"/>
                  <a:pt x="155048" y="76020"/>
                </a:cubicBezTo>
                <a:close/>
                <a:moveTo>
                  <a:pt x="195733" y="29758"/>
                </a:moveTo>
                <a:lnTo>
                  <a:pt x="195733" y="42529"/>
                </a:lnTo>
                <a:cubicBezTo>
                  <a:pt x="200486" y="34015"/>
                  <a:pt x="205363" y="29758"/>
                  <a:pt x="210364" y="29758"/>
                </a:cubicBezTo>
                <a:cubicBezTo>
                  <a:pt x="212637" y="29758"/>
                  <a:pt x="214518" y="30450"/>
                  <a:pt x="216006" y="31835"/>
                </a:cubicBezTo>
                <a:cubicBezTo>
                  <a:pt x="217494" y="33219"/>
                  <a:pt x="218238" y="34821"/>
                  <a:pt x="218238" y="36639"/>
                </a:cubicBezTo>
                <a:cubicBezTo>
                  <a:pt x="218238" y="38251"/>
                  <a:pt x="217700" y="39615"/>
                  <a:pt x="216626" y="40731"/>
                </a:cubicBezTo>
                <a:cubicBezTo>
                  <a:pt x="215551" y="41847"/>
                  <a:pt x="214270" y="42405"/>
                  <a:pt x="212782" y="42405"/>
                </a:cubicBezTo>
                <a:cubicBezTo>
                  <a:pt x="211335" y="42405"/>
                  <a:pt x="209713" y="41702"/>
                  <a:pt x="207915" y="40297"/>
                </a:cubicBezTo>
                <a:cubicBezTo>
                  <a:pt x="206117" y="38892"/>
                  <a:pt x="204784" y="38189"/>
                  <a:pt x="203917" y="38189"/>
                </a:cubicBezTo>
                <a:cubicBezTo>
                  <a:pt x="203173" y="38189"/>
                  <a:pt x="202367" y="38599"/>
                  <a:pt x="201499" y="39419"/>
                </a:cubicBezTo>
                <a:cubicBezTo>
                  <a:pt x="199639" y="41102"/>
                  <a:pt x="197717" y="43872"/>
                  <a:pt x="195733" y="47729"/>
                </a:cubicBezTo>
                <a:lnTo>
                  <a:pt x="195733" y="74891"/>
                </a:lnTo>
                <a:cubicBezTo>
                  <a:pt x="195733" y="78034"/>
                  <a:pt x="196126" y="80412"/>
                  <a:pt x="196911" y="82024"/>
                </a:cubicBezTo>
                <a:cubicBezTo>
                  <a:pt x="197448" y="83141"/>
                  <a:pt x="198399" y="84071"/>
                  <a:pt x="199763" y="84814"/>
                </a:cubicBezTo>
                <a:cubicBezTo>
                  <a:pt x="201127" y="85555"/>
                  <a:pt x="203090" y="85926"/>
                  <a:pt x="205652" y="85926"/>
                </a:cubicBezTo>
                <a:lnTo>
                  <a:pt x="205652" y="88158"/>
                </a:lnTo>
                <a:lnTo>
                  <a:pt x="176577" y="88158"/>
                </a:lnTo>
                <a:lnTo>
                  <a:pt x="176577" y="85926"/>
                </a:lnTo>
                <a:cubicBezTo>
                  <a:pt x="179470" y="85926"/>
                  <a:pt x="181619" y="85466"/>
                  <a:pt x="183024" y="84546"/>
                </a:cubicBezTo>
                <a:cubicBezTo>
                  <a:pt x="184057" y="83877"/>
                  <a:pt x="184781" y="82811"/>
                  <a:pt x="185194" y="81348"/>
                </a:cubicBezTo>
                <a:cubicBezTo>
                  <a:pt x="185401" y="80636"/>
                  <a:pt x="185504" y="78608"/>
                  <a:pt x="185504" y="75263"/>
                </a:cubicBezTo>
                <a:lnTo>
                  <a:pt x="185504" y="53440"/>
                </a:lnTo>
                <a:cubicBezTo>
                  <a:pt x="185504" y="46827"/>
                  <a:pt x="185370" y="42891"/>
                  <a:pt x="185101" y="41630"/>
                </a:cubicBezTo>
                <a:cubicBezTo>
                  <a:pt x="184832" y="40369"/>
                  <a:pt x="184336" y="39450"/>
                  <a:pt x="183613" y="38871"/>
                </a:cubicBezTo>
                <a:cubicBezTo>
                  <a:pt x="182890" y="38293"/>
                  <a:pt x="181991" y="38003"/>
                  <a:pt x="180916" y="38003"/>
                </a:cubicBezTo>
                <a:cubicBezTo>
                  <a:pt x="179635" y="38003"/>
                  <a:pt x="178188" y="38313"/>
                  <a:pt x="176577" y="38933"/>
                </a:cubicBezTo>
                <a:lnTo>
                  <a:pt x="175957" y="36701"/>
                </a:lnTo>
                <a:lnTo>
                  <a:pt x="193129" y="29758"/>
                </a:lnTo>
                <a:lnTo>
                  <a:pt x="195733" y="29758"/>
                </a:lnTo>
                <a:close/>
                <a:moveTo>
                  <a:pt x="269631" y="66583"/>
                </a:moveTo>
                <a:cubicBezTo>
                  <a:pt x="268102" y="74064"/>
                  <a:pt x="265105" y="79819"/>
                  <a:pt x="260641" y="83849"/>
                </a:cubicBezTo>
                <a:cubicBezTo>
                  <a:pt x="256178" y="87879"/>
                  <a:pt x="251239" y="89893"/>
                  <a:pt x="245824" y="89893"/>
                </a:cubicBezTo>
                <a:cubicBezTo>
                  <a:pt x="239377" y="89893"/>
                  <a:pt x="233756" y="87190"/>
                  <a:pt x="228962" y="81782"/>
                </a:cubicBezTo>
                <a:cubicBezTo>
                  <a:pt x="224167" y="76373"/>
                  <a:pt x="221770" y="69064"/>
                  <a:pt x="221770" y="59857"/>
                </a:cubicBezTo>
                <a:cubicBezTo>
                  <a:pt x="221770" y="50938"/>
                  <a:pt x="224426" y="43693"/>
                  <a:pt x="229737" y="38119"/>
                </a:cubicBezTo>
                <a:cubicBezTo>
                  <a:pt x="235048" y="32545"/>
                  <a:pt x="241423" y="29758"/>
                  <a:pt x="248862" y="29758"/>
                </a:cubicBezTo>
                <a:cubicBezTo>
                  <a:pt x="254442" y="29758"/>
                  <a:pt x="259030" y="31241"/>
                  <a:pt x="262625" y="34206"/>
                </a:cubicBezTo>
                <a:cubicBezTo>
                  <a:pt x="266221" y="37170"/>
                  <a:pt x="268019" y="40249"/>
                  <a:pt x="268019" y="43441"/>
                </a:cubicBezTo>
                <a:cubicBezTo>
                  <a:pt x="268019" y="45017"/>
                  <a:pt x="267513" y="46293"/>
                  <a:pt x="266500" y="47268"/>
                </a:cubicBezTo>
                <a:cubicBezTo>
                  <a:pt x="265487" y="48242"/>
                  <a:pt x="264072" y="48728"/>
                  <a:pt x="262253" y="48728"/>
                </a:cubicBezTo>
                <a:cubicBezTo>
                  <a:pt x="259815" y="48728"/>
                  <a:pt x="257976" y="47937"/>
                  <a:pt x="256736" y="46353"/>
                </a:cubicBezTo>
                <a:cubicBezTo>
                  <a:pt x="256033" y="45478"/>
                  <a:pt x="255568" y="43810"/>
                  <a:pt x="255341" y="41351"/>
                </a:cubicBezTo>
                <a:cubicBezTo>
                  <a:pt x="255113" y="38892"/>
                  <a:pt x="254277" y="37016"/>
                  <a:pt x="252830" y="35725"/>
                </a:cubicBezTo>
                <a:cubicBezTo>
                  <a:pt x="251383" y="34475"/>
                  <a:pt x="249379" y="33850"/>
                  <a:pt x="246816" y="33850"/>
                </a:cubicBezTo>
                <a:cubicBezTo>
                  <a:pt x="242683" y="33850"/>
                  <a:pt x="239356" y="35379"/>
                  <a:pt x="236835" y="38437"/>
                </a:cubicBezTo>
                <a:cubicBezTo>
                  <a:pt x="233487" y="42488"/>
                  <a:pt x="231813" y="47840"/>
                  <a:pt x="231813" y="54494"/>
                </a:cubicBezTo>
                <a:cubicBezTo>
                  <a:pt x="231813" y="61272"/>
                  <a:pt x="233477" y="67255"/>
                  <a:pt x="236804" y="72442"/>
                </a:cubicBezTo>
                <a:cubicBezTo>
                  <a:pt x="240131" y="77629"/>
                  <a:pt x="244626" y="80222"/>
                  <a:pt x="250288" y="80222"/>
                </a:cubicBezTo>
                <a:cubicBezTo>
                  <a:pt x="254339" y="80222"/>
                  <a:pt x="257976" y="78838"/>
                  <a:pt x="261199" y="76068"/>
                </a:cubicBezTo>
                <a:cubicBezTo>
                  <a:pt x="263473" y="74167"/>
                  <a:pt x="265684" y="70716"/>
                  <a:pt x="267833" y="65715"/>
                </a:cubicBezTo>
                <a:lnTo>
                  <a:pt x="269631" y="66583"/>
                </a:lnTo>
                <a:close/>
                <a:moveTo>
                  <a:pt x="294321" y="0"/>
                </a:moveTo>
                <a:lnTo>
                  <a:pt x="294321" y="41651"/>
                </a:lnTo>
                <a:cubicBezTo>
                  <a:pt x="298909" y="36587"/>
                  <a:pt x="302546" y="33339"/>
                  <a:pt x="305233" y="31906"/>
                </a:cubicBezTo>
                <a:cubicBezTo>
                  <a:pt x="307919" y="30474"/>
                  <a:pt x="310606" y="29758"/>
                  <a:pt x="313292" y="29758"/>
                </a:cubicBezTo>
                <a:cubicBezTo>
                  <a:pt x="316516" y="29758"/>
                  <a:pt x="319285" y="30645"/>
                  <a:pt x="321600" y="32418"/>
                </a:cubicBezTo>
                <a:cubicBezTo>
                  <a:pt x="323914" y="34190"/>
                  <a:pt x="325629" y="36972"/>
                  <a:pt x="326745" y="40764"/>
                </a:cubicBezTo>
                <a:cubicBezTo>
                  <a:pt x="327530" y="43401"/>
                  <a:pt x="327923" y="48223"/>
                  <a:pt x="327923" y="55230"/>
                </a:cubicBezTo>
                <a:lnTo>
                  <a:pt x="327923" y="75263"/>
                </a:lnTo>
                <a:cubicBezTo>
                  <a:pt x="327923" y="78879"/>
                  <a:pt x="328212" y="81352"/>
                  <a:pt x="328791" y="82683"/>
                </a:cubicBezTo>
                <a:cubicBezTo>
                  <a:pt x="329204" y="83681"/>
                  <a:pt x="329907" y="84471"/>
                  <a:pt x="330899" y="85054"/>
                </a:cubicBezTo>
                <a:cubicBezTo>
                  <a:pt x="331891" y="85635"/>
                  <a:pt x="333709" y="85926"/>
                  <a:pt x="336354" y="85926"/>
                </a:cubicBezTo>
                <a:lnTo>
                  <a:pt x="336354" y="88158"/>
                </a:lnTo>
                <a:lnTo>
                  <a:pt x="308456" y="88158"/>
                </a:lnTo>
                <a:lnTo>
                  <a:pt x="308456" y="85926"/>
                </a:lnTo>
                <a:lnTo>
                  <a:pt x="309758" y="85926"/>
                </a:lnTo>
                <a:cubicBezTo>
                  <a:pt x="312404" y="85926"/>
                  <a:pt x="314243" y="85521"/>
                  <a:pt x="315276" y="84711"/>
                </a:cubicBezTo>
                <a:cubicBezTo>
                  <a:pt x="316309" y="83900"/>
                  <a:pt x="317032" y="82705"/>
                  <a:pt x="317446" y="81125"/>
                </a:cubicBezTo>
                <a:cubicBezTo>
                  <a:pt x="317570" y="80460"/>
                  <a:pt x="317632" y="78506"/>
                  <a:pt x="317632" y="75263"/>
                </a:cubicBezTo>
                <a:lnTo>
                  <a:pt x="317632" y="55275"/>
                </a:lnTo>
                <a:cubicBezTo>
                  <a:pt x="317632" y="49105"/>
                  <a:pt x="317311" y="45054"/>
                  <a:pt x="316671" y="43122"/>
                </a:cubicBezTo>
                <a:cubicBezTo>
                  <a:pt x="316030" y="41188"/>
                  <a:pt x="315007" y="39738"/>
                  <a:pt x="313602" y="38772"/>
                </a:cubicBezTo>
                <a:cubicBezTo>
                  <a:pt x="312197" y="37805"/>
                  <a:pt x="310502" y="37321"/>
                  <a:pt x="308518" y="37321"/>
                </a:cubicBezTo>
                <a:cubicBezTo>
                  <a:pt x="306493" y="37321"/>
                  <a:pt x="304385" y="37857"/>
                  <a:pt x="302195" y="38929"/>
                </a:cubicBezTo>
                <a:cubicBezTo>
                  <a:pt x="300004" y="40001"/>
                  <a:pt x="297380" y="42166"/>
                  <a:pt x="294321" y="45423"/>
                </a:cubicBezTo>
                <a:lnTo>
                  <a:pt x="294321" y="75263"/>
                </a:lnTo>
                <a:cubicBezTo>
                  <a:pt x="294321" y="79171"/>
                  <a:pt x="294538" y="81603"/>
                  <a:pt x="294972" y="82559"/>
                </a:cubicBezTo>
                <a:cubicBezTo>
                  <a:pt x="295406" y="83514"/>
                  <a:pt x="296212" y="84315"/>
                  <a:pt x="297390" y="84959"/>
                </a:cubicBezTo>
                <a:cubicBezTo>
                  <a:pt x="298568" y="85604"/>
                  <a:pt x="300604" y="85926"/>
                  <a:pt x="303497" y="85926"/>
                </a:cubicBezTo>
                <a:lnTo>
                  <a:pt x="303497" y="88158"/>
                </a:lnTo>
                <a:lnTo>
                  <a:pt x="275351" y="88158"/>
                </a:lnTo>
                <a:lnTo>
                  <a:pt x="275351" y="85926"/>
                </a:lnTo>
                <a:cubicBezTo>
                  <a:pt x="277872" y="85926"/>
                  <a:pt x="279856" y="85531"/>
                  <a:pt x="281302" y="84740"/>
                </a:cubicBezTo>
                <a:cubicBezTo>
                  <a:pt x="282129" y="84326"/>
                  <a:pt x="282790" y="83536"/>
                  <a:pt x="283286" y="82373"/>
                </a:cubicBezTo>
                <a:cubicBezTo>
                  <a:pt x="283782" y="81208"/>
                  <a:pt x="284030" y="78838"/>
                  <a:pt x="284030" y="75263"/>
                </a:cubicBezTo>
                <a:lnTo>
                  <a:pt x="284030" y="23930"/>
                </a:lnTo>
                <a:cubicBezTo>
                  <a:pt x="284030" y="17469"/>
                  <a:pt x="283875" y="13497"/>
                  <a:pt x="283565" y="12016"/>
                </a:cubicBezTo>
                <a:cubicBezTo>
                  <a:pt x="283255" y="10534"/>
                  <a:pt x="282780" y="9525"/>
                  <a:pt x="282139" y="8989"/>
                </a:cubicBezTo>
                <a:cubicBezTo>
                  <a:pt x="281499" y="8452"/>
                  <a:pt x="280641" y="8183"/>
                  <a:pt x="279567" y="8183"/>
                </a:cubicBezTo>
                <a:cubicBezTo>
                  <a:pt x="278699" y="8183"/>
                  <a:pt x="277293" y="8514"/>
                  <a:pt x="275351" y="9175"/>
                </a:cubicBezTo>
                <a:lnTo>
                  <a:pt x="274483" y="6943"/>
                </a:lnTo>
                <a:lnTo>
                  <a:pt x="291470" y="0"/>
                </a:lnTo>
                <a:lnTo>
                  <a:pt x="2943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93741-7240-485A-B80D-6DA9C52E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193" y="1237972"/>
            <a:ext cx="599348" cy="307670"/>
          </a:xfrm>
          <a:custGeom xmlns:a="http://schemas.openxmlformats.org/drawingml/2006/main">
            <a:pathLst>
              <a:path w="599348" h="307670">
                <a:moveTo>
                  <a:pt x="0" y="0"/>
                </a:moveTo>
                <a:lnTo>
                  <a:pt x="599348" y="0"/>
                </a:lnTo>
                <a:lnTo>
                  <a:pt x="599348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Merge">
            <a:extLst xmlns:a="http://schemas.openxmlformats.org/drawingml/2006/main">
              <a:ext uri="{FF2B5EF4-FFF2-40B4-BE49-F238E27FC236}">
                <a16:creationId xmlns:a16="http://schemas.microsoft.com/office/drawing/2014/main" id="{154C631C-349A-45B7-B94C-9F0C8428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813" y="1347306"/>
            <a:ext cx="323248" cy="111468"/>
          </a:xfrm>
          <a:custGeom xmlns:a="http://schemas.openxmlformats.org/drawingml/2006/main">
            <a:pathLst>
              <a:path w="323248" h="111468">
                <a:moveTo>
                  <a:pt x="49844" y="84066"/>
                </a:moveTo>
                <a:lnTo>
                  <a:pt x="17359" y="13329"/>
                </a:lnTo>
                <a:lnTo>
                  <a:pt x="17359" y="69435"/>
                </a:lnTo>
                <a:cubicBezTo>
                  <a:pt x="17359" y="74601"/>
                  <a:pt x="17917" y="77825"/>
                  <a:pt x="19033" y="79106"/>
                </a:cubicBezTo>
                <a:cubicBezTo>
                  <a:pt x="20562" y="80842"/>
                  <a:pt x="22980" y="81710"/>
                  <a:pt x="26286" y="81710"/>
                </a:cubicBezTo>
                <a:lnTo>
                  <a:pt x="29262" y="81710"/>
                </a:lnTo>
                <a:lnTo>
                  <a:pt x="29262" y="84066"/>
                </a:lnTo>
                <a:lnTo>
                  <a:pt x="0" y="84066"/>
                </a:lnTo>
                <a:lnTo>
                  <a:pt x="0" y="81710"/>
                </a:lnTo>
                <a:lnTo>
                  <a:pt x="2976" y="81710"/>
                </a:lnTo>
                <a:cubicBezTo>
                  <a:pt x="6530" y="81710"/>
                  <a:pt x="9051" y="80635"/>
                  <a:pt x="10539" y="78486"/>
                </a:cubicBezTo>
                <a:cubicBezTo>
                  <a:pt x="11449" y="77164"/>
                  <a:pt x="11903" y="74147"/>
                  <a:pt x="11903" y="69435"/>
                </a:cubicBezTo>
                <a:lnTo>
                  <a:pt x="11903" y="14631"/>
                </a:lnTo>
                <a:cubicBezTo>
                  <a:pt x="11903" y="10911"/>
                  <a:pt x="11490" y="8225"/>
                  <a:pt x="10663" y="6572"/>
                </a:cubicBezTo>
                <a:cubicBezTo>
                  <a:pt x="10085" y="5373"/>
                  <a:pt x="9020" y="4371"/>
                  <a:pt x="7470" y="3565"/>
                </a:cubicBezTo>
                <a:cubicBezTo>
                  <a:pt x="5921" y="2759"/>
                  <a:pt x="3430" y="2356"/>
                  <a:pt x="0" y="2356"/>
                </a:cubicBezTo>
                <a:lnTo>
                  <a:pt x="0" y="0"/>
                </a:lnTo>
                <a:lnTo>
                  <a:pt x="23806" y="0"/>
                </a:lnTo>
                <a:lnTo>
                  <a:pt x="54308" y="65764"/>
                </a:lnTo>
                <a:lnTo>
                  <a:pt x="84314" y="0"/>
                </a:lnTo>
                <a:lnTo>
                  <a:pt x="108120" y="0"/>
                </a:lnTo>
                <a:lnTo>
                  <a:pt x="108120" y="2356"/>
                </a:lnTo>
                <a:lnTo>
                  <a:pt x="105206" y="2356"/>
                </a:lnTo>
                <a:cubicBezTo>
                  <a:pt x="101611" y="2356"/>
                  <a:pt x="99069" y="3430"/>
                  <a:pt x="97581" y="5580"/>
                </a:cubicBezTo>
                <a:cubicBezTo>
                  <a:pt x="96672" y="6902"/>
                  <a:pt x="96217" y="9919"/>
                  <a:pt x="96217" y="14631"/>
                </a:cubicBezTo>
                <a:lnTo>
                  <a:pt x="96217" y="69435"/>
                </a:lnTo>
                <a:cubicBezTo>
                  <a:pt x="96217" y="74601"/>
                  <a:pt x="96796" y="77825"/>
                  <a:pt x="97953" y="79106"/>
                </a:cubicBezTo>
                <a:cubicBezTo>
                  <a:pt x="99482" y="80842"/>
                  <a:pt x="101900" y="81710"/>
                  <a:pt x="105206" y="81710"/>
                </a:cubicBezTo>
                <a:lnTo>
                  <a:pt x="108120" y="81710"/>
                </a:lnTo>
                <a:lnTo>
                  <a:pt x="108120" y="84066"/>
                </a:lnTo>
                <a:lnTo>
                  <a:pt x="72411" y="84066"/>
                </a:lnTo>
                <a:lnTo>
                  <a:pt x="72411" y="81710"/>
                </a:lnTo>
                <a:lnTo>
                  <a:pt x="75387" y="81710"/>
                </a:lnTo>
                <a:cubicBezTo>
                  <a:pt x="78982" y="81710"/>
                  <a:pt x="81503" y="80635"/>
                  <a:pt x="82950" y="78486"/>
                </a:cubicBezTo>
                <a:cubicBezTo>
                  <a:pt x="83859" y="77164"/>
                  <a:pt x="84314" y="74147"/>
                  <a:pt x="84314" y="69435"/>
                </a:cubicBezTo>
                <a:lnTo>
                  <a:pt x="84314" y="13329"/>
                </a:lnTo>
                <a:lnTo>
                  <a:pt x="51890" y="84066"/>
                </a:lnTo>
                <a:lnTo>
                  <a:pt x="49844" y="84066"/>
                </a:lnTo>
                <a:close/>
                <a:moveTo>
                  <a:pt x="124280" y="48728"/>
                </a:moveTo>
                <a:cubicBezTo>
                  <a:pt x="124239" y="57121"/>
                  <a:pt x="126285" y="63704"/>
                  <a:pt x="130418" y="68476"/>
                </a:cubicBezTo>
                <a:cubicBezTo>
                  <a:pt x="134551" y="73248"/>
                  <a:pt x="139407" y="75635"/>
                  <a:pt x="144987" y="75635"/>
                </a:cubicBezTo>
                <a:cubicBezTo>
                  <a:pt x="148707" y="75635"/>
                  <a:pt x="151941" y="74607"/>
                  <a:pt x="154689" y="72552"/>
                </a:cubicBezTo>
                <a:cubicBezTo>
                  <a:pt x="157438" y="70497"/>
                  <a:pt x="159742" y="66978"/>
                  <a:pt x="161602" y="61996"/>
                </a:cubicBezTo>
                <a:lnTo>
                  <a:pt x="163524" y="63241"/>
                </a:lnTo>
                <a:cubicBezTo>
                  <a:pt x="162656" y="68933"/>
                  <a:pt x="160134" y="74116"/>
                  <a:pt x="155960" y="78790"/>
                </a:cubicBezTo>
                <a:cubicBezTo>
                  <a:pt x="151786" y="83465"/>
                  <a:pt x="146557" y="85802"/>
                  <a:pt x="140275" y="85802"/>
                </a:cubicBezTo>
                <a:cubicBezTo>
                  <a:pt x="133456" y="85802"/>
                  <a:pt x="127618" y="83152"/>
                  <a:pt x="122762" y="77853"/>
                </a:cubicBezTo>
                <a:cubicBezTo>
                  <a:pt x="117905" y="72552"/>
                  <a:pt x="115477" y="65427"/>
                  <a:pt x="115477" y="56476"/>
                </a:cubicBezTo>
                <a:cubicBezTo>
                  <a:pt x="115477" y="46784"/>
                  <a:pt x="117967" y="39226"/>
                  <a:pt x="122948" y="33803"/>
                </a:cubicBezTo>
                <a:cubicBezTo>
                  <a:pt x="127928" y="28378"/>
                  <a:pt x="134179" y="25666"/>
                  <a:pt x="141701" y="25666"/>
                </a:cubicBezTo>
                <a:cubicBezTo>
                  <a:pt x="148066" y="25666"/>
                  <a:pt x="153294" y="27758"/>
                  <a:pt x="157386" y="31943"/>
                </a:cubicBezTo>
                <a:cubicBezTo>
                  <a:pt x="161478" y="36127"/>
                  <a:pt x="163524" y="41722"/>
                  <a:pt x="163524" y="48728"/>
                </a:cubicBezTo>
                <a:lnTo>
                  <a:pt x="124280" y="48728"/>
                </a:lnTo>
                <a:moveTo>
                  <a:pt x="124280" y="45133"/>
                </a:moveTo>
                <a:lnTo>
                  <a:pt x="150567" y="45133"/>
                </a:lnTo>
                <a:cubicBezTo>
                  <a:pt x="150360" y="41525"/>
                  <a:pt x="149926" y="38984"/>
                  <a:pt x="149265" y="37509"/>
                </a:cubicBezTo>
                <a:cubicBezTo>
                  <a:pt x="148231" y="35213"/>
                  <a:pt x="146692" y="33409"/>
                  <a:pt x="144646" y="32098"/>
                </a:cubicBezTo>
                <a:cubicBezTo>
                  <a:pt x="142600" y="30786"/>
                  <a:pt x="140461" y="30130"/>
                  <a:pt x="138229" y="30130"/>
                </a:cubicBezTo>
                <a:cubicBezTo>
                  <a:pt x="134799" y="30130"/>
                  <a:pt x="131730" y="31452"/>
                  <a:pt x="129023" y="34096"/>
                </a:cubicBezTo>
                <a:cubicBezTo>
                  <a:pt x="126316" y="36739"/>
                  <a:pt x="124735" y="40418"/>
                  <a:pt x="124280" y="45133"/>
                </a:cubicBezTo>
                <a:close/>
                <a:moveTo>
                  <a:pt x="187594" y="25666"/>
                </a:moveTo>
                <a:lnTo>
                  <a:pt x="187594" y="38437"/>
                </a:lnTo>
                <a:cubicBezTo>
                  <a:pt x="192347" y="29923"/>
                  <a:pt x="197224" y="25666"/>
                  <a:pt x="202225" y="25666"/>
                </a:cubicBezTo>
                <a:cubicBezTo>
                  <a:pt x="204498" y="25666"/>
                  <a:pt x="206379" y="26358"/>
                  <a:pt x="207867" y="27743"/>
                </a:cubicBezTo>
                <a:cubicBezTo>
                  <a:pt x="209355" y="29128"/>
                  <a:pt x="210099" y="30729"/>
                  <a:pt x="210099" y="32548"/>
                </a:cubicBezTo>
                <a:cubicBezTo>
                  <a:pt x="210099" y="34160"/>
                  <a:pt x="209561" y="35523"/>
                  <a:pt x="208487" y="36639"/>
                </a:cubicBezTo>
                <a:cubicBezTo>
                  <a:pt x="207412" y="37755"/>
                  <a:pt x="206131" y="38313"/>
                  <a:pt x="204643" y="38313"/>
                </a:cubicBezTo>
                <a:cubicBezTo>
                  <a:pt x="203197" y="38313"/>
                  <a:pt x="201574" y="37611"/>
                  <a:pt x="199776" y="36205"/>
                </a:cubicBezTo>
                <a:cubicBezTo>
                  <a:pt x="197979" y="34800"/>
                  <a:pt x="196646" y="34098"/>
                  <a:pt x="195778" y="34098"/>
                </a:cubicBezTo>
                <a:cubicBezTo>
                  <a:pt x="195034" y="34098"/>
                  <a:pt x="194228" y="34508"/>
                  <a:pt x="193360" y="35328"/>
                </a:cubicBezTo>
                <a:cubicBezTo>
                  <a:pt x="191500" y="37011"/>
                  <a:pt x="189578" y="39780"/>
                  <a:pt x="187594" y="43637"/>
                </a:cubicBezTo>
                <a:lnTo>
                  <a:pt x="187594" y="70799"/>
                </a:lnTo>
                <a:cubicBezTo>
                  <a:pt x="187594" y="73943"/>
                  <a:pt x="187987" y="76320"/>
                  <a:pt x="188772" y="77932"/>
                </a:cubicBezTo>
                <a:cubicBezTo>
                  <a:pt x="189310" y="79049"/>
                  <a:pt x="190260" y="79979"/>
                  <a:pt x="191624" y="80722"/>
                </a:cubicBezTo>
                <a:cubicBezTo>
                  <a:pt x="192988" y="81463"/>
                  <a:pt x="194951" y="81834"/>
                  <a:pt x="197514" y="81834"/>
                </a:cubicBezTo>
                <a:lnTo>
                  <a:pt x="197514" y="84066"/>
                </a:lnTo>
                <a:lnTo>
                  <a:pt x="168438" y="84066"/>
                </a:lnTo>
                <a:lnTo>
                  <a:pt x="168438" y="81834"/>
                </a:lnTo>
                <a:cubicBezTo>
                  <a:pt x="171331" y="81834"/>
                  <a:pt x="173480" y="81374"/>
                  <a:pt x="174885" y="80455"/>
                </a:cubicBezTo>
                <a:cubicBezTo>
                  <a:pt x="175919" y="79786"/>
                  <a:pt x="176642" y="78719"/>
                  <a:pt x="177055" y="77256"/>
                </a:cubicBezTo>
                <a:cubicBezTo>
                  <a:pt x="177262" y="76544"/>
                  <a:pt x="177365" y="74516"/>
                  <a:pt x="177365" y="71171"/>
                </a:cubicBezTo>
                <a:lnTo>
                  <a:pt x="177365" y="49348"/>
                </a:lnTo>
                <a:cubicBezTo>
                  <a:pt x="177365" y="42736"/>
                  <a:pt x="177231" y="38799"/>
                  <a:pt x="176962" y="37538"/>
                </a:cubicBezTo>
                <a:cubicBezTo>
                  <a:pt x="176693" y="36278"/>
                  <a:pt x="176198" y="35358"/>
                  <a:pt x="175474" y="34779"/>
                </a:cubicBezTo>
                <a:cubicBezTo>
                  <a:pt x="174751" y="34201"/>
                  <a:pt x="173852" y="33912"/>
                  <a:pt x="172777" y="33912"/>
                </a:cubicBezTo>
                <a:cubicBezTo>
                  <a:pt x="171496" y="33912"/>
                  <a:pt x="170050" y="34222"/>
                  <a:pt x="168438" y="34841"/>
                </a:cubicBezTo>
                <a:lnTo>
                  <a:pt x="167818" y="32610"/>
                </a:lnTo>
                <a:lnTo>
                  <a:pt x="184991" y="25666"/>
                </a:lnTo>
                <a:lnTo>
                  <a:pt x="187594" y="25666"/>
                </a:lnTo>
                <a:close/>
                <a:moveTo>
                  <a:pt x="226163" y="63373"/>
                </a:moveTo>
                <a:cubicBezTo>
                  <a:pt x="222691" y="61681"/>
                  <a:pt x="220025" y="59318"/>
                  <a:pt x="218165" y="56284"/>
                </a:cubicBezTo>
                <a:cubicBezTo>
                  <a:pt x="216306" y="53250"/>
                  <a:pt x="215376" y="49896"/>
                  <a:pt x="215376" y="46222"/>
                </a:cubicBezTo>
                <a:cubicBezTo>
                  <a:pt x="215376" y="40608"/>
                  <a:pt x="217494" y="35779"/>
                  <a:pt x="221730" y="31734"/>
                </a:cubicBezTo>
                <a:cubicBezTo>
                  <a:pt x="225967" y="27689"/>
                  <a:pt x="231391" y="25666"/>
                  <a:pt x="238004" y="25666"/>
                </a:cubicBezTo>
                <a:cubicBezTo>
                  <a:pt x="243418" y="25666"/>
                  <a:pt x="248109" y="26989"/>
                  <a:pt x="252077" y="29634"/>
                </a:cubicBezTo>
                <a:lnTo>
                  <a:pt x="264104" y="29634"/>
                </a:lnTo>
                <a:cubicBezTo>
                  <a:pt x="265881" y="29634"/>
                  <a:pt x="266915" y="29686"/>
                  <a:pt x="267204" y="29789"/>
                </a:cubicBezTo>
                <a:cubicBezTo>
                  <a:pt x="267493" y="29892"/>
                  <a:pt x="267700" y="30068"/>
                  <a:pt x="267824" y="30316"/>
                </a:cubicBezTo>
                <a:cubicBezTo>
                  <a:pt x="268072" y="30688"/>
                  <a:pt x="268196" y="31349"/>
                  <a:pt x="268196" y="32300"/>
                </a:cubicBezTo>
                <a:cubicBezTo>
                  <a:pt x="268196" y="33374"/>
                  <a:pt x="268093" y="34118"/>
                  <a:pt x="267886" y="34532"/>
                </a:cubicBezTo>
                <a:cubicBezTo>
                  <a:pt x="267762" y="34738"/>
                  <a:pt x="267545" y="34903"/>
                  <a:pt x="267235" y="35027"/>
                </a:cubicBezTo>
                <a:cubicBezTo>
                  <a:pt x="266925" y="35151"/>
                  <a:pt x="265881" y="35213"/>
                  <a:pt x="264104" y="35213"/>
                </a:cubicBezTo>
                <a:lnTo>
                  <a:pt x="256727" y="35213"/>
                </a:lnTo>
                <a:cubicBezTo>
                  <a:pt x="259041" y="38189"/>
                  <a:pt x="260198" y="41992"/>
                  <a:pt x="260198" y="46621"/>
                </a:cubicBezTo>
                <a:cubicBezTo>
                  <a:pt x="260198" y="51911"/>
                  <a:pt x="258173" y="56437"/>
                  <a:pt x="254123" y="60198"/>
                </a:cubicBezTo>
                <a:cubicBezTo>
                  <a:pt x="250073" y="63959"/>
                  <a:pt x="244638" y="65839"/>
                  <a:pt x="237818" y="65839"/>
                </a:cubicBezTo>
                <a:cubicBezTo>
                  <a:pt x="235008" y="65839"/>
                  <a:pt x="232135" y="65418"/>
                  <a:pt x="229201" y="64574"/>
                </a:cubicBezTo>
                <a:cubicBezTo>
                  <a:pt x="227382" y="66121"/>
                  <a:pt x="226153" y="67475"/>
                  <a:pt x="225512" y="68635"/>
                </a:cubicBezTo>
                <a:cubicBezTo>
                  <a:pt x="224871" y="69795"/>
                  <a:pt x="224551" y="70781"/>
                  <a:pt x="224551" y="71595"/>
                </a:cubicBezTo>
                <a:cubicBezTo>
                  <a:pt x="224551" y="72287"/>
                  <a:pt x="224892" y="72959"/>
                  <a:pt x="225574" y="73610"/>
                </a:cubicBezTo>
                <a:cubicBezTo>
                  <a:pt x="226256" y="74261"/>
                  <a:pt x="227589" y="74729"/>
                  <a:pt x="229573" y="75015"/>
                </a:cubicBezTo>
                <a:cubicBezTo>
                  <a:pt x="230730" y="75203"/>
                  <a:pt x="233623" y="75368"/>
                  <a:pt x="238252" y="75511"/>
                </a:cubicBezTo>
                <a:cubicBezTo>
                  <a:pt x="246766" y="75747"/>
                  <a:pt x="252284" y="76078"/>
                  <a:pt x="254805" y="76502"/>
                </a:cubicBezTo>
                <a:cubicBezTo>
                  <a:pt x="258649" y="77038"/>
                  <a:pt x="261717" y="78462"/>
                  <a:pt x="264011" y="80772"/>
                </a:cubicBezTo>
                <a:cubicBezTo>
                  <a:pt x="266305" y="83083"/>
                  <a:pt x="267452" y="85930"/>
                  <a:pt x="267452" y="89312"/>
                </a:cubicBezTo>
                <a:cubicBezTo>
                  <a:pt x="267452" y="93975"/>
                  <a:pt x="265261" y="98348"/>
                  <a:pt x="260880" y="102432"/>
                </a:cubicBezTo>
                <a:cubicBezTo>
                  <a:pt x="254433" y="108456"/>
                  <a:pt x="246022" y="111468"/>
                  <a:pt x="235648" y="111468"/>
                </a:cubicBezTo>
                <a:cubicBezTo>
                  <a:pt x="227671" y="111468"/>
                  <a:pt x="220935" y="109669"/>
                  <a:pt x="215438" y="106072"/>
                </a:cubicBezTo>
                <a:cubicBezTo>
                  <a:pt x="212338" y="104006"/>
                  <a:pt x="210788" y="101856"/>
                  <a:pt x="210788" y="99623"/>
                </a:cubicBezTo>
                <a:cubicBezTo>
                  <a:pt x="210788" y="98631"/>
                  <a:pt x="211015" y="97639"/>
                  <a:pt x="211470" y="96647"/>
                </a:cubicBezTo>
                <a:cubicBezTo>
                  <a:pt x="212173" y="95118"/>
                  <a:pt x="213619" y="92989"/>
                  <a:pt x="215810" y="90260"/>
                </a:cubicBezTo>
                <a:cubicBezTo>
                  <a:pt x="216099" y="89888"/>
                  <a:pt x="218207" y="87655"/>
                  <a:pt x="222133" y="83562"/>
                </a:cubicBezTo>
                <a:cubicBezTo>
                  <a:pt x="219984" y="82282"/>
                  <a:pt x="218465" y="81137"/>
                  <a:pt x="217577" y="80125"/>
                </a:cubicBezTo>
                <a:cubicBezTo>
                  <a:pt x="216688" y="79114"/>
                  <a:pt x="216244" y="77968"/>
                  <a:pt x="216244" y="76688"/>
                </a:cubicBezTo>
                <a:cubicBezTo>
                  <a:pt x="216244" y="75243"/>
                  <a:pt x="216833" y="73551"/>
                  <a:pt x="218010" y="71611"/>
                </a:cubicBezTo>
                <a:cubicBezTo>
                  <a:pt x="219188" y="69669"/>
                  <a:pt x="221906" y="66924"/>
                  <a:pt x="226163" y="63373"/>
                </a:cubicBezTo>
                <a:moveTo>
                  <a:pt x="236950" y="28766"/>
                </a:moveTo>
                <a:cubicBezTo>
                  <a:pt x="233892" y="28766"/>
                  <a:pt x="231329" y="29979"/>
                  <a:pt x="229263" y="32404"/>
                </a:cubicBezTo>
                <a:cubicBezTo>
                  <a:pt x="227196" y="34829"/>
                  <a:pt x="226163" y="38548"/>
                  <a:pt x="226163" y="43563"/>
                </a:cubicBezTo>
                <a:cubicBezTo>
                  <a:pt x="226163" y="50059"/>
                  <a:pt x="227568" y="55094"/>
                  <a:pt x="230379" y="58669"/>
                </a:cubicBezTo>
                <a:cubicBezTo>
                  <a:pt x="232528" y="61383"/>
                  <a:pt x="235256" y="62739"/>
                  <a:pt x="238562" y="62739"/>
                </a:cubicBezTo>
                <a:cubicBezTo>
                  <a:pt x="241703" y="62739"/>
                  <a:pt x="244286" y="61568"/>
                  <a:pt x="246311" y="59225"/>
                </a:cubicBezTo>
                <a:cubicBezTo>
                  <a:pt x="248337" y="56882"/>
                  <a:pt x="249349" y="53203"/>
                  <a:pt x="249349" y="48188"/>
                </a:cubicBezTo>
                <a:cubicBezTo>
                  <a:pt x="249349" y="41653"/>
                  <a:pt x="247923" y="36535"/>
                  <a:pt x="245072" y="32834"/>
                </a:cubicBezTo>
                <a:cubicBezTo>
                  <a:pt x="242964" y="30122"/>
                  <a:pt x="240257" y="28766"/>
                  <a:pt x="236950" y="28766"/>
                </a:cubicBezTo>
                <a:moveTo>
                  <a:pt x="225543" y="84066"/>
                </a:moveTo>
                <a:cubicBezTo>
                  <a:pt x="223600" y="86161"/>
                  <a:pt x="222133" y="88112"/>
                  <a:pt x="221141" y="89919"/>
                </a:cubicBezTo>
                <a:cubicBezTo>
                  <a:pt x="220149" y="91726"/>
                  <a:pt x="219653" y="93389"/>
                  <a:pt x="219653" y="94909"/>
                </a:cubicBezTo>
                <a:cubicBezTo>
                  <a:pt x="219653" y="96880"/>
                  <a:pt x="220852" y="98605"/>
                  <a:pt x="223249" y="100084"/>
                </a:cubicBezTo>
                <a:cubicBezTo>
                  <a:pt x="227382" y="102631"/>
                  <a:pt x="233354" y="103904"/>
                  <a:pt x="241166" y="103904"/>
                </a:cubicBezTo>
                <a:cubicBezTo>
                  <a:pt x="248605" y="103904"/>
                  <a:pt x="254092" y="102605"/>
                  <a:pt x="257626" y="100007"/>
                </a:cubicBezTo>
                <a:cubicBezTo>
                  <a:pt x="261159" y="97409"/>
                  <a:pt x="262926" y="94637"/>
                  <a:pt x="262926" y="91691"/>
                </a:cubicBezTo>
                <a:cubicBezTo>
                  <a:pt x="262926" y="89564"/>
                  <a:pt x="261872" y="88050"/>
                  <a:pt x="259764" y="87150"/>
                </a:cubicBezTo>
                <a:cubicBezTo>
                  <a:pt x="257615" y="86250"/>
                  <a:pt x="253358" y="85718"/>
                  <a:pt x="246993" y="85554"/>
                </a:cubicBezTo>
                <a:cubicBezTo>
                  <a:pt x="237694" y="85295"/>
                  <a:pt x="230544" y="84800"/>
                  <a:pt x="225543" y="84066"/>
                </a:cubicBezTo>
                <a:close/>
                <a:moveTo>
                  <a:pt x="284005" y="48728"/>
                </a:moveTo>
                <a:cubicBezTo>
                  <a:pt x="283963" y="57121"/>
                  <a:pt x="286009" y="63704"/>
                  <a:pt x="290142" y="68476"/>
                </a:cubicBezTo>
                <a:cubicBezTo>
                  <a:pt x="294275" y="73248"/>
                  <a:pt x="299132" y="75635"/>
                  <a:pt x="304711" y="75635"/>
                </a:cubicBezTo>
                <a:cubicBezTo>
                  <a:pt x="308431" y="75635"/>
                  <a:pt x="311665" y="74607"/>
                  <a:pt x="314413" y="72552"/>
                </a:cubicBezTo>
                <a:cubicBezTo>
                  <a:pt x="317162" y="70497"/>
                  <a:pt x="319466" y="66978"/>
                  <a:pt x="321326" y="61996"/>
                </a:cubicBezTo>
                <a:lnTo>
                  <a:pt x="323248" y="63241"/>
                </a:lnTo>
                <a:cubicBezTo>
                  <a:pt x="322380" y="68933"/>
                  <a:pt x="319859" y="74116"/>
                  <a:pt x="315684" y="78790"/>
                </a:cubicBezTo>
                <a:cubicBezTo>
                  <a:pt x="311510" y="83465"/>
                  <a:pt x="306282" y="85802"/>
                  <a:pt x="300000" y="85802"/>
                </a:cubicBezTo>
                <a:cubicBezTo>
                  <a:pt x="293180" y="85802"/>
                  <a:pt x="287342" y="83152"/>
                  <a:pt x="282486" y="77853"/>
                </a:cubicBezTo>
                <a:cubicBezTo>
                  <a:pt x="277629" y="72552"/>
                  <a:pt x="275201" y="65427"/>
                  <a:pt x="275201" y="56476"/>
                </a:cubicBezTo>
                <a:cubicBezTo>
                  <a:pt x="275201" y="46784"/>
                  <a:pt x="277691" y="39226"/>
                  <a:pt x="282672" y="33803"/>
                </a:cubicBezTo>
                <a:cubicBezTo>
                  <a:pt x="287652" y="28378"/>
                  <a:pt x="293903" y="25666"/>
                  <a:pt x="301425" y="25666"/>
                </a:cubicBezTo>
                <a:cubicBezTo>
                  <a:pt x="307790" y="25666"/>
                  <a:pt x="313019" y="27758"/>
                  <a:pt x="317110" y="31943"/>
                </a:cubicBezTo>
                <a:cubicBezTo>
                  <a:pt x="321202" y="36127"/>
                  <a:pt x="323248" y="41722"/>
                  <a:pt x="323248" y="48728"/>
                </a:cubicBezTo>
                <a:lnTo>
                  <a:pt x="284005" y="48728"/>
                </a:lnTo>
                <a:moveTo>
                  <a:pt x="284005" y="45133"/>
                </a:moveTo>
                <a:lnTo>
                  <a:pt x="310291" y="45133"/>
                </a:lnTo>
                <a:cubicBezTo>
                  <a:pt x="310084" y="41525"/>
                  <a:pt x="309650" y="38984"/>
                  <a:pt x="308989" y="37509"/>
                </a:cubicBezTo>
                <a:cubicBezTo>
                  <a:pt x="307956" y="35213"/>
                  <a:pt x="306416" y="33409"/>
                  <a:pt x="304370" y="32098"/>
                </a:cubicBezTo>
                <a:cubicBezTo>
                  <a:pt x="302324" y="30786"/>
                  <a:pt x="300186" y="30130"/>
                  <a:pt x="297954" y="30130"/>
                </a:cubicBezTo>
                <a:cubicBezTo>
                  <a:pt x="294523" y="30130"/>
                  <a:pt x="291454" y="31452"/>
                  <a:pt x="288747" y="34096"/>
                </a:cubicBezTo>
                <a:cubicBezTo>
                  <a:pt x="286040" y="36739"/>
                  <a:pt x="284459" y="40418"/>
                  <a:pt x="284005" y="451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E39D5-DB1B-4A07-86E4-48A91B00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07" y="1837902"/>
            <a:ext cx="706109" cy="307670"/>
          </a:xfrm>
          <a:custGeom xmlns:a="http://schemas.openxmlformats.org/drawingml/2006/main">
            <a:pathLst>
              <a:path w="706109" h="307670">
                <a:moveTo>
                  <a:pt x="0" y="0"/>
                </a:moveTo>
                <a:lnTo>
                  <a:pt x="706109" y="0"/>
                </a:lnTo>
                <a:lnTo>
                  <a:pt x="706109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Duplicate">
            <a:extLst xmlns:a="http://schemas.openxmlformats.org/drawingml/2006/main">
              <a:ext uri="{FF2B5EF4-FFF2-40B4-BE49-F238E27FC236}">
                <a16:creationId xmlns:a16="http://schemas.microsoft.com/office/drawing/2014/main" id="{401719EF-A086-47D4-9968-A190F9EB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789" y="1943144"/>
            <a:ext cx="487227" cy="115312"/>
          </a:xfrm>
          <a:custGeom xmlns:a="http://schemas.openxmlformats.org/drawingml/2006/main">
            <a:pathLst>
              <a:path w="487227" h="115312">
                <a:moveTo>
                  <a:pt x="0" y="88158"/>
                </a:moveTo>
                <a:lnTo>
                  <a:pt x="0" y="85802"/>
                </a:lnTo>
                <a:lnTo>
                  <a:pt x="3162" y="85802"/>
                </a:lnTo>
                <a:cubicBezTo>
                  <a:pt x="6716" y="85802"/>
                  <a:pt x="9237" y="84671"/>
                  <a:pt x="10725" y="82409"/>
                </a:cubicBezTo>
                <a:cubicBezTo>
                  <a:pt x="11634" y="81052"/>
                  <a:pt x="12089" y="78008"/>
                  <a:pt x="12089" y="73279"/>
                </a:cubicBezTo>
                <a:lnTo>
                  <a:pt x="12089" y="18971"/>
                </a:lnTo>
                <a:cubicBezTo>
                  <a:pt x="12089" y="13748"/>
                  <a:pt x="11511" y="10478"/>
                  <a:pt x="10353" y="9162"/>
                </a:cubicBezTo>
                <a:cubicBezTo>
                  <a:pt x="8741" y="7352"/>
                  <a:pt x="6344" y="6448"/>
                  <a:pt x="3162" y="6448"/>
                </a:cubicBezTo>
                <a:lnTo>
                  <a:pt x="0" y="6448"/>
                </a:lnTo>
                <a:lnTo>
                  <a:pt x="0" y="4092"/>
                </a:lnTo>
                <a:lnTo>
                  <a:pt x="34222" y="4092"/>
                </a:lnTo>
                <a:cubicBezTo>
                  <a:pt x="46786" y="4092"/>
                  <a:pt x="56344" y="5518"/>
                  <a:pt x="62894" y="8369"/>
                </a:cubicBezTo>
                <a:cubicBezTo>
                  <a:pt x="69445" y="11221"/>
                  <a:pt x="74715" y="15974"/>
                  <a:pt x="78703" y="22628"/>
                </a:cubicBezTo>
                <a:cubicBezTo>
                  <a:pt x="82692" y="29283"/>
                  <a:pt x="84686" y="36970"/>
                  <a:pt x="84686" y="45691"/>
                </a:cubicBezTo>
                <a:cubicBezTo>
                  <a:pt x="84686" y="57387"/>
                  <a:pt x="81131" y="67162"/>
                  <a:pt x="74023" y="75015"/>
                </a:cubicBezTo>
                <a:cubicBezTo>
                  <a:pt x="66046" y="83777"/>
                  <a:pt x="53895" y="88158"/>
                  <a:pt x="37569" y="88158"/>
                </a:cubicBezTo>
                <a:lnTo>
                  <a:pt x="0" y="88158"/>
                </a:lnTo>
                <a:moveTo>
                  <a:pt x="23992" y="81960"/>
                </a:moveTo>
                <a:cubicBezTo>
                  <a:pt x="29241" y="83116"/>
                  <a:pt x="33643" y="83694"/>
                  <a:pt x="37197" y="83694"/>
                </a:cubicBezTo>
                <a:cubicBezTo>
                  <a:pt x="46786" y="83694"/>
                  <a:pt x="54742" y="80331"/>
                  <a:pt x="61066" y="73606"/>
                </a:cubicBezTo>
                <a:cubicBezTo>
                  <a:pt x="67389" y="66880"/>
                  <a:pt x="70551" y="57760"/>
                  <a:pt x="70551" y="46249"/>
                </a:cubicBezTo>
                <a:cubicBezTo>
                  <a:pt x="70551" y="34654"/>
                  <a:pt x="67389" y="25515"/>
                  <a:pt x="61066" y="18831"/>
                </a:cubicBezTo>
                <a:cubicBezTo>
                  <a:pt x="54742" y="12146"/>
                  <a:pt x="46621" y="8803"/>
                  <a:pt x="36701" y="8803"/>
                </a:cubicBezTo>
                <a:cubicBezTo>
                  <a:pt x="32982" y="8803"/>
                  <a:pt x="28745" y="9401"/>
                  <a:pt x="23992" y="10597"/>
                </a:cubicBezTo>
                <a:lnTo>
                  <a:pt x="23992" y="81960"/>
                </a:lnTo>
                <a:close/>
                <a:moveTo>
                  <a:pt x="143250" y="31370"/>
                </a:moveTo>
                <a:lnTo>
                  <a:pt x="143250" y="65963"/>
                </a:lnTo>
                <a:cubicBezTo>
                  <a:pt x="143250" y="72453"/>
                  <a:pt x="143405" y="76423"/>
                  <a:pt x="143715" y="77872"/>
                </a:cubicBezTo>
                <a:cubicBezTo>
                  <a:pt x="144025" y="79320"/>
                  <a:pt x="144521" y="80332"/>
                  <a:pt x="145203" y="80908"/>
                </a:cubicBezTo>
                <a:cubicBezTo>
                  <a:pt x="145885" y="81484"/>
                  <a:pt x="146681" y="81772"/>
                  <a:pt x="147590" y="81772"/>
                </a:cubicBezTo>
                <a:cubicBezTo>
                  <a:pt x="148871" y="81772"/>
                  <a:pt x="150318" y="81421"/>
                  <a:pt x="151930" y="80718"/>
                </a:cubicBezTo>
                <a:lnTo>
                  <a:pt x="152798" y="82950"/>
                </a:lnTo>
                <a:lnTo>
                  <a:pt x="135811" y="89893"/>
                </a:lnTo>
                <a:lnTo>
                  <a:pt x="133021" y="89893"/>
                </a:lnTo>
                <a:lnTo>
                  <a:pt x="133021" y="77923"/>
                </a:lnTo>
                <a:cubicBezTo>
                  <a:pt x="128144" y="83188"/>
                  <a:pt x="124424" y="86500"/>
                  <a:pt x="121862" y="87857"/>
                </a:cubicBezTo>
                <a:cubicBezTo>
                  <a:pt x="119299" y="89215"/>
                  <a:pt x="116592" y="89893"/>
                  <a:pt x="113740" y="89893"/>
                </a:cubicBezTo>
                <a:cubicBezTo>
                  <a:pt x="110558" y="89893"/>
                  <a:pt x="107799" y="88974"/>
                  <a:pt x="105464" y="87135"/>
                </a:cubicBezTo>
                <a:cubicBezTo>
                  <a:pt x="103129" y="85295"/>
                  <a:pt x="101507" y="82929"/>
                  <a:pt x="100597" y="80036"/>
                </a:cubicBezTo>
                <a:cubicBezTo>
                  <a:pt x="99688" y="77143"/>
                  <a:pt x="99233" y="73051"/>
                  <a:pt x="99233" y="67761"/>
                </a:cubicBezTo>
                <a:lnTo>
                  <a:pt x="99233" y="42405"/>
                </a:lnTo>
                <a:cubicBezTo>
                  <a:pt x="99233" y="39699"/>
                  <a:pt x="98944" y="37826"/>
                  <a:pt x="98366" y="36787"/>
                </a:cubicBezTo>
                <a:cubicBezTo>
                  <a:pt x="97787" y="35746"/>
                  <a:pt x="96929" y="34944"/>
                  <a:pt x="95793" y="34382"/>
                </a:cubicBezTo>
                <a:cubicBezTo>
                  <a:pt x="94656" y="33820"/>
                  <a:pt x="92600" y="33560"/>
                  <a:pt x="89624" y="33602"/>
                </a:cubicBezTo>
                <a:lnTo>
                  <a:pt x="89624" y="31370"/>
                </a:lnTo>
                <a:lnTo>
                  <a:pt x="109525" y="31370"/>
                </a:lnTo>
                <a:lnTo>
                  <a:pt x="109525" y="69419"/>
                </a:lnTo>
                <a:cubicBezTo>
                  <a:pt x="109525" y="74716"/>
                  <a:pt x="110444" y="78192"/>
                  <a:pt x="112284" y="79848"/>
                </a:cubicBezTo>
                <a:cubicBezTo>
                  <a:pt x="114123" y="81503"/>
                  <a:pt x="116344" y="82330"/>
                  <a:pt x="118948" y="82330"/>
                </a:cubicBezTo>
                <a:cubicBezTo>
                  <a:pt x="120725" y="82330"/>
                  <a:pt x="122740" y="81771"/>
                  <a:pt x="124993" y="80654"/>
                </a:cubicBezTo>
                <a:cubicBezTo>
                  <a:pt x="127245" y="79537"/>
                  <a:pt x="129921" y="77406"/>
                  <a:pt x="133021" y="74261"/>
                </a:cubicBezTo>
                <a:lnTo>
                  <a:pt x="133021" y="42157"/>
                </a:lnTo>
                <a:cubicBezTo>
                  <a:pt x="133021" y="38862"/>
                  <a:pt x="132432" y="36634"/>
                  <a:pt x="131254" y="35471"/>
                </a:cubicBezTo>
                <a:cubicBezTo>
                  <a:pt x="130076" y="34309"/>
                  <a:pt x="127627" y="33686"/>
                  <a:pt x="123908" y="33602"/>
                </a:cubicBezTo>
                <a:lnTo>
                  <a:pt x="123908" y="31370"/>
                </a:lnTo>
                <a:lnTo>
                  <a:pt x="143250" y="31370"/>
                </a:lnTo>
                <a:close/>
                <a:moveTo>
                  <a:pt x="152860" y="36825"/>
                </a:moveTo>
                <a:lnTo>
                  <a:pt x="170342" y="29882"/>
                </a:lnTo>
                <a:lnTo>
                  <a:pt x="172698" y="29882"/>
                </a:lnTo>
                <a:lnTo>
                  <a:pt x="172698" y="43211"/>
                </a:lnTo>
                <a:cubicBezTo>
                  <a:pt x="175633" y="38233"/>
                  <a:pt x="178577" y="34747"/>
                  <a:pt x="181532" y="32751"/>
                </a:cubicBezTo>
                <a:cubicBezTo>
                  <a:pt x="184488" y="30756"/>
                  <a:pt x="187598" y="29758"/>
                  <a:pt x="190863" y="29758"/>
                </a:cubicBezTo>
                <a:cubicBezTo>
                  <a:pt x="196566" y="29758"/>
                  <a:pt x="201319" y="31987"/>
                  <a:pt x="205122" y="36446"/>
                </a:cubicBezTo>
                <a:cubicBezTo>
                  <a:pt x="209792" y="41896"/>
                  <a:pt x="212127" y="48998"/>
                  <a:pt x="212127" y="57751"/>
                </a:cubicBezTo>
                <a:cubicBezTo>
                  <a:pt x="212127" y="67536"/>
                  <a:pt x="209317" y="75628"/>
                  <a:pt x="203696" y="82028"/>
                </a:cubicBezTo>
                <a:cubicBezTo>
                  <a:pt x="199067" y="87272"/>
                  <a:pt x="193239" y="89893"/>
                  <a:pt x="186213" y="89893"/>
                </a:cubicBezTo>
                <a:cubicBezTo>
                  <a:pt x="183155" y="89893"/>
                  <a:pt x="180510" y="89460"/>
                  <a:pt x="178278" y="88592"/>
                </a:cubicBezTo>
                <a:cubicBezTo>
                  <a:pt x="176625" y="87972"/>
                  <a:pt x="174765" y="86732"/>
                  <a:pt x="172698" y="84872"/>
                </a:cubicBezTo>
                <a:lnTo>
                  <a:pt x="172698" y="102169"/>
                </a:lnTo>
                <a:cubicBezTo>
                  <a:pt x="172698" y="106076"/>
                  <a:pt x="172936" y="108559"/>
                  <a:pt x="173411" y="109620"/>
                </a:cubicBezTo>
                <a:cubicBezTo>
                  <a:pt x="173886" y="110680"/>
                  <a:pt x="174713" y="111522"/>
                  <a:pt x="175891" y="112144"/>
                </a:cubicBezTo>
                <a:cubicBezTo>
                  <a:pt x="177069" y="112768"/>
                  <a:pt x="179208" y="113080"/>
                  <a:pt x="182307" y="113080"/>
                </a:cubicBezTo>
                <a:lnTo>
                  <a:pt x="182307" y="115312"/>
                </a:lnTo>
                <a:lnTo>
                  <a:pt x="152550" y="115312"/>
                </a:lnTo>
                <a:lnTo>
                  <a:pt x="152550" y="113080"/>
                </a:lnTo>
                <a:lnTo>
                  <a:pt x="154099" y="113080"/>
                </a:lnTo>
                <a:cubicBezTo>
                  <a:pt x="156373" y="113121"/>
                  <a:pt x="158315" y="112685"/>
                  <a:pt x="159927" y="111770"/>
                </a:cubicBezTo>
                <a:cubicBezTo>
                  <a:pt x="160712" y="111313"/>
                  <a:pt x="161322" y="110575"/>
                  <a:pt x="161756" y="109558"/>
                </a:cubicBezTo>
                <a:cubicBezTo>
                  <a:pt x="162190" y="108540"/>
                  <a:pt x="162407" y="105953"/>
                  <a:pt x="162407" y="101797"/>
                </a:cubicBezTo>
                <a:lnTo>
                  <a:pt x="162407" y="47985"/>
                </a:lnTo>
                <a:cubicBezTo>
                  <a:pt x="162407" y="44282"/>
                  <a:pt x="162242" y="41931"/>
                  <a:pt x="161911" y="40933"/>
                </a:cubicBezTo>
                <a:cubicBezTo>
                  <a:pt x="161580" y="39933"/>
                  <a:pt x="161053" y="39184"/>
                  <a:pt x="160330" y="38687"/>
                </a:cubicBezTo>
                <a:cubicBezTo>
                  <a:pt x="159607" y="38190"/>
                  <a:pt x="158625" y="37941"/>
                  <a:pt x="157385" y="37941"/>
                </a:cubicBezTo>
                <a:cubicBezTo>
                  <a:pt x="156393" y="37941"/>
                  <a:pt x="155133" y="38231"/>
                  <a:pt x="153604" y="38809"/>
                </a:cubicBezTo>
                <a:lnTo>
                  <a:pt x="152860" y="36825"/>
                </a:lnTo>
                <a:moveTo>
                  <a:pt x="172698" y="46869"/>
                </a:moveTo>
                <a:lnTo>
                  <a:pt x="172698" y="68071"/>
                </a:lnTo>
                <a:cubicBezTo>
                  <a:pt x="172698" y="72659"/>
                  <a:pt x="172884" y="75676"/>
                  <a:pt x="173256" y="77122"/>
                </a:cubicBezTo>
                <a:cubicBezTo>
                  <a:pt x="173835" y="79520"/>
                  <a:pt x="175250" y="81627"/>
                  <a:pt x="177503" y="83446"/>
                </a:cubicBezTo>
                <a:cubicBezTo>
                  <a:pt x="179755" y="85264"/>
                  <a:pt x="182597" y="86174"/>
                  <a:pt x="186027" y="86174"/>
                </a:cubicBezTo>
                <a:cubicBezTo>
                  <a:pt x="190160" y="86174"/>
                  <a:pt x="193508" y="84562"/>
                  <a:pt x="196070" y="81338"/>
                </a:cubicBezTo>
                <a:cubicBezTo>
                  <a:pt x="199418" y="77122"/>
                  <a:pt x="201092" y="71192"/>
                  <a:pt x="201092" y="63545"/>
                </a:cubicBezTo>
                <a:cubicBezTo>
                  <a:pt x="201092" y="54866"/>
                  <a:pt x="199191" y="48191"/>
                  <a:pt x="195388" y="43521"/>
                </a:cubicBezTo>
                <a:cubicBezTo>
                  <a:pt x="192743" y="40297"/>
                  <a:pt x="189602" y="38685"/>
                  <a:pt x="185965" y="38685"/>
                </a:cubicBezTo>
                <a:cubicBezTo>
                  <a:pt x="183981" y="38685"/>
                  <a:pt x="182018" y="39181"/>
                  <a:pt x="180076" y="40173"/>
                </a:cubicBezTo>
                <a:cubicBezTo>
                  <a:pt x="178588" y="40917"/>
                  <a:pt x="176129" y="43149"/>
                  <a:pt x="172698" y="46869"/>
                </a:cubicBezTo>
                <a:close/>
                <a:moveTo>
                  <a:pt x="239963" y="0"/>
                </a:moveTo>
                <a:lnTo>
                  <a:pt x="239963" y="75263"/>
                </a:lnTo>
                <a:cubicBezTo>
                  <a:pt x="239963" y="78838"/>
                  <a:pt x="240222" y="81208"/>
                  <a:pt x="240738" y="82373"/>
                </a:cubicBezTo>
                <a:cubicBezTo>
                  <a:pt x="241255" y="83536"/>
                  <a:pt x="242050" y="84420"/>
                  <a:pt x="243125" y="85023"/>
                </a:cubicBezTo>
                <a:cubicBezTo>
                  <a:pt x="244200" y="85625"/>
                  <a:pt x="246204" y="85926"/>
                  <a:pt x="249139" y="85926"/>
                </a:cubicBezTo>
                <a:lnTo>
                  <a:pt x="249139" y="88158"/>
                </a:lnTo>
                <a:lnTo>
                  <a:pt x="221303" y="88158"/>
                </a:lnTo>
                <a:lnTo>
                  <a:pt x="221303" y="85926"/>
                </a:lnTo>
                <a:cubicBezTo>
                  <a:pt x="223906" y="85926"/>
                  <a:pt x="225684" y="85656"/>
                  <a:pt x="226634" y="85116"/>
                </a:cubicBezTo>
                <a:cubicBezTo>
                  <a:pt x="227585" y="84575"/>
                  <a:pt x="228329" y="83681"/>
                  <a:pt x="228866" y="82435"/>
                </a:cubicBezTo>
                <a:cubicBezTo>
                  <a:pt x="229403" y="81187"/>
                  <a:pt x="229672" y="78796"/>
                  <a:pt x="229672" y="75263"/>
                </a:cubicBezTo>
                <a:lnTo>
                  <a:pt x="229672" y="23806"/>
                </a:lnTo>
                <a:cubicBezTo>
                  <a:pt x="229672" y="17400"/>
                  <a:pt x="229527" y="13463"/>
                  <a:pt x="229238" y="11996"/>
                </a:cubicBezTo>
                <a:cubicBezTo>
                  <a:pt x="228949" y="10529"/>
                  <a:pt x="228484" y="9527"/>
                  <a:pt x="227843" y="8989"/>
                </a:cubicBezTo>
                <a:cubicBezTo>
                  <a:pt x="227202" y="8452"/>
                  <a:pt x="226386" y="8183"/>
                  <a:pt x="225394" y="8183"/>
                </a:cubicBezTo>
                <a:cubicBezTo>
                  <a:pt x="224320" y="8183"/>
                  <a:pt x="222956" y="8514"/>
                  <a:pt x="221303" y="9175"/>
                </a:cubicBezTo>
                <a:lnTo>
                  <a:pt x="220249" y="6943"/>
                </a:lnTo>
                <a:lnTo>
                  <a:pt x="237173" y="0"/>
                </a:lnTo>
                <a:lnTo>
                  <a:pt x="239963" y="0"/>
                </a:lnTo>
                <a:close/>
                <a:moveTo>
                  <a:pt x="270049" y="0"/>
                </a:moveTo>
                <a:cubicBezTo>
                  <a:pt x="271785" y="0"/>
                  <a:pt x="273263" y="613"/>
                  <a:pt x="274482" y="1839"/>
                </a:cubicBezTo>
                <a:cubicBezTo>
                  <a:pt x="275701" y="3063"/>
                  <a:pt x="276311" y="4548"/>
                  <a:pt x="276311" y="6293"/>
                </a:cubicBezTo>
                <a:cubicBezTo>
                  <a:pt x="276311" y="8037"/>
                  <a:pt x="275701" y="9533"/>
                  <a:pt x="274482" y="10779"/>
                </a:cubicBezTo>
                <a:cubicBezTo>
                  <a:pt x="273263" y="12025"/>
                  <a:pt x="271785" y="12647"/>
                  <a:pt x="270049" y="12647"/>
                </a:cubicBezTo>
                <a:cubicBezTo>
                  <a:pt x="268314" y="12647"/>
                  <a:pt x="266826" y="12025"/>
                  <a:pt x="265586" y="10779"/>
                </a:cubicBezTo>
                <a:cubicBezTo>
                  <a:pt x="264346" y="9533"/>
                  <a:pt x="263726" y="8037"/>
                  <a:pt x="263726" y="6293"/>
                </a:cubicBezTo>
                <a:cubicBezTo>
                  <a:pt x="263726" y="4548"/>
                  <a:pt x="264335" y="3063"/>
                  <a:pt x="265555" y="1839"/>
                </a:cubicBezTo>
                <a:cubicBezTo>
                  <a:pt x="266774" y="613"/>
                  <a:pt x="268272" y="0"/>
                  <a:pt x="270049" y="0"/>
                </a:cubicBezTo>
                <a:moveTo>
                  <a:pt x="275195" y="29758"/>
                </a:moveTo>
                <a:lnTo>
                  <a:pt x="275195" y="75263"/>
                </a:lnTo>
                <a:cubicBezTo>
                  <a:pt x="275195" y="78838"/>
                  <a:pt x="275453" y="81218"/>
                  <a:pt x="275970" y="82404"/>
                </a:cubicBezTo>
                <a:cubicBezTo>
                  <a:pt x="276487" y="83588"/>
                  <a:pt x="277251" y="84471"/>
                  <a:pt x="278264" y="85054"/>
                </a:cubicBezTo>
                <a:cubicBezTo>
                  <a:pt x="279276" y="85635"/>
                  <a:pt x="281126" y="85926"/>
                  <a:pt x="283812" y="85926"/>
                </a:cubicBezTo>
                <a:lnTo>
                  <a:pt x="283812" y="88158"/>
                </a:lnTo>
                <a:lnTo>
                  <a:pt x="256224" y="88158"/>
                </a:lnTo>
                <a:lnTo>
                  <a:pt x="256224" y="85926"/>
                </a:lnTo>
                <a:cubicBezTo>
                  <a:pt x="258994" y="85926"/>
                  <a:pt x="260853" y="85656"/>
                  <a:pt x="261804" y="85116"/>
                </a:cubicBezTo>
                <a:cubicBezTo>
                  <a:pt x="262755" y="84575"/>
                  <a:pt x="263509" y="83681"/>
                  <a:pt x="264067" y="82435"/>
                </a:cubicBezTo>
                <a:cubicBezTo>
                  <a:pt x="264625" y="81187"/>
                  <a:pt x="264904" y="78796"/>
                  <a:pt x="264904" y="75263"/>
                </a:cubicBezTo>
                <a:lnTo>
                  <a:pt x="264904" y="53564"/>
                </a:lnTo>
                <a:cubicBezTo>
                  <a:pt x="264904" y="47380"/>
                  <a:pt x="264718" y="43375"/>
                  <a:pt x="264346" y="41549"/>
                </a:cubicBezTo>
                <a:cubicBezTo>
                  <a:pt x="264057" y="40220"/>
                  <a:pt x="263602" y="39297"/>
                  <a:pt x="262982" y="38780"/>
                </a:cubicBezTo>
                <a:cubicBezTo>
                  <a:pt x="262362" y="38262"/>
                  <a:pt x="261515" y="38003"/>
                  <a:pt x="260440" y="38003"/>
                </a:cubicBezTo>
                <a:cubicBezTo>
                  <a:pt x="259283" y="38003"/>
                  <a:pt x="257878" y="38313"/>
                  <a:pt x="256224" y="38933"/>
                </a:cubicBezTo>
                <a:lnTo>
                  <a:pt x="255356" y="36701"/>
                </a:lnTo>
                <a:lnTo>
                  <a:pt x="272467" y="29758"/>
                </a:lnTo>
                <a:lnTo>
                  <a:pt x="275195" y="29758"/>
                </a:lnTo>
                <a:close/>
                <a:moveTo>
                  <a:pt x="339007" y="66583"/>
                </a:moveTo>
                <a:cubicBezTo>
                  <a:pt x="337478" y="74064"/>
                  <a:pt x="334481" y="79819"/>
                  <a:pt x="330017" y="83849"/>
                </a:cubicBezTo>
                <a:cubicBezTo>
                  <a:pt x="325554" y="87879"/>
                  <a:pt x="320615" y="89893"/>
                  <a:pt x="315201" y="89893"/>
                </a:cubicBezTo>
                <a:cubicBezTo>
                  <a:pt x="308753" y="89893"/>
                  <a:pt x="303132" y="87190"/>
                  <a:pt x="298338" y="81782"/>
                </a:cubicBezTo>
                <a:cubicBezTo>
                  <a:pt x="293543" y="76373"/>
                  <a:pt x="291146" y="69064"/>
                  <a:pt x="291146" y="59857"/>
                </a:cubicBezTo>
                <a:cubicBezTo>
                  <a:pt x="291146" y="50938"/>
                  <a:pt x="293802" y="43693"/>
                  <a:pt x="299113" y="38119"/>
                </a:cubicBezTo>
                <a:cubicBezTo>
                  <a:pt x="304424" y="32545"/>
                  <a:pt x="310799" y="29758"/>
                  <a:pt x="318238" y="29758"/>
                </a:cubicBezTo>
                <a:cubicBezTo>
                  <a:pt x="323818" y="29758"/>
                  <a:pt x="328406" y="31241"/>
                  <a:pt x="332001" y="34206"/>
                </a:cubicBezTo>
                <a:cubicBezTo>
                  <a:pt x="335597" y="37170"/>
                  <a:pt x="337395" y="40249"/>
                  <a:pt x="337395" y="43441"/>
                </a:cubicBezTo>
                <a:cubicBezTo>
                  <a:pt x="337395" y="45017"/>
                  <a:pt x="336889" y="46293"/>
                  <a:pt x="335876" y="47268"/>
                </a:cubicBezTo>
                <a:cubicBezTo>
                  <a:pt x="334863" y="48242"/>
                  <a:pt x="333448" y="48728"/>
                  <a:pt x="331629" y="48728"/>
                </a:cubicBezTo>
                <a:cubicBezTo>
                  <a:pt x="329191" y="48728"/>
                  <a:pt x="327352" y="47937"/>
                  <a:pt x="326112" y="46353"/>
                </a:cubicBezTo>
                <a:cubicBezTo>
                  <a:pt x="325409" y="45478"/>
                  <a:pt x="324944" y="43810"/>
                  <a:pt x="324717" y="41351"/>
                </a:cubicBezTo>
                <a:cubicBezTo>
                  <a:pt x="324489" y="38892"/>
                  <a:pt x="323653" y="37016"/>
                  <a:pt x="322206" y="35725"/>
                </a:cubicBezTo>
                <a:cubicBezTo>
                  <a:pt x="320759" y="34475"/>
                  <a:pt x="318755" y="33850"/>
                  <a:pt x="316192" y="33850"/>
                </a:cubicBezTo>
                <a:cubicBezTo>
                  <a:pt x="312059" y="33850"/>
                  <a:pt x="308732" y="35379"/>
                  <a:pt x="306211" y="38437"/>
                </a:cubicBezTo>
                <a:cubicBezTo>
                  <a:pt x="302863" y="42488"/>
                  <a:pt x="301190" y="47840"/>
                  <a:pt x="301190" y="54494"/>
                </a:cubicBezTo>
                <a:cubicBezTo>
                  <a:pt x="301190" y="61272"/>
                  <a:pt x="302853" y="67255"/>
                  <a:pt x="306180" y="72442"/>
                </a:cubicBezTo>
                <a:cubicBezTo>
                  <a:pt x="309507" y="77629"/>
                  <a:pt x="314002" y="80222"/>
                  <a:pt x="319664" y="80222"/>
                </a:cubicBezTo>
                <a:cubicBezTo>
                  <a:pt x="323715" y="80222"/>
                  <a:pt x="327352" y="78838"/>
                  <a:pt x="330575" y="76068"/>
                </a:cubicBezTo>
                <a:cubicBezTo>
                  <a:pt x="332849" y="74167"/>
                  <a:pt x="335060" y="70716"/>
                  <a:pt x="337209" y="65715"/>
                </a:cubicBezTo>
                <a:lnTo>
                  <a:pt x="339007" y="66583"/>
                </a:lnTo>
                <a:close/>
                <a:moveTo>
                  <a:pt x="379196" y="80040"/>
                </a:moveTo>
                <a:cubicBezTo>
                  <a:pt x="373369" y="84544"/>
                  <a:pt x="369711" y="87146"/>
                  <a:pt x="368223" y="87848"/>
                </a:cubicBezTo>
                <a:cubicBezTo>
                  <a:pt x="365991" y="88881"/>
                  <a:pt x="363615" y="89398"/>
                  <a:pt x="361094" y="89398"/>
                </a:cubicBezTo>
                <a:cubicBezTo>
                  <a:pt x="357167" y="89398"/>
                  <a:pt x="353933" y="88054"/>
                  <a:pt x="351391" y="85368"/>
                </a:cubicBezTo>
                <a:cubicBezTo>
                  <a:pt x="348850" y="82681"/>
                  <a:pt x="347579" y="79148"/>
                  <a:pt x="347579" y="74767"/>
                </a:cubicBezTo>
                <a:cubicBezTo>
                  <a:pt x="347579" y="71997"/>
                  <a:pt x="348199" y="69600"/>
                  <a:pt x="349439" y="67575"/>
                </a:cubicBezTo>
                <a:cubicBezTo>
                  <a:pt x="351133" y="64765"/>
                  <a:pt x="354078" y="62120"/>
                  <a:pt x="358273" y="59640"/>
                </a:cubicBezTo>
                <a:cubicBezTo>
                  <a:pt x="362468" y="57160"/>
                  <a:pt x="369442" y="54143"/>
                  <a:pt x="379196" y="50588"/>
                </a:cubicBezTo>
                <a:lnTo>
                  <a:pt x="379196" y="48364"/>
                </a:lnTo>
                <a:cubicBezTo>
                  <a:pt x="379196" y="42723"/>
                  <a:pt x="378297" y="38852"/>
                  <a:pt x="376500" y="36752"/>
                </a:cubicBezTo>
                <a:cubicBezTo>
                  <a:pt x="374702" y="34652"/>
                  <a:pt x="372088" y="33602"/>
                  <a:pt x="368657" y="33602"/>
                </a:cubicBezTo>
                <a:cubicBezTo>
                  <a:pt x="366053" y="33602"/>
                  <a:pt x="363987" y="34304"/>
                  <a:pt x="362458" y="35709"/>
                </a:cubicBezTo>
                <a:cubicBezTo>
                  <a:pt x="360887" y="37115"/>
                  <a:pt x="360102" y="38727"/>
                  <a:pt x="360102" y="40545"/>
                </a:cubicBezTo>
                <a:lnTo>
                  <a:pt x="360226" y="44141"/>
                </a:lnTo>
                <a:cubicBezTo>
                  <a:pt x="360226" y="46042"/>
                  <a:pt x="359740" y="47509"/>
                  <a:pt x="358769" y="48542"/>
                </a:cubicBezTo>
                <a:cubicBezTo>
                  <a:pt x="357798" y="49576"/>
                  <a:pt x="356527" y="50092"/>
                  <a:pt x="354956" y="50092"/>
                </a:cubicBezTo>
                <a:cubicBezTo>
                  <a:pt x="353427" y="50092"/>
                  <a:pt x="352177" y="49554"/>
                  <a:pt x="351205" y="48477"/>
                </a:cubicBezTo>
                <a:cubicBezTo>
                  <a:pt x="350234" y="47398"/>
                  <a:pt x="349749" y="45926"/>
                  <a:pt x="349749" y="44061"/>
                </a:cubicBezTo>
                <a:cubicBezTo>
                  <a:pt x="349749" y="40495"/>
                  <a:pt x="351567" y="37220"/>
                  <a:pt x="355204" y="34235"/>
                </a:cubicBezTo>
                <a:cubicBezTo>
                  <a:pt x="358841" y="31250"/>
                  <a:pt x="363945" y="29758"/>
                  <a:pt x="370517" y="29758"/>
                </a:cubicBezTo>
                <a:cubicBezTo>
                  <a:pt x="375559" y="29758"/>
                  <a:pt x="379692" y="30604"/>
                  <a:pt x="382916" y="32296"/>
                </a:cubicBezTo>
                <a:cubicBezTo>
                  <a:pt x="385355" y="33576"/>
                  <a:pt x="387152" y="35578"/>
                  <a:pt x="388310" y="38304"/>
                </a:cubicBezTo>
                <a:cubicBezTo>
                  <a:pt x="389054" y="40078"/>
                  <a:pt x="389426" y="43711"/>
                  <a:pt x="389426" y="49201"/>
                </a:cubicBezTo>
                <a:lnTo>
                  <a:pt x="389426" y="68459"/>
                </a:lnTo>
                <a:cubicBezTo>
                  <a:pt x="389426" y="73866"/>
                  <a:pt x="389529" y="77179"/>
                  <a:pt x="389736" y="78397"/>
                </a:cubicBezTo>
                <a:cubicBezTo>
                  <a:pt x="389942" y="79615"/>
                  <a:pt x="390283" y="80431"/>
                  <a:pt x="390759" y="80844"/>
                </a:cubicBezTo>
                <a:cubicBezTo>
                  <a:pt x="391234" y="81256"/>
                  <a:pt x="391781" y="81462"/>
                  <a:pt x="392401" y="81462"/>
                </a:cubicBezTo>
                <a:cubicBezTo>
                  <a:pt x="393063" y="81462"/>
                  <a:pt x="393641" y="81317"/>
                  <a:pt x="394137" y="81028"/>
                </a:cubicBezTo>
                <a:cubicBezTo>
                  <a:pt x="395005" y="80491"/>
                  <a:pt x="396679" y="78982"/>
                  <a:pt x="399159" y="76502"/>
                </a:cubicBezTo>
                <a:lnTo>
                  <a:pt x="399159" y="79974"/>
                </a:lnTo>
                <a:cubicBezTo>
                  <a:pt x="394530" y="86174"/>
                  <a:pt x="390108" y="89274"/>
                  <a:pt x="385892" y="89274"/>
                </a:cubicBezTo>
                <a:cubicBezTo>
                  <a:pt x="383867" y="89274"/>
                  <a:pt x="382255" y="88576"/>
                  <a:pt x="381056" y="87181"/>
                </a:cubicBezTo>
                <a:cubicBezTo>
                  <a:pt x="379858" y="85785"/>
                  <a:pt x="379238" y="83405"/>
                  <a:pt x="379196" y="80040"/>
                </a:cubicBezTo>
                <a:moveTo>
                  <a:pt x="379196" y="76020"/>
                </a:moveTo>
                <a:lnTo>
                  <a:pt x="379196" y="54432"/>
                </a:lnTo>
                <a:cubicBezTo>
                  <a:pt x="372955" y="56907"/>
                  <a:pt x="368926" y="58659"/>
                  <a:pt x="367107" y="59690"/>
                </a:cubicBezTo>
                <a:cubicBezTo>
                  <a:pt x="363842" y="61505"/>
                  <a:pt x="361507" y="63402"/>
                  <a:pt x="360102" y="65382"/>
                </a:cubicBezTo>
                <a:cubicBezTo>
                  <a:pt x="358697" y="67361"/>
                  <a:pt x="357994" y="69525"/>
                  <a:pt x="357994" y="71876"/>
                </a:cubicBezTo>
                <a:cubicBezTo>
                  <a:pt x="357994" y="74845"/>
                  <a:pt x="358883" y="77310"/>
                  <a:pt x="360660" y="79269"/>
                </a:cubicBezTo>
                <a:cubicBezTo>
                  <a:pt x="362437" y="81227"/>
                  <a:pt x="364483" y="82206"/>
                  <a:pt x="366797" y="82206"/>
                </a:cubicBezTo>
                <a:cubicBezTo>
                  <a:pt x="369938" y="82206"/>
                  <a:pt x="374071" y="80144"/>
                  <a:pt x="379196" y="76020"/>
                </a:cubicBezTo>
                <a:close/>
                <a:moveTo>
                  <a:pt x="419758" y="12647"/>
                </a:moveTo>
                <a:lnTo>
                  <a:pt x="419758" y="31370"/>
                </a:lnTo>
                <a:lnTo>
                  <a:pt x="433025" y="31370"/>
                </a:lnTo>
                <a:lnTo>
                  <a:pt x="433025" y="35585"/>
                </a:lnTo>
                <a:lnTo>
                  <a:pt x="419758" y="35709"/>
                </a:lnTo>
                <a:lnTo>
                  <a:pt x="419758" y="72585"/>
                </a:lnTo>
                <a:cubicBezTo>
                  <a:pt x="419758" y="76267"/>
                  <a:pt x="420285" y="78750"/>
                  <a:pt x="421339" y="80034"/>
                </a:cubicBezTo>
                <a:cubicBezTo>
                  <a:pt x="422393" y="81317"/>
                  <a:pt x="423746" y="81958"/>
                  <a:pt x="425399" y="81958"/>
                </a:cubicBezTo>
                <a:cubicBezTo>
                  <a:pt x="426763" y="81958"/>
                  <a:pt x="428086" y="81529"/>
                  <a:pt x="429367" y="80672"/>
                </a:cubicBezTo>
                <a:cubicBezTo>
                  <a:pt x="430648" y="79814"/>
                  <a:pt x="431640" y="78548"/>
                  <a:pt x="432343" y="76874"/>
                </a:cubicBezTo>
                <a:lnTo>
                  <a:pt x="434761" y="76874"/>
                </a:lnTo>
                <a:cubicBezTo>
                  <a:pt x="433314" y="80945"/>
                  <a:pt x="431268" y="84009"/>
                  <a:pt x="428623" y="86065"/>
                </a:cubicBezTo>
                <a:cubicBezTo>
                  <a:pt x="425978" y="88121"/>
                  <a:pt x="423250" y="89150"/>
                  <a:pt x="420440" y="89150"/>
                </a:cubicBezTo>
                <a:cubicBezTo>
                  <a:pt x="418538" y="89150"/>
                  <a:pt x="416679" y="88621"/>
                  <a:pt x="414860" y="87563"/>
                </a:cubicBezTo>
                <a:cubicBezTo>
                  <a:pt x="413042" y="86505"/>
                  <a:pt x="411698" y="84991"/>
                  <a:pt x="410830" y="83022"/>
                </a:cubicBezTo>
                <a:cubicBezTo>
                  <a:pt x="409962" y="81052"/>
                  <a:pt x="409528" y="78014"/>
                  <a:pt x="409528" y="73908"/>
                </a:cubicBezTo>
                <a:lnTo>
                  <a:pt x="409528" y="35585"/>
                </a:lnTo>
                <a:lnTo>
                  <a:pt x="400539" y="35585"/>
                </a:lnTo>
                <a:lnTo>
                  <a:pt x="400539" y="33598"/>
                </a:lnTo>
                <a:cubicBezTo>
                  <a:pt x="402812" y="32694"/>
                  <a:pt x="405137" y="31163"/>
                  <a:pt x="407514" y="29006"/>
                </a:cubicBezTo>
                <a:cubicBezTo>
                  <a:pt x="409890" y="26849"/>
                  <a:pt x="412008" y="24278"/>
                  <a:pt x="413868" y="21294"/>
                </a:cubicBezTo>
                <a:cubicBezTo>
                  <a:pt x="414819" y="19718"/>
                  <a:pt x="416141" y="16836"/>
                  <a:pt x="417836" y="12647"/>
                </a:cubicBezTo>
                <a:lnTo>
                  <a:pt x="419758" y="12647"/>
                </a:lnTo>
                <a:close/>
                <a:moveTo>
                  <a:pt x="447984" y="52820"/>
                </a:moveTo>
                <a:cubicBezTo>
                  <a:pt x="447943" y="61213"/>
                  <a:pt x="449989" y="67795"/>
                  <a:pt x="454122" y="72568"/>
                </a:cubicBezTo>
                <a:cubicBezTo>
                  <a:pt x="458255" y="77340"/>
                  <a:pt x="463111" y="79726"/>
                  <a:pt x="468691" y="79726"/>
                </a:cubicBezTo>
                <a:cubicBezTo>
                  <a:pt x="472410" y="79726"/>
                  <a:pt x="475644" y="78699"/>
                  <a:pt x="478393" y="76644"/>
                </a:cubicBezTo>
                <a:cubicBezTo>
                  <a:pt x="481141" y="74589"/>
                  <a:pt x="483445" y="71070"/>
                  <a:pt x="485305" y="66087"/>
                </a:cubicBezTo>
                <a:lnTo>
                  <a:pt x="487227" y="67333"/>
                </a:lnTo>
                <a:cubicBezTo>
                  <a:pt x="486359" y="73025"/>
                  <a:pt x="483838" y="78208"/>
                  <a:pt x="479664" y="82882"/>
                </a:cubicBezTo>
                <a:cubicBezTo>
                  <a:pt x="475489" y="87556"/>
                  <a:pt x="470261" y="89893"/>
                  <a:pt x="463979" y="89893"/>
                </a:cubicBezTo>
                <a:cubicBezTo>
                  <a:pt x="457159" y="89893"/>
                  <a:pt x="451321" y="87244"/>
                  <a:pt x="446465" y="81945"/>
                </a:cubicBezTo>
                <a:cubicBezTo>
                  <a:pt x="441609" y="76644"/>
                  <a:pt x="439181" y="69518"/>
                  <a:pt x="439181" y="60568"/>
                </a:cubicBezTo>
                <a:cubicBezTo>
                  <a:pt x="439181" y="50876"/>
                  <a:pt x="441671" y="43318"/>
                  <a:pt x="446651" y="37895"/>
                </a:cubicBezTo>
                <a:cubicBezTo>
                  <a:pt x="451631" y="32470"/>
                  <a:pt x="457883" y="29758"/>
                  <a:pt x="465405" y="29758"/>
                </a:cubicBezTo>
                <a:cubicBezTo>
                  <a:pt x="471770" y="29758"/>
                  <a:pt x="476998" y="31850"/>
                  <a:pt x="481090" y="36035"/>
                </a:cubicBezTo>
                <a:cubicBezTo>
                  <a:pt x="485181" y="40218"/>
                  <a:pt x="487227" y="45813"/>
                  <a:pt x="487227" y="52820"/>
                </a:cubicBezTo>
                <a:lnTo>
                  <a:pt x="447984" y="52820"/>
                </a:lnTo>
                <a:moveTo>
                  <a:pt x="447984" y="49224"/>
                </a:moveTo>
                <a:lnTo>
                  <a:pt x="474270" y="49224"/>
                </a:lnTo>
                <a:cubicBezTo>
                  <a:pt x="474063" y="45617"/>
                  <a:pt x="473630" y="43076"/>
                  <a:pt x="472968" y="41601"/>
                </a:cubicBezTo>
                <a:cubicBezTo>
                  <a:pt x="471935" y="39305"/>
                  <a:pt x="470395" y="37501"/>
                  <a:pt x="468350" y="36190"/>
                </a:cubicBezTo>
                <a:cubicBezTo>
                  <a:pt x="466304" y="34878"/>
                  <a:pt x="464165" y="34222"/>
                  <a:pt x="461933" y="34222"/>
                </a:cubicBezTo>
                <a:cubicBezTo>
                  <a:pt x="458503" y="34222"/>
                  <a:pt x="455434" y="35543"/>
                  <a:pt x="452727" y="38187"/>
                </a:cubicBezTo>
                <a:cubicBezTo>
                  <a:pt x="450020" y="40831"/>
                  <a:pt x="448439" y="44510"/>
                  <a:pt x="447984" y="49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A07F0-CE7B-4FAE-B5B8-492301AD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318" y="2322003"/>
            <a:ext cx="706109" cy="307669"/>
          </a:xfrm>
          <a:custGeom xmlns:a="http://schemas.openxmlformats.org/drawingml/2006/main">
            <a:pathLst>
              <a:path w="706109" h="307669">
                <a:moveTo>
                  <a:pt x="0" y="0"/>
                </a:moveTo>
                <a:lnTo>
                  <a:pt x="706109" y="0"/>
                </a:lnTo>
                <a:lnTo>
                  <a:pt x="706109" y="307669"/>
                </a:lnTo>
                <a:lnTo>
                  <a:pt x="0" y="3076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Exclude">
            <a:extLst xmlns:a="http://schemas.openxmlformats.org/drawingml/2006/main">
              <a:ext uri="{FF2B5EF4-FFF2-40B4-BE49-F238E27FC236}">
                <a16:creationId xmlns:a16="http://schemas.microsoft.com/office/drawing/2014/main" id="{3A8830B9-550F-484B-A58B-4A24D7DA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434" y="2427246"/>
            <a:ext cx="409470" cy="89893"/>
          </a:xfrm>
          <a:custGeom xmlns:a="http://schemas.openxmlformats.org/drawingml/2006/main">
            <a:pathLst>
              <a:path w="409470" h="89893">
                <a:moveTo>
                  <a:pt x="23930" y="8679"/>
                </a:moveTo>
                <a:lnTo>
                  <a:pt x="23930" y="41785"/>
                </a:lnTo>
                <a:lnTo>
                  <a:pt x="42405" y="41785"/>
                </a:lnTo>
                <a:cubicBezTo>
                  <a:pt x="47199" y="41785"/>
                  <a:pt x="50402" y="41058"/>
                  <a:pt x="52014" y="39604"/>
                </a:cubicBezTo>
                <a:cubicBezTo>
                  <a:pt x="54163" y="37693"/>
                  <a:pt x="55362" y="34329"/>
                  <a:pt x="55610" y="29510"/>
                </a:cubicBezTo>
                <a:lnTo>
                  <a:pt x="57904" y="29510"/>
                </a:lnTo>
                <a:lnTo>
                  <a:pt x="57904" y="58896"/>
                </a:lnTo>
                <a:lnTo>
                  <a:pt x="55610" y="58896"/>
                </a:lnTo>
                <a:cubicBezTo>
                  <a:pt x="55031" y="54804"/>
                  <a:pt x="54453" y="52180"/>
                  <a:pt x="53874" y="51022"/>
                </a:cubicBezTo>
                <a:cubicBezTo>
                  <a:pt x="53130" y="49576"/>
                  <a:pt x="51911" y="48439"/>
                  <a:pt x="50216" y="47613"/>
                </a:cubicBezTo>
                <a:cubicBezTo>
                  <a:pt x="48522" y="46786"/>
                  <a:pt x="45918" y="46373"/>
                  <a:pt x="42405" y="46373"/>
                </a:cubicBezTo>
                <a:lnTo>
                  <a:pt x="23930" y="46373"/>
                </a:lnTo>
                <a:lnTo>
                  <a:pt x="23930" y="74131"/>
                </a:lnTo>
                <a:cubicBezTo>
                  <a:pt x="23930" y="77857"/>
                  <a:pt x="24096" y="80124"/>
                  <a:pt x="24426" y="80931"/>
                </a:cubicBezTo>
                <a:cubicBezTo>
                  <a:pt x="24757" y="81739"/>
                  <a:pt x="25335" y="82380"/>
                  <a:pt x="26162" y="82857"/>
                </a:cubicBezTo>
                <a:cubicBezTo>
                  <a:pt x="26989" y="83332"/>
                  <a:pt x="28559" y="83570"/>
                  <a:pt x="30874" y="83570"/>
                </a:cubicBezTo>
                <a:lnTo>
                  <a:pt x="45133" y="83570"/>
                </a:lnTo>
                <a:cubicBezTo>
                  <a:pt x="49886" y="83570"/>
                  <a:pt x="53337" y="83239"/>
                  <a:pt x="55486" y="82578"/>
                </a:cubicBezTo>
                <a:cubicBezTo>
                  <a:pt x="57635" y="81917"/>
                  <a:pt x="59702" y="80615"/>
                  <a:pt x="61686" y="78672"/>
                </a:cubicBezTo>
                <a:cubicBezTo>
                  <a:pt x="64248" y="76110"/>
                  <a:pt x="66872" y="72245"/>
                  <a:pt x="69559" y="67079"/>
                </a:cubicBezTo>
                <a:lnTo>
                  <a:pt x="72039" y="67079"/>
                </a:lnTo>
                <a:lnTo>
                  <a:pt x="64785" y="88158"/>
                </a:lnTo>
                <a:lnTo>
                  <a:pt x="0" y="88158"/>
                </a:lnTo>
                <a:lnTo>
                  <a:pt x="0" y="85802"/>
                </a:lnTo>
                <a:lnTo>
                  <a:pt x="2976" y="85802"/>
                </a:lnTo>
                <a:cubicBezTo>
                  <a:pt x="4960" y="85802"/>
                  <a:pt x="6840" y="85326"/>
                  <a:pt x="8617" y="84376"/>
                </a:cubicBezTo>
                <a:cubicBezTo>
                  <a:pt x="9940" y="83715"/>
                  <a:pt x="10839" y="82723"/>
                  <a:pt x="11314" y="81400"/>
                </a:cubicBezTo>
                <a:cubicBezTo>
                  <a:pt x="11789" y="80078"/>
                  <a:pt x="12027" y="77370"/>
                  <a:pt x="12027" y="73279"/>
                </a:cubicBezTo>
                <a:lnTo>
                  <a:pt x="12027" y="18723"/>
                </a:lnTo>
                <a:cubicBezTo>
                  <a:pt x="12027" y="13418"/>
                  <a:pt x="11490" y="10149"/>
                  <a:pt x="10415" y="8916"/>
                </a:cubicBezTo>
                <a:cubicBezTo>
                  <a:pt x="8927" y="7270"/>
                  <a:pt x="6448" y="6448"/>
                  <a:pt x="2976" y="6448"/>
                </a:cubicBezTo>
                <a:lnTo>
                  <a:pt x="0" y="6448"/>
                </a:lnTo>
                <a:lnTo>
                  <a:pt x="0" y="4092"/>
                </a:lnTo>
                <a:lnTo>
                  <a:pt x="64785" y="4092"/>
                </a:lnTo>
                <a:lnTo>
                  <a:pt x="65715" y="22566"/>
                </a:lnTo>
                <a:lnTo>
                  <a:pt x="63297" y="22566"/>
                </a:lnTo>
                <a:cubicBezTo>
                  <a:pt x="62429" y="18125"/>
                  <a:pt x="61469" y="15073"/>
                  <a:pt x="60415" y="13412"/>
                </a:cubicBezTo>
                <a:cubicBezTo>
                  <a:pt x="59361" y="11751"/>
                  <a:pt x="57800" y="10485"/>
                  <a:pt x="55734" y="9613"/>
                </a:cubicBezTo>
                <a:cubicBezTo>
                  <a:pt x="54081" y="8991"/>
                  <a:pt x="51167" y="8679"/>
                  <a:pt x="46993" y="8679"/>
                </a:cubicBezTo>
                <a:lnTo>
                  <a:pt x="23930" y="8679"/>
                </a:lnTo>
                <a:close/>
                <a:moveTo>
                  <a:pt x="76520" y="31370"/>
                </a:moveTo>
                <a:lnTo>
                  <a:pt x="103240" y="31370"/>
                </a:lnTo>
                <a:lnTo>
                  <a:pt x="103240" y="33602"/>
                </a:lnTo>
                <a:cubicBezTo>
                  <a:pt x="101546" y="33602"/>
                  <a:pt x="100357" y="33894"/>
                  <a:pt x="99675" y="34479"/>
                </a:cubicBezTo>
                <a:cubicBezTo>
                  <a:pt x="98993" y="35063"/>
                  <a:pt x="98652" y="35835"/>
                  <a:pt x="98652" y="36794"/>
                </a:cubicBezTo>
                <a:cubicBezTo>
                  <a:pt x="98652" y="37797"/>
                  <a:pt x="99376" y="39341"/>
                  <a:pt x="100822" y="41429"/>
                </a:cubicBezTo>
                <a:cubicBezTo>
                  <a:pt x="101277" y="42076"/>
                  <a:pt x="101959" y="43088"/>
                  <a:pt x="102868" y="44464"/>
                </a:cubicBezTo>
                <a:lnTo>
                  <a:pt x="106898" y="50935"/>
                </a:lnTo>
                <a:lnTo>
                  <a:pt x="111547" y="44488"/>
                </a:lnTo>
                <a:cubicBezTo>
                  <a:pt x="114523" y="40436"/>
                  <a:pt x="116011" y="37862"/>
                  <a:pt x="116011" y="36765"/>
                </a:cubicBezTo>
                <a:cubicBezTo>
                  <a:pt x="116011" y="35879"/>
                  <a:pt x="115660" y="35131"/>
                  <a:pt x="114957" y="34520"/>
                </a:cubicBezTo>
                <a:cubicBezTo>
                  <a:pt x="114255" y="33908"/>
                  <a:pt x="113118" y="33602"/>
                  <a:pt x="111547" y="33602"/>
                </a:cubicBezTo>
                <a:lnTo>
                  <a:pt x="111547" y="31370"/>
                </a:lnTo>
                <a:lnTo>
                  <a:pt x="130766" y="31370"/>
                </a:lnTo>
                <a:lnTo>
                  <a:pt x="130766" y="33602"/>
                </a:lnTo>
                <a:cubicBezTo>
                  <a:pt x="128741" y="33726"/>
                  <a:pt x="126984" y="34284"/>
                  <a:pt x="125496" y="35277"/>
                </a:cubicBezTo>
                <a:cubicBezTo>
                  <a:pt x="123471" y="36684"/>
                  <a:pt x="120702" y="39745"/>
                  <a:pt x="117189" y="44460"/>
                </a:cubicBezTo>
                <a:lnTo>
                  <a:pt x="109440" y="54802"/>
                </a:lnTo>
                <a:lnTo>
                  <a:pt x="123575" y="75187"/>
                </a:lnTo>
                <a:cubicBezTo>
                  <a:pt x="127046" y="80194"/>
                  <a:pt x="129526" y="83205"/>
                  <a:pt x="131014" y="84219"/>
                </a:cubicBezTo>
                <a:cubicBezTo>
                  <a:pt x="132502" y="85233"/>
                  <a:pt x="134424" y="85802"/>
                  <a:pt x="136780" y="85926"/>
                </a:cubicBezTo>
                <a:lnTo>
                  <a:pt x="136780" y="88158"/>
                </a:lnTo>
                <a:lnTo>
                  <a:pt x="109998" y="88158"/>
                </a:lnTo>
                <a:lnTo>
                  <a:pt x="109998" y="85926"/>
                </a:lnTo>
                <a:cubicBezTo>
                  <a:pt x="111857" y="85926"/>
                  <a:pt x="113304" y="85512"/>
                  <a:pt x="114337" y="84684"/>
                </a:cubicBezTo>
                <a:cubicBezTo>
                  <a:pt x="115123" y="84104"/>
                  <a:pt x="115515" y="83337"/>
                  <a:pt x="115515" y="82384"/>
                </a:cubicBezTo>
                <a:cubicBezTo>
                  <a:pt x="115515" y="81432"/>
                  <a:pt x="114193" y="79031"/>
                  <a:pt x="111547" y="75179"/>
                </a:cubicBezTo>
                <a:lnTo>
                  <a:pt x="103240" y="63032"/>
                </a:lnTo>
                <a:lnTo>
                  <a:pt x="94127" y="75129"/>
                </a:lnTo>
                <a:cubicBezTo>
                  <a:pt x="91316" y="78914"/>
                  <a:pt x="89911" y="81161"/>
                  <a:pt x="89911" y="81869"/>
                </a:cubicBezTo>
                <a:cubicBezTo>
                  <a:pt x="89911" y="82867"/>
                  <a:pt x="90376" y="83773"/>
                  <a:pt x="91306" y="84585"/>
                </a:cubicBezTo>
                <a:cubicBezTo>
                  <a:pt x="92236" y="85396"/>
                  <a:pt x="93631" y="85843"/>
                  <a:pt x="95491" y="85926"/>
                </a:cubicBezTo>
                <a:lnTo>
                  <a:pt x="95491" y="88158"/>
                </a:lnTo>
                <a:lnTo>
                  <a:pt x="76954" y="88158"/>
                </a:lnTo>
                <a:lnTo>
                  <a:pt x="76954" y="85926"/>
                </a:lnTo>
                <a:cubicBezTo>
                  <a:pt x="78442" y="85719"/>
                  <a:pt x="79744" y="85202"/>
                  <a:pt x="80860" y="84374"/>
                </a:cubicBezTo>
                <a:cubicBezTo>
                  <a:pt x="82430" y="83174"/>
                  <a:pt x="85075" y="80112"/>
                  <a:pt x="88795" y="75187"/>
                </a:cubicBezTo>
                <a:lnTo>
                  <a:pt x="100698" y="59345"/>
                </a:lnTo>
                <a:lnTo>
                  <a:pt x="89911" y="43718"/>
                </a:lnTo>
                <a:cubicBezTo>
                  <a:pt x="86853" y="39250"/>
                  <a:pt x="84486" y="36446"/>
                  <a:pt x="82813" y="35308"/>
                </a:cubicBezTo>
                <a:cubicBezTo>
                  <a:pt x="81139" y="34171"/>
                  <a:pt x="79041" y="33602"/>
                  <a:pt x="76520" y="33602"/>
                </a:cubicBezTo>
                <a:lnTo>
                  <a:pt x="76520" y="31370"/>
                </a:lnTo>
                <a:close/>
                <a:moveTo>
                  <a:pt x="190530" y="66583"/>
                </a:moveTo>
                <a:cubicBezTo>
                  <a:pt x="189001" y="74064"/>
                  <a:pt x="186004" y="79819"/>
                  <a:pt x="181540" y="83849"/>
                </a:cubicBezTo>
                <a:cubicBezTo>
                  <a:pt x="177077" y="87879"/>
                  <a:pt x="172138" y="89893"/>
                  <a:pt x="166723" y="89893"/>
                </a:cubicBezTo>
                <a:cubicBezTo>
                  <a:pt x="160276" y="89893"/>
                  <a:pt x="154655" y="87190"/>
                  <a:pt x="149861" y="81782"/>
                </a:cubicBezTo>
                <a:cubicBezTo>
                  <a:pt x="145066" y="76373"/>
                  <a:pt x="142669" y="69064"/>
                  <a:pt x="142669" y="59857"/>
                </a:cubicBezTo>
                <a:cubicBezTo>
                  <a:pt x="142669" y="50938"/>
                  <a:pt x="145325" y="43693"/>
                  <a:pt x="150636" y="38119"/>
                </a:cubicBezTo>
                <a:cubicBezTo>
                  <a:pt x="155947" y="32545"/>
                  <a:pt x="162322" y="29758"/>
                  <a:pt x="169761" y="29758"/>
                </a:cubicBezTo>
                <a:cubicBezTo>
                  <a:pt x="175341" y="29758"/>
                  <a:pt x="179929" y="31241"/>
                  <a:pt x="183524" y="34206"/>
                </a:cubicBezTo>
                <a:cubicBezTo>
                  <a:pt x="187120" y="37170"/>
                  <a:pt x="188918" y="40249"/>
                  <a:pt x="188918" y="43441"/>
                </a:cubicBezTo>
                <a:cubicBezTo>
                  <a:pt x="188918" y="45017"/>
                  <a:pt x="188412" y="46293"/>
                  <a:pt x="187399" y="47268"/>
                </a:cubicBezTo>
                <a:cubicBezTo>
                  <a:pt x="186386" y="48242"/>
                  <a:pt x="184971" y="48728"/>
                  <a:pt x="183152" y="48728"/>
                </a:cubicBezTo>
                <a:cubicBezTo>
                  <a:pt x="180714" y="48728"/>
                  <a:pt x="178875" y="47937"/>
                  <a:pt x="177635" y="46353"/>
                </a:cubicBezTo>
                <a:cubicBezTo>
                  <a:pt x="176932" y="45478"/>
                  <a:pt x="176467" y="43810"/>
                  <a:pt x="176240" y="41351"/>
                </a:cubicBezTo>
                <a:cubicBezTo>
                  <a:pt x="176012" y="38892"/>
                  <a:pt x="175176" y="37016"/>
                  <a:pt x="173729" y="35725"/>
                </a:cubicBezTo>
                <a:cubicBezTo>
                  <a:pt x="172282" y="34475"/>
                  <a:pt x="170278" y="33850"/>
                  <a:pt x="167715" y="33850"/>
                </a:cubicBezTo>
                <a:cubicBezTo>
                  <a:pt x="163582" y="33850"/>
                  <a:pt x="160255" y="35379"/>
                  <a:pt x="157734" y="38437"/>
                </a:cubicBezTo>
                <a:cubicBezTo>
                  <a:pt x="154386" y="42488"/>
                  <a:pt x="152712" y="47840"/>
                  <a:pt x="152712" y="54494"/>
                </a:cubicBezTo>
                <a:cubicBezTo>
                  <a:pt x="152712" y="61272"/>
                  <a:pt x="154376" y="67255"/>
                  <a:pt x="157703" y="72442"/>
                </a:cubicBezTo>
                <a:cubicBezTo>
                  <a:pt x="161030" y="77629"/>
                  <a:pt x="165525" y="80222"/>
                  <a:pt x="171187" y="80222"/>
                </a:cubicBezTo>
                <a:cubicBezTo>
                  <a:pt x="175238" y="80222"/>
                  <a:pt x="178875" y="78838"/>
                  <a:pt x="182098" y="76068"/>
                </a:cubicBezTo>
                <a:cubicBezTo>
                  <a:pt x="184372" y="74167"/>
                  <a:pt x="186583" y="70716"/>
                  <a:pt x="188732" y="65715"/>
                </a:cubicBezTo>
                <a:lnTo>
                  <a:pt x="190530" y="66583"/>
                </a:lnTo>
                <a:close/>
                <a:moveTo>
                  <a:pt x="218072" y="0"/>
                </a:moveTo>
                <a:lnTo>
                  <a:pt x="218072" y="75263"/>
                </a:lnTo>
                <a:cubicBezTo>
                  <a:pt x="218072" y="78838"/>
                  <a:pt x="218330" y="81208"/>
                  <a:pt x="218847" y="82373"/>
                </a:cubicBezTo>
                <a:cubicBezTo>
                  <a:pt x="219364" y="83536"/>
                  <a:pt x="220159" y="84420"/>
                  <a:pt x="221234" y="85023"/>
                </a:cubicBezTo>
                <a:cubicBezTo>
                  <a:pt x="222308" y="85625"/>
                  <a:pt x="224313" y="85926"/>
                  <a:pt x="227247" y="85926"/>
                </a:cubicBezTo>
                <a:lnTo>
                  <a:pt x="227247" y="88158"/>
                </a:lnTo>
                <a:lnTo>
                  <a:pt x="199411" y="88158"/>
                </a:lnTo>
                <a:lnTo>
                  <a:pt x="199411" y="85926"/>
                </a:lnTo>
                <a:cubicBezTo>
                  <a:pt x="202015" y="85926"/>
                  <a:pt x="203792" y="85656"/>
                  <a:pt x="204743" y="85116"/>
                </a:cubicBezTo>
                <a:cubicBezTo>
                  <a:pt x="205694" y="84575"/>
                  <a:pt x="206437" y="83681"/>
                  <a:pt x="206975" y="82435"/>
                </a:cubicBezTo>
                <a:cubicBezTo>
                  <a:pt x="207512" y="81187"/>
                  <a:pt x="207781" y="78796"/>
                  <a:pt x="207781" y="75263"/>
                </a:cubicBezTo>
                <a:lnTo>
                  <a:pt x="207781" y="23806"/>
                </a:lnTo>
                <a:cubicBezTo>
                  <a:pt x="207781" y="17400"/>
                  <a:pt x="207636" y="13463"/>
                  <a:pt x="207347" y="11996"/>
                </a:cubicBezTo>
                <a:cubicBezTo>
                  <a:pt x="207057" y="10529"/>
                  <a:pt x="206592" y="9527"/>
                  <a:pt x="205952" y="8989"/>
                </a:cubicBezTo>
                <a:cubicBezTo>
                  <a:pt x="205311" y="8452"/>
                  <a:pt x="204495" y="8183"/>
                  <a:pt x="203503" y="8183"/>
                </a:cubicBezTo>
                <a:cubicBezTo>
                  <a:pt x="202428" y="8183"/>
                  <a:pt x="201065" y="8514"/>
                  <a:pt x="199411" y="9175"/>
                </a:cubicBezTo>
                <a:lnTo>
                  <a:pt x="198357" y="6943"/>
                </a:lnTo>
                <a:lnTo>
                  <a:pt x="215282" y="0"/>
                </a:lnTo>
                <a:lnTo>
                  <a:pt x="218072" y="0"/>
                </a:lnTo>
                <a:close/>
                <a:moveTo>
                  <a:pt x="283496" y="31370"/>
                </a:moveTo>
                <a:lnTo>
                  <a:pt x="283496" y="65963"/>
                </a:lnTo>
                <a:cubicBezTo>
                  <a:pt x="283496" y="72453"/>
                  <a:pt x="283651" y="76423"/>
                  <a:pt x="283961" y="77872"/>
                </a:cubicBezTo>
                <a:cubicBezTo>
                  <a:pt x="284271" y="79320"/>
                  <a:pt x="284767" y="80332"/>
                  <a:pt x="285448" y="80908"/>
                </a:cubicBezTo>
                <a:cubicBezTo>
                  <a:pt x="286130" y="81484"/>
                  <a:pt x="286926" y="81772"/>
                  <a:pt x="287835" y="81772"/>
                </a:cubicBezTo>
                <a:cubicBezTo>
                  <a:pt x="289117" y="81772"/>
                  <a:pt x="290563" y="81421"/>
                  <a:pt x="292175" y="80718"/>
                </a:cubicBezTo>
                <a:lnTo>
                  <a:pt x="293043" y="82950"/>
                </a:lnTo>
                <a:lnTo>
                  <a:pt x="276056" y="89893"/>
                </a:lnTo>
                <a:lnTo>
                  <a:pt x="273266" y="89893"/>
                </a:lnTo>
                <a:lnTo>
                  <a:pt x="273266" y="77923"/>
                </a:lnTo>
                <a:cubicBezTo>
                  <a:pt x="268389" y="83188"/>
                  <a:pt x="264670" y="86500"/>
                  <a:pt x="262107" y="87857"/>
                </a:cubicBezTo>
                <a:cubicBezTo>
                  <a:pt x="259545" y="89215"/>
                  <a:pt x="256838" y="89893"/>
                  <a:pt x="253986" y="89893"/>
                </a:cubicBezTo>
                <a:cubicBezTo>
                  <a:pt x="250803" y="89893"/>
                  <a:pt x="248044" y="88974"/>
                  <a:pt x="245709" y="87135"/>
                </a:cubicBezTo>
                <a:cubicBezTo>
                  <a:pt x="243374" y="85295"/>
                  <a:pt x="241752" y="82929"/>
                  <a:pt x="240843" y="80036"/>
                </a:cubicBezTo>
                <a:cubicBezTo>
                  <a:pt x="239933" y="77143"/>
                  <a:pt x="239479" y="73051"/>
                  <a:pt x="239479" y="67761"/>
                </a:cubicBezTo>
                <a:lnTo>
                  <a:pt x="239479" y="42405"/>
                </a:lnTo>
                <a:cubicBezTo>
                  <a:pt x="239479" y="39699"/>
                  <a:pt x="239189" y="37826"/>
                  <a:pt x="238611" y="36787"/>
                </a:cubicBezTo>
                <a:cubicBezTo>
                  <a:pt x="238032" y="35746"/>
                  <a:pt x="237175" y="34944"/>
                  <a:pt x="236038" y="34382"/>
                </a:cubicBezTo>
                <a:cubicBezTo>
                  <a:pt x="234901" y="33820"/>
                  <a:pt x="232845" y="33560"/>
                  <a:pt x="229869" y="33602"/>
                </a:cubicBezTo>
                <a:lnTo>
                  <a:pt x="229869" y="31370"/>
                </a:lnTo>
                <a:lnTo>
                  <a:pt x="249770" y="31370"/>
                </a:lnTo>
                <a:lnTo>
                  <a:pt x="249770" y="69419"/>
                </a:lnTo>
                <a:cubicBezTo>
                  <a:pt x="249770" y="74716"/>
                  <a:pt x="250690" y="78192"/>
                  <a:pt x="252529" y="79848"/>
                </a:cubicBezTo>
                <a:cubicBezTo>
                  <a:pt x="254368" y="81503"/>
                  <a:pt x="256590" y="82330"/>
                  <a:pt x="259193" y="82330"/>
                </a:cubicBezTo>
                <a:cubicBezTo>
                  <a:pt x="260971" y="82330"/>
                  <a:pt x="262985" y="81771"/>
                  <a:pt x="265238" y="80654"/>
                </a:cubicBezTo>
                <a:cubicBezTo>
                  <a:pt x="267490" y="79537"/>
                  <a:pt x="270167" y="77406"/>
                  <a:pt x="273266" y="74261"/>
                </a:cubicBezTo>
                <a:lnTo>
                  <a:pt x="273266" y="42157"/>
                </a:lnTo>
                <a:cubicBezTo>
                  <a:pt x="273266" y="38862"/>
                  <a:pt x="272677" y="36634"/>
                  <a:pt x="271499" y="35471"/>
                </a:cubicBezTo>
                <a:cubicBezTo>
                  <a:pt x="270322" y="34309"/>
                  <a:pt x="267873" y="33686"/>
                  <a:pt x="264153" y="33602"/>
                </a:cubicBezTo>
                <a:lnTo>
                  <a:pt x="264153" y="31370"/>
                </a:lnTo>
                <a:lnTo>
                  <a:pt x="283496" y="31370"/>
                </a:lnTo>
                <a:close/>
                <a:moveTo>
                  <a:pt x="337308" y="81776"/>
                </a:moveTo>
                <a:cubicBezTo>
                  <a:pt x="334539" y="84668"/>
                  <a:pt x="331831" y="86744"/>
                  <a:pt x="329186" y="88005"/>
                </a:cubicBezTo>
                <a:cubicBezTo>
                  <a:pt x="326541" y="89264"/>
                  <a:pt x="323689" y="89893"/>
                  <a:pt x="320631" y="89893"/>
                </a:cubicBezTo>
                <a:cubicBezTo>
                  <a:pt x="314431" y="89893"/>
                  <a:pt x="309017" y="87306"/>
                  <a:pt x="304388" y="82130"/>
                </a:cubicBezTo>
                <a:cubicBezTo>
                  <a:pt x="299759" y="76954"/>
                  <a:pt x="297445" y="70302"/>
                  <a:pt x="297445" y="62176"/>
                </a:cubicBezTo>
                <a:cubicBezTo>
                  <a:pt x="297445" y="54050"/>
                  <a:pt x="300007" y="46616"/>
                  <a:pt x="305132" y="39873"/>
                </a:cubicBezTo>
                <a:cubicBezTo>
                  <a:pt x="310257" y="33129"/>
                  <a:pt x="316849" y="29758"/>
                  <a:pt x="324909" y="29758"/>
                </a:cubicBezTo>
                <a:cubicBezTo>
                  <a:pt x="329910" y="29758"/>
                  <a:pt x="334043" y="31348"/>
                  <a:pt x="337308" y="34530"/>
                </a:cubicBezTo>
                <a:lnTo>
                  <a:pt x="337308" y="23930"/>
                </a:lnTo>
                <a:cubicBezTo>
                  <a:pt x="337308" y="17469"/>
                  <a:pt x="337153" y="13497"/>
                  <a:pt x="336843" y="12016"/>
                </a:cubicBezTo>
                <a:cubicBezTo>
                  <a:pt x="336533" y="10534"/>
                  <a:pt x="336047" y="9525"/>
                  <a:pt x="335386" y="8989"/>
                </a:cubicBezTo>
                <a:cubicBezTo>
                  <a:pt x="334725" y="8452"/>
                  <a:pt x="333898" y="8183"/>
                  <a:pt x="332906" y="8183"/>
                </a:cubicBezTo>
                <a:cubicBezTo>
                  <a:pt x="331831" y="8183"/>
                  <a:pt x="330406" y="8514"/>
                  <a:pt x="328628" y="9175"/>
                </a:cubicBezTo>
                <a:lnTo>
                  <a:pt x="327822" y="6943"/>
                </a:lnTo>
                <a:lnTo>
                  <a:pt x="344747" y="0"/>
                </a:lnTo>
                <a:lnTo>
                  <a:pt x="347537" y="0"/>
                </a:lnTo>
                <a:lnTo>
                  <a:pt x="347537" y="65715"/>
                </a:lnTo>
                <a:cubicBezTo>
                  <a:pt x="347537" y="72342"/>
                  <a:pt x="347692" y="76386"/>
                  <a:pt x="348002" y="77847"/>
                </a:cubicBezTo>
                <a:cubicBezTo>
                  <a:pt x="348312" y="79308"/>
                  <a:pt x="348808" y="80327"/>
                  <a:pt x="349490" y="80906"/>
                </a:cubicBezTo>
                <a:cubicBezTo>
                  <a:pt x="350172" y="81483"/>
                  <a:pt x="350967" y="81772"/>
                  <a:pt x="351877" y="81772"/>
                </a:cubicBezTo>
                <a:cubicBezTo>
                  <a:pt x="352993" y="81772"/>
                  <a:pt x="354480" y="81421"/>
                  <a:pt x="356340" y="80718"/>
                </a:cubicBezTo>
                <a:lnTo>
                  <a:pt x="357022" y="82950"/>
                </a:lnTo>
                <a:lnTo>
                  <a:pt x="340159" y="89893"/>
                </a:lnTo>
                <a:lnTo>
                  <a:pt x="337308" y="89893"/>
                </a:lnTo>
                <a:lnTo>
                  <a:pt x="337308" y="81776"/>
                </a:lnTo>
                <a:moveTo>
                  <a:pt x="337308" y="77446"/>
                </a:moveTo>
                <a:lnTo>
                  <a:pt x="337308" y="48258"/>
                </a:lnTo>
                <a:cubicBezTo>
                  <a:pt x="337060" y="45454"/>
                  <a:pt x="336316" y="42898"/>
                  <a:pt x="335076" y="40590"/>
                </a:cubicBezTo>
                <a:cubicBezTo>
                  <a:pt x="333836" y="38280"/>
                  <a:pt x="332193" y="36539"/>
                  <a:pt x="330147" y="35365"/>
                </a:cubicBezTo>
                <a:cubicBezTo>
                  <a:pt x="328101" y="34189"/>
                  <a:pt x="326107" y="33602"/>
                  <a:pt x="324165" y="33602"/>
                </a:cubicBezTo>
                <a:cubicBezTo>
                  <a:pt x="320528" y="33602"/>
                  <a:pt x="317283" y="35230"/>
                  <a:pt x="314431" y="38488"/>
                </a:cubicBezTo>
                <a:cubicBezTo>
                  <a:pt x="310670" y="42774"/>
                  <a:pt x="308790" y="49040"/>
                  <a:pt x="308790" y="57286"/>
                </a:cubicBezTo>
                <a:cubicBezTo>
                  <a:pt x="308790" y="65614"/>
                  <a:pt x="310608" y="71994"/>
                  <a:pt x="314245" y="76427"/>
                </a:cubicBezTo>
                <a:cubicBezTo>
                  <a:pt x="317882" y="80858"/>
                  <a:pt x="321933" y="83074"/>
                  <a:pt x="326396" y="83074"/>
                </a:cubicBezTo>
                <a:cubicBezTo>
                  <a:pt x="330158" y="83074"/>
                  <a:pt x="333795" y="81198"/>
                  <a:pt x="337308" y="77446"/>
                </a:cubicBezTo>
                <a:close/>
                <a:moveTo>
                  <a:pt x="370227" y="52820"/>
                </a:moveTo>
                <a:cubicBezTo>
                  <a:pt x="370186" y="61213"/>
                  <a:pt x="372232" y="67795"/>
                  <a:pt x="376365" y="72568"/>
                </a:cubicBezTo>
                <a:cubicBezTo>
                  <a:pt x="380498" y="77340"/>
                  <a:pt x="385354" y="79726"/>
                  <a:pt x="390934" y="79726"/>
                </a:cubicBezTo>
                <a:cubicBezTo>
                  <a:pt x="394653" y="79726"/>
                  <a:pt x="397888" y="78699"/>
                  <a:pt x="400636" y="76644"/>
                </a:cubicBezTo>
                <a:cubicBezTo>
                  <a:pt x="403385" y="74589"/>
                  <a:pt x="405689" y="71070"/>
                  <a:pt x="407549" y="66087"/>
                </a:cubicBezTo>
                <a:lnTo>
                  <a:pt x="409470" y="67333"/>
                </a:lnTo>
                <a:cubicBezTo>
                  <a:pt x="408602" y="73025"/>
                  <a:pt x="406081" y="78208"/>
                  <a:pt x="401907" y="82882"/>
                </a:cubicBezTo>
                <a:cubicBezTo>
                  <a:pt x="397733" y="87556"/>
                  <a:pt x="392504" y="89893"/>
                  <a:pt x="386222" y="89893"/>
                </a:cubicBezTo>
                <a:cubicBezTo>
                  <a:pt x="379403" y="89893"/>
                  <a:pt x="373565" y="87244"/>
                  <a:pt x="368708" y="81945"/>
                </a:cubicBezTo>
                <a:cubicBezTo>
                  <a:pt x="363852" y="76644"/>
                  <a:pt x="361424" y="69518"/>
                  <a:pt x="361424" y="60568"/>
                </a:cubicBezTo>
                <a:cubicBezTo>
                  <a:pt x="361424" y="50876"/>
                  <a:pt x="363914" y="43318"/>
                  <a:pt x="368894" y="37895"/>
                </a:cubicBezTo>
                <a:cubicBezTo>
                  <a:pt x="373875" y="32470"/>
                  <a:pt x="380126" y="29758"/>
                  <a:pt x="387648" y="29758"/>
                </a:cubicBezTo>
                <a:cubicBezTo>
                  <a:pt x="394013" y="29758"/>
                  <a:pt x="399241" y="31850"/>
                  <a:pt x="403333" y="36035"/>
                </a:cubicBezTo>
                <a:cubicBezTo>
                  <a:pt x="407425" y="40218"/>
                  <a:pt x="409470" y="45813"/>
                  <a:pt x="409470" y="52820"/>
                </a:cubicBezTo>
                <a:lnTo>
                  <a:pt x="370227" y="52820"/>
                </a:lnTo>
                <a:moveTo>
                  <a:pt x="370227" y="49224"/>
                </a:moveTo>
                <a:lnTo>
                  <a:pt x="396513" y="49224"/>
                </a:lnTo>
                <a:cubicBezTo>
                  <a:pt x="396307" y="45617"/>
                  <a:pt x="395873" y="43076"/>
                  <a:pt x="395211" y="41601"/>
                </a:cubicBezTo>
                <a:cubicBezTo>
                  <a:pt x="394178" y="39305"/>
                  <a:pt x="392639" y="37501"/>
                  <a:pt x="390593" y="36190"/>
                </a:cubicBezTo>
                <a:cubicBezTo>
                  <a:pt x="388547" y="34878"/>
                  <a:pt x="386408" y="34222"/>
                  <a:pt x="384176" y="34222"/>
                </a:cubicBezTo>
                <a:cubicBezTo>
                  <a:pt x="380746" y="34222"/>
                  <a:pt x="377677" y="35543"/>
                  <a:pt x="374970" y="38187"/>
                </a:cubicBezTo>
                <a:cubicBezTo>
                  <a:pt x="372263" y="40831"/>
                  <a:pt x="370682" y="44510"/>
                  <a:pt x="370227" y="49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2C5E7-A2B9-4B5B-9023-3BE36FB1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133" y="1853854"/>
            <a:ext cx="1153649" cy="281317"/>
          </a:xfrm>
          <a:custGeom xmlns:a="http://schemas.openxmlformats.org/drawingml/2006/main">
            <a:pathLst>
              <a:path w="1153649" h="281317">
                <a:moveTo>
                  <a:pt x="0" y="46886"/>
                </a:moveTo>
                <a:lnTo>
                  <a:pt x="0" y="46886"/>
                </a:lnTo>
                <a:cubicBezTo>
                  <a:pt x="0" y="20992"/>
                  <a:pt x="20992" y="0"/>
                  <a:pt x="46886" y="0"/>
                </a:cubicBezTo>
                <a:lnTo>
                  <a:pt x="1106762" y="0"/>
                </a:lnTo>
                <a:cubicBezTo>
                  <a:pt x="1119197" y="0"/>
                  <a:pt x="1131123" y="4940"/>
                  <a:pt x="1139916" y="13733"/>
                </a:cubicBezTo>
                <a:cubicBezTo>
                  <a:pt x="1148709" y="22525"/>
                  <a:pt x="1153649" y="34451"/>
                  <a:pt x="1153649" y="46886"/>
                </a:cubicBezTo>
                <a:lnTo>
                  <a:pt x="1153649" y="234431"/>
                </a:lnTo>
                <a:cubicBezTo>
                  <a:pt x="1153649" y="260326"/>
                  <a:pt x="1132657" y="281317"/>
                  <a:pt x="1106762" y="281317"/>
                </a:cubicBezTo>
                <a:lnTo>
                  <a:pt x="46886" y="281317"/>
                </a:lnTo>
                <a:cubicBezTo>
                  <a:pt x="20992" y="281317"/>
                  <a:pt x="0" y="260326"/>
                  <a:pt x="0" y="234431"/>
                </a:cubicBezTo>
                <a:lnTo>
                  <a:pt x="0" y="468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E433F6-6A60-4EDB-9B34-855F0475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133" y="1853854"/>
            <a:ext cx="1153649" cy="281317"/>
          </a:xfrm>
          <a:custGeom xmlns:a="http://schemas.openxmlformats.org/drawingml/2006/main">
            <a:pathLst>
              <a:path w="1153649" h="281317" fill="none">
                <a:moveTo>
                  <a:pt x="0" y="46886"/>
                </a:moveTo>
                <a:lnTo>
                  <a:pt x="0" y="46886"/>
                </a:lnTo>
                <a:cubicBezTo>
                  <a:pt x="0" y="20992"/>
                  <a:pt x="20992" y="0"/>
                  <a:pt x="46886" y="0"/>
                </a:cubicBezTo>
                <a:lnTo>
                  <a:pt x="1106762" y="0"/>
                </a:lnTo>
                <a:cubicBezTo>
                  <a:pt x="1119197" y="0"/>
                  <a:pt x="1131123" y="4940"/>
                  <a:pt x="1139916" y="13733"/>
                </a:cubicBezTo>
                <a:cubicBezTo>
                  <a:pt x="1148709" y="22525"/>
                  <a:pt x="1153649" y="34451"/>
                  <a:pt x="1153649" y="46886"/>
                </a:cubicBezTo>
                <a:lnTo>
                  <a:pt x="1153649" y="234431"/>
                </a:lnTo>
                <a:cubicBezTo>
                  <a:pt x="1153649" y="260326"/>
                  <a:pt x="1132657" y="281317"/>
                  <a:pt x="1106762" y="281317"/>
                </a:cubicBezTo>
                <a:lnTo>
                  <a:pt x="46886" y="281317"/>
                </a:lnTo>
                <a:cubicBezTo>
                  <a:pt x="20992" y="281317"/>
                  <a:pt x="0" y="260326"/>
                  <a:pt x="0" y="234431"/>
                </a:cubicBezTo>
                <a:lnTo>
                  <a:pt x="0" y="468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224" name="Text Candidatepapers">
            <a:extLst xmlns:a="http://schemas.openxmlformats.org/drawingml/2006/main">
              <a:ext uri="{FF2B5EF4-FFF2-40B4-BE49-F238E27FC236}">
                <a16:creationId xmlns:a16="http://schemas.microsoft.com/office/drawing/2014/main" id="{4BF7EF30-F915-4A6D-8330-E80F962C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804" y="1866578"/>
            <a:ext cx="940258" cy="124921"/>
          </a:xfrm>
          <a:custGeom xmlns:a="http://schemas.openxmlformats.org/drawingml/2006/main">
            <a:pathLst>
              <a:path w="940258" h="124921">
                <a:moveTo>
                  <a:pt x="77841" y="2418"/>
                </a:moveTo>
                <a:lnTo>
                  <a:pt x="79923" y="33447"/>
                </a:lnTo>
                <a:lnTo>
                  <a:pt x="77841" y="33447"/>
                </a:lnTo>
                <a:cubicBezTo>
                  <a:pt x="75065" y="24155"/>
                  <a:pt x="71102" y="17466"/>
                  <a:pt x="65953" y="13382"/>
                </a:cubicBezTo>
                <a:cubicBezTo>
                  <a:pt x="60804" y="9296"/>
                  <a:pt x="54625" y="7253"/>
                  <a:pt x="47416" y="7253"/>
                </a:cubicBezTo>
                <a:cubicBezTo>
                  <a:pt x="41372" y="7253"/>
                  <a:pt x="35909" y="8785"/>
                  <a:pt x="31029" y="11848"/>
                </a:cubicBezTo>
                <a:cubicBezTo>
                  <a:pt x="26148" y="14909"/>
                  <a:pt x="22309" y="19793"/>
                  <a:pt x="19511" y="26500"/>
                </a:cubicBezTo>
                <a:cubicBezTo>
                  <a:pt x="16712" y="33205"/>
                  <a:pt x="15313" y="41541"/>
                  <a:pt x="15313" y="51509"/>
                </a:cubicBezTo>
                <a:cubicBezTo>
                  <a:pt x="15313" y="59735"/>
                  <a:pt x="16634" y="66865"/>
                  <a:pt x="19275" y="72900"/>
                </a:cubicBezTo>
                <a:cubicBezTo>
                  <a:pt x="21917" y="78935"/>
                  <a:pt x="25891" y="83562"/>
                  <a:pt x="31197" y="86782"/>
                </a:cubicBezTo>
                <a:cubicBezTo>
                  <a:pt x="36503" y="90000"/>
                  <a:pt x="42558" y="91609"/>
                  <a:pt x="49364" y="91609"/>
                </a:cubicBezTo>
                <a:cubicBezTo>
                  <a:pt x="55274" y="91609"/>
                  <a:pt x="60491" y="90340"/>
                  <a:pt x="65013" y="87802"/>
                </a:cubicBezTo>
                <a:cubicBezTo>
                  <a:pt x="69535" y="85262"/>
                  <a:pt x="74505" y="80218"/>
                  <a:pt x="79923" y="72669"/>
                </a:cubicBezTo>
                <a:lnTo>
                  <a:pt x="82005" y="74012"/>
                </a:lnTo>
                <a:cubicBezTo>
                  <a:pt x="77438" y="82140"/>
                  <a:pt x="72110" y="88091"/>
                  <a:pt x="66020" y="91863"/>
                </a:cubicBezTo>
                <a:cubicBezTo>
                  <a:pt x="59931" y="95634"/>
                  <a:pt x="52700" y="97519"/>
                  <a:pt x="44327" y="97519"/>
                </a:cubicBezTo>
                <a:cubicBezTo>
                  <a:pt x="29238" y="97519"/>
                  <a:pt x="17552" y="91930"/>
                  <a:pt x="9268" y="80752"/>
                </a:cubicBezTo>
                <a:cubicBezTo>
                  <a:pt x="3089" y="72436"/>
                  <a:pt x="0" y="62645"/>
                  <a:pt x="0" y="51377"/>
                </a:cubicBezTo>
                <a:cubicBezTo>
                  <a:pt x="0" y="42300"/>
                  <a:pt x="2037" y="33962"/>
                  <a:pt x="6112" y="26361"/>
                </a:cubicBezTo>
                <a:cubicBezTo>
                  <a:pt x="10186" y="18761"/>
                  <a:pt x="15794" y="12870"/>
                  <a:pt x="22936" y="8689"/>
                </a:cubicBezTo>
                <a:cubicBezTo>
                  <a:pt x="30077" y="4508"/>
                  <a:pt x="37879" y="2418"/>
                  <a:pt x="46342" y="2418"/>
                </a:cubicBezTo>
                <a:cubicBezTo>
                  <a:pt x="52924" y="2418"/>
                  <a:pt x="59416" y="4030"/>
                  <a:pt x="65819" y="7253"/>
                </a:cubicBezTo>
                <a:cubicBezTo>
                  <a:pt x="67699" y="8239"/>
                  <a:pt x="69042" y="8731"/>
                  <a:pt x="69848" y="8731"/>
                </a:cubicBezTo>
                <a:cubicBezTo>
                  <a:pt x="71057" y="8731"/>
                  <a:pt x="72110" y="8306"/>
                  <a:pt x="73005" y="7455"/>
                </a:cubicBezTo>
                <a:cubicBezTo>
                  <a:pt x="74169" y="6246"/>
                  <a:pt x="74998" y="4567"/>
                  <a:pt x="75490" y="2418"/>
                </a:cubicBezTo>
                <a:lnTo>
                  <a:pt x="77841" y="2418"/>
                </a:lnTo>
                <a:close/>
                <a:moveTo>
                  <a:pt x="125792" y="86710"/>
                </a:moveTo>
                <a:cubicBezTo>
                  <a:pt x="119479" y="91589"/>
                  <a:pt x="115517" y="94409"/>
                  <a:pt x="113905" y="95168"/>
                </a:cubicBezTo>
                <a:cubicBezTo>
                  <a:pt x="111487" y="96288"/>
                  <a:pt x="108912" y="96848"/>
                  <a:pt x="106181" y="96848"/>
                </a:cubicBezTo>
                <a:cubicBezTo>
                  <a:pt x="101927" y="96848"/>
                  <a:pt x="98424" y="95392"/>
                  <a:pt x="95670" y="92482"/>
                </a:cubicBezTo>
                <a:cubicBezTo>
                  <a:pt x="92917" y="89572"/>
                  <a:pt x="91540" y="85743"/>
                  <a:pt x="91540" y="80997"/>
                </a:cubicBezTo>
                <a:cubicBezTo>
                  <a:pt x="91540" y="77997"/>
                  <a:pt x="92211" y="75400"/>
                  <a:pt x="93555" y="73207"/>
                </a:cubicBezTo>
                <a:cubicBezTo>
                  <a:pt x="95390" y="70162"/>
                  <a:pt x="98581" y="67296"/>
                  <a:pt x="103125" y="64610"/>
                </a:cubicBezTo>
                <a:cubicBezTo>
                  <a:pt x="107670" y="61923"/>
                  <a:pt x="115225" y="58655"/>
                  <a:pt x="125792" y="54804"/>
                </a:cubicBezTo>
                <a:lnTo>
                  <a:pt x="125792" y="52395"/>
                </a:lnTo>
                <a:cubicBezTo>
                  <a:pt x="125792" y="46283"/>
                  <a:pt x="124818" y="42090"/>
                  <a:pt x="122871" y="39814"/>
                </a:cubicBezTo>
                <a:cubicBezTo>
                  <a:pt x="120923" y="37539"/>
                  <a:pt x="118091" y="36402"/>
                  <a:pt x="114375" y="36402"/>
                </a:cubicBezTo>
                <a:cubicBezTo>
                  <a:pt x="111554" y="36402"/>
                  <a:pt x="109315" y="37163"/>
                  <a:pt x="107659" y="38685"/>
                </a:cubicBezTo>
                <a:cubicBezTo>
                  <a:pt x="105957" y="40208"/>
                  <a:pt x="105106" y="41954"/>
                  <a:pt x="105106" y="43924"/>
                </a:cubicBezTo>
                <a:lnTo>
                  <a:pt x="105241" y="47819"/>
                </a:lnTo>
                <a:cubicBezTo>
                  <a:pt x="105241" y="49879"/>
                  <a:pt x="104715" y="51468"/>
                  <a:pt x="103662" y="52588"/>
                </a:cubicBezTo>
                <a:cubicBezTo>
                  <a:pt x="102610" y="53707"/>
                  <a:pt x="101233" y="54267"/>
                  <a:pt x="99532" y="54267"/>
                </a:cubicBezTo>
                <a:cubicBezTo>
                  <a:pt x="97875" y="54267"/>
                  <a:pt x="96521" y="53683"/>
                  <a:pt x="95469" y="52516"/>
                </a:cubicBezTo>
                <a:cubicBezTo>
                  <a:pt x="94416" y="51348"/>
                  <a:pt x="93890" y="49754"/>
                  <a:pt x="93890" y="47733"/>
                </a:cubicBezTo>
                <a:cubicBezTo>
                  <a:pt x="93890" y="43870"/>
                  <a:pt x="95860" y="40322"/>
                  <a:pt x="99801" y="37088"/>
                </a:cubicBezTo>
                <a:cubicBezTo>
                  <a:pt x="103741" y="33855"/>
                  <a:pt x="109270" y="32238"/>
                  <a:pt x="116390" y="32238"/>
                </a:cubicBezTo>
                <a:cubicBezTo>
                  <a:pt x="121852" y="32238"/>
                  <a:pt x="126330" y="33154"/>
                  <a:pt x="129822" y="34987"/>
                </a:cubicBezTo>
                <a:cubicBezTo>
                  <a:pt x="132464" y="36374"/>
                  <a:pt x="134411" y="38543"/>
                  <a:pt x="135665" y="41496"/>
                </a:cubicBezTo>
                <a:cubicBezTo>
                  <a:pt x="136471" y="43418"/>
                  <a:pt x="136874" y="47353"/>
                  <a:pt x="136874" y="53301"/>
                </a:cubicBezTo>
                <a:lnTo>
                  <a:pt x="136874" y="74164"/>
                </a:lnTo>
                <a:cubicBezTo>
                  <a:pt x="136874" y="80022"/>
                  <a:pt x="136986" y="83611"/>
                  <a:pt x="137210" y="84930"/>
                </a:cubicBezTo>
                <a:cubicBezTo>
                  <a:pt x="137434" y="86250"/>
                  <a:pt x="137803" y="87134"/>
                  <a:pt x="138318" y="87581"/>
                </a:cubicBezTo>
                <a:cubicBezTo>
                  <a:pt x="138833" y="88028"/>
                  <a:pt x="139426" y="88251"/>
                  <a:pt x="140098" y="88251"/>
                </a:cubicBezTo>
                <a:cubicBezTo>
                  <a:pt x="140814" y="88251"/>
                  <a:pt x="141441" y="88094"/>
                  <a:pt x="141978" y="87781"/>
                </a:cubicBezTo>
                <a:cubicBezTo>
                  <a:pt x="142919" y="87199"/>
                  <a:pt x="144732" y="85564"/>
                  <a:pt x="147418" y="82878"/>
                </a:cubicBezTo>
                <a:lnTo>
                  <a:pt x="147418" y="86639"/>
                </a:lnTo>
                <a:cubicBezTo>
                  <a:pt x="142404" y="93355"/>
                  <a:pt x="137613" y="96713"/>
                  <a:pt x="133046" y="96713"/>
                </a:cubicBezTo>
                <a:cubicBezTo>
                  <a:pt x="130852" y="96713"/>
                  <a:pt x="129106" y="95958"/>
                  <a:pt x="127807" y="94446"/>
                </a:cubicBezTo>
                <a:cubicBezTo>
                  <a:pt x="126509" y="92934"/>
                  <a:pt x="125837" y="90355"/>
                  <a:pt x="125792" y="86710"/>
                </a:cubicBezTo>
                <a:moveTo>
                  <a:pt x="125792" y="82355"/>
                </a:moveTo>
                <a:lnTo>
                  <a:pt x="125792" y="58968"/>
                </a:lnTo>
                <a:cubicBezTo>
                  <a:pt x="119031" y="61649"/>
                  <a:pt x="114666" y="63548"/>
                  <a:pt x="112696" y="64664"/>
                </a:cubicBezTo>
                <a:cubicBezTo>
                  <a:pt x="109159" y="66630"/>
                  <a:pt x="106629" y="68686"/>
                  <a:pt x="105106" y="70831"/>
                </a:cubicBezTo>
                <a:cubicBezTo>
                  <a:pt x="103584" y="72974"/>
                  <a:pt x="102823" y="75319"/>
                  <a:pt x="102823" y="77866"/>
                </a:cubicBezTo>
                <a:cubicBezTo>
                  <a:pt x="102823" y="81083"/>
                  <a:pt x="103786" y="83752"/>
                  <a:pt x="105711" y="85875"/>
                </a:cubicBezTo>
                <a:cubicBezTo>
                  <a:pt x="107636" y="87996"/>
                  <a:pt x="109853" y="89057"/>
                  <a:pt x="112360" y="89057"/>
                </a:cubicBezTo>
                <a:cubicBezTo>
                  <a:pt x="115763" y="89057"/>
                  <a:pt x="120240" y="86823"/>
                  <a:pt x="125792" y="82355"/>
                </a:cubicBezTo>
                <a:close/>
                <a:moveTo>
                  <a:pt x="169801" y="45200"/>
                </a:moveTo>
                <a:cubicBezTo>
                  <a:pt x="177010" y="36558"/>
                  <a:pt x="183882" y="32238"/>
                  <a:pt x="190420" y="32238"/>
                </a:cubicBezTo>
                <a:cubicBezTo>
                  <a:pt x="193778" y="32238"/>
                  <a:pt x="196666" y="33075"/>
                  <a:pt x="199083" y="34750"/>
                </a:cubicBezTo>
                <a:cubicBezTo>
                  <a:pt x="201501" y="36423"/>
                  <a:pt x="203427" y="39181"/>
                  <a:pt x="204859" y="43021"/>
                </a:cubicBezTo>
                <a:cubicBezTo>
                  <a:pt x="205844" y="45701"/>
                  <a:pt x="206337" y="49809"/>
                  <a:pt x="206337" y="55346"/>
                </a:cubicBezTo>
                <a:lnTo>
                  <a:pt x="206337" y="81535"/>
                </a:lnTo>
                <a:cubicBezTo>
                  <a:pt x="206337" y="85452"/>
                  <a:pt x="206650" y="88109"/>
                  <a:pt x="207277" y="89506"/>
                </a:cubicBezTo>
                <a:cubicBezTo>
                  <a:pt x="207770" y="90632"/>
                  <a:pt x="208564" y="91511"/>
                  <a:pt x="209661" y="92142"/>
                </a:cubicBezTo>
                <a:cubicBezTo>
                  <a:pt x="210758" y="92772"/>
                  <a:pt x="212784" y="93086"/>
                  <a:pt x="215740" y="93086"/>
                </a:cubicBezTo>
                <a:lnTo>
                  <a:pt x="215740" y="95504"/>
                </a:lnTo>
                <a:lnTo>
                  <a:pt x="185315" y="95504"/>
                </a:lnTo>
                <a:lnTo>
                  <a:pt x="185315" y="93086"/>
                </a:lnTo>
                <a:lnTo>
                  <a:pt x="186591" y="93086"/>
                </a:lnTo>
                <a:cubicBezTo>
                  <a:pt x="189457" y="93086"/>
                  <a:pt x="191461" y="92648"/>
                  <a:pt x="192602" y="91771"/>
                </a:cubicBezTo>
                <a:cubicBezTo>
                  <a:pt x="193744" y="90892"/>
                  <a:pt x="194539" y="89597"/>
                  <a:pt x="194987" y="87886"/>
                </a:cubicBezTo>
                <a:cubicBezTo>
                  <a:pt x="195166" y="87210"/>
                  <a:pt x="195255" y="85093"/>
                  <a:pt x="195255" y="81535"/>
                </a:cubicBezTo>
                <a:lnTo>
                  <a:pt x="195255" y="56391"/>
                </a:lnTo>
                <a:cubicBezTo>
                  <a:pt x="195255" y="50802"/>
                  <a:pt x="194528" y="46745"/>
                  <a:pt x="193072" y="44220"/>
                </a:cubicBezTo>
                <a:cubicBezTo>
                  <a:pt x="191617" y="41694"/>
                  <a:pt x="189166" y="40431"/>
                  <a:pt x="185718" y="40431"/>
                </a:cubicBezTo>
                <a:cubicBezTo>
                  <a:pt x="180390" y="40431"/>
                  <a:pt x="175084" y="43342"/>
                  <a:pt x="169801" y="49163"/>
                </a:cubicBezTo>
                <a:lnTo>
                  <a:pt x="169801" y="81535"/>
                </a:lnTo>
                <a:cubicBezTo>
                  <a:pt x="169801" y="85722"/>
                  <a:pt x="170047" y="88312"/>
                  <a:pt x="170540" y="89304"/>
                </a:cubicBezTo>
                <a:cubicBezTo>
                  <a:pt x="171166" y="90610"/>
                  <a:pt x="172028" y="91567"/>
                  <a:pt x="173125" y="92176"/>
                </a:cubicBezTo>
                <a:cubicBezTo>
                  <a:pt x="174222" y="92783"/>
                  <a:pt x="176450" y="93086"/>
                  <a:pt x="179808" y="93086"/>
                </a:cubicBezTo>
                <a:lnTo>
                  <a:pt x="179808" y="95504"/>
                </a:lnTo>
                <a:lnTo>
                  <a:pt x="149384" y="95504"/>
                </a:lnTo>
                <a:lnTo>
                  <a:pt x="149384" y="93086"/>
                </a:lnTo>
                <a:lnTo>
                  <a:pt x="150727" y="93086"/>
                </a:lnTo>
                <a:cubicBezTo>
                  <a:pt x="153861" y="93086"/>
                  <a:pt x="155977" y="92288"/>
                  <a:pt x="157074" y="90690"/>
                </a:cubicBezTo>
                <a:cubicBezTo>
                  <a:pt x="158171" y="89090"/>
                  <a:pt x="158719" y="86039"/>
                  <a:pt x="158719" y="81535"/>
                </a:cubicBezTo>
                <a:lnTo>
                  <a:pt x="158719" y="58834"/>
                </a:lnTo>
                <a:cubicBezTo>
                  <a:pt x="158719" y="51446"/>
                  <a:pt x="158551" y="46946"/>
                  <a:pt x="158215" y="45334"/>
                </a:cubicBezTo>
                <a:cubicBezTo>
                  <a:pt x="157880" y="43722"/>
                  <a:pt x="157365" y="42625"/>
                  <a:pt x="156671" y="42043"/>
                </a:cubicBezTo>
                <a:cubicBezTo>
                  <a:pt x="155977" y="41461"/>
                  <a:pt x="155048" y="41170"/>
                  <a:pt x="153883" y="41170"/>
                </a:cubicBezTo>
                <a:cubicBezTo>
                  <a:pt x="152630" y="41170"/>
                  <a:pt x="151130" y="41506"/>
                  <a:pt x="149384" y="42178"/>
                </a:cubicBezTo>
                <a:lnTo>
                  <a:pt x="148376" y="39760"/>
                </a:lnTo>
                <a:lnTo>
                  <a:pt x="166913" y="32238"/>
                </a:lnTo>
                <a:lnTo>
                  <a:pt x="169801" y="32238"/>
                </a:lnTo>
                <a:lnTo>
                  <a:pt x="169801" y="45200"/>
                </a:lnTo>
                <a:close/>
                <a:moveTo>
                  <a:pt x="264096" y="88591"/>
                </a:moveTo>
                <a:cubicBezTo>
                  <a:pt x="261096" y="91724"/>
                  <a:pt x="258163" y="93973"/>
                  <a:pt x="255298" y="95338"/>
                </a:cubicBezTo>
                <a:cubicBezTo>
                  <a:pt x="252432" y="96703"/>
                  <a:pt x="249343" y="97385"/>
                  <a:pt x="246030" y="97385"/>
                </a:cubicBezTo>
                <a:cubicBezTo>
                  <a:pt x="239313" y="97385"/>
                  <a:pt x="233448" y="94582"/>
                  <a:pt x="228433" y="88975"/>
                </a:cubicBezTo>
                <a:cubicBezTo>
                  <a:pt x="223418" y="83367"/>
                  <a:pt x="220911" y="76161"/>
                  <a:pt x="220911" y="67357"/>
                </a:cubicBezTo>
                <a:cubicBezTo>
                  <a:pt x="220911" y="58555"/>
                  <a:pt x="223687" y="50501"/>
                  <a:pt x="229239" y="43196"/>
                </a:cubicBezTo>
                <a:cubicBezTo>
                  <a:pt x="234791" y="35890"/>
                  <a:pt x="241933" y="32238"/>
                  <a:pt x="250664" y="32238"/>
                </a:cubicBezTo>
                <a:cubicBezTo>
                  <a:pt x="256081" y="32238"/>
                  <a:pt x="260559" y="33961"/>
                  <a:pt x="264096" y="37407"/>
                </a:cubicBezTo>
                <a:lnTo>
                  <a:pt x="264096" y="25925"/>
                </a:lnTo>
                <a:cubicBezTo>
                  <a:pt x="264096" y="18924"/>
                  <a:pt x="263928" y="14622"/>
                  <a:pt x="263592" y="13017"/>
                </a:cubicBezTo>
                <a:cubicBezTo>
                  <a:pt x="263257" y="11412"/>
                  <a:pt x="262730" y="10319"/>
                  <a:pt x="262014" y="9738"/>
                </a:cubicBezTo>
                <a:cubicBezTo>
                  <a:pt x="261298" y="9156"/>
                  <a:pt x="260402" y="8865"/>
                  <a:pt x="259328" y="8865"/>
                </a:cubicBezTo>
                <a:cubicBezTo>
                  <a:pt x="258163" y="8865"/>
                  <a:pt x="256619" y="9224"/>
                  <a:pt x="254693" y="9940"/>
                </a:cubicBezTo>
                <a:lnTo>
                  <a:pt x="253820" y="7522"/>
                </a:lnTo>
                <a:lnTo>
                  <a:pt x="272156" y="0"/>
                </a:lnTo>
                <a:lnTo>
                  <a:pt x="275178" y="0"/>
                </a:lnTo>
                <a:lnTo>
                  <a:pt x="275178" y="71192"/>
                </a:lnTo>
                <a:cubicBezTo>
                  <a:pt x="275178" y="78371"/>
                  <a:pt x="275346" y="82752"/>
                  <a:pt x="275682" y="84334"/>
                </a:cubicBezTo>
                <a:cubicBezTo>
                  <a:pt x="276017" y="85917"/>
                  <a:pt x="276555" y="87022"/>
                  <a:pt x="277293" y="87648"/>
                </a:cubicBezTo>
                <a:cubicBezTo>
                  <a:pt x="278032" y="88274"/>
                  <a:pt x="278894" y="88587"/>
                  <a:pt x="279879" y="88587"/>
                </a:cubicBezTo>
                <a:cubicBezTo>
                  <a:pt x="281088" y="88587"/>
                  <a:pt x="282700" y="88206"/>
                  <a:pt x="284715" y="87445"/>
                </a:cubicBezTo>
                <a:lnTo>
                  <a:pt x="285454" y="89863"/>
                </a:lnTo>
                <a:lnTo>
                  <a:pt x="267186" y="97385"/>
                </a:lnTo>
                <a:lnTo>
                  <a:pt x="264096" y="97385"/>
                </a:lnTo>
                <a:lnTo>
                  <a:pt x="264096" y="88591"/>
                </a:lnTo>
                <a:moveTo>
                  <a:pt x="264096" y="83900"/>
                </a:moveTo>
                <a:lnTo>
                  <a:pt x="264096" y="52279"/>
                </a:lnTo>
                <a:cubicBezTo>
                  <a:pt x="263827" y="49242"/>
                  <a:pt x="263022" y="46473"/>
                  <a:pt x="261678" y="43972"/>
                </a:cubicBezTo>
                <a:cubicBezTo>
                  <a:pt x="260335" y="41470"/>
                  <a:pt x="258555" y="39584"/>
                  <a:pt x="256339" y="38312"/>
                </a:cubicBezTo>
                <a:cubicBezTo>
                  <a:pt x="254123" y="37038"/>
                  <a:pt x="251962" y="36402"/>
                  <a:pt x="249858" y="36402"/>
                </a:cubicBezTo>
                <a:cubicBezTo>
                  <a:pt x="245918" y="36402"/>
                  <a:pt x="242403" y="38166"/>
                  <a:pt x="239313" y="41695"/>
                </a:cubicBezTo>
                <a:cubicBezTo>
                  <a:pt x="235239" y="46339"/>
                  <a:pt x="233202" y="53127"/>
                  <a:pt x="233202" y="62060"/>
                </a:cubicBezTo>
                <a:cubicBezTo>
                  <a:pt x="233202" y="71082"/>
                  <a:pt x="235172" y="77994"/>
                  <a:pt x="239112" y="82796"/>
                </a:cubicBezTo>
                <a:cubicBezTo>
                  <a:pt x="243052" y="87597"/>
                  <a:pt x="247440" y="89997"/>
                  <a:pt x="252276" y="89997"/>
                </a:cubicBezTo>
                <a:cubicBezTo>
                  <a:pt x="256350" y="89997"/>
                  <a:pt x="260290" y="87965"/>
                  <a:pt x="264096" y="83900"/>
                </a:cubicBezTo>
                <a:close/>
                <a:moveTo>
                  <a:pt x="305065" y="0"/>
                </a:moveTo>
                <a:cubicBezTo>
                  <a:pt x="306946" y="0"/>
                  <a:pt x="308546" y="664"/>
                  <a:pt x="309867" y="1992"/>
                </a:cubicBezTo>
                <a:cubicBezTo>
                  <a:pt x="311188" y="3318"/>
                  <a:pt x="311848" y="4927"/>
                  <a:pt x="311848" y="6817"/>
                </a:cubicBezTo>
                <a:cubicBezTo>
                  <a:pt x="311848" y="8707"/>
                  <a:pt x="311188" y="10328"/>
                  <a:pt x="309867" y="11678"/>
                </a:cubicBezTo>
                <a:cubicBezTo>
                  <a:pt x="308546" y="13027"/>
                  <a:pt x="306946" y="13701"/>
                  <a:pt x="305065" y="13701"/>
                </a:cubicBezTo>
                <a:cubicBezTo>
                  <a:pt x="303185" y="13701"/>
                  <a:pt x="301573" y="13027"/>
                  <a:pt x="300229" y="11678"/>
                </a:cubicBezTo>
                <a:cubicBezTo>
                  <a:pt x="298886" y="10328"/>
                  <a:pt x="298215" y="8707"/>
                  <a:pt x="298215" y="6817"/>
                </a:cubicBezTo>
                <a:cubicBezTo>
                  <a:pt x="298215" y="4927"/>
                  <a:pt x="298875" y="3318"/>
                  <a:pt x="300196" y="1992"/>
                </a:cubicBezTo>
                <a:cubicBezTo>
                  <a:pt x="301517" y="664"/>
                  <a:pt x="303140" y="0"/>
                  <a:pt x="305065" y="0"/>
                </a:cubicBezTo>
                <a:moveTo>
                  <a:pt x="310640" y="32238"/>
                </a:moveTo>
                <a:lnTo>
                  <a:pt x="310640" y="81535"/>
                </a:lnTo>
                <a:cubicBezTo>
                  <a:pt x="310640" y="85408"/>
                  <a:pt x="310919" y="87986"/>
                  <a:pt x="311479" y="89271"/>
                </a:cubicBezTo>
                <a:cubicBezTo>
                  <a:pt x="312039" y="90554"/>
                  <a:pt x="312867" y="91511"/>
                  <a:pt x="313964" y="92142"/>
                </a:cubicBezTo>
                <a:cubicBezTo>
                  <a:pt x="315061" y="92772"/>
                  <a:pt x="317065" y="93086"/>
                  <a:pt x="319975" y="93086"/>
                </a:cubicBezTo>
                <a:lnTo>
                  <a:pt x="319975" y="95504"/>
                </a:lnTo>
                <a:lnTo>
                  <a:pt x="290088" y="95504"/>
                </a:lnTo>
                <a:lnTo>
                  <a:pt x="290088" y="93086"/>
                </a:lnTo>
                <a:cubicBezTo>
                  <a:pt x="293088" y="93086"/>
                  <a:pt x="295103" y="92794"/>
                  <a:pt x="296133" y="92209"/>
                </a:cubicBezTo>
                <a:cubicBezTo>
                  <a:pt x="297162" y="91623"/>
                  <a:pt x="297979" y="90655"/>
                  <a:pt x="298584" y="89304"/>
                </a:cubicBezTo>
                <a:cubicBezTo>
                  <a:pt x="299188" y="87953"/>
                  <a:pt x="299491" y="85363"/>
                  <a:pt x="299491" y="81535"/>
                </a:cubicBezTo>
                <a:lnTo>
                  <a:pt x="299491" y="58028"/>
                </a:lnTo>
                <a:cubicBezTo>
                  <a:pt x="299491" y="51329"/>
                  <a:pt x="299289" y="46990"/>
                  <a:pt x="298886" y="45011"/>
                </a:cubicBezTo>
                <a:cubicBezTo>
                  <a:pt x="298573" y="43571"/>
                  <a:pt x="298080" y="42572"/>
                  <a:pt x="297409" y="42012"/>
                </a:cubicBezTo>
                <a:cubicBezTo>
                  <a:pt x="296737" y="41451"/>
                  <a:pt x="295819" y="41170"/>
                  <a:pt x="294655" y="41170"/>
                </a:cubicBezTo>
                <a:cubicBezTo>
                  <a:pt x="293401" y="41170"/>
                  <a:pt x="291879" y="41506"/>
                  <a:pt x="290088" y="42178"/>
                </a:cubicBezTo>
                <a:lnTo>
                  <a:pt x="289148" y="39760"/>
                </a:lnTo>
                <a:lnTo>
                  <a:pt x="307684" y="32238"/>
                </a:lnTo>
                <a:lnTo>
                  <a:pt x="310640" y="32238"/>
                </a:lnTo>
                <a:close/>
                <a:moveTo>
                  <a:pt x="370971" y="88591"/>
                </a:moveTo>
                <a:cubicBezTo>
                  <a:pt x="367971" y="91724"/>
                  <a:pt x="365038" y="93973"/>
                  <a:pt x="362172" y="95338"/>
                </a:cubicBezTo>
                <a:cubicBezTo>
                  <a:pt x="359307" y="96703"/>
                  <a:pt x="356217" y="97385"/>
                  <a:pt x="352904" y="97385"/>
                </a:cubicBezTo>
                <a:cubicBezTo>
                  <a:pt x="346188" y="97385"/>
                  <a:pt x="340322" y="94582"/>
                  <a:pt x="335308" y="88975"/>
                </a:cubicBezTo>
                <a:cubicBezTo>
                  <a:pt x="330293" y="83367"/>
                  <a:pt x="327785" y="76161"/>
                  <a:pt x="327785" y="67357"/>
                </a:cubicBezTo>
                <a:cubicBezTo>
                  <a:pt x="327785" y="58555"/>
                  <a:pt x="330562" y="50501"/>
                  <a:pt x="336114" y="43196"/>
                </a:cubicBezTo>
                <a:cubicBezTo>
                  <a:pt x="341666" y="35890"/>
                  <a:pt x="348807" y="32238"/>
                  <a:pt x="357538" y="32238"/>
                </a:cubicBezTo>
                <a:cubicBezTo>
                  <a:pt x="362956" y="32238"/>
                  <a:pt x="367433" y="33961"/>
                  <a:pt x="370971" y="37407"/>
                </a:cubicBezTo>
                <a:lnTo>
                  <a:pt x="370971" y="25925"/>
                </a:lnTo>
                <a:cubicBezTo>
                  <a:pt x="370971" y="18924"/>
                  <a:pt x="370803" y="14622"/>
                  <a:pt x="370467" y="13017"/>
                </a:cubicBezTo>
                <a:cubicBezTo>
                  <a:pt x="370131" y="11412"/>
                  <a:pt x="369605" y="10319"/>
                  <a:pt x="368889" y="9738"/>
                </a:cubicBezTo>
                <a:cubicBezTo>
                  <a:pt x="368172" y="9156"/>
                  <a:pt x="367277" y="8865"/>
                  <a:pt x="366202" y="8865"/>
                </a:cubicBezTo>
                <a:cubicBezTo>
                  <a:pt x="365038" y="8865"/>
                  <a:pt x="363493" y="9224"/>
                  <a:pt x="361568" y="9940"/>
                </a:cubicBezTo>
                <a:lnTo>
                  <a:pt x="360695" y="7522"/>
                </a:lnTo>
                <a:lnTo>
                  <a:pt x="379030" y="0"/>
                </a:lnTo>
                <a:lnTo>
                  <a:pt x="382052" y="0"/>
                </a:lnTo>
                <a:lnTo>
                  <a:pt x="382052" y="71192"/>
                </a:lnTo>
                <a:cubicBezTo>
                  <a:pt x="382052" y="78371"/>
                  <a:pt x="382220" y="82752"/>
                  <a:pt x="382556" y="84334"/>
                </a:cubicBezTo>
                <a:cubicBezTo>
                  <a:pt x="382892" y="85917"/>
                  <a:pt x="383429" y="87022"/>
                  <a:pt x="384168" y="87648"/>
                </a:cubicBezTo>
                <a:cubicBezTo>
                  <a:pt x="384907" y="88274"/>
                  <a:pt x="385769" y="88587"/>
                  <a:pt x="386754" y="88587"/>
                </a:cubicBezTo>
                <a:cubicBezTo>
                  <a:pt x="387963" y="88587"/>
                  <a:pt x="389574" y="88206"/>
                  <a:pt x="391589" y="87445"/>
                </a:cubicBezTo>
                <a:lnTo>
                  <a:pt x="392328" y="89863"/>
                </a:lnTo>
                <a:lnTo>
                  <a:pt x="374060" y="97385"/>
                </a:lnTo>
                <a:lnTo>
                  <a:pt x="370971" y="97385"/>
                </a:lnTo>
                <a:lnTo>
                  <a:pt x="370971" y="88591"/>
                </a:lnTo>
                <a:moveTo>
                  <a:pt x="370971" y="83900"/>
                </a:moveTo>
                <a:lnTo>
                  <a:pt x="370971" y="52279"/>
                </a:lnTo>
                <a:cubicBezTo>
                  <a:pt x="370702" y="49242"/>
                  <a:pt x="369896" y="46473"/>
                  <a:pt x="368553" y="43972"/>
                </a:cubicBezTo>
                <a:cubicBezTo>
                  <a:pt x="367210" y="41470"/>
                  <a:pt x="365430" y="39584"/>
                  <a:pt x="363213" y="38312"/>
                </a:cubicBezTo>
                <a:cubicBezTo>
                  <a:pt x="360997" y="37038"/>
                  <a:pt x="358837" y="36402"/>
                  <a:pt x="356732" y="36402"/>
                </a:cubicBezTo>
                <a:cubicBezTo>
                  <a:pt x="352792" y="36402"/>
                  <a:pt x="349277" y="38166"/>
                  <a:pt x="346188" y="41695"/>
                </a:cubicBezTo>
                <a:cubicBezTo>
                  <a:pt x="342113" y="46339"/>
                  <a:pt x="340076" y="53127"/>
                  <a:pt x="340076" y="62060"/>
                </a:cubicBezTo>
                <a:cubicBezTo>
                  <a:pt x="340076" y="71082"/>
                  <a:pt x="342046" y="77994"/>
                  <a:pt x="345986" y="82796"/>
                </a:cubicBezTo>
                <a:cubicBezTo>
                  <a:pt x="349927" y="87597"/>
                  <a:pt x="354314" y="89997"/>
                  <a:pt x="359150" y="89997"/>
                </a:cubicBezTo>
                <a:cubicBezTo>
                  <a:pt x="363225" y="89997"/>
                  <a:pt x="367165" y="87965"/>
                  <a:pt x="370971" y="83900"/>
                </a:cubicBezTo>
                <a:close/>
                <a:moveTo>
                  <a:pt x="431148" y="86710"/>
                </a:moveTo>
                <a:cubicBezTo>
                  <a:pt x="424835" y="91589"/>
                  <a:pt x="420872" y="94409"/>
                  <a:pt x="419260" y="95168"/>
                </a:cubicBezTo>
                <a:cubicBezTo>
                  <a:pt x="416842" y="96288"/>
                  <a:pt x="414268" y="96848"/>
                  <a:pt x="411537" y="96848"/>
                </a:cubicBezTo>
                <a:cubicBezTo>
                  <a:pt x="407283" y="96848"/>
                  <a:pt x="403779" y="95392"/>
                  <a:pt x="401026" y="92482"/>
                </a:cubicBezTo>
                <a:cubicBezTo>
                  <a:pt x="398272" y="89572"/>
                  <a:pt x="396895" y="85743"/>
                  <a:pt x="396895" y="80997"/>
                </a:cubicBezTo>
                <a:cubicBezTo>
                  <a:pt x="396895" y="77997"/>
                  <a:pt x="397567" y="75400"/>
                  <a:pt x="398910" y="73207"/>
                </a:cubicBezTo>
                <a:cubicBezTo>
                  <a:pt x="400746" y="70162"/>
                  <a:pt x="403936" y="67296"/>
                  <a:pt x="408481" y="64610"/>
                </a:cubicBezTo>
                <a:cubicBezTo>
                  <a:pt x="413025" y="61923"/>
                  <a:pt x="420581" y="58655"/>
                  <a:pt x="431148" y="54804"/>
                </a:cubicBezTo>
                <a:lnTo>
                  <a:pt x="431148" y="52395"/>
                </a:lnTo>
                <a:cubicBezTo>
                  <a:pt x="431148" y="46283"/>
                  <a:pt x="430174" y="42090"/>
                  <a:pt x="428226" y="39814"/>
                </a:cubicBezTo>
                <a:cubicBezTo>
                  <a:pt x="426279" y="37539"/>
                  <a:pt x="423447" y="36402"/>
                  <a:pt x="419730" y="36402"/>
                </a:cubicBezTo>
                <a:cubicBezTo>
                  <a:pt x="416910" y="36402"/>
                  <a:pt x="414671" y="37163"/>
                  <a:pt x="413014" y="38685"/>
                </a:cubicBezTo>
                <a:cubicBezTo>
                  <a:pt x="411313" y="40208"/>
                  <a:pt x="410462" y="41954"/>
                  <a:pt x="410462" y="43924"/>
                </a:cubicBezTo>
                <a:lnTo>
                  <a:pt x="410596" y="47819"/>
                </a:lnTo>
                <a:cubicBezTo>
                  <a:pt x="410596" y="49879"/>
                  <a:pt x="410070" y="51468"/>
                  <a:pt x="409018" y="52588"/>
                </a:cubicBezTo>
                <a:cubicBezTo>
                  <a:pt x="407966" y="53707"/>
                  <a:pt x="406589" y="54267"/>
                  <a:pt x="404888" y="54267"/>
                </a:cubicBezTo>
                <a:cubicBezTo>
                  <a:pt x="403231" y="54267"/>
                  <a:pt x="401876" y="53683"/>
                  <a:pt x="400824" y="52516"/>
                </a:cubicBezTo>
                <a:cubicBezTo>
                  <a:pt x="399772" y="51348"/>
                  <a:pt x="399246" y="49754"/>
                  <a:pt x="399246" y="47733"/>
                </a:cubicBezTo>
                <a:cubicBezTo>
                  <a:pt x="399246" y="43870"/>
                  <a:pt x="401216" y="40322"/>
                  <a:pt x="405156" y="37088"/>
                </a:cubicBezTo>
                <a:cubicBezTo>
                  <a:pt x="409096" y="33855"/>
                  <a:pt x="414626" y="32238"/>
                  <a:pt x="421745" y="32238"/>
                </a:cubicBezTo>
                <a:cubicBezTo>
                  <a:pt x="427208" y="32238"/>
                  <a:pt x="431685" y="33154"/>
                  <a:pt x="435178" y="34987"/>
                </a:cubicBezTo>
                <a:cubicBezTo>
                  <a:pt x="437819" y="36374"/>
                  <a:pt x="439767" y="38543"/>
                  <a:pt x="441021" y="41496"/>
                </a:cubicBezTo>
                <a:cubicBezTo>
                  <a:pt x="441827" y="43418"/>
                  <a:pt x="442230" y="47353"/>
                  <a:pt x="442230" y="53301"/>
                </a:cubicBezTo>
                <a:lnTo>
                  <a:pt x="442230" y="74164"/>
                </a:lnTo>
                <a:cubicBezTo>
                  <a:pt x="442230" y="80022"/>
                  <a:pt x="442342" y="83611"/>
                  <a:pt x="442565" y="84930"/>
                </a:cubicBezTo>
                <a:cubicBezTo>
                  <a:pt x="442789" y="86250"/>
                  <a:pt x="443159" y="87134"/>
                  <a:pt x="443674" y="87581"/>
                </a:cubicBezTo>
                <a:cubicBezTo>
                  <a:pt x="444189" y="88028"/>
                  <a:pt x="444782" y="88251"/>
                  <a:pt x="445453" y="88251"/>
                </a:cubicBezTo>
                <a:cubicBezTo>
                  <a:pt x="446170" y="88251"/>
                  <a:pt x="446797" y="88094"/>
                  <a:pt x="447334" y="87781"/>
                </a:cubicBezTo>
                <a:cubicBezTo>
                  <a:pt x="448274" y="87199"/>
                  <a:pt x="450088" y="85564"/>
                  <a:pt x="452774" y="82878"/>
                </a:cubicBezTo>
                <a:lnTo>
                  <a:pt x="452774" y="86639"/>
                </a:lnTo>
                <a:cubicBezTo>
                  <a:pt x="447759" y="93355"/>
                  <a:pt x="442968" y="96713"/>
                  <a:pt x="438401" y="96713"/>
                </a:cubicBezTo>
                <a:cubicBezTo>
                  <a:pt x="436207" y="96713"/>
                  <a:pt x="434461" y="95958"/>
                  <a:pt x="433163" y="94446"/>
                </a:cubicBezTo>
                <a:cubicBezTo>
                  <a:pt x="431864" y="92934"/>
                  <a:pt x="431193" y="90355"/>
                  <a:pt x="431148" y="86710"/>
                </a:cubicBezTo>
                <a:moveTo>
                  <a:pt x="431148" y="82355"/>
                </a:moveTo>
                <a:lnTo>
                  <a:pt x="431148" y="58968"/>
                </a:lnTo>
                <a:cubicBezTo>
                  <a:pt x="424387" y="61649"/>
                  <a:pt x="420021" y="63548"/>
                  <a:pt x="418051" y="64664"/>
                </a:cubicBezTo>
                <a:cubicBezTo>
                  <a:pt x="414514" y="66630"/>
                  <a:pt x="411984" y="68686"/>
                  <a:pt x="410462" y="70831"/>
                </a:cubicBezTo>
                <a:cubicBezTo>
                  <a:pt x="408940" y="72974"/>
                  <a:pt x="408179" y="75319"/>
                  <a:pt x="408179" y="77866"/>
                </a:cubicBezTo>
                <a:cubicBezTo>
                  <a:pt x="408179" y="81083"/>
                  <a:pt x="409141" y="83752"/>
                  <a:pt x="411066" y="85875"/>
                </a:cubicBezTo>
                <a:cubicBezTo>
                  <a:pt x="412992" y="87996"/>
                  <a:pt x="415208" y="89057"/>
                  <a:pt x="417716" y="89057"/>
                </a:cubicBezTo>
                <a:cubicBezTo>
                  <a:pt x="421118" y="89057"/>
                  <a:pt x="425596" y="86823"/>
                  <a:pt x="431148" y="82355"/>
                </a:cubicBezTo>
                <a:close/>
                <a:moveTo>
                  <a:pt x="475090" y="13701"/>
                </a:moveTo>
                <a:lnTo>
                  <a:pt x="475090" y="33984"/>
                </a:lnTo>
                <a:lnTo>
                  <a:pt x="489462" y="33984"/>
                </a:lnTo>
                <a:lnTo>
                  <a:pt x="489462" y="38551"/>
                </a:lnTo>
                <a:lnTo>
                  <a:pt x="475090" y="38685"/>
                </a:lnTo>
                <a:lnTo>
                  <a:pt x="475090" y="78634"/>
                </a:lnTo>
                <a:cubicBezTo>
                  <a:pt x="475090" y="82623"/>
                  <a:pt x="475660" y="85313"/>
                  <a:pt x="476802" y="86704"/>
                </a:cubicBezTo>
                <a:cubicBezTo>
                  <a:pt x="477944" y="88093"/>
                  <a:pt x="479410" y="88788"/>
                  <a:pt x="481201" y="88788"/>
                </a:cubicBezTo>
                <a:cubicBezTo>
                  <a:pt x="482679" y="88788"/>
                  <a:pt x="484112" y="88324"/>
                  <a:pt x="485500" y="87394"/>
                </a:cubicBezTo>
                <a:cubicBezTo>
                  <a:pt x="486888" y="86465"/>
                  <a:pt x="487962" y="85094"/>
                  <a:pt x="488723" y="83281"/>
                </a:cubicBezTo>
                <a:lnTo>
                  <a:pt x="491343" y="83281"/>
                </a:lnTo>
                <a:cubicBezTo>
                  <a:pt x="489776" y="87691"/>
                  <a:pt x="487559" y="91010"/>
                  <a:pt x="484694" y="93238"/>
                </a:cubicBezTo>
                <a:cubicBezTo>
                  <a:pt x="481828" y="95465"/>
                  <a:pt x="478873" y="96579"/>
                  <a:pt x="475828" y="96579"/>
                </a:cubicBezTo>
                <a:cubicBezTo>
                  <a:pt x="473769" y="96579"/>
                  <a:pt x="471754" y="96006"/>
                  <a:pt x="469784" y="94860"/>
                </a:cubicBezTo>
                <a:cubicBezTo>
                  <a:pt x="467814" y="93714"/>
                  <a:pt x="466358" y="92074"/>
                  <a:pt x="465418" y="89940"/>
                </a:cubicBezTo>
                <a:cubicBezTo>
                  <a:pt x="464478" y="87807"/>
                  <a:pt x="464008" y="84516"/>
                  <a:pt x="464008" y="80068"/>
                </a:cubicBezTo>
                <a:lnTo>
                  <a:pt x="464008" y="38551"/>
                </a:lnTo>
                <a:lnTo>
                  <a:pt x="454269" y="38551"/>
                </a:lnTo>
                <a:lnTo>
                  <a:pt x="454269" y="36398"/>
                </a:lnTo>
                <a:cubicBezTo>
                  <a:pt x="456732" y="35418"/>
                  <a:pt x="459251" y="33760"/>
                  <a:pt x="461825" y="31423"/>
                </a:cubicBezTo>
                <a:cubicBezTo>
                  <a:pt x="464400" y="29087"/>
                  <a:pt x="466694" y="26302"/>
                  <a:pt x="468709" y="23068"/>
                </a:cubicBezTo>
                <a:cubicBezTo>
                  <a:pt x="469739" y="21361"/>
                  <a:pt x="471172" y="18239"/>
                  <a:pt x="473008" y="13701"/>
                </a:cubicBezTo>
                <a:lnTo>
                  <a:pt x="475090" y="13701"/>
                </a:lnTo>
                <a:close/>
                <a:moveTo>
                  <a:pt x="505668" y="57222"/>
                </a:moveTo>
                <a:cubicBezTo>
                  <a:pt x="505623" y="66314"/>
                  <a:pt x="507840" y="73445"/>
                  <a:pt x="512317" y="78615"/>
                </a:cubicBezTo>
                <a:cubicBezTo>
                  <a:pt x="516795" y="83785"/>
                  <a:pt x="522056" y="86370"/>
                  <a:pt x="528100" y="86370"/>
                </a:cubicBezTo>
                <a:cubicBezTo>
                  <a:pt x="532130" y="86370"/>
                  <a:pt x="535634" y="85257"/>
                  <a:pt x="538611" y="83031"/>
                </a:cubicBezTo>
                <a:cubicBezTo>
                  <a:pt x="541589" y="80805"/>
                  <a:pt x="544085" y="76993"/>
                  <a:pt x="546100" y="71595"/>
                </a:cubicBezTo>
                <a:lnTo>
                  <a:pt x="548182" y="72944"/>
                </a:lnTo>
                <a:cubicBezTo>
                  <a:pt x="547241" y="79110"/>
                  <a:pt x="544510" y="84726"/>
                  <a:pt x="539988" y="89789"/>
                </a:cubicBezTo>
                <a:cubicBezTo>
                  <a:pt x="535466" y="94853"/>
                  <a:pt x="529802" y="97385"/>
                  <a:pt x="522996" y="97385"/>
                </a:cubicBezTo>
                <a:cubicBezTo>
                  <a:pt x="515608" y="97385"/>
                  <a:pt x="509284" y="94514"/>
                  <a:pt x="504023" y="88773"/>
                </a:cubicBezTo>
                <a:cubicBezTo>
                  <a:pt x="498762" y="83031"/>
                  <a:pt x="496131" y="75312"/>
                  <a:pt x="496131" y="65615"/>
                </a:cubicBezTo>
                <a:cubicBezTo>
                  <a:pt x="496131" y="55115"/>
                  <a:pt x="498829" y="46928"/>
                  <a:pt x="504224" y="41053"/>
                </a:cubicBezTo>
                <a:cubicBezTo>
                  <a:pt x="509620" y="35176"/>
                  <a:pt x="516392" y="32238"/>
                  <a:pt x="524541" y="32238"/>
                </a:cubicBezTo>
                <a:cubicBezTo>
                  <a:pt x="531436" y="32238"/>
                  <a:pt x="537100" y="34504"/>
                  <a:pt x="541533" y="39038"/>
                </a:cubicBezTo>
                <a:cubicBezTo>
                  <a:pt x="545965" y="43570"/>
                  <a:pt x="548182" y="49631"/>
                  <a:pt x="548182" y="57222"/>
                </a:cubicBezTo>
                <a:lnTo>
                  <a:pt x="505668" y="57222"/>
                </a:lnTo>
                <a:moveTo>
                  <a:pt x="505668" y="53327"/>
                </a:moveTo>
                <a:lnTo>
                  <a:pt x="534145" y="53327"/>
                </a:lnTo>
                <a:cubicBezTo>
                  <a:pt x="533921" y="49419"/>
                  <a:pt x="533451" y="46666"/>
                  <a:pt x="532734" y="45068"/>
                </a:cubicBezTo>
                <a:cubicBezTo>
                  <a:pt x="531615" y="42580"/>
                  <a:pt x="529947" y="40626"/>
                  <a:pt x="527731" y="39206"/>
                </a:cubicBezTo>
                <a:cubicBezTo>
                  <a:pt x="525515" y="37784"/>
                  <a:pt x="523197" y="37073"/>
                  <a:pt x="520780" y="37073"/>
                </a:cubicBezTo>
                <a:cubicBezTo>
                  <a:pt x="517063" y="37073"/>
                  <a:pt x="513739" y="38505"/>
                  <a:pt x="510806" y="41370"/>
                </a:cubicBezTo>
                <a:cubicBezTo>
                  <a:pt x="507873" y="44234"/>
                  <a:pt x="506161" y="48219"/>
                  <a:pt x="505668" y="53327"/>
                </a:cubicBezTo>
                <a:close/>
                <a:moveTo>
                  <a:pt x="586213" y="39894"/>
                </a:moveTo>
                <a:lnTo>
                  <a:pt x="605153" y="32372"/>
                </a:lnTo>
                <a:lnTo>
                  <a:pt x="607705" y="32372"/>
                </a:lnTo>
                <a:lnTo>
                  <a:pt x="607705" y="46812"/>
                </a:lnTo>
                <a:cubicBezTo>
                  <a:pt x="610884" y="41419"/>
                  <a:pt x="614074" y="37642"/>
                  <a:pt x="617275" y="35480"/>
                </a:cubicBezTo>
                <a:cubicBezTo>
                  <a:pt x="620477" y="33319"/>
                  <a:pt x="623846" y="32238"/>
                  <a:pt x="627383" y="32238"/>
                </a:cubicBezTo>
                <a:cubicBezTo>
                  <a:pt x="633562" y="32238"/>
                  <a:pt x="638711" y="34653"/>
                  <a:pt x="642831" y="39483"/>
                </a:cubicBezTo>
                <a:cubicBezTo>
                  <a:pt x="647890" y="45387"/>
                  <a:pt x="650420" y="53081"/>
                  <a:pt x="650420" y="62563"/>
                </a:cubicBezTo>
                <a:cubicBezTo>
                  <a:pt x="650420" y="73164"/>
                  <a:pt x="647375" y="81931"/>
                  <a:pt x="641286" y="88864"/>
                </a:cubicBezTo>
                <a:cubicBezTo>
                  <a:pt x="636271" y="94544"/>
                  <a:pt x="629958" y="97385"/>
                  <a:pt x="622346" y="97385"/>
                </a:cubicBezTo>
                <a:cubicBezTo>
                  <a:pt x="619033" y="97385"/>
                  <a:pt x="616167" y="96915"/>
                  <a:pt x="613749" y="95974"/>
                </a:cubicBezTo>
                <a:cubicBezTo>
                  <a:pt x="611958" y="95303"/>
                  <a:pt x="609944" y="93960"/>
                  <a:pt x="607705" y="91945"/>
                </a:cubicBezTo>
                <a:lnTo>
                  <a:pt x="607705" y="110683"/>
                </a:lnTo>
                <a:cubicBezTo>
                  <a:pt x="607705" y="114916"/>
                  <a:pt x="607962" y="117606"/>
                  <a:pt x="608477" y="118755"/>
                </a:cubicBezTo>
                <a:cubicBezTo>
                  <a:pt x="608992" y="119904"/>
                  <a:pt x="609888" y="120815"/>
                  <a:pt x="611164" y="121490"/>
                </a:cubicBezTo>
                <a:cubicBezTo>
                  <a:pt x="612440" y="122165"/>
                  <a:pt x="614757" y="122503"/>
                  <a:pt x="618115" y="122503"/>
                </a:cubicBezTo>
                <a:lnTo>
                  <a:pt x="618115" y="124921"/>
                </a:lnTo>
                <a:lnTo>
                  <a:pt x="585877" y="124921"/>
                </a:lnTo>
                <a:lnTo>
                  <a:pt x="585877" y="122503"/>
                </a:lnTo>
                <a:lnTo>
                  <a:pt x="587556" y="122503"/>
                </a:lnTo>
                <a:cubicBezTo>
                  <a:pt x="590019" y="122548"/>
                  <a:pt x="592123" y="122075"/>
                  <a:pt x="593869" y="121085"/>
                </a:cubicBezTo>
                <a:cubicBezTo>
                  <a:pt x="594720" y="120589"/>
                  <a:pt x="595381" y="119790"/>
                  <a:pt x="595851" y="118688"/>
                </a:cubicBezTo>
                <a:cubicBezTo>
                  <a:pt x="596321" y="117585"/>
                  <a:pt x="596556" y="114783"/>
                  <a:pt x="596556" y="110280"/>
                </a:cubicBezTo>
                <a:lnTo>
                  <a:pt x="596556" y="51983"/>
                </a:lnTo>
                <a:cubicBezTo>
                  <a:pt x="596556" y="47972"/>
                  <a:pt x="596377" y="45425"/>
                  <a:pt x="596019" y="44344"/>
                </a:cubicBezTo>
                <a:cubicBezTo>
                  <a:pt x="595660" y="43261"/>
                  <a:pt x="595090" y="42450"/>
                  <a:pt x="594306" y="41911"/>
                </a:cubicBezTo>
                <a:cubicBezTo>
                  <a:pt x="593522" y="41372"/>
                  <a:pt x="592459" y="41103"/>
                  <a:pt x="591116" y="41103"/>
                </a:cubicBezTo>
                <a:cubicBezTo>
                  <a:pt x="590041" y="41103"/>
                  <a:pt x="588676" y="41417"/>
                  <a:pt x="587019" y="42043"/>
                </a:cubicBezTo>
                <a:lnTo>
                  <a:pt x="586213" y="39894"/>
                </a:lnTo>
                <a:moveTo>
                  <a:pt x="607705" y="50774"/>
                </a:moveTo>
                <a:lnTo>
                  <a:pt x="607705" y="73744"/>
                </a:lnTo>
                <a:cubicBezTo>
                  <a:pt x="607705" y="78714"/>
                  <a:pt x="607906" y="81982"/>
                  <a:pt x="608309" y="83549"/>
                </a:cubicBezTo>
                <a:cubicBezTo>
                  <a:pt x="608936" y="86146"/>
                  <a:pt x="610470" y="88430"/>
                  <a:pt x="612910" y="90400"/>
                </a:cubicBezTo>
                <a:cubicBezTo>
                  <a:pt x="615350" y="92370"/>
                  <a:pt x="618428" y="93355"/>
                  <a:pt x="622145" y="93355"/>
                </a:cubicBezTo>
                <a:cubicBezTo>
                  <a:pt x="626622" y="93355"/>
                  <a:pt x="630249" y="91609"/>
                  <a:pt x="633025" y="88116"/>
                </a:cubicBezTo>
                <a:cubicBezTo>
                  <a:pt x="636652" y="83549"/>
                  <a:pt x="638465" y="77124"/>
                  <a:pt x="638465" y="68841"/>
                </a:cubicBezTo>
                <a:cubicBezTo>
                  <a:pt x="638465" y="59438"/>
                  <a:pt x="636405" y="52207"/>
                  <a:pt x="632286" y="47148"/>
                </a:cubicBezTo>
                <a:cubicBezTo>
                  <a:pt x="629421" y="43655"/>
                  <a:pt x="626018" y="41909"/>
                  <a:pt x="622078" y="41909"/>
                </a:cubicBezTo>
                <a:cubicBezTo>
                  <a:pt x="619928" y="41909"/>
                  <a:pt x="617802" y="42446"/>
                  <a:pt x="615697" y="43521"/>
                </a:cubicBezTo>
                <a:cubicBezTo>
                  <a:pt x="614085" y="44327"/>
                  <a:pt x="611421" y="46745"/>
                  <a:pt x="607705" y="50774"/>
                </a:cubicBezTo>
                <a:close/>
                <a:moveTo>
                  <a:pt x="694277" y="86710"/>
                </a:moveTo>
                <a:cubicBezTo>
                  <a:pt x="687964" y="91589"/>
                  <a:pt x="684001" y="94409"/>
                  <a:pt x="682389" y="95168"/>
                </a:cubicBezTo>
                <a:cubicBezTo>
                  <a:pt x="679971" y="96288"/>
                  <a:pt x="677397" y="96848"/>
                  <a:pt x="674666" y="96848"/>
                </a:cubicBezTo>
                <a:cubicBezTo>
                  <a:pt x="670412" y="96848"/>
                  <a:pt x="666908" y="95392"/>
                  <a:pt x="664155" y="92482"/>
                </a:cubicBezTo>
                <a:cubicBezTo>
                  <a:pt x="661401" y="89572"/>
                  <a:pt x="660024" y="85743"/>
                  <a:pt x="660024" y="80997"/>
                </a:cubicBezTo>
                <a:cubicBezTo>
                  <a:pt x="660024" y="77997"/>
                  <a:pt x="660696" y="75400"/>
                  <a:pt x="662039" y="73207"/>
                </a:cubicBezTo>
                <a:cubicBezTo>
                  <a:pt x="663875" y="70162"/>
                  <a:pt x="667065" y="67296"/>
                  <a:pt x="671610" y="64610"/>
                </a:cubicBezTo>
                <a:cubicBezTo>
                  <a:pt x="676154" y="61923"/>
                  <a:pt x="683710" y="58655"/>
                  <a:pt x="694277" y="54804"/>
                </a:cubicBezTo>
                <a:lnTo>
                  <a:pt x="694277" y="52395"/>
                </a:lnTo>
                <a:cubicBezTo>
                  <a:pt x="694277" y="46283"/>
                  <a:pt x="693303" y="42090"/>
                  <a:pt x="691355" y="39814"/>
                </a:cubicBezTo>
                <a:cubicBezTo>
                  <a:pt x="689408" y="37539"/>
                  <a:pt x="686576" y="36402"/>
                  <a:pt x="682859" y="36402"/>
                </a:cubicBezTo>
                <a:cubicBezTo>
                  <a:pt x="680038" y="36402"/>
                  <a:pt x="677800" y="37163"/>
                  <a:pt x="676143" y="38685"/>
                </a:cubicBezTo>
                <a:cubicBezTo>
                  <a:pt x="674442" y="40208"/>
                  <a:pt x="673591" y="41954"/>
                  <a:pt x="673591" y="43924"/>
                </a:cubicBezTo>
                <a:lnTo>
                  <a:pt x="673725" y="47819"/>
                </a:lnTo>
                <a:cubicBezTo>
                  <a:pt x="673725" y="49879"/>
                  <a:pt x="673199" y="51468"/>
                  <a:pt x="672147" y="52588"/>
                </a:cubicBezTo>
                <a:cubicBezTo>
                  <a:pt x="671095" y="53707"/>
                  <a:pt x="669718" y="54267"/>
                  <a:pt x="668016" y="54267"/>
                </a:cubicBezTo>
                <a:cubicBezTo>
                  <a:pt x="666360" y="54267"/>
                  <a:pt x="665005" y="53683"/>
                  <a:pt x="663953" y="52516"/>
                </a:cubicBezTo>
                <a:cubicBezTo>
                  <a:pt x="662901" y="51348"/>
                  <a:pt x="662375" y="49754"/>
                  <a:pt x="662375" y="47733"/>
                </a:cubicBezTo>
                <a:cubicBezTo>
                  <a:pt x="662375" y="43870"/>
                  <a:pt x="664345" y="40322"/>
                  <a:pt x="668285" y="37088"/>
                </a:cubicBezTo>
                <a:cubicBezTo>
                  <a:pt x="672225" y="33855"/>
                  <a:pt x="677755" y="32238"/>
                  <a:pt x="684874" y="32238"/>
                </a:cubicBezTo>
                <a:cubicBezTo>
                  <a:pt x="690337" y="32238"/>
                  <a:pt x="694814" y="33154"/>
                  <a:pt x="698307" y="34987"/>
                </a:cubicBezTo>
                <a:cubicBezTo>
                  <a:pt x="700948" y="36374"/>
                  <a:pt x="702896" y="38543"/>
                  <a:pt x="704150" y="41496"/>
                </a:cubicBezTo>
                <a:cubicBezTo>
                  <a:pt x="704956" y="43418"/>
                  <a:pt x="705359" y="47353"/>
                  <a:pt x="705359" y="53301"/>
                </a:cubicBezTo>
                <a:lnTo>
                  <a:pt x="705359" y="74164"/>
                </a:lnTo>
                <a:cubicBezTo>
                  <a:pt x="705359" y="80022"/>
                  <a:pt x="705470" y="83611"/>
                  <a:pt x="705694" y="84930"/>
                </a:cubicBezTo>
                <a:cubicBezTo>
                  <a:pt x="705918" y="86250"/>
                  <a:pt x="706288" y="87134"/>
                  <a:pt x="706802" y="87581"/>
                </a:cubicBezTo>
                <a:cubicBezTo>
                  <a:pt x="707317" y="88028"/>
                  <a:pt x="707911" y="88251"/>
                  <a:pt x="708582" y="88251"/>
                </a:cubicBezTo>
                <a:cubicBezTo>
                  <a:pt x="709299" y="88251"/>
                  <a:pt x="709926" y="88094"/>
                  <a:pt x="710463" y="87781"/>
                </a:cubicBezTo>
                <a:cubicBezTo>
                  <a:pt x="711403" y="87199"/>
                  <a:pt x="713216" y="85564"/>
                  <a:pt x="715903" y="82878"/>
                </a:cubicBezTo>
                <a:lnTo>
                  <a:pt x="715903" y="86639"/>
                </a:lnTo>
                <a:cubicBezTo>
                  <a:pt x="710888" y="93355"/>
                  <a:pt x="706097" y="96713"/>
                  <a:pt x="701530" y="96713"/>
                </a:cubicBezTo>
                <a:cubicBezTo>
                  <a:pt x="699336" y="96713"/>
                  <a:pt x="697590" y="95958"/>
                  <a:pt x="696292" y="94446"/>
                </a:cubicBezTo>
                <a:cubicBezTo>
                  <a:pt x="694993" y="92934"/>
                  <a:pt x="694322" y="90355"/>
                  <a:pt x="694277" y="86710"/>
                </a:cubicBezTo>
                <a:moveTo>
                  <a:pt x="694277" y="82355"/>
                </a:moveTo>
                <a:lnTo>
                  <a:pt x="694277" y="58968"/>
                </a:lnTo>
                <a:cubicBezTo>
                  <a:pt x="687516" y="61649"/>
                  <a:pt x="683150" y="63548"/>
                  <a:pt x="681180" y="64664"/>
                </a:cubicBezTo>
                <a:cubicBezTo>
                  <a:pt x="677643" y="66630"/>
                  <a:pt x="675113" y="68686"/>
                  <a:pt x="673591" y="70831"/>
                </a:cubicBezTo>
                <a:cubicBezTo>
                  <a:pt x="672069" y="72974"/>
                  <a:pt x="671307" y="75319"/>
                  <a:pt x="671307" y="77866"/>
                </a:cubicBezTo>
                <a:cubicBezTo>
                  <a:pt x="671307" y="81083"/>
                  <a:pt x="672270" y="83752"/>
                  <a:pt x="674195" y="85875"/>
                </a:cubicBezTo>
                <a:cubicBezTo>
                  <a:pt x="676121" y="87996"/>
                  <a:pt x="678337" y="89057"/>
                  <a:pt x="680844" y="89057"/>
                </a:cubicBezTo>
                <a:cubicBezTo>
                  <a:pt x="684247" y="89057"/>
                  <a:pt x="688725" y="86823"/>
                  <a:pt x="694277" y="82355"/>
                </a:cubicBezTo>
                <a:close/>
                <a:moveTo>
                  <a:pt x="715921" y="39894"/>
                </a:moveTo>
                <a:lnTo>
                  <a:pt x="734860" y="32372"/>
                </a:lnTo>
                <a:lnTo>
                  <a:pt x="737412" y="32372"/>
                </a:lnTo>
                <a:lnTo>
                  <a:pt x="737412" y="46812"/>
                </a:lnTo>
                <a:cubicBezTo>
                  <a:pt x="740591" y="41419"/>
                  <a:pt x="743782" y="37642"/>
                  <a:pt x="746983" y="35480"/>
                </a:cubicBezTo>
                <a:cubicBezTo>
                  <a:pt x="750184" y="33319"/>
                  <a:pt x="753554" y="32238"/>
                  <a:pt x="757091" y="32238"/>
                </a:cubicBezTo>
                <a:cubicBezTo>
                  <a:pt x="763270" y="32238"/>
                  <a:pt x="768419" y="34653"/>
                  <a:pt x="772538" y="39483"/>
                </a:cubicBezTo>
                <a:cubicBezTo>
                  <a:pt x="777598" y="45387"/>
                  <a:pt x="780127" y="53081"/>
                  <a:pt x="780127" y="62563"/>
                </a:cubicBezTo>
                <a:cubicBezTo>
                  <a:pt x="780127" y="73164"/>
                  <a:pt x="777083" y="81931"/>
                  <a:pt x="770993" y="88864"/>
                </a:cubicBezTo>
                <a:cubicBezTo>
                  <a:pt x="765979" y="94544"/>
                  <a:pt x="759665" y="97385"/>
                  <a:pt x="752054" y="97385"/>
                </a:cubicBezTo>
                <a:cubicBezTo>
                  <a:pt x="748740" y="97385"/>
                  <a:pt x="745875" y="96915"/>
                  <a:pt x="743457" y="95974"/>
                </a:cubicBezTo>
                <a:cubicBezTo>
                  <a:pt x="741666" y="95303"/>
                  <a:pt x="739651" y="93960"/>
                  <a:pt x="737412" y="91945"/>
                </a:cubicBezTo>
                <a:lnTo>
                  <a:pt x="737412" y="110683"/>
                </a:lnTo>
                <a:cubicBezTo>
                  <a:pt x="737412" y="114916"/>
                  <a:pt x="737670" y="117606"/>
                  <a:pt x="738185" y="118755"/>
                </a:cubicBezTo>
                <a:cubicBezTo>
                  <a:pt x="738700" y="119904"/>
                  <a:pt x="739595" y="120815"/>
                  <a:pt x="740871" y="121490"/>
                </a:cubicBezTo>
                <a:cubicBezTo>
                  <a:pt x="742147" y="122165"/>
                  <a:pt x="744464" y="122503"/>
                  <a:pt x="747823" y="122503"/>
                </a:cubicBezTo>
                <a:lnTo>
                  <a:pt x="747823" y="124921"/>
                </a:lnTo>
                <a:lnTo>
                  <a:pt x="715585" y="124921"/>
                </a:lnTo>
                <a:lnTo>
                  <a:pt x="715585" y="122503"/>
                </a:lnTo>
                <a:lnTo>
                  <a:pt x="717264" y="122503"/>
                </a:lnTo>
                <a:cubicBezTo>
                  <a:pt x="719727" y="122548"/>
                  <a:pt x="721831" y="122075"/>
                  <a:pt x="723577" y="121085"/>
                </a:cubicBezTo>
                <a:cubicBezTo>
                  <a:pt x="724428" y="120589"/>
                  <a:pt x="725088" y="119790"/>
                  <a:pt x="725558" y="118688"/>
                </a:cubicBezTo>
                <a:cubicBezTo>
                  <a:pt x="726029" y="117585"/>
                  <a:pt x="726264" y="114783"/>
                  <a:pt x="726264" y="110280"/>
                </a:cubicBezTo>
                <a:lnTo>
                  <a:pt x="726264" y="51983"/>
                </a:lnTo>
                <a:cubicBezTo>
                  <a:pt x="726264" y="47972"/>
                  <a:pt x="726085" y="45425"/>
                  <a:pt x="725726" y="44344"/>
                </a:cubicBezTo>
                <a:cubicBezTo>
                  <a:pt x="725368" y="43261"/>
                  <a:pt x="724797" y="42450"/>
                  <a:pt x="724014" y="41911"/>
                </a:cubicBezTo>
                <a:cubicBezTo>
                  <a:pt x="723230" y="41372"/>
                  <a:pt x="722167" y="41103"/>
                  <a:pt x="720823" y="41103"/>
                </a:cubicBezTo>
                <a:cubicBezTo>
                  <a:pt x="719749" y="41103"/>
                  <a:pt x="718383" y="41417"/>
                  <a:pt x="716727" y="42043"/>
                </a:cubicBezTo>
                <a:lnTo>
                  <a:pt x="715921" y="39894"/>
                </a:lnTo>
                <a:moveTo>
                  <a:pt x="737412" y="50774"/>
                </a:moveTo>
                <a:lnTo>
                  <a:pt x="737412" y="73744"/>
                </a:lnTo>
                <a:cubicBezTo>
                  <a:pt x="737412" y="78714"/>
                  <a:pt x="737614" y="81982"/>
                  <a:pt x="738017" y="83549"/>
                </a:cubicBezTo>
                <a:cubicBezTo>
                  <a:pt x="738644" y="86146"/>
                  <a:pt x="740177" y="88430"/>
                  <a:pt x="742618" y="90400"/>
                </a:cubicBezTo>
                <a:cubicBezTo>
                  <a:pt x="745058" y="92370"/>
                  <a:pt x="748136" y="93355"/>
                  <a:pt x="751852" y="93355"/>
                </a:cubicBezTo>
                <a:cubicBezTo>
                  <a:pt x="756330" y="93355"/>
                  <a:pt x="759957" y="91609"/>
                  <a:pt x="762733" y="88116"/>
                </a:cubicBezTo>
                <a:cubicBezTo>
                  <a:pt x="766359" y="83549"/>
                  <a:pt x="768173" y="77124"/>
                  <a:pt x="768173" y="68841"/>
                </a:cubicBezTo>
                <a:cubicBezTo>
                  <a:pt x="768173" y="59438"/>
                  <a:pt x="766113" y="52207"/>
                  <a:pt x="761994" y="47148"/>
                </a:cubicBezTo>
                <a:cubicBezTo>
                  <a:pt x="759128" y="43655"/>
                  <a:pt x="755725" y="41909"/>
                  <a:pt x="751785" y="41909"/>
                </a:cubicBezTo>
                <a:cubicBezTo>
                  <a:pt x="749636" y="41909"/>
                  <a:pt x="747509" y="42446"/>
                  <a:pt x="745405" y="43521"/>
                </a:cubicBezTo>
                <a:cubicBezTo>
                  <a:pt x="743793" y="44327"/>
                  <a:pt x="741129" y="46745"/>
                  <a:pt x="737412" y="50774"/>
                </a:cubicBezTo>
                <a:close/>
                <a:moveTo>
                  <a:pt x="799470" y="57222"/>
                </a:moveTo>
                <a:cubicBezTo>
                  <a:pt x="799425" y="66314"/>
                  <a:pt x="801641" y="73445"/>
                  <a:pt x="806119" y="78615"/>
                </a:cubicBezTo>
                <a:cubicBezTo>
                  <a:pt x="810596" y="83785"/>
                  <a:pt x="815857" y="86370"/>
                  <a:pt x="821902" y="86370"/>
                </a:cubicBezTo>
                <a:cubicBezTo>
                  <a:pt x="825932" y="86370"/>
                  <a:pt x="829435" y="85257"/>
                  <a:pt x="832413" y="83031"/>
                </a:cubicBezTo>
                <a:cubicBezTo>
                  <a:pt x="835390" y="80805"/>
                  <a:pt x="837886" y="76993"/>
                  <a:pt x="839901" y="71595"/>
                </a:cubicBezTo>
                <a:lnTo>
                  <a:pt x="841983" y="72944"/>
                </a:lnTo>
                <a:cubicBezTo>
                  <a:pt x="841043" y="79110"/>
                  <a:pt x="838312" y="84726"/>
                  <a:pt x="833790" y="89789"/>
                </a:cubicBezTo>
                <a:cubicBezTo>
                  <a:pt x="829267" y="94853"/>
                  <a:pt x="823603" y="97385"/>
                  <a:pt x="816798" y="97385"/>
                </a:cubicBezTo>
                <a:cubicBezTo>
                  <a:pt x="809410" y="97385"/>
                  <a:pt x="803085" y="94514"/>
                  <a:pt x="797824" y="88773"/>
                </a:cubicBezTo>
                <a:cubicBezTo>
                  <a:pt x="792563" y="83031"/>
                  <a:pt x="789933" y="75312"/>
                  <a:pt x="789933" y="65615"/>
                </a:cubicBezTo>
                <a:cubicBezTo>
                  <a:pt x="789933" y="55115"/>
                  <a:pt x="792630" y="46928"/>
                  <a:pt x="798026" y="41053"/>
                </a:cubicBezTo>
                <a:cubicBezTo>
                  <a:pt x="803421" y="35176"/>
                  <a:pt x="810193" y="32238"/>
                  <a:pt x="818342" y="32238"/>
                </a:cubicBezTo>
                <a:cubicBezTo>
                  <a:pt x="825238" y="32238"/>
                  <a:pt x="830902" y="34504"/>
                  <a:pt x="835334" y="39038"/>
                </a:cubicBezTo>
                <a:cubicBezTo>
                  <a:pt x="839767" y="43570"/>
                  <a:pt x="841983" y="49631"/>
                  <a:pt x="841983" y="57222"/>
                </a:cubicBezTo>
                <a:lnTo>
                  <a:pt x="799470" y="57222"/>
                </a:lnTo>
                <a:moveTo>
                  <a:pt x="799470" y="53327"/>
                </a:moveTo>
                <a:lnTo>
                  <a:pt x="827946" y="53327"/>
                </a:lnTo>
                <a:cubicBezTo>
                  <a:pt x="827723" y="49419"/>
                  <a:pt x="827252" y="46666"/>
                  <a:pt x="826536" y="45068"/>
                </a:cubicBezTo>
                <a:cubicBezTo>
                  <a:pt x="825417" y="42580"/>
                  <a:pt x="823749" y="40626"/>
                  <a:pt x="821532" y="39206"/>
                </a:cubicBezTo>
                <a:cubicBezTo>
                  <a:pt x="819316" y="37784"/>
                  <a:pt x="816999" y="37073"/>
                  <a:pt x="814581" y="37073"/>
                </a:cubicBezTo>
                <a:cubicBezTo>
                  <a:pt x="810865" y="37073"/>
                  <a:pt x="807540" y="38505"/>
                  <a:pt x="804608" y="41370"/>
                </a:cubicBezTo>
                <a:cubicBezTo>
                  <a:pt x="801675" y="44234"/>
                  <a:pt x="799962" y="48219"/>
                  <a:pt x="799470" y="53327"/>
                </a:cubicBezTo>
                <a:close/>
                <a:moveTo>
                  <a:pt x="868060" y="32238"/>
                </a:moveTo>
                <a:lnTo>
                  <a:pt x="868060" y="46073"/>
                </a:lnTo>
                <a:cubicBezTo>
                  <a:pt x="873209" y="36850"/>
                  <a:pt x="878493" y="32238"/>
                  <a:pt x="883910" y="32238"/>
                </a:cubicBezTo>
                <a:cubicBezTo>
                  <a:pt x="886373" y="32238"/>
                  <a:pt x="888410" y="32988"/>
                  <a:pt x="890022" y="34488"/>
                </a:cubicBezTo>
                <a:cubicBezTo>
                  <a:pt x="891634" y="35988"/>
                  <a:pt x="892440" y="37723"/>
                  <a:pt x="892440" y="39693"/>
                </a:cubicBezTo>
                <a:cubicBezTo>
                  <a:pt x="892440" y="41439"/>
                  <a:pt x="891858" y="42916"/>
                  <a:pt x="890694" y="44125"/>
                </a:cubicBezTo>
                <a:cubicBezTo>
                  <a:pt x="889530" y="45334"/>
                  <a:pt x="888142" y="45939"/>
                  <a:pt x="886530" y="45939"/>
                </a:cubicBezTo>
                <a:cubicBezTo>
                  <a:pt x="884963" y="45939"/>
                  <a:pt x="883205" y="45178"/>
                  <a:pt x="881257" y="43655"/>
                </a:cubicBezTo>
                <a:cubicBezTo>
                  <a:pt x="879310" y="42133"/>
                  <a:pt x="877866" y="41372"/>
                  <a:pt x="876925" y="41372"/>
                </a:cubicBezTo>
                <a:cubicBezTo>
                  <a:pt x="876120" y="41372"/>
                  <a:pt x="875246" y="41816"/>
                  <a:pt x="874306" y="42705"/>
                </a:cubicBezTo>
                <a:cubicBezTo>
                  <a:pt x="872291" y="44528"/>
                  <a:pt x="870209" y="47528"/>
                  <a:pt x="868060" y="51706"/>
                </a:cubicBezTo>
                <a:lnTo>
                  <a:pt x="868060" y="81132"/>
                </a:lnTo>
                <a:cubicBezTo>
                  <a:pt x="868060" y="84537"/>
                  <a:pt x="868485" y="87113"/>
                  <a:pt x="869336" y="88859"/>
                </a:cubicBezTo>
                <a:cubicBezTo>
                  <a:pt x="869918" y="90070"/>
                  <a:pt x="870948" y="91077"/>
                  <a:pt x="872426" y="91882"/>
                </a:cubicBezTo>
                <a:cubicBezTo>
                  <a:pt x="873903" y="92685"/>
                  <a:pt x="876030" y="93086"/>
                  <a:pt x="878806" y="93086"/>
                </a:cubicBezTo>
                <a:lnTo>
                  <a:pt x="878806" y="95504"/>
                </a:lnTo>
                <a:lnTo>
                  <a:pt x="847307" y="95504"/>
                </a:lnTo>
                <a:lnTo>
                  <a:pt x="847307" y="93086"/>
                </a:lnTo>
                <a:cubicBezTo>
                  <a:pt x="850441" y="93086"/>
                  <a:pt x="852770" y="92588"/>
                  <a:pt x="854292" y="91592"/>
                </a:cubicBezTo>
                <a:cubicBezTo>
                  <a:pt x="855411" y="90867"/>
                  <a:pt x="856195" y="89712"/>
                  <a:pt x="856643" y="88127"/>
                </a:cubicBezTo>
                <a:cubicBezTo>
                  <a:pt x="856866" y="87356"/>
                  <a:pt x="856978" y="85159"/>
                  <a:pt x="856978" y="81535"/>
                </a:cubicBezTo>
                <a:lnTo>
                  <a:pt x="856978" y="57894"/>
                </a:lnTo>
                <a:cubicBezTo>
                  <a:pt x="856978" y="50730"/>
                  <a:pt x="856833" y="46465"/>
                  <a:pt x="856542" y="45099"/>
                </a:cubicBezTo>
                <a:cubicBezTo>
                  <a:pt x="856251" y="43734"/>
                  <a:pt x="855714" y="42737"/>
                  <a:pt x="854930" y="42111"/>
                </a:cubicBezTo>
                <a:cubicBezTo>
                  <a:pt x="854146" y="41484"/>
                  <a:pt x="853173" y="41170"/>
                  <a:pt x="852008" y="41170"/>
                </a:cubicBezTo>
                <a:cubicBezTo>
                  <a:pt x="850620" y="41170"/>
                  <a:pt x="849053" y="41506"/>
                  <a:pt x="847307" y="42178"/>
                </a:cubicBezTo>
                <a:lnTo>
                  <a:pt x="846635" y="39760"/>
                </a:lnTo>
                <a:lnTo>
                  <a:pt x="865239" y="32238"/>
                </a:lnTo>
                <a:lnTo>
                  <a:pt x="868060" y="32238"/>
                </a:lnTo>
                <a:close/>
                <a:moveTo>
                  <a:pt x="935624" y="32238"/>
                </a:moveTo>
                <a:lnTo>
                  <a:pt x="935624" y="53192"/>
                </a:lnTo>
                <a:lnTo>
                  <a:pt x="933408" y="53192"/>
                </a:lnTo>
                <a:cubicBezTo>
                  <a:pt x="931706" y="46637"/>
                  <a:pt x="929523" y="42178"/>
                  <a:pt x="926859" y="39814"/>
                </a:cubicBezTo>
                <a:cubicBezTo>
                  <a:pt x="924195" y="37450"/>
                  <a:pt x="920804" y="36267"/>
                  <a:pt x="916684" y="36267"/>
                </a:cubicBezTo>
                <a:cubicBezTo>
                  <a:pt x="913550" y="36267"/>
                  <a:pt x="911020" y="37093"/>
                  <a:pt x="909095" y="38744"/>
                </a:cubicBezTo>
                <a:cubicBezTo>
                  <a:pt x="907170" y="40395"/>
                  <a:pt x="906207" y="42225"/>
                  <a:pt x="906207" y="44232"/>
                </a:cubicBezTo>
                <a:cubicBezTo>
                  <a:pt x="906207" y="46730"/>
                  <a:pt x="906923" y="48872"/>
                  <a:pt x="908356" y="50657"/>
                </a:cubicBezTo>
                <a:cubicBezTo>
                  <a:pt x="909744" y="52486"/>
                  <a:pt x="912565" y="54426"/>
                  <a:pt x="916819" y="56479"/>
                </a:cubicBezTo>
                <a:lnTo>
                  <a:pt x="926624" y="61231"/>
                </a:lnTo>
                <a:cubicBezTo>
                  <a:pt x="935714" y="65658"/>
                  <a:pt x="940258" y="71493"/>
                  <a:pt x="940258" y="78737"/>
                </a:cubicBezTo>
                <a:cubicBezTo>
                  <a:pt x="940258" y="84327"/>
                  <a:pt x="938143" y="88832"/>
                  <a:pt x="933911" y="92253"/>
                </a:cubicBezTo>
                <a:cubicBezTo>
                  <a:pt x="929680" y="95674"/>
                  <a:pt x="924945" y="97385"/>
                  <a:pt x="919707" y="97385"/>
                </a:cubicBezTo>
                <a:cubicBezTo>
                  <a:pt x="915946" y="97385"/>
                  <a:pt x="911647" y="96747"/>
                  <a:pt x="906812" y="95471"/>
                </a:cubicBezTo>
                <a:cubicBezTo>
                  <a:pt x="905334" y="95045"/>
                  <a:pt x="904125" y="94833"/>
                  <a:pt x="903185" y="94833"/>
                </a:cubicBezTo>
                <a:cubicBezTo>
                  <a:pt x="902155" y="94833"/>
                  <a:pt x="901349" y="95370"/>
                  <a:pt x="900767" y="96445"/>
                </a:cubicBezTo>
                <a:lnTo>
                  <a:pt x="898551" y="96445"/>
                </a:lnTo>
                <a:lnTo>
                  <a:pt x="898551" y="74415"/>
                </a:lnTo>
                <a:lnTo>
                  <a:pt x="900767" y="74415"/>
                </a:lnTo>
                <a:cubicBezTo>
                  <a:pt x="902021" y="80684"/>
                  <a:pt x="904416" y="85408"/>
                  <a:pt x="907953" y="88587"/>
                </a:cubicBezTo>
                <a:cubicBezTo>
                  <a:pt x="911490" y="91766"/>
                  <a:pt x="915453" y="93355"/>
                  <a:pt x="919841" y="93355"/>
                </a:cubicBezTo>
                <a:cubicBezTo>
                  <a:pt x="922930" y="93355"/>
                  <a:pt x="925449" y="92453"/>
                  <a:pt x="927397" y="90650"/>
                </a:cubicBezTo>
                <a:cubicBezTo>
                  <a:pt x="929344" y="88845"/>
                  <a:pt x="930318" y="86673"/>
                  <a:pt x="930318" y="84133"/>
                </a:cubicBezTo>
                <a:cubicBezTo>
                  <a:pt x="930318" y="81059"/>
                  <a:pt x="929232" y="78475"/>
                  <a:pt x="927061" y="76382"/>
                </a:cubicBezTo>
                <a:cubicBezTo>
                  <a:pt x="924889" y="74287"/>
                  <a:pt x="920557" y="71642"/>
                  <a:pt x="914065" y="68446"/>
                </a:cubicBezTo>
                <a:cubicBezTo>
                  <a:pt x="907573" y="65249"/>
                  <a:pt x="903319" y="62350"/>
                  <a:pt x="901304" y="59749"/>
                </a:cubicBezTo>
                <a:cubicBezTo>
                  <a:pt x="899289" y="57193"/>
                  <a:pt x="898282" y="53964"/>
                  <a:pt x="898282" y="50063"/>
                </a:cubicBezTo>
                <a:cubicBezTo>
                  <a:pt x="898282" y="44995"/>
                  <a:pt x="900017" y="40758"/>
                  <a:pt x="903487" y="37350"/>
                </a:cubicBezTo>
                <a:cubicBezTo>
                  <a:pt x="906957" y="33942"/>
                  <a:pt x="911446" y="32238"/>
                  <a:pt x="916953" y="32238"/>
                </a:cubicBezTo>
                <a:cubicBezTo>
                  <a:pt x="919371" y="32238"/>
                  <a:pt x="922304" y="32753"/>
                  <a:pt x="925751" y="33782"/>
                </a:cubicBezTo>
                <a:cubicBezTo>
                  <a:pt x="928035" y="34454"/>
                  <a:pt x="929557" y="34790"/>
                  <a:pt x="930318" y="34790"/>
                </a:cubicBezTo>
                <a:cubicBezTo>
                  <a:pt x="931035" y="34790"/>
                  <a:pt x="931594" y="34633"/>
                  <a:pt x="931997" y="34320"/>
                </a:cubicBezTo>
                <a:cubicBezTo>
                  <a:pt x="932400" y="34006"/>
                  <a:pt x="932870" y="33312"/>
                  <a:pt x="933408" y="32238"/>
                </a:cubicBezTo>
                <a:lnTo>
                  <a:pt x="935624" y="32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160">
            <a:extLst xmlns:a="http://schemas.openxmlformats.org/drawingml/2006/main">
              <a:ext uri="{FF2B5EF4-FFF2-40B4-BE49-F238E27FC236}">
                <a16:creationId xmlns:a16="http://schemas.microsoft.com/office/drawing/2014/main" id="{DABAB8B0-2AC1-454B-86F6-9505E1F4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103" y="2032801"/>
            <a:ext cx="202896" cy="95639"/>
          </a:xfrm>
          <a:custGeom xmlns:a="http://schemas.openxmlformats.org/drawingml/2006/main">
            <a:pathLst>
              <a:path w="202896" h="95639">
                <a:moveTo>
                  <a:pt x="57961" y="806"/>
                </a:moveTo>
                <a:lnTo>
                  <a:pt x="35730" y="77236"/>
                </a:lnTo>
                <a:cubicBezTo>
                  <a:pt x="34566" y="81241"/>
                  <a:pt x="33984" y="83782"/>
                  <a:pt x="33984" y="84861"/>
                </a:cubicBezTo>
                <a:cubicBezTo>
                  <a:pt x="33984" y="85941"/>
                  <a:pt x="34398" y="87055"/>
                  <a:pt x="35226" y="88203"/>
                </a:cubicBezTo>
                <a:cubicBezTo>
                  <a:pt x="36055" y="89350"/>
                  <a:pt x="36950" y="90092"/>
                  <a:pt x="37913" y="90429"/>
                </a:cubicBezTo>
                <a:cubicBezTo>
                  <a:pt x="38876" y="90767"/>
                  <a:pt x="41775" y="91070"/>
                  <a:pt x="46610" y="91340"/>
                </a:cubicBezTo>
                <a:lnTo>
                  <a:pt x="45872" y="93758"/>
                </a:lnTo>
                <a:lnTo>
                  <a:pt x="0" y="93758"/>
                </a:lnTo>
                <a:lnTo>
                  <a:pt x="739" y="91340"/>
                </a:lnTo>
                <a:cubicBezTo>
                  <a:pt x="5306" y="91251"/>
                  <a:pt x="8485" y="90869"/>
                  <a:pt x="10276" y="90194"/>
                </a:cubicBezTo>
                <a:cubicBezTo>
                  <a:pt x="12067" y="89518"/>
                  <a:pt x="13533" y="88416"/>
                  <a:pt x="14675" y="86887"/>
                </a:cubicBezTo>
                <a:cubicBezTo>
                  <a:pt x="15817" y="85357"/>
                  <a:pt x="17104" y="82140"/>
                  <a:pt x="18537" y="77236"/>
                </a:cubicBezTo>
                <a:lnTo>
                  <a:pt x="31700" y="31831"/>
                </a:lnTo>
                <a:cubicBezTo>
                  <a:pt x="33715" y="24937"/>
                  <a:pt x="34768" y="21289"/>
                  <a:pt x="34857" y="20887"/>
                </a:cubicBezTo>
                <a:cubicBezTo>
                  <a:pt x="35126" y="19723"/>
                  <a:pt x="35260" y="18626"/>
                  <a:pt x="35260" y="17596"/>
                </a:cubicBezTo>
                <a:cubicBezTo>
                  <a:pt x="35260" y="15626"/>
                  <a:pt x="34644" y="14059"/>
                  <a:pt x="33413" y="12895"/>
                </a:cubicBezTo>
                <a:cubicBezTo>
                  <a:pt x="32182" y="11731"/>
                  <a:pt x="30424" y="11149"/>
                  <a:pt x="28141" y="11149"/>
                </a:cubicBezTo>
                <a:cubicBezTo>
                  <a:pt x="27021" y="11149"/>
                  <a:pt x="24805" y="11328"/>
                  <a:pt x="21492" y="11686"/>
                </a:cubicBezTo>
                <a:lnTo>
                  <a:pt x="20955" y="9134"/>
                </a:lnTo>
                <a:lnTo>
                  <a:pt x="55140" y="806"/>
                </a:lnTo>
                <a:lnTo>
                  <a:pt x="57961" y="806"/>
                </a:lnTo>
                <a:close/>
                <a:moveTo>
                  <a:pt x="135734" y="0"/>
                </a:moveTo>
                <a:lnTo>
                  <a:pt x="135734" y="2686"/>
                </a:lnTo>
                <a:cubicBezTo>
                  <a:pt x="128929" y="4559"/>
                  <a:pt x="122884" y="7947"/>
                  <a:pt x="117601" y="12853"/>
                </a:cubicBezTo>
                <a:cubicBezTo>
                  <a:pt x="111064" y="18952"/>
                  <a:pt x="105444" y="27272"/>
                  <a:pt x="100743" y="37812"/>
                </a:cubicBezTo>
                <a:cubicBezTo>
                  <a:pt x="104907" y="36424"/>
                  <a:pt x="108512" y="35730"/>
                  <a:pt x="111556" y="35730"/>
                </a:cubicBezTo>
                <a:cubicBezTo>
                  <a:pt x="116616" y="35730"/>
                  <a:pt x="120836" y="37622"/>
                  <a:pt x="124216" y="41405"/>
                </a:cubicBezTo>
                <a:cubicBezTo>
                  <a:pt x="127597" y="45189"/>
                  <a:pt x="129287" y="50551"/>
                  <a:pt x="129287" y="57491"/>
                </a:cubicBezTo>
                <a:cubicBezTo>
                  <a:pt x="129287" y="66446"/>
                  <a:pt x="126780" y="74639"/>
                  <a:pt x="121765" y="82072"/>
                </a:cubicBezTo>
                <a:cubicBezTo>
                  <a:pt x="115586" y="91116"/>
                  <a:pt x="107392" y="95639"/>
                  <a:pt x="97184" y="95639"/>
                </a:cubicBezTo>
                <a:cubicBezTo>
                  <a:pt x="90199" y="95639"/>
                  <a:pt x="84557" y="93242"/>
                  <a:pt x="80259" y="88448"/>
                </a:cubicBezTo>
                <a:cubicBezTo>
                  <a:pt x="75960" y="83653"/>
                  <a:pt x="73811" y="76865"/>
                  <a:pt x="73811" y="68083"/>
                </a:cubicBezTo>
                <a:cubicBezTo>
                  <a:pt x="73811" y="58584"/>
                  <a:pt x="75904" y="49421"/>
                  <a:pt x="80091" y="40595"/>
                </a:cubicBezTo>
                <a:cubicBezTo>
                  <a:pt x="84277" y="31768"/>
                  <a:pt x="89594" y="24318"/>
                  <a:pt x="96042" y="18247"/>
                </a:cubicBezTo>
                <a:cubicBezTo>
                  <a:pt x="102489" y="12176"/>
                  <a:pt x="109407" y="7572"/>
                  <a:pt x="116795" y="4435"/>
                </a:cubicBezTo>
                <a:cubicBezTo>
                  <a:pt x="122571" y="1971"/>
                  <a:pt x="128884" y="493"/>
                  <a:pt x="135734" y="0"/>
                </a:cubicBezTo>
                <a:moveTo>
                  <a:pt x="98527" y="42916"/>
                </a:moveTo>
                <a:cubicBezTo>
                  <a:pt x="95482" y="50886"/>
                  <a:pt x="92975" y="59035"/>
                  <a:pt x="91005" y="67363"/>
                </a:cubicBezTo>
                <a:cubicBezTo>
                  <a:pt x="89661" y="73005"/>
                  <a:pt x="88990" y="77684"/>
                  <a:pt x="88990" y="81400"/>
                </a:cubicBezTo>
                <a:cubicBezTo>
                  <a:pt x="88990" y="84803"/>
                  <a:pt x="89717" y="87333"/>
                  <a:pt x="91173" y="88990"/>
                </a:cubicBezTo>
                <a:cubicBezTo>
                  <a:pt x="92628" y="90646"/>
                  <a:pt x="94452" y="91475"/>
                  <a:pt x="96646" y="91475"/>
                </a:cubicBezTo>
                <a:cubicBezTo>
                  <a:pt x="98392" y="91475"/>
                  <a:pt x="99960" y="90848"/>
                  <a:pt x="101348" y="89594"/>
                </a:cubicBezTo>
                <a:cubicBezTo>
                  <a:pt x="103631" y="87534"/>
                  <a:pt x="105758" y="83415"/>
                  <a:pt x="107728" y="77236"/>
                </a:cubicBezTo>
                <a:cubicBezTo>
                  <a:pt x="110817" y="67475"/>
                  <a:pt x="112362" y="59349"/>
                  <a:pt x="112362" y="52856"/>
                </a:cubicBezTo>
                <a:cubicBezTo>
                  <a:pt x="112362" y="49543"/>
                  <a:pt x="111444" y="46767"/>
                  <a:pt x="109608" y="44528"/>
                </a:cubicBezTo>
                <a:cubicBezTo>
                  <a:pt x="108176" y="42782"/>
                  <a:pt x="106474" y="41909"/>
                  <a:pt x="104504" y="41909"/>
                </a:cubicBezTo>
                <a:cubicBezTo>
                  <a:pt x="102937" y="41909"/>
                  <a:pt x="100945" y="42245"/>
                  <a:pt x="98527" y="42916"/>
                </a:cubicBezTo>
                <a:close/>
                <a:moveTo>
                  <a:pt x="183016" y="806"/>
                </a:moveTo>
                <a:cubicBezTo>
                  <a:pt x="187360" y="806"/>
                  <a:pt x="191076" y="2071"/>
                  <a:pt x="194165" y="4601"/>
                </a:cubicBezTo>
                <a:cubicBezTo>
                  <a:pt x="197255" y="7130"/>
                  <a:pt x="199482" y="10500"/>
                  <a:pt x="200848" y="14708"/>
                </a:cubicBezTo>
                <a:cubicBezTo>
                  <a:pt x="202214" y="18917"/>
                  <a:pt x="202896" y="23081"/>
                  <a:pt x="202896" y="27201"/>
                </a:cubicBezTo>
                <a:cubicBezTo>
                  <a:pt x="202896" y="34320"/>
                  <a:pt x="201967" y="41663"/>
                  <a:pt x="200109" y="49230"/>
                </a:cubicBezTo>
                <a:cubicBezTo>
                  <a:pt x="198251" y="56797"/>
                  <a:pt x="195665" y="63759"/>
                  <a:pt x="192352" y="70117"/>
                </a:cubicBezTo>
                <a:cubicBezTo>
                  <a:pt x="189039" y="76475"/>
                  <a:pt x="185367" y="81803"/>
                  <a:pt x="181337" y="86102"/>
                </a:cubicBezTo>
                <a:cubicBezTo>
                  <a:pt x="178785" y="88788"/>
                  <a:pt x="175685" y="91049"/>
                  <a:pt x="172035" y="92885"/>
                </a:cubicBezTo>
                <a:cubicBezTo>
                  <a:pt x="168386" y="94721"/>
                  <a:pt x="164659" y="95639"/>
                  <a:pt x="160853" y="95639"/>
                </a:cubicBezTo>
                <a:cubicBezTo>
                  <a:pt x="157316" y="95639"/>
                  <a:pt x="154103" y="94564"/>
                  <a:pt x="151215" y="92415"/>
                </a:cubicBezTo>
                <a:cubicBezTo>
                  <a:pt x="148327" y="90266"/>
                  <a:pt x="146055" y="87131"/>
                  <a:pt x="144398" y="83012"/>
                </a:cubicBezTo>
                <a:cubicBezTo>
                  <a:pt x="142742" y="78893"/>
                  <a:pt x="141913" y="74483"/>
                  <a:pt x="141913" y="69781"/>
                </a:cubicBezTo>
                <a:cubicBezTo>
                  <a:pt x="141913" y="59483"/>
                  <a:pt x="143771" y="49163"/>
                  <a:pt x="147488" y="38820"/>
                </a:cubicBezTo>
                <a:cubicBezTo>
                  <a:pt x="150577" y="30223"/>
                  <a:pt x="154417" y="22801"/>
                  <a:pt x="159006" y="16555"/>
                </a:cubicBezTo>
                <a:cubicBezTo>
                  <a:pt x="163595" y="10309"/>
                  <a:pt x="167782" y="6123"/>
                  <a:pt x="171565" y="3996"/>
                </a:cubicBezTo>
                <a:cubicBezTo>
                  <a:pt x="175349" y="1869"/>
                  <a:pt x="179166" y="806"/>
                  <a:pt x="183016" y="806"/>
                </a:cubicBezTo>
                <a:moveTo>
                  <a:pt x="183487" y="5373"/>
                </a:moveTo>
                <a:cubicBezTo>
                  <a:pt x="182143" y="5373"/>
                  <a:pt x="180979" y="5630"/>
                  <a:pt x="179994" y="6145"/>
                </a:cubicBezTo>
                <a:cubicBezTo>
                  <a:pt x="179009" y="6659"/>
                  <a:pt x="177946" y="7699"/>
                  <a:pt x="176804" y="9266"/>
                </a:cubicBezTo>
                <a:cubicBezTo>
                  <a:pt x="175662" y="10832"/>
                  <a:pt x="174241" y="14165"/>
                  <a:pt x="172539" y="19265"/>
                </a:cubicBezTo>
                <a:cubicBezTo>
                  <a:pt x="169360" y="28571"/>
                  <a:pt x="165845" y="39935"/>
                  <a:pt x="161995" y="53356"/>
                </a:cubicBezTo>
                <a:cubicBezTo>
                  <a:pt x="159040" y="63691"/>
                  <a:pt x="157271" y="70312"/>
                  <a:pt x="156689" y="73221"/>
                </a:cubicBezTo>
                <a:cubicBezTo>
                  <a:pt x="155838" y="77381"/>
                  <a:pt x="155413" y="81027"/>
                  <a:pt x="155413" y="84160"/>
                </a:cubicBezTo>
                <a:cubicBezTo>
                  <a:pt x="155413" y="86351"/>
                  <a:pt x="156006" y="88074"/>
                  <a:pt x="157193" y="89327"/>
                </a:cubicBezTo>
                <a:cubicBezTo>
                  <a:pt x="158379" y="90580"/>
                  <a:pt x="159846" y="91206"/>
                  <a:pt x="161592" y="91206"/>
                </a:cubicBezTo>
                <a:cubicBezTo>
                  <a:pt x="163428" y="91206"/>
                  <a:pt x="164927" y="90714"/>
                  <a:pt x="166092" y="89730"/>
                </a:cubicBezTo>
                <a:cubicBezTo>
                  <a:pt x="168465" y="87717"/>
                  <a:pt x="170435" y="84316"/>
                  <a:pt x="172002" y="79528"/>
                </a:cubicBezTo>
                <a:cubicBezTo>
                  <a:pt x="175673" y="68300"/>
                  <a:pt x="180308" y="52842"/>
                  <a:pt x="185904" y="33157"/>
                </a:cubicBezTo>
                <a:cubicBezTo>
                  <a:pt x="188367" y="24478"/>
                  <a:pt x="189598" y="17654"/>
                  <a:pt x="189598" y="12687"/>
                </a:cubicBezTo>
                <a:cubicBezTo>
                  <a:pt x="189598" y="10407"/>
                  <a:pt x="189005" y="8618"/>
                  <a:pt x="187818" y="7321"/>
                </a:cubicBezTo>
                <a:cubicBezTo>
                  <a:pt x="186632" y="6022"/>
                  <a:pt x="185188" y="5373"/>
                  <a:pt x="183487" y="53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BF074-917D-4DB4-A5E3-D0593F2A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48" y="1864119"/>
            <a:ext cx="1153649" cy="268479"/>
          </a:xfrm>
          <a:custGeom xmlns:a="http://schemas.openxmlformats.org/drawingml/2006/main">
            <a:pathLst>
              <a:path w="1153649" h="268479">
                <a:moveTo>
                  <a:pt x="0" y="44746"/>
                </a:moveTo>
                <a:lnTo>
                  <a:pt x="0" y="44746"/>
                </a:lnTo>
                <a:cubicBezTo>
                  <a:pt x="0" y="20034"/>
                  <a:pt x="20033" y="0"/>
                  <a:pt x="44746" y="0"/>
                </a:cubicBezTo>
                <a:lnTo>
                  <a:pt x="1108902" y="0"/>
                </a:lnTo>
                <a:cubicBezTo>
                  <a:pt x="1120769" y="0"/>
                  <a:pt x="1132151" y="4714"/>
                  <a:pt x="1140543" y="13106"/>
                </a:cubicBezTo>
                <a:cubicBezTo>
                  <a:pt x="1148934" y="21498"/>
                  <a:pt x="1153649" y="32879"/>
                  <a:pt x="1153649" y="44746"/>
                </a:cubicBezTo>
                <a:lnTo>
                  <a:pt x="1153649" y="223732"/>
                </a:lnTo>
                <a:cubicBezTo>
                  <a:pt x="1153649" y="248445"/>
                  <a:pt x="1133615" y="268479"/>
                  <a:pt x="1108902" y="268479"/>
                </a:cubicBezTo>
                <a:lnTo>
                  <a:pt x="44746" y="268479"/>
                </a:lnTo>
                <a:cubicBezTo>
                  <a:pt x="20033" y="268479"/>
                  <a:pt x="0" y="248445"/>
                  <a:pt x="0" y="223732"/>
                </a:cubicBezTo>
                <a:lnTo>
                  <a:pt x="0" y="447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3544D-B5FA-4409-BD6C-16D15BD7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48" y="1864119"/>
            <a:ext cx="1153649" cy="268479"/>
          </a:xfrm>
          <a:custGeom xmlns:a="http://schemas.openxmlformats.org/drawingml/2006/main">
            <a:pathLst>
              <a:path w="1153649" h="268479" fill="none">
                <a:moveTo>
                  <a:pt x="0" y="44746"/>
                </a:moveTo>
                <a:lnTo>
                  <a:pt x="0" y="44746"/>
                </a:lnTo>
                <a:cubicBezTo>
                  <a:pt x="0" y="20034"/>
                  <a:pt x="20033" y="0"/>
                  <a:pt x="44746" y="0"/>
                </a:cubicBezTo>
                <a:lnTo>
                  <a:pt x="1108902" y="0"/>
                </a:lnTo>
                <a:cubicBezTo>
                  <a:pt x="1120769" y="0"/>
                  <a:pt x="1132151" y="4714"/>
                  <a:pt x="1140543" y="13106"/>
                </a:cubicBezTo>
                <a:cubicBezTo>
                  <a:pt x="1148934" y="21498"/>
                  <a:pt x="1153649" y="32879"/>
                  <a:pt x="1153649" y="44746"/>
                </a:cubicBezTo>
                <a:lnTo>
                  <a:pt x="1153649" y="223732"/>
                </a:lnTo>
                <a:cubicBezTo>
                  <a:pt x="1153649" y="248445"/>
                  <a:pt x="1133615" y="268479"/>
                  <a:pt x="1108902" y="268479"/>
                </a:cubicBezTo>
                <a:lnTo>
                  <a:pt x="44746" y="268479"/>
                </a:lnTo>
                <a:cubicBezTo>
                  <a:pt x="20033" y="268479"/>
                  <a:pt x="0" y="248445"/>
                  <a:pt x="0" y="223732"/>
                </a:cubicBezTo>
                <a:lnTo>
                  <a:pt x="0" y="447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228" name="Text Candidatepapers">
            <a:extLst xmlns:a="http://schemas.openxmlformats.org/drawingml/2006/main">
              <a:ext uri="{FF2B5EF4-FFF2-40B4-BE49-F238E27FC236}">
                <a16:creationId xmlns:a16="http://schemas.microsoft.com/office/drawing/2014/main" id="{7C1F25B2-D45F-45CC-A068-631A20F0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919" y="1870423"/>
            <a:ext cx="940258" cy="124921"/>
          </a:xfrm>
          <a:custGeom xmlns:a="http://schemas.openxmlformats.org/drawingml/2006/main">
            <a:pathLst>
              <a:path w="940258" h="124921">
                <a:moveTo>
                  <a:pt x="77841" y="2418"/>
                </a:moveTo>
                <a:lnTo>
                  <a:pt x="79923" y="33447"/>
                </a:lnTo>
                <a:lnTo>
                  <a:pt x="77841" y="33447"/>
                </a:lnTo>
                <a:cubicBezTo>
                  <a:pt x="75065" y="24155"/>
                  <a:pt x="71102" y="17466"/>
                  <a:pt x="65953" y="13382"/>
                </a:cubicBezTo>
                <a:cubicBezTo>
                  <a:pt x="60804" y="9296"/>
                  <a:pt x="54625" y="7253"/>
                  <a:pt x="47416" y="7253"/>
                </a:cubicBezTo>
                <a:cubicBezTo>
                  <a:pt x="41372" y="7253"/>
                  <a:pt x="35909" y="8785"/>
                  <a:pt x="31029" y="11848"/>
                </a:cubicBezTo>
                <a:cubicBezTo>
                  <a:pt x="26148" y="14909"/>
                  <a:pt x="22309" y="19793"/>
                  <a:pt x="19511" y="26500"/>
                </a:cubicBezTo>
                <a:cubicBezTo>
                  <a:pt x="16712" y="33205"/>
                  <a:pt x="15313" y="41541"/>
                  <a:pt x="15313" y="51509"/>
                </a:cubicBezTo>
                <a:cubicBezTo>
                  <a:pt x="15313" y="59735"/>
                  <a:pt x="16634" y="66865"/>
                  <a:pt x="19275" y="72900"/>
                </a:cubicBezTo>
                <a:cubicBezTo>
                  <a:pt x="21917" y="78935"/>
                  <a:pt x="25891" y="83562"/>
                  <a:pt x="31197" y="86782"/>
                </a:cubicBezTo>
                <a:cubicBezTo>
                  <a:pt x="36503" y="90000"/>
                  <a:pt x="42558" y="91609"/>
                  <a:pt x="49364" y="91609"/>
                </a:cubicBezTo>
                <a:cubicBezTo>
                  <a:pt x="55274" y="91609"/>
                  <a:pt x="60491" y="90340"/>
                  <a:pt x="65013" y="87802"/>
                </a:cubicBezTo>
                <a:cubicBezTo>
                  <a:pt x="69535" y="85262"/>
                  <a:pt x="74505" y="80218"/>
                  <a:pt x="79923" y="72669"/>
                </a:cubicBezTo>
                <a:lnTo>
                  <a:pt x="82005" y="74012"/>
                </a:lnTo>
                <a:cubicBezTo>
                  <a:pt x="77438" y="82140"/>
                  <a:pt x="72110" y="88091"/>
                  <a:pt x="66020" y="91863"/>
                </a:cubicBezTo>
                <a:cubicBezTo>
                  <a:pt x="59931" y="95634"/>
                  <a:pt x="52700" y="97519"/>
                  <a:pt x="44327" y="97519"/>
                </a:cubicBezTo>
                <a:cubicBezTo>
                  <a:pt x="29238" y="97519"/>
                  <a:pt x="17552" y="91930"/>
                  <a:pt x="9268" y="80752"/>
                </a:cubicBezTo>
                <a:cubicBezTo>
                  <a:pt x="3089" y="72436"/>
                  <a:pt x="0" y="62645"/>
                  <a:pt x="0" y="51377"/>
                </a:cubicBezTo>
                <a:cubicBezTo>
                  <a:pt x="0" y="42300"/>
                  <a:pt x="2037" y="33962"/>
                  <a:pt x="6112" y="26361"/>
                </a:cubicBezTo>
                <a:cubicBezTo>
                  <a:pt x="10186" y="18761"/>
                  <a:pt x="15794" y="12870"/>
                  <a:pt x="22936" y="8689"/>
                </a:cubicBezTo>
                <a:cubicBezTo>
                  <a:pt x="30077" y="4508"/>
                  <a:pt x="37879" y="2418"/>
                  <a:pt x="46342" y="2418"/>
                </a:cubicBezTo>
                <a:cubicBezTo>
                  <a:pt x="52924" y="2418"/>
                  <a:pt x="59416" y="4030"/>
                  <a:pt x="65819" y="7253"/>
                </a:cubicBezTo>
                <a:cubicBezTo>
                  <a:pt x="67699" y="8239"/>
                  <a:pt x="69042" y="8731"/>
                  <a:pt x="69848" y="8731"/>
                </a:cubicBezTo>
                <a:cubicBezTo>
                  <a:pt x="71057" y="8731"/>
                  <a:pt x="72110" y="8306"/>
                  <a:pt x="73005" y="7455"/>
                </a:cubicBezTo>
                <a:cubicBezTo>
                  <a:pt x="74169" y="6246"/>
                  <a:pt x="74998" y="4567"/>
                  <a:pt x="75490" y="2418"/>
                </a:cubicBezTo>
                <a:lnTo>
                  <a:pt x="77841" y="2418"/>
                </a:lnTo>
                <a:close/>
                <a:moveTo>
                  <a:pt x="125792" y="86710"/>
                </a:moveTo>
                <a:cubicBezTo>
                  <a:pt x="119479" y="91589"/>
                  <a:pt x="115517" y="94409"/>
                  <a:pt x="113905" y="95168"/>
                </a:cubicBezTo>
                <a:cubicBezTo>
                  <a:pt x="111487" y="96288"/>
                  <a:pt x="108912" y="96848"/>
                  <a:pt x="106181" y="96848"/>
                </a:cubicBezTo>
                <a:cubicBezTo>
                  <a:pt x="101927" y="96848"/>
                  <a:pt x="98424" y="95392"/>
                  <a:pt x="95670" y="92482"/>
                </a:cubicBezTo>
                <a:cubicBezTo>
                  <a:pt x="92917" y="89572"/>
                  <a:pt x="91540" y="85743"/>
                  <a:pt x="91540" y="80997"/>
                </a:cubicBezTo>
                <a:cubicBezTo>
                  <a:pt x="91540" y="77997"/>
                  <a:pt x="92211" y="75400"/>
                  <a:pt x="93555" y="73207"/>
                </a:cubicBezTo>
                <a:cubicBezTo>
                  <a:pt x="95390" y="70162"/>
                  <a:pt x="98581" y="67296"/>
                  <a:pt x="103125" y="64610"/>
                </a:cubicBezTo>
                <a:cubicBezTo>
                  <a:pt x="107670" y="61923"/>
                  <a:pt x="115225" y="58655"/>
                  <a:pt x="125792" y="54804"/>
                </a:cubicBezTo>
                <a:lnTo>
                  <a:pt x="125792" y="52395"/>
                </a:lnTo>
                <a:cubicBezTo>
                  <a:pt x="125792" y="46283"/>
                  <a:pt x="124818" y="42090"/>
                  <a:pt x="122871" y="39814"/>
                </a:cubicBezTo>
                <a:cubicBezTo>
                  <a:pt x="120923" y="37539"/>
                  <a:pt x="118091" y="36402"/>
                  <a:pt x="114375" y="36402"/>
                </a:cubicBezTo>
                <a:cubicBezTo>
                  <a:pt x="111554" y="36402"/>
                  <a:pt x="109315" y="37163"/>
                  <a:pt x="107659" y="38685"/>
                </a:cubicBezTo>
                <a:cubicBezTo>
                  <a:pt x="105957" y="40208"/>
                  <a:pt x="105106" y="41954"/>
                  <a:pt x="105106" y="43924"/>
                </a:cubicBezTo>
                <a:lnTo>
                  <a:pt x="105241" y="47819"/>
                </a:lnTo>
                <a:cubicBezTo>
                  <a:pt x="105241" y="49879"/>
                  <a:pt x="104715" y="51468"/>
                  <a:pt x="103662" y="52588"/>
                </a:cubicBezTo>
                <a:cubicBezTo>
                  <a:pt x="102610" y="53707"/>
                  <a:pt x="101233" y="54267"/>
                  <a:pt x="99532" y="54267"/>
                </a:cubicBezTo>
                <a:cubicBezTo>
                  <a:pt x="97875" y="54267"/>
                  <a:pt x="96521" y="53683"/>
                  <a:pt x="95469" y="52516"/>
                </a:cubicBezTo>
                <a:cubicBezTo>
                  <a:pt x="94416" y="51348"/>
                  <a:pt x="93890" y="49754"/>
                  <a:pt x="93890" y="47733"/>
                </a:cubicBezTo>
                <a:cubicBezTo>
                  <a:pt x="93890" y="43870"/>
                  <a:pt x="95860" y="40322"/>
                  <a:pt x="99801" y="37088"/>
                </a:cubicBezTo>
                <a:cubicBezTo>
                  <a:pt x="103741" y="33855"/>
                  <a:pt x="109270" y="32238"/>
                  <a:pt x="116390" y="32238"/>
                </a:cubicBezTo>
                <a:cubicBezTo>
                  <a:pt x="121852" y="32238"/>
                  <a:pt x="126330" y="33154"/>
                  <a:pt x="129822" y="34987"/>
                </a:cubicBezTo>
                <a:cubicBezTo>
                  <a:pt x="132464" y="36374"/>
                  <a:pt x="134411" y="38543"/>
                  <a:pt x="135665" y="41496"/>
                </a:cubicBezTo>
                <a:cubicBezTo>
                  <a:pt x="136471" y="43418"/>
                  <a:pt x="136874" y="47353"/>
                  <a:pt x="136874" y="53301"/>
                </a:cubicBezTo>
                <a:lnTo>
                  <a:pt x="136874" y="74164"/>
                </a:lnTo>
                <a:cubicBezTo>
                  <a:pt x="136874" y="80022"/>
                  <a:pt x="136986" y="83611"/>
                  <a:pt x="137210" y="84930"/>
                </a:cubicBezTo>
                <a:cubicBezTo>
                  <a:pt x="137434" y="86250"/>
                  <a:pt x="137803" y="87134"/>
                  <a:pt x="138318" y="87581"/>
                </a:cubicBezTo>
                <a:cubicBezTo>
                  <a:pt x="138833" y="88028"/>
                  <a:pt x="139426" y="88251"/>
                  <a:pt x="140098" y="88251"/>
                </a:cubicBezTo>
                <a:cubicBezTo>
                  <a:pt x="140814" y="88251"/>
                  <a:pt x="141441" y="88094"/>
                  <a:pt x="141978" y="87781"/>
                </a:cubicBezTo>
                <a:cubicBezTo>
                  <a:pt x="142919" y="87199"/>
                  <a:pt x="144732" y="85564"/>
                  <a:pt x="147418" y="82878"/>
                </a:cubicBezTo>
                <a:lnTo>
                  <a:pt x="147418" y="86639"/>
                </a:lnTo>
                <a:cubicBezTo>
                  <a:pt x="142404" y="93355"/>
                  <a:pt x="137613" y="96713"/>
                  <a:pt x="133046" y="96713"/>
                </a:cubicBezTo>
                <a:cubicBezTo>
                  <a:pt x="130852" y="96713"/>
                  <a:pt x="129106" y="95958"/>
                  <a:pt x="127807" y="94446"/>
                </a:cubicBezTo>
                <a:cubicBezTo>
                  <a:pt x="126509" y="92934"/>
                  <a:pt x="125837" y="90355"/>
                  <a:pt x="125792" y="86710"/>
                </a:cubicBezTo>
                <a:moveTo>
                  <a:pt x="125792" y="82355"/>
                </a:moveTo>
                <a:lnTo>
                  <a:pt x="125792" y="58968"/>
                </a:lnTo>
                <a:cubicBezTo>
                  <a:pt x="119031" y="61649"/>
                  <a:pt x="114666" y="63548"/>
                  <a:pt x="112696" y="64664"/>
                </a:cubicBezTo>
                <a:cubicBezTo>
                  <a:pt x="109159" y="66630"/>
                  <a:pt x="106629" y="68686"/>
                  <a:pt x="105106" y="70831"/>
                </a:cubicBezTo>
                <a:cubicBezTo>
                  <a:pt x="103584" y="72974"/>
                  <a:pt x="102823" y="75319"/>
                  <a:pt x="102823" y="77866"/>
                </a:cubicBezTo>
                <a:cubicBezTo>
                  <a:pt x="102823" y="81083"/>
                  <a:pt x="103786" y="83752"/>
                  <a:pt x="105711" y="85875"/>
                </a:cubicBezTo>
                <a:cubicBezTo>
                  <a:pt x="107636" y="87996"/>
                  <a:pt x="109853" y="89057"/>
                  <a:pt x="112360" y="89057"/>
                </a:cubicBezTo>
                <a:cubicBezTo>
                  <a:pt x="115763" y="89057"/>
                  <a:pt x="120240" y="86823"/>
                  <a:pt x="125792" y="82355"/>
                </a:cubicBezTo>
                <a:close/>
                <a:moveTo>
                  <a:pt x="169801" y="45200"/>
                </a:moveTo>
                <a:cubicBezTo>
                  <a:pt x="177010" y="36558"/>
                  <a:pt x="183883" y="32238"/>
                  <a:pt x="190420" y="32238"/>
                </a:cubicBezTo>
                <a:cubicBezTo>
                  <a:pt x="193778" y="32238"/>
                  <a:pt x="196666" y="33075"/>
                  <a:pt x="199084" y="34750"/>
                </a:cubicBezTo>
                <a:cubicBezTo>
                  <a:pt x="201502" y="36423"/>
                  <a:pt x="203427" y="39181"/>
                  <a:pt x="204860" y="43021"/>
                </a:cubicBezTo>
                <a:cubicBezTo>
                  <a:pt x="205845" y="45701"/>
                  <a:pt x="206338" y="49809"/>
                  <a:pt x="206338" y="55346"/>
                </a:cubicBezTo>
                <a:lnTo>
                  <a:pt x="206338" y="81535"/>
                </a:lnTo>
                <a:cubicBezTo>
                  <a:pt x="206338" y="85452"/>
                  <a:pt x="206651" y="88109"/>
                  <a:pt x="207278" y="89506"/>
                </a:cubicBezTo>
                <a:cubicBezTo>
                  <a:pt x="207770" y="90632"/>
                  <a:pt x="208565" y="91511"/>
                  <a:pt x="209662" y="92142"/>
                </a:cubicBezTo>
                <a:cubicBezTo>
                  <a:pt x="210759" y="92772"/>
                  <a:pt x="212785" y="93086"/>
                  <a:pt x="215740" y="93086"/>
                </a:cubicBezTo>
                <a:lnTo>
                  <a:pt x="215740" y="95504"/>
                </a:lnTo>
                <a:lnTo>
                  <a:pt x="185316" y="95504"/>
                </a:lnTo>
                <a:lnTo>
                  <a:pt x="185316" y="93086"/>
                </a:lnTo>
                <a:lnTo>
                  <a:pt x="186592" y="93086"/>
                </a:lnTo>
                <a:cubicBezTo>
                  <a:pt x="189457" y="93086"/>
                  <a:pt x="191461" y="92648"/>
                  <a:pt x="192603" y="91771"/>
                </a:cubicBezTo>
                <a:cubicBezTo>
                  <a:pt x="193745" y="90892"/>
                  <a:pt x="194539" y="89597"/>
                  <a:pt x="194987" y="87886"/>
                </a:cubicBezTo>
                <a:cubicBezTo>
                  <a:pt x="195166" y="87210"/>
                  <a:pt x="195256" y="85093"/>
                  <a:pt x="195256" y="81535"/>
                </a:cubicBezTo>
                <a:lnTo>
                  <a:pt x="195256" y="56391"/>
                </a:lnTo>
                <a:cubicBezTo>
                  <a:pt x="195256" y="50802"/>
                  <a:pt x="194528" y="46745"/>
                  <a:pt x="193073" y="44220"/>
                </a:cubicBezTo>
                <a:cubicBezTo>
                  <a:pt x="191618" y="41694"/>
                  <a:pt x="189166" y="40431"/>
                  <a:pt x="185719" y="40431"/>
                </a:cubicBezTo>
                <a:cubicBezTo>
                  <a:pt x="180391" y="40431"/>
                  <a:pt x="175085" y="43342"/>
                  <a:pt x="169801" y="49163"/>
                </a:cubicBezTo>
                <a:lnTo>
                  <a:pt x="169801" y="81535"/>
                </a:lnTo>
                <a:cubicBezTo>
                  <a:pt x="169801" y="85722"/>
                  <a:pt x="170048" y="88312"/>
                  <a:pt x="170540" y="89304"/>
                </a:cubicBezTo>
                <a:cubicBezTo>
                  <a:pt x="171167" y="90610"/>
                  <a:pt x="172029" y="91567"/>
                  <a:pt x="173126" y="92176"/>
                </a:cubicBezTo>
                <a:cubicBezTo>
                  <a:pt x="174223" y="92783"/>
                  <a:pt x="176450" y="93086"/>
                  <a:pt x="179809" y="93086"/>
                </a:cubicBezTo>
                <a:lnTo>
                  <a:pt x="179809" y="95504"/>
                </a:lnTo>
                <a:lnTo>
                  <a:pt x="149384" y="95504"/>
                </a:lnTo>
                <a:lnTo>
                  <a:pt x="149384" y="93086"/>
                </a:lnTo>
                <a:lnTo>
                  <a:pt x="150727" y="93086"/>
                </a:lnTo>
                <a:cubicBezTo>
                  <a:pt x="153862" y="93086"/>
                  <a:pt x="155977" y="92288"/>
                  <a:pt x="157074" y="90690"/>
                </a:cubicBezTo>
                <a:cubicBezTo>
                  <a:pt x="158171" y="89090"/>
                  <a:pt x="158720" y="86039"/>
                  <a:pt x="158720" y="81535"/>
                </a:cubicBezTo>
                <a:lnTo>
                  <a:pt x="158720" y="58834"/>
                </a:lnTo>
                <a:cubicBezTo>
                  <a:pt x="158720" y="51446"/>
                  <a:pt x="158552" y="46946"/>
                  <a:pt x="158216" y="45334"/>
                </a:cubicBezTo>
                <a:cubicBezTo>
                  <a:pt x="157880" y="43722"/>
                  <a:pt x="157365" y="42625"/>
                  <a:pt x="156671" y="42043"/>
                </a:cubicBezTo>
                <a:cubicBezTo>
                  <a:pt x="155977" y="41461"/>
                  <a:pt x="155048" y="41170"/>
                  <a:pt x="153884" y="41170"/>
                </a:cubicBezTo>
                <a:cubicBezTo>
                  <a:pt x="152630" y="41170"/>
                  <a:pt x="151130" y="41506"/>
                  <a:pt x="149384" y="42178"/>
                </a:cubicBezTo>
                <a:lnTo>
                  <a:pt x="148377" y="39760"/>
                </a:lnTo>
                <a:lnTo>
                  <a:pt x="166913" y="32238"/>
                </a:lnTo>
                <a:lnTo>
                  <a:pt x="169801" y="32238"/>
                </a:lnTo>
                <a:lnTo>
                  <a:pt x="169801" y="45200"/>
                </a:lnTo>
                <a:close/>
                <a:moveTo>
                  <a:pt x="264097" y="88591"/>
                </a:moveTo>
                <a:cubicBezTo>
                  <a:pt x="261097" y="91724"/>
                  <a:pt x="258164" y="93973"/>
                  <a:pt x="255298" y="95338"/>
                </a:cubicBezTo>
                <a:cubicBezTo>
                  <a:pt x="252433" y="96703"/>
                  <a:pt x="249343" y="97385"/>
                  <a:pt x="246030" y="97385"/>
                </a:cubicBezTo>
                <a:cubicBezTo>
                  <a:pt x="239314" y="97385"/>
                  <a:pt x="233448" y="94582"/>
                  <a:pt x="228434" y="88975"/>
                </a:cubicBezTo>
                <a:cubicBezTo>
                  <a:pt x="223419" y="83367"/>
                  <a:pt x="220912" y="76161"/>
                  <a:pt x="220912" y="67357"/>
                </a:cubicBezTo>
                <a:cubicBezTo>
                  <a:pt x="220912" y="58555"/>
                  <a:pt x="223688" y="50501"/>
                  <a:pt x="229240" y="43196"/>
                </a:cubicBezTo>
                <a:cubicBezTo>
                  <a:pt x="234792" y="35890"/>
                  <a:pt x="241933" y="32238"/>
                  <a:pt x="250664" y="32238"/>
                </a:cubicBezTo>
                <a:cubicBezTo>
                  <a:pt x="256082" y="32238"/>
                  <a:pt x="260559" y="33961"/>
                  <a:pt x="264097" y="37407"/>
                </a:cubicBezTo>
                <a:lnTo>
                  <a:pt x="264097" y="25925"/>
                </a:lnTo>
                <a:cubicBezTo>
                  <a:pt x="264097" y="18924"/>
                  <a:pt x="263929" y="14622"/>
                  <a:pt x="263593" y="13017"/>
                </a:cubicBezTo>
                <a:cubicBezTo>
                  <a:pt x="263257" y="11412"/>
                  <a:pt x="262731" y="10319"/>
                  <a:pt x="262015" y="9738"/>
                </a:cubicBezTo>
                <a:cubicBezTo>
                  <a:pt x="261298" y="9156"/>
                  <a:pt x="260403" y="8865"/>
                  <a:pt x="259328" y="8865"/>
                </a:cubicBezTo>
                <a:cubicBezTo>
                  <a:pt x="258164" y="8865"/>
                  <a:pt x="256619" y="9224"/>
                  <a:pt x="254694" y="9940"/>
                </a:cubicBezTo>
                <a:lnTo>
                  <a:pt x="253821" y="7522"/>
                </a:lnTo>
                <a:lnTo>
                  <a:pt x="272156" y="0"/>
                </a:lnTo>
                <a:lnTo>
                  <a:pt x="275178" y="0"/>
                </a:lnTo>
                <a:lnTo>
                  <a:pt x="275178" y="71192"/>
                </a:lnTo>
                <a:cubicBezTo>
                  <a:pt x="275178" y="78371"/>
                  <a:pt x="275346" y="82752"/>
                  <a:pt x="275682" y="84334"/>
                </a:cubicBezTo>
                <a:cubicBezTo>
                  <a:pt x="276018" y="85917"/>
                  <a:pt x="276555" y="87022"/>
                  <a:pt x="277294" y="87648"/>
                </a:cubicBezTo>
                <a:cubicBezTo>
                  <a:pt x="278033" y="88274"/>
                  <a:pt x="278895" y="88587"/>
                  <a:pt x="279880" y="88587"/>
                </a:cubicBezTo>
                <a:cubicBezTo>
                  <a:pt x="281089" y="88587"/>
                  <a:pt x="282701" y="88206"/>
                  <a:pt x="284715" y="87445"/>
                </a:cubicBezTo>
                <a:lnTo>
                  <a:pt x="285454" y="89863"/>
                </a:lnTo>
                <a:lnTo>
                  <a:pt x="267186" y="97385"/>
                </a:lnTo>
                <a:lnTo>
                  <a:pt x="264097" y="97385"/>
                </a:lnTo>
                <a:lnTo>
                  <a:pt x="264097" y="88591"/>
                </a:lnTo>
                <a:moveTo>
                  <a:pt x="264097" y="83900"/>
                </a:moveTo>
                <a:lnTo>
                  <a:pt x="264097" y="52279"/>
                </a:lnTo>
                <a:cubicBezTo>
                  <a:pt x="263828" y="49242"/>
                  <a:pt x="263022" y="46473"/>
                  <a:pt x="261679" y="43972"/>
                </a:cubicBezTo>
                <a:cubicBezTo>
                  <a:pt x="260336" y="41470"/>
                  <a:pt x="258556" y="39584"/>
                  <a:pt x="256339" y="38312"/>
                </a:cubicBezTo>
                <a:cubicBezTo>
                  <a:pt x="254123" y="37038"/>
                  <a:pt x="251963" y="36402"/>
                  <a:pt x="249858" y="36402"/>
                </a:cubicBezTo>
                <a:cubicBezTo>
                  <a:pt x="245918" y="36402"/>
                  <a:pt x="242403" y="38166"/>
                  <a:pt x="239314" y="41695"/>
                </a:cubicBezTo>
                <a:cubicBezTo>
                  <a:pt x="235239" y="46339"/>
                  <a:pt x="233202" y="53127"/>
                  <a:pt x="233202" y="62060"/>
                </a:cubicBezTo>
                <a:cubicBezTo>
                  <a:pt x="233202" y="71082"/>
                  <a:pt x="235172" y="77994"/>
                  <a:pt x="239112" y="82796"/>
                </a:cubicBezTo>
                <a:cubicBezTo>
                  <a:pt x="243053" y="87597"/>
                  <a:pt x="247441" y="89997"/>
                  <a:pt x="252276" y="89997"/>
                </a:cubicBezTo>
                <a:cubicBezTo>
                  <a:pt x="256351" y="89997"/>
                  <a:pt x="260291" y="87965"/>
                  <a:pt x="264097" y="83900"/>
                </a:cubicBezTo>
                <a:close/>
                <a:moveTo>
                  <a:pt x="305066" y="0"/>
                </a:moveTo>
                <a:cubicBezTo>
                  <a:pt x="306946" y="0"/>
                  <a:pt x="308547" y="664"/>
                  <a:pt x="309868" y="1992"/>
                </a:cubicBezTo>
                <a:cubicBezTo>
                  <a:pt x="311189" y="3318"/>
                  <a:pt x="311849" y="4927"/>
                  <a:pt x="311849" y="6817"/>
                </a:cubicBezTo>
                <a:cubicBezTo>
                  <a:pt x="311849" y="8707"/>
                  <a:pt x="311189" y="10328"/>
                  <a:pt x="309868" y="11678"/>
                </a:cubicBezTo>
                <a:cubicBezTo>
                  <a:pt x="308547" y="13027"/>
                  <a:pt x="306946" y="13701"/>
                  <a:pt x="305066" y="13701"/>
                </a:cubicBezTo>
                <a:cubicBezTo>
                  <a:pt x="303185" y="13701"/>
                  <a:pt x="301573" y="13027"/>
                  <a:pt x="300230" y="11678"/>
                </a:cubicBezTo>
                <a:cubicBezTo>
                  <a:pt x="298887" y="10328"/>
                  <a:pt x="298215" y="8707"/>
                  <a:pt x="298215" y="6817"/>
                </a:cubicBezTo>
                <a:cubicBezTo>
                  <a:pt x="298215" y="4927"/>
                  <a:pt x="298876" y="3318"/>
                  <a:pt x="300196" y="1992"/>
                </a:cubicBezTo>
                <a:cubicBezTo>
                  <a:pt x="301517" y="664"/>
                  <a:pt x="303140" y="0"/>
                  <a:pt x="305066" y="0"/>
                </a:cubicBezTo>
                <a:moveTo>
                  <a:pt x="310640" y="32238"/>
                </a:moveTo>
                <a:lnTo>
                  <a:pt x="310640" y="81535"/>
                </a:lnTo>
                <a:cubicBezTo>
                  <a:pt x="310640" y="85408"/>
                  <a:pt x="310920" y="87986"/>
                  <a:pt x="311480" y="89271"/>
                </a:cubicBezTo>
                <a:cubicBezTo>
                  <a:pt x="312039" y="90554"/>
                  <a:pt x="312868" y="91511"/>
                  <a:pt x="313965" y="92142"/>
                </a:cubicBezTo>
                <a:cubicBezTo>
                  <a:pt x="315062" y="92772"/>
                  <a:pt x="317065" y="93086"/>
                  <a:pt x="319976" y="93086"/>
                </a:cubicBezTo>
                <a:lnTo>
                  <a:pt x="319976" y="95504"/>
                </a:lnTo>
                <a:lnTo>
                  <a:pt x="290089" y="95504"/>
                </a:lnTo>
                <a:lnTo>
                  <a:pt x="290089" y="93086"/>
                </a:lnTo>
                <a:cubicBezTo>
                  <a:pt x="293088" y="93086"/>
                  <a:pt x="295103" y="92794"/>
                  <a:pt x="296133" y="92209"/>
                </a:cubicBezTo>
                <a:cubicBezTo>
                  <a:pt x="297163" y="91623"/>
                  <a:pt x="297980" y="90655"/>
                  <a:pt x="298585" y="89304"/>
                </a:cubicBezTo>
                <a:cubicBezTo>
                  <a:pt x="299189" y="87953"/>
                  <a:pt x="299491" y="85363"/>
                  <a:pt x="299491" y="81535"/>
                </a:cubicBezTo>
                <a:lnTo>
                  <a:pt x="299491" y="58028"/>
                </a:lnTo>
                <a:cubicBezTo>
                  <a:pt x="299491" y="51329"/>
                  <a:pt x="299290" y="46990"/>
                  <a:pt x="298887" y="45011"/>
                </a:cubicBezTo>
                <a:cubicBezTo>
                  <a:pt x="298573" y="43571"/>
                  <a:pt x="298081" y="42572"/>
                  <a:pt x="297409" y="42012"/>
                </a:cubicBezTo>
                <a:cubicBezTo>
                  <a:pt x="296738" y="41451"/>
                  <a:pt x="295820" y="41170"/>
                  <a:pt x="294656" y="41170"/>
                </a:cubicBezTo>
                <a:cubicBezTo>
                  <a:pt x="293402" y="41170"/>
                  <a:pt x="291880" y="41506"/>
                  <a:pt x="290089" y="42178"/>
                </a:cubicBezTo>
                <a:lnTo>
                  <a:pt x="289148" y="39760"/>
                </a:lnTo>
                <a:lnTo>
                  <a:pt x="307685" y="32238"/>
                </a:lnTo>
                <a:lnTo>
                  <a:pt x="310640" y="32238"/>
                </a:lnTo>
                <a:close/>
                <a:moveTo>
                  <a:pt x="370971" y="88591"/>
                </a:moveTo>
                <a:cubicBezTo>
                  <a:pt x="367972" y="91724"/>
                  <a:pt x="365039" y="93973"/>
                  <a:pt x="362173" y="95338"/>
                </a:cubicBezTo>
                <a:cubicBezTo>
                  <a:pt x="359308" y="96703"/>
                  <a:pt x="356218" y="97385"/>
                  <a:pt x="352905" y="97385"/>
                </a:cubicBezTo>
                <a:cubicBezTo>
                  <a:pt x="346189" y="97385"/>
                  <a:pt x="340323" y="94582"/>
                  <a:pt x="335308" y="88975"/>
                </a:cubicBezTo>
                <a:cubicBezTo>
                  <a:pt x="330294" y="83367"/>
                  <a:pt x="327786" y="76161"/>
                  <a:pt x="327786" y="67357"/>
                </a:cubicBezTo>
                <a:cubicBezTo>
                  <a:pt x="327786" y="58555"/>
                  <a:pt x="330562" y="50501"/>
                  <a:pt x="336114" y="43196"/>
                </a:cubicBezTo>
                <a:cubicBezTo>
                  <a:pt x="341666" y="35890"/>
                  <a:pt x="348808" y="32238"/>
                  <a:pt x="357539" y="32238"/>
                </a:cubicBezTo>
                <a:cubicBezTo>
                  <a:pt x="362957" y="32238"/>
                  <a:pt x="367434" y="33961"/>
                  <a:pt x="370971" y="37407"/>
                </a:cubicBezTo>
                <a:lnTo>
                  <a:pt x="370971" y="25925"/>
                </a:lnTo>
                <a:cubicBezTo>
                  <a:pt x="370971" y="18924"/>
                  <a:pt x="370804" y="14622"/>
                  <a:pt x="370468" y="13017"/>
                </a:cubicBezTo>
                <a:cubicBezTo>
                  <a:pt x="370132" y="11412"/>
                  <a:pt x="369606" y="10319"/>
                  <a:pt x="368889" y="9738"/>
                </a:cubicBezTo>
                <a:cubicBezTo>
                  <a:pt x="368173" y="9156"/>
                  <a:pt x="367278" y="8865"/>
                  <a:pt x="366203" y="8865"/>
                </a:cubicBezTo>
                <a:cubicBezTo>
                  <a:pt x="365039" y="8865"/>
                  <a:pt x="363494" y="9224"/>
                  <a:pt x="361569" y="9940"/>
                </a:cubicBezTo>
                <a:lnTo>
                  <a:pt x="360696" y="7522"/>
                </a:lnTo>
                <a:lnTo>
                  <a:pt x="379031" y="0"/>
                </a:lnTo>
                <a:lnTo>
                  <a:pt x="382053" y="0"/>
                </a:lnTo>
                <a:lnTo>
                  <a:pt x="382053" y="71192"/>
                </a:lnTo>
                <a:cubicBezTo>
                  <a:pt x="382053" y="78371"/>
                  <a:pt x="382221" y="82752"/>
                  <a:pt x="382557" y="84334"/>
                </a:cubicBezTo>
                <a:cubicBezTo>
                  <a:pt x="382893" y="85917"/>
                  <a:pt x="383430" y="87022"/>
                  <a:pt x="384169" y="87648"/>
                </a:cubicBezTo>
                <a:cubicBezTo>
                  <a:pt x="384908" y="88274"/>
                  <a:pt x="385769" y="88587"/>
                  <a:pt x="386755" y="88587"/>
                </a:cubicBezTo>
                <a:cubicBezTo>
                  <a:pt x="387963" y="88587"/>
                  <a:pt x="389575" y="88206"/>
                  <a:pt x="391590" y="87445"/>
                </a:cubicBezTo>
                <a:lnTo>
                  <a:pt x="392329" y="89863"/>
                </a:lnTo>
                <a:lnTo>
                  <a:pt x="374061" y="97385"/>
                </a:lnTo>
                <a:lnTo>
                  <a:pt x="370971" y="97385"/>
                </a:lnTo>
                <a:lnTo>
                  <a:pt x="370971" y="88591"/>
                </a:lnTo>
                <a:moveTo>
                  <a:pt x="370971" y="83900"/>
                </a:moveTo>
                <a:lnTo>
                  <a:pt x="370971" y="52279"/>
                </a:lnTo>
                <a:cubicBezTo>
                  <a:pt x="370703" y="49242"/>
                  <a:pt x="369897" y="46473"/>
                  <a:pt x="368554" y="43972"/>
                </a:cubicBezTo>
                <a:cubicBezTo>
                  <a:pt x="367210" y="41470"/>
                  <a:pt x="365431" y="39584"/>
                  <a:pt x="363214" y="38312"/>
                </a:cubicBezTo>
                <a:cubicBezTo>
                  <a:pt x="360998" y="37038"/>
                  <a:pt x="358838" y="36402"/>
                  <a:pt x="356733" y="36402"/>
                </a:cubicBezTo>
                <a:cubicBezTo>
                  <a:pt x="352793" y="36402"/>
                  <a:pt x="349278" y="38166"/>
                  <a:pt x="346189" y="41695"/>
                </a:cubicBezTo>
                <a:cubicBezTo>
                  <a:pt x="342114" y="46339"/>
                  <a:pt x="340077" y="53127"/>
                  <a:pt x="340077" y="62060"/>
                </a:cubicBezTo>
                <a:cubicBezTo>
                  <a:pt x="340077" y="71082"/>
                  <a:pt x="342047" y="77994"/>
                  <a:pt x="345987" y="82796"/>
                </a:cubicBezTo>
                <a:cubicBezTo>
                  <a:pt x="349927" y="87597"/>
                  <a:pt x="354315" y="89997"/>
                  <a:pt x="359151" y="89997"/>
                </a:cubicBezTo>
                <a:cubicBezTo>
                  <a:pt x="363225" y="89997"/>
                  <a:pt x="367166" y="87965"/>
                  <a:pt x="370971" y="83900"/>
                </a:cubicBezTo>
                <a:close/>
                <a:moveTo>
                  <a:pt x="431148" y="86710"/>
                </a:moveTo>
                <a:cubicBezTo>
                  <a:pt x="424835" y="91589"/>
                  <a:pt x="420872" y="94409"/>
                  <a:pt x="419260" y="95168"/>
                </a:cubicBezTo>
                <a:cubicBezTo>
                  <a:pt x="416842" y="96288"/>
                  <a:pt x="414268" y="96848"/>
                  <a:pt x="411537" y="96848"/>
                </a:cubicBezTo>
                <a:cubicBezTo>
                  <a:pt x="407283" y="96848"/>
                  <a:pt x="403779" y="95392"/>
                  <a:pt x="401026" y="92482"/>
                </a:cubicBezTo>
                <a:cubicBezTo>
                  <a:pt x="398272" y="89572"/>
                  <a:pt x="396895" y="85743"/>
                  <a:pt x="396895" y="80997"/>
                </a:cubicBezTo>
                <a:cubicBezTo>
                  <a:pt x="396895" y="77997"/>
                  <a:pt x="397567" y="75400"/>
                  <a:pt x="398910" y="73207"/>
                </a:cubicBezTo>
                <a:cubicBezTo>
                  <a:pt x="400746" y="70162"/>
                  <a:pt x="403936" y="67296"/>
                  <a:pt x="408481" y="64610"/>
                </a:cubicBezTo>
                <a:cubicBezTo>
                  <a:pt x="413025" y="61923"/>
                  <a:pt x="420581" y="58655"/>
                  <a:pt x="431148" y="54804"/>
                </a:cubicBezTo>
                <a:lnTo>
                  <a:pt x="431148" y="52395"/>
                </a:lnTo>
                <a:cubicBezTo>
                  <a:pt x="431148" y="46283"/>
                  <a:pt x="430174" y="42090"/>
                  <a:pt x="428226" y="39814"/>
                </a:cubicBezTo>
                <a:cubicBezTo>
                  <a:pt x="426279" y="37539"/>
                  <a:pt x="423447" y="36402"/>
                  <a:pt x="419730" y="36402"/>
                </a:cubicBezTo>
                <a:cubicBezTo>
                  <a:pt x="416910" y="36402"/>
                  <a:pt x="414671" y="37163"/>
                  <a:pt x="413014" y="38685"/>
                </a:cubicBezTo>
                <a:cubicBezTo>
                  <a:pt x="411313" y="40208"/>
                  <a:pt x="410462" y="41954"/>
                  <a:pt x="410462" y="43924"/>
                </a:cubicBezTo>
                <a:lnTo>
                  <a:pt x="410596" y="47819"/>
                </a:lnTo>
                <a:cubicBezTo>
                  <a:pt x="410596" y="49879"/>
                  <a:pt x="410070" y="51468"/>
                  <a:pt x="409018" y="52588"/>
                </a:cubicBezTo>
                <a:cubicBezTo>
                  <a:pt x="407966" y="53707"/>
                  <a:pt x="406589" y="54267"/>
                  <a:pt x="404888" y="54267"/>
                </a:cubicBezTo>
                <a:cubicBezTo>
                  <a:pt x="403231" y="54267"/>
                  <a:pt x="401876" y="53683"/>
                  <a:pt x="400824" y="52516"/>
                </a:cubicBezTo>
                <a:cubicBezTo>
                  <a:pt x="399772" y="51348"/>
                  <a:pt x="399246" y="49754"/>
                  <a:pt x="399246" y="47733"/>
                </a:cubicBezTo>
                <a:cubicBezTo>
                  <a:pt x="399246" y="43870"/>
                  <a:pt x="401216" y="40322"/>
                  <a:pt x="405156" y="37088"/>
                </a:cubicBezTo>
                <a:cubicBezTo>
                  <a:pt x="409096" y="33855"/>
                  <a:pt x="414626" y="32238"/>
                  <a:pt x="421745" y="32238"/>
                </a:cubicBezTo>
                <a:cubicBezTo>
                  <a:pt x="427208" y="32238"/>
                  <a:pt x="431685" y="33154"/>
                  <a:pt x="435178" y="34987"/>
                </a:cubicBezTo>
                <a:cubicBezTo>
                  <a:pt x="437819" y="36374"/>
                  <a:pt x="439767" y="38543"/>
                  <a:pt x="441021" y="41496"/>
                </a:cubicBezTo>
                <a:cubicBezTo>
                  <a:pt x="441827" y="43418"/>
                  <a:pt x="442230" y="47353"/>
                  <a:pt x="442230" y="53301"/>
                </a:cubicBezTo>
                <a:lnTo>
                  <a:pt x="442230" y="74164"/>
                </a:lnTo>
                <a:cubicBezTo>
                  <a:pt x="442230" y="80022"/>
                  <a:pt x="442342" y="83611"/>
                  <a:pt x="442565" y="84930"/>
                </a:cubicBezTo>
                <a:cubicBezTo>
                  <a:pt x="442789" y="86250"/>
                  <a:pt x="443159" y="87134"/>
                  <a:pt x="443674" y="87581"/>
                </a:cubicBezTo>
                <a:cubicBezTo>
                  <a:pt x="444189" y="88028"/>
                  <a:pt x="444782" y="88251"/>
                  <a:pt x="445453" y="88251"/>
                </a:cubicBezTo>
                <a:cubicBezTo>
                  <a:pt x="446170" y="88251"/>
                  <a:pt x="446797" y="88094"/>
                  <a:pt x="447334" y="87781"/>
                </a:cubicBezTo>
                <a:cubicBezTo>
                  <a:pt x="448274" y="87199"/>
                  <a:pt x="450088" y="85564"/>
                  <a:pt x="452774" y="82878"/>
                </a:cubicBezTo>
                <a:lnTo>
                  <a:pt x="452774" y="86639"/>
                </a:lnTo>
                <a:cubicBezTo>
                  <a:pt x="447759" y="93355"/>
                  <a:pt x="442968" y="96713"/>
                  <a:pt x="438401" y="96713"/>
                </a:cubicBezTo>
                <a:cubicBezTo>
                  <a:pt x="436207" y="96713"/>
                  <a:pt x="434461" y="95958"/>
                  <a:pt x="433163" y="94446"/>
                </a:cubicBezTo>
                <a:cubicBezTo>
                  <a:pt x="431864" y="92934"/>
                  <a:pt x="431193" y="90355"/>
                  <a:pt x="431148" y="86710"/>
                </a:cubicBezTo>
                <a:moveTo>
                  <a:pt x="431148" y="82355"/>
                </a:moveTo>
                <a:lnTo>
                  <a:pt x="431148" y="58968"/>
                </a:lnTo>
                <a:cubicBezTo>
                  <a:pt x="424387" y="61649"/>
                  <a:pt x="420021" y="63548"/>
                  <a:pt x="418051" y="64664"/>
                </a:cubicBezTo>
                <a:cubicBezTo>
                  <a:pt x="414514" y="66630"/>
                  <a:pt x="411984" y="68686"/>
                  <a:pt x="410462" y="70831"/>
                </a:cubicBezTo>
                <a:cubicBezTo>
                  <a:pt x="408940" y="72974"/>
                  <a:pt x="408179" y="75319"/>
                  <a:pt x="408179" y="77866"/>
                </a:cubicBezTo>
                <a:cubicBezTo>
                  <a:pt x="408179" y="81083"/>
                  <a:pt x="409141" y="83752"/>
                  <a:pt x="411066" y="85875"/>
                </a:cubicBezTo>
                <a:cubicBezTo>
                  <a:pt x="412992" y="87996"/>
                  <a:pt x="415208" y="89057"/>
                  <a:pt x="417716" y="89057"/>
                </a:cubicBezTo>
                <a:cubicBezTo>
                  <a:pt x="421118" y="89057"/>
                  <a:pt x="425596" y="86823"/>
                  <a:pt x="431148" y="82355"/>
                </a:cubicBezTo>
                <a:close/>
                <a:moveTo>
                  <a:pt x="475090" y="13701"/>
                </a:moveTo>
                <a:lnTo>
                  <a:pt x="475090" y="33984"/>
                </a:lnTo>
                <a:lnTo>
                  <a:pt x="489462" y="33984"/>
                </a:lnTo>
                <a:lnTo>
                  <a:pt x="489462" y="38551"/>
                </a:lnTo>
                <a:lnTo>
                  <a:pt x="475090" y="38685"/>
                </a:lnTo>
                <a:lnTo>
                  <a:pt x="475090" y="78634"/>
                </a:lnTo>
                <a:cubicBezTo>
                  <a:pt x="475090" y="82623"/>
                  <a:pt x="475661" y="85313"/>
                  <a:pt x="476802" y="86704"/>
                </a:cubicBezTo>
                <a:cubicBezTo>
                  <a:pt x="477944" y="88093"/>
                  <a:pt x="479411" y="88788"/>
                  <a:pt x="481202" y="88788"/>
                </a:cubicBezTo>
                <a:cubicBezTo>
                  <a:pt x="482679" y="88788"/>
                  <a:pt x="484112" y="88324"/>
                  <a:pt x="485500" y="87394"/>
                </a:cubicBezTo>
                <a:cubicBezTo>
                  <a:pt x="486888" y="86465"/>
                  <a:pt x="487963" y="85094"/>
                  <a:pt x="488724" y="83281"/>
                </a:cubicBezTo>
                <a:lnTo>
                  <a:pt x="491343" y="83281"/>
                </a:lnTo>
                <a:cubicBezTo>
                  <a:pt x="489776" y="87691"/>
                  <a:pt x="487560" y="91010"/>
                  <a:pt x="484694" y="93238"/>
                </a:cubicBezTo>
                <a:cubicBezTo>
                  <a:pt x="481828" y="95465"/>
                  <a:pt x="478873" y="96579"/>
                  <a:pt x="475829" y="96579"/>
                </a:cubicBezTo>
                <a:cubicBezTo>
                  <a:pt x="473769" y="96579"/>
                  <a:pt x="471754" y="96006"/>
                  <a:pt x="469784" y="94860"/>
                </a:cubicBezTo>
                <a:cubicBezTo>
                  <a:pt x="467814" y="93714"/>
                  <a:pt x="466359" y="92074"/>
                  <a:pt x="465419" y="89940"/>
                </a:cubicBezTo>
                <a:cubicBezTo>
                  <a:pt x="464478" y="87807"/>
                  <a:pt x="464008" y="84516"/>
                  <a:pt x="464008" y="80068"/>
                </a:cubicBezTo>
                <a:lnTo>
                  <a:pt x="464008" y="38551"/>
                </a:lnTo>
                <a:lnTo>
                  <a:pt x="454270" y="38551"/>
                </a:lnTo>
                <a:lnTo>
                  <a:pt x="454270" y="36398"/>
                </a:lnTo>
                <a:cubicBezTo>
                  <a:pt x="456732" y="35418"/>
                  <a:pt x="459251" y="33760"/>
                  <a:pt x="461825" y="31423"/>
                </a:cubicBezTo>
                <a:cubicBezTo>
                  <a:pt x="464400" y="29087"/>
                  <a:pt x="466695" y="26302"/>
                  <a:pt x="468709" y="23068"/>
                </a:cubicBezTo>
                <a:cubicBezTo>
                  <a:pt x="469739" y="21361"/>
                  <a:pt x="471172" y="18239"/>
                  <a:pt x="473008" y="13701"/>
                </a:cubicBezTo>
                <a:lnTo>
                  <a:pt x="475090" y="13701"/>
                </a:lnTo>
                <a:close/>
                <a:moveTo>
                  <a:pt x="505668" y="57222"/>
                </a:moveTo>
                <a:cubicBezTo>
                  <a:pt x="505624" y="66314"/>
                  <a:pt x="507840" y="73445"/>
                  <a:pt x="512317" y="78615"/>
                </a:cubicBezTo>
                <a:cubicBezTo>
                  <a:pt x="516795" y="83785"/>
                  <a:pt x="522056" y="86370"/>
                  <a:pt x="528101" y="86370"/>
                </a:cubicBezTo>
                <a:cubicBezTo>
                  <a:pt x="532130" y="86370"/>
                  <a:pt x="535634" y="85257"/>
                  <a:pt x="538611" y="83031"/>
                </a:cubicBezTo>
                <a:cubicBezTo>
                  <a:pt x="541589" y="80805"/>
                  <a:pt x="544085" y="76993"/>
                  <a:pt x="546100" y="71595"/>
                </a:cubicBezTo>
                <a:lnTo>
                  <a:pt x="548182" y="72944"/>
                </a:lnTo>
                <a:cubicBezTo>
                  <a:pt x="547242" y="79110"/>
                  <a:pt x="544510" y="84726"/>
                  <a:pt x="539988" y="89789"/>
                </a:cubicBezTo>
                <a:cubicBezTo>
                  <a:pt x="535466" y="94853"/>
                  <a:pt x="529802" y="97385"/>
                  <a:pt x="522996" y="97385"/>
                </a:cubicBezTo>
                <a:cubicBezTo>
                  <a:pt x="515608" y="97385"/>
                  <a:pt x="509284" y="94514"/>
                  <a:pt x="504023" y="88773"/>
                </a:cubicBezTo>
                <a:cubicBezTo>
                  <a:pt x="498762" y="83031"/>
                  <a:pt x="496131" y="75312"/>
                  <a:pt x="496131" y="65615"/>
                </a:cubicBezTo>
                <a:cubicBezTo>
                  <a:pt x="496131" y="55115"/>
                  <a:pt x="498829" y="46928"/>
                  <a:pt x="504224" y="41053"/>
                </a:cubicBezTo>
                <a:cubicBezTo>
                  <a:pt x="509620" y="35176"/>
                  <a:pt x="516392" y="32238"/>
                  <a:pt x="524541" y="32238"/>
                </a:cubicBezTo>
                <a:cubicBezTo>
                  <a:pt x="531436" y="32238"/>
                  <a:pt x="537100" y="34504"/>
                  <a:pt x="541533" y="39038"/>
                </a:cubicBezTo>
                <a:cubicBezTo>
                  <a:pt x="545966" y="43570"/>
                  <a:pt x="548182" y="49631"/>
                  <a:pt x="548182" y="57222"/>
                </a:cubicBezTo>
                <a:lnTo>
                  <a:pt x="505668" y="57222"/>
                </a:lnTo>
                <a:moveTo>
                  <a:pt x="505668" y="53327"/>
                </a:moveTo>
                <a:lnTo>
                  <a:pt x="534145" y="53327"/>
                </a:lnTo>
                <a:cubicBezTo>
                  <a:pt x="533921" y="49419"/>
                  <a:pt x="533451" y="46666"/>
                  <a:pt x="532735" y="45068"/>
                </a:cubicBezTo>
                <a:cubicBezTo>
                  <a:pt x="531615" y="42580"/>
                  <a:pt x="529948" y="40626"/>
                  <a:pt x="527731" y="39206"/>
                </a:cubicBezTo>
                <a:cubicBezTo>
                  <a:pt x="525515" y="37784"/>
                  <a:pt x="523198" y="37073"/>
                  <a:pt x="520780" y="37073"/>
                </a:cubicBezTo>
                <a:cubicBezTo>
                  <a:pt x="517064" y="37073"/>
                  <a:pt x="513739" y="38505"/>
                  <a:pt x="510806" y="41370"/>
                </a:cubicBezTo>
                <a:cubicBezTo>
                  <a:pt x="507874" y="44234"/>
                  <a:pt x="506161" y="48219"/>
                  <a:pt x="505668" y="53327"/>
                </a:cubicBezTo>
                <a:close/>
                <a:moveTo>
                  <a:pt x="586213" y="39894"/>
                </a:moveTo>
                <a:lnTo>
                  <a:pt x="605153" y="32372"/>
                </a:lnTo>
                <a:lnTo>
                  <a:pt x="607705" y="32372"/>
                </a:lnTo>
                <a:lnTo>
                  <a:pt x="607705" y="46812"/>
                </a:lnTo>
                <a:cubicBezTo>
                  <a:pt x="610884" y="41419"/>
                  <a:pt x="614074" y="37642"/>
                  <a:pt x="617276" y="35480"/>
                </a:cubicBezTo>
                <a:cubicBezTo>
                  <a:pt x="620477" y="33319"/>
                  <a:pt x="623846" y="32238"/>
                  <a:pt x="627384" y="32238"/>
                </a:cubicBezTo>
                <a:cubicBezTo>
                  <a:pt x="633562" y="32238"/>
                  <a:pt x="638712" y="34653"/>
                  <a:pt x="642831" y="39483"/>
                </a:cubicBezTo>
                <a:cubicBezTo>
                  <a:pt x="647890" y="45387"/>
                  <a:pt x="650420" y="53081"/>
                  <a:pt x="650420" y="62563"/>
                </a:cubicBezTo>
                <a:cubicBezTo>
                  <a:pt x="650420" y="73164"/>
                  <a:pt x="647375" y="81931"/>
                  <a:pt x="641286" y="88864"/>
                </a:cubicBezTo>
                <a:cubicBezTo>
                  <a:pt x="636271" y="94544"/>
                  <a:pt x="629958" y="97385"/>
                  <a:pt x="622346" y="97385"/>
                </a:cubicBezTo>
                <a:cubicBezTo>
                  <a:pt x="619033" y="97385"/>
                  <a:pt x="616168" y="96915"/>
                  <a:pt x="613750" y="95974"/>
                </a:cubicBezTo>
                <a:cubicBezTo>
                  <a:pt x="611959" y="95303"/>
                  <a:pt x="609944" y="93960"/>
                  <a:pt x="607705" y="91945"/>
                </a:cubicBezTo>
                <a:lnTo>
                  <a:pt x="607705" y="110683"/>
                </a:lnTo>
                <a:cubicBezTo>
                  <a:pt x="607705" y="114916"/>
                  <a:pt x="607963" y="117606"/>
                  <a:pt x="608477" y="118755"/>
                </a:cubicBezTo>
                <a:cubicBezTo>
                  <a:pt x="608992" y="119904"/>
                  <a:pt x="609888" y="120815"/>
                  <a:pt x="611164" y="121490"/>
                </a:cubicBezTo>
                <a:cubicBezTo>
                  <a:pt x="612440" y="122165"/>
                  <a:pt x="614757" y="122503"/>
                  <a:pt x="618115" y="122503"/>
                </a:cubicBezTo>
                <a:lnTo>
                  <a:pt x="618115" y="124921"/>
                </a:lnTo>
                <a:lnTo>
                  <a:pt x="585878" y="124921"/>
                </a:lnTo>
                <a:lnTo>
                  <a:pt x="585878" y="122503"/>
                </a:lnTo>
                <a:lnTo>
                  <a:pt x="587557" y="122503"/>
                </a:lnTo>
                <a:cubicBezTo>
                  <a:pt x="590019" y="122548"/>
                  <a:pt x="592124" y="122075"/>
                  <a:pt x="593870" y="121085"/>
                </a:cubicBezTo>
                <a:cubicBezTo>
                  <a:pt x="594720" y="120589"/>
                  <a:pt x="595381" y="119790"/>
                  <a:pt x="595851" y="118688"/>
                </a:cubicBezTo>
                <a:cubicBezTo>
                  <a:pt x="596321" y="117585"/>
                  <a:pt x="596556" y="114783"/>
                  <a:pt x="596556" y="110280"/>
                </a:cubicBezTo>
                <a:lnTo>
                  <a:pt x="596556" y="51983"/>
                </a:lnTo>
                <a:cubicBezTo>
                  <a:pt x="596556" y="47972"/>
                  <a:pt x="596377" y="45425"/>
                  <a:pt x="596019" y="44344"/>
                </a:cubicBezTo>
                <a:cubicBezTo>
                  <a:pt x="595661" y="43261"/>
                  <a:pt x="595090" y="42450"/>
                  <a:pt x="594306" y="41911"/>
                </a:cubicBezTo>
                <a:cubicBezTo>
                  <a:pt x="593523" y="41372"/>
                  <a:pt x="592459" y="41103"/>
                  <a:pt x="591116" y="41103"/>
                </a:cubicBezTo>
                <a:cubicBezTo>
                  <a:pt x="590042" y="41103"/>
                  <a:pt x="588676" y="41417"/>
                  <a:pt x="587019" y="42043"/>
                </a:cubicBezTo>
                <a:lnTo>
                  <a:pt x="586213" y="39894"/>
                </a:lnTo>
                <a:moveTo>
                  <a:pt x="607705" y="50774"/>
                </a:moveTo>
                <a:lnTo>
                  <a:pt x="607705" y="73744"/>
                </a:lnTo>
                <a:cubicBezTo>
                  <a:pt x="607705" y="78714"/>
                  <a:pt x="607907" y="81982"/>
                  <a:pt x="608310" y="83549"/>
                </a:cubicBezTo>
                <a:cubicBezTo>
                  <a:pt x="608936" y="86146"/>
                  <a:pt x="610470" y="88430"/>
                  <a:pt x="612910" y="90400"/>
                </a:cubicBezTo>
                <a:cubicBezTo>
                  <a:pt x="615350" y="92370"/>
                  <a:pt x="618429" y="93355"/>
                  <a:pt x="622145" y="93355"/>
                </a:cubicBezTo>
                <a:cubicBezTo>
                  <a:pt x="626622" y="93355"/>
                  <a:pt x="630249" y="91609"/>
                  <a:pt x="633025" y="88116"/>
                </a:cubicBezTo>
                <a:cubicBezTo>
                  <a:pt x="636652" y="83549"/>
                  <a:pt x="638465" y="77124"/>
                  <a:pt x="638465" y="68841"/>
                </a:cubicBezTo>
                <a:cubicBezTo>
                  <a:pt x="638465" y="59438"/>
                  <a:pt x="636406" y="52207"/>
                  <a:pt x="632286" y="47148"/>
                </a:cubicBezTo>
                <a:cubicBezTo>
                  <a:pt x="629421" y="43655"/>
                  <a:pt x="626018" y="41909"/>
                  <a:pt x="622078" y="41909"/>
                </a:cubicBezTo>
                <a:cubicBezTo>
                  <a:pt x="619929" y="41909"/>
                  <a:pt x="617802" y="42446"/>
                  <a:pt x="615697" y="43521"/>
                </a:cubicBezTo>
                <a:cubicBezTo>
                  <a:pt x="614086" y="44327"/>
                  <a:pt x="611421" y="46745"/>
                  <a:pt x="607705" y="50774"/>
                </a:cubicBezTo>
                <a:close/>
                <a:moveTo>
                  <a:pt x="694277" y="86710"/>
                </a:moveTo>
                <a:cubicBezTo>
                  <a:pt x="687964" y="91589"/>
                  <a:pt x="684001" y="94409"/>
                  <a:pt x="682389" y="95168"/>
                </a:cubicBezTo>
                <a:cubicBezTo>
                  <a:pt x="679971" y="96288"/>
                  <a:pt x="677397" y="96848"/>
                  <a:pt x="674666" y="96848"/>
                </a:cubicBezTo>
                <a:cubicBezTo>
                  <a:pt x="670412" y="96848"/>
                  <a:pt x="666908" y="95392"/>
                  <a:pt x="664155" y="92482"/>
                </a:cubicBezTo>
                <a:cubicBezTo>
                  <a:pt x="661401" y="89572"/>
                  <a:pt x="660024" y="85743"/>
                  <a:pt x="660024" y="80997"/>
                </a:cubicBezTo>
                <a:cubicBezTo>
                  <a:pt x="660024" y="77997"/>
                  <a:pt x="660696" y="75400"/>
                  <a:pt x="662039" y="73207"/>
                </a:cubicBezTo>
                <a:cubicBezTo>
                  <a:pt x="663875" y="70162"/>
                  <a:pt x="667065" y="67296"/>
                  <a:pt x="671610" y="64610"/>
                </a:cubicBezTo>
                <a:cubicBezTo>
                  <a:pt x="676154" y="61923"/>
                  <a:pt x="683710" y="58655"/>
                  <a:pt x="694277" y="54804"/>
                </a:cubicBezTo>
                <a:lnTo>
                  <a:pt x="694277" y="52395"/>
                </a:lnTo>
                <a:cubicBezTo>
                  <a:pt x="694277" y="46283"/>
                  <a:pt x="693303" y="42090"/>
                  <a:pt x="691355" y="39814"/>
                </a:cubicBezTo>
                <a:cubicBezTo>
                  <a:pt x="689408" y="37539"/>
                  <a:pt x="686576" y="36402"/>
                  <a:pt x="682859" y="36402"/>
                </a:cubicBezTo>
                <a:cubicBezTo>
                  <a:pt x="680038" y="36402"/>
                  <a:pt x="677800" y="37163"/>
                  <a:pt x="676143" y="38685"/>
                </a:cubicBezTo>
                <a:cubicBezTo>
                  <a:pt x="674442" y="40208"/>
                  <a:pt x="673591" y="41954"/>
                  <a:pt x="673591" y="43924"/>
                </a:cubicBezTo>
                <a:lnTo>
                  <a:pt x="673725" y="47819"/>
                </a:lnTo>
                <a:cubicBezTo>
                  <a:pt x="673725" y="49879"/>
                  <a:pt x="673199" y="51468"/>
                  <a:pt x="672147" y="52588"/>
                </a:cubicBezTo>
                <a:cubicBezTo>
                  <a:pt x="671095" y="53707"/>
                  <a:pt x="669718" y="54267"/>
                  <a:pt x="668016" y="54267"/>
                </a:cubicBezTo>
                <a:cubicBezTo>
                  <a:pt x="666360" y="54267"/>
                  <a:pt x="665005" y="53683"/>
                  <a:pt x="663953" y="52516"/>
                </a:cubicBezTo>
                <a:cubicBezTo>
                  <a:pt x="662901" y="51348"/>
                  <a:pt x="662375" y="49754"/>
                  <a:pt x="662375" y="47733"/>
                </a:cubicBezTo>
                <a:cubicBezTo>
                  <a:pt x="662375" y="43870"/>
                  <a:pt x="664345" y="40322"/>
                  <a:pt x="668285" y="37088"/>
                </a:cubicBezTo>
                <a:cubicBezTo>
                  <a:pt x="672225" y="33855"/>
                  <a:pt x="677755" y="32238"/>
                  <a:pt x="684874" y="32238"/>
                </a:cubicBezTo>
                <a:cubicBezTo>
                  <a:pt x="690337" y="32238"/>
                  <a:pt x="694814" y="33154"/>
                  <a:pt x="698307" y="34987"/>
                </a:cubicBezTo>
                <a:cubicBezTo>
                  <a:pt x="700948" y="36374"/>
                  <a:pt x="702896" y="38543"/>
                  <a:pt x="704150" y="41496"/>
                </a:cubicBezTo>
                <a:cubicBezTo>
                  <a:pt x="704956" y="43418"/>
                  <a:pt x="705359" y="47353"/>
                  <a:pt x="705359" y="53301"/>
                </a:cubicBezTo>
                <a:lnTo>
                  <a:pt x="705359" y="74164"/>
                </a:lnTo>
                <a:cubicBezTo>
                  <a:pt x="705359" y="80022"/>
                  <a:pt x="705470" y="83611"/>
                  <a:pt x="705694" y="84930"/>
                </a:cubicBezTo>
                <a:cubicBezTo>
                  <a:pt x="705918" y="86250"/>
                  <a:pt x="706288" y="87134"/>
                  <a:pt x="706802" y="87581"/>
                </a:cubicBezTo>
                <a:cubicBezTo>
                  <a:pt x="707317" y="88028"/>
                  <a:pt x="707911" y="88251"/>
                  <a:pt x="708582" y="88251"/>
                </a:cubicBezTo>
                <a:cubicBezTo>
                  <a:pt x="709299" y="88251"/>
                  <a:pt x="709926" y="88094"/>
                  <a:pt x="710463" y="87781"/>
                </a:cubicBezTo>
                <a:cubicBezTo>
                  <a:pt x="711403" y="87199"/>
                  <a:pt x="713216" y="85564"/>
                  <a:pt x="715903" y="82878"/>
                </a:cubicBezTo>
                <a:lnTo>
                  <a:pt x="715903" y="86639"/>
                </a:lnTo>
                <a:cubicBezTo>
                  <a:pt x="710888" y="93355"/>
                  <a:pt x="706097" y="96713"/>
                  <a:pt x="701530" y="96713"/>
                </a:cubicBezTo>
                <a:cubicBezTo>
                  <a:pt x="699336" y="96713"/>
                  <a:pt x="697590" y="95958"/>
                  <a:pt x="696292" y="94446"/>
                </a:cubicBezTo>
                <a:cubicBezTo>
                  <a:pt x="694993" y="92934"/>
                  <a:pt x="694322" y="90355"/>
                  <a:pt x="694277" y="86710"/>
                </a:cubicBezTo>
                <a:moveTo>
                  <a:pt x="694277" y="82355"/>
                </a:moveTo>
                <a:lnTo>
                  <a:pt x="694277" y="58968"/>
                </a:lnTo>
                <a:cubicBezTo>
                  <a:pt x="687516" y="61649"/>
                  <a:pt x="683150" y="63548"/>
                  <a:pt x="681180" y="64664"/>
                </a:cubicBezTo>
                <a:cubicBezTo>
                  <a:pt x="677643" y="66630"/>
                  <a:pt x="675113" y="68686"/>
                  <a:pt x="673591" y="70831"/>
                </a:cubicBezTo>
                <a:cubicBezTo>
                  <a:pt x="672069" y="72974"/>
                  <a:pt x="671307" y="75319"/>
                  <a:pt x="671307" y="77866"/>
                </a:cubicBezTo>
                <a:cubicBezTo>
                  <a:pt x="671307" y="81083"/>
                  <a:pt x="672270" y="83752"/>
                  <a:pt x="674195" y="85875"/>
                </a:cubicBezTo>
                <a:cubicBezTo>
                  <a:pt x="676121" y="87996"/>
                  <a:pt x="678337" y="89057"/>
                  <a:pt x="680844" y="89057"/>
                </a:cubicBezTo>
                <a:cubicBezTo>
                  <a:pt x="684247" y="89057"/>
                  <a:pt x="688725" y="86823"/>
                  <a:pt x="694277" y="82355"/>
                </a:cubicBezTo>
                <a:close/>
                <a:moveTo>
                  <a:pt x="715921" y="39894"/>
                </a:moveTo>
                <a:lnTo>
                  <a:pt x="734861" y="32372"/>
                </a:lnTo>
                <a:lnTo>
                  <a:pt x="737413" y="32372"/>
                </a:lnTo>
                <a:lnTo>
                  <a:pt x="737413" y="46812"/>
                </a:lnTo>
                <a:cubicBezTo>
                  <a:pt x="740592" y="41419"/>
                  <a:pt x="743782" y="37642"/>
                  <a:pt x="746983" y="35480"/>
                </a:cubicBezTo>
                <a:cubicBezTo>
                  <a:pt x="750185" y="33319"/>
                  <a:pt x="753554" y="32238"/>
                  <a:pt x="757091" y="32238"/>
                </a:cubicBezTo>
                <a:cubicBezTo>
                  <a:pt x="763270" y="32238"/>
                  <a:pt x="768419" y="34653"/>
                  <a:pt x="772538" y="39483"/>
                </a:cubicBezTo>
                <a:cubicBezTo>
                  <a:pt x="777598" y="45387"/>
                  <a:pt x="780128" y="53081"/>
                  <a:pt x="780128" y="62563"/>
                </a:cubicBezTo>
                <a:cubicBezTo>
                  <a:pt x="780128" y="73164"/>
                  <a:pt x="777083" y="81931"/>
                  <a:pt x="770994" y="88864"/>
                </a:cubicBezTo>
                <a:cubicBezTo>
                  <a:pt x="765979" y="94544"/>
                  <a:pt x="759666" y="97385"/>
                  <a:pt x="752054" y="97385"/>
                </a:cubicBezTo>
                <a:cubicBezTo>
                  <a:pt x="748741" y="97385"/>
                  <a:pt x="745875" y="96915"/>
                  <a:pt x="743457" y="95974"/>
                </a:cubicBezTo>
                <a:cubicBezTo>
                  <a:pt x="741666" y="95303"/>
                  <a:pt x="739652" y="93960"/>
                  <a:pt x="737413" y="91945"/>
                </a:cubicBezTo>
                <a:lnTo>
                  <a:pt x="737413" y="110683"/>
                </a:lnTo>
                <a:cubicBezTo>
                  <a:pt x="737413" y="114916"/>
                  <a:pt x="737670" y="117606"/>
                  <a:pt x="738185" y="118755"/>
                </a:cubicBezTo>
                <a:cubicBezTo>
                  <a:pt x="738700" y="119904"/>
                  <a:pt x="739596" y="120815"/>
                  <a:pt x="740872" y="121490"/>
                </a:cubicBezTo>
                <a:cubicBezTo>
                  <a:pt x="742148" y="122165"/>
                  <a:pt x="744465" y="122503"/>
                  <a:pt x="747823" y="122503"/>
                </a:cubicBezTo>
                <a:lnTo>
                  <a:pt x="747823" y="124921"/>
                </a:lnTo>
                <a:lnTo>
                  <a:pt x="715585" y="124921"/>
                </a:lnTo>
                <a:lnTo>
                  <a:pt x="715585" y="122503"/>
                </a:lnTo>
                <a:lnTo>
                  <a:pt x="717264" y="122503"/>
                </a:lnTo>
                <a:cubicBezTo>
                  <a:pt x="719727" y="122548"/>
                  <a:pt x="721831" y="122075"/>
                  <a:pt x="723577" y="121085"/>
                </a:cubicBezTo>
                <a:cubicBezTo>
                  <a:pt x="724428" y="120589"/>
                  <a:pt x="725089" y="119790"/>
                  <a:pt x="725559" y="118688"/>
                </a:cubicBezTo>
                <a:cubicBezTo>
                  <a:pt x="726029" y="117585"/>
                  <a:pt x="726264" y="114783"/>
                  <a:pt x="726264" y="110280"/>
                </a:cubicBezTo>
                <a:lnTo>
                  <a:pt x="726264" y="51983"/>
                </a:lnTo>
                <a:cubicBezTo>
                  <a:pt x="726264" y="47972"/>
                  <a:pt x="726085" y="45425"/>
                  <a:pt x="725727" y="44344"/>
                </a:cubicBezTo>
                <a:cubicBezTo>
                  <a:pt x="725368" y="43261"/>
                  <a:pt x="724798" y="42450"/>
                  <a:pt x="724014" y="41911"/>
                </a:cubicBezTo>
                <a:cubicBezTo>
                  <a:pt x="723230" y="41372"/>
                  <a:pt x="722167" y="41103"/>
                  <a:pt x="720824" y="41103"/>
                </a:cubicBezTo>
                <a:cubicBezTo>
                  <a:pt x="719749" y="41103"/>
                  <a:pt x="718384" y="41417"/>
                  <a:pt x="716727" y="42043"/>
                </a:cubicBezTo>
                <a:lnTo>
                  <a:pt x="715921" y="39894"/>
                </a:lnTo>
                <a:moveTo>
                  <a:pt x="737413" y="50774"/>
                </a:moveTo>
                <a:lnTo>
                  <a:pt x="737413" y="73744"/>
                </a:lnTo>
                <a:cubicBezTo>
                  <a:pt x="737413" y="78714"/>
                  <a:pt x="737614" y="81982"/>
                  <a:pt x="738017" y="83549"/>
                </a:cubicBezTo>
                <a:cubicBezTo>
                  <a:pt x="738644" y="86146"/>
                  <a:pt x="740178" y="88430"/>
                  <a:pt x="742618" y="90400"/>
                </a:cubicBezTo>
                <a:cubicBezTo>
                  <a:pt x="745058" y="92370"/>
                  <a:pt x="748136" y="93355"/>
                  <a:pt x="751853" y="93355"/>
                </a:cubicBezTo>
                <a:cubicBezTo>
                  <a:pt x="756330" y="93355"/>
                  <a:pt x="759957" y="91609"/>
                  <a:pt x="762733" y="88116"/>
                </a:cubicBezTo>
                <a:cubicBezTo>
                  <a:pt x="766360" y="83549"/>
                  <a:pt x="768173" y="77124"/>
                  <a:pt x="768173" y="68841"/>
                </a:cubicBezTo>
                <a:cubicBezTo>
                  <a:pt x="768173" y="59438"/>
                  <a:pt x="766113" y="52207"/>
                  <a:pt x="761994" y="47148"/>
                </a:cubicBezTo>
                <a:cubicBezTo>
                  <a:pt x="759128" y="43655"/>
                  <a:pt x="755726" y="41909"/>
                  <a:pt x="751785" y="41909"/>
                </a:cubicBezTo>
                <a:cubicBezTo>
                  <a:pt x="749636" y="41909"/>
                  <a:pt x="747509" y="42446"/>
                  <a:pt x="745405" y="43521"/>
                </a:cubicBezTo>
                <a:cubicBezTo>
                  <a:pt x="743793" y="44327"/>
                  <a:pt x="741129" y="46745"/>
                  <a:pt x="737413" y="50774"/>
                </a:cubicBezTo>
                <a:close/>
                <a:moveTo>
                  <a:pt x="799470" y="57222"/>
                </a:moveTo>
                <a:cubicBezTo>
                  <a:pt x="799426" y="66314"/>
                  <a:pt x="801642" y="73445"/>
                  <a:pt x="806119" y="78615"/>
                </a:cubicBezTo>
                <a:cubicBezTo>
                  <a:pt x="810597" y="83785"/>
                  <a:pt x="815858" y="86370"/>
                  <a:pt x="821902" y="86370"/>
                </a:cubicBezTo>
                <a:cubicBezTo>
                  <a:pt x="825932" y="86370"/>
                  <a:pt x="829436" y="85257"/>
                  <a:pt x="832413" y="83031"/>
                </a:cubicBezTo>
                <a:cubicBezTo>
                  <a:pt x="835391" y="80805"/>
                  <a:pt x="837887" y="76993"/>
                  <a:pt x="839902" y="71595"/>
                </a:cubicBezTo>
                <a:lnTo>
                  <a:pt x="841984" y="72944"/>
                </a:lnTo>
                <a:cubicBezTo>
                  <a:pt x="841044" y="79110"/>
                  <a:pt x="838312" y="84726"/>
                  <a:pt x="833790" y="89789"/>
                </a:cubicBezTo>
                <a:cubicBezTo>
                  <a:pt x="829268" y="94853"/>
                  <a:pt x="823604" y="97385"/>
                  <a:pt x="816798" y="97385"/>
                </a:cubicBezTo>
                <a:cubicBezTo>
                  <a:pt x="809410" y="97385"/>
                  <a:pt x="803086" y="94514"/>
                  <a:pt x="797825" y="88773"/>
                </a:cubicBezTo>
                <a:cubicBezTo>
                  <a:pt x="792564" y="83031"/>
                  <a:pt x="789933" y="75312"/>
                  <a:pt x="789933" y="65615"/>
                </a:cubicBezTo>
                <a:cubicBezTo>
                  <a:pt x="789933" y="55115"/>
                  <a:pt x="792631" y="46928"/>
                  <a:pt x="798026" y="41053"/>
                </a:cubicBezTo>
                <a:cubicBezTo>
                  <a:pt x="803422" y="35176"/>
                  <a:pt x="810194" y="32238"/>
                  <a:pt x="818343" y="32238"/>
                </a:cubicBezTo>
                <a:cubicBezTo>
                  <a:pt x="825238" y="32238"/>
                  <a:pt x="830902" y="34504"/>
                  <a:pt x="835335" y="39038"/>
                </a:cubicBezTo>
                <a:cubicBezTo>
                  <a:pt x="839767" y="43570"/>
                  <a:pt x="841984" y="49631"/>
                  <a:pt x="841984" y="57222"/>
                </a:cubicBezTo>
                <a:lnTo>
                  <a:pt x="799470" y="57222"/>
                </a:lnTo>
                <a:moveTo>
                  <a:pt x="799470" y="53327"/>
                </a:moveTo>
                <a:lnTo>
                  <a:pt x="827947" y="53327"/>
                </a:lnTo>
                <a:cubicBezTo>
                  <a:pt x="827723" y="49419"/>
                  <a:pt x="827253" y="46666"/>
                  <a:pt x="826537" y="45068"/>
                </a:cubicBezTo>
                <a:cubicBezTo>
                  <a:pt x="825417" y="42580"/>
                  <a:pt x="823749" y="40626"/>
                  <a:pt x="821533" y="39206"/>
                </a:cubicBezTo>
                <a:cubicBezTo>
                  <a:pt x="819317" y="37784"/>
                  <a:pt x="817000" y="37073"/>
                  <a:pt x="814582" y="37073"/>
                </a:cubicBezTo>
                <a:cubicBezTo>
                  <a:pt x="810865" y="37073"/>
                  <a:pt x="807541" y="38505"/>
                  <a:pt x="804608" y="41370"/>
                </a:cubicBezTo>
                <a:cubicBezTo>
                  <a:pt x="801675" y="44234"/>
                  <a:pt x="799963" y="48219"/>
                  <a:pt x="799470" y="53327"/>
                </a:cubicBezTo>
                <a:close/>
                <a:moveTo>
                  <a:pt x="868061" y="32238"/>
                </a:moveTo>
                <a:lnTo>
                  <a:pt x="868061" y="46073"/>
                </a:lnTo>
                <a:cubicBezTo>
                  <a:pt x="873210" y="36850"/>
                  <a:pt x="878493" y="32238"/>
                  <a:pt x="883911" y="32238"/>
                </a:cubicBezTo>
                <a:cubicBezTo>
                  <a:pt x="886374" y="32238"/>
                  <a:pt x="888411" y="32988"/>
                  <a:pt x="890023" y="34488"/>
                </a:cubicBezTo>
                <a:cubicBezTo>
                  <a:pt x="891635" y="35988"/>
                  <a:pt x="892440" y="37723"/>
                  <a:pt x="892440" y="39693"/>
                </a:cubicBezTo>
                <a:cubicBezTo>
                  <a:pt x="892440" y="41439"/>
                  <a:pt x="891858" y="42916"/>
                  <a:pt x="890694" y="44125"/>
                </a:cubicBezTo>
                <a:cubicBezTo>
                  <a:pt x="889530" y="45334"/>
                  <a:pt x="888142" y="45939"/>
                  <a:pt x="886530" y="45939"/>
                </a:cubicBezTo>
                <a:cubicBezTo>
                  <a:pt x="884963" y="45939"/>
                  <a:pt x="883206" y="45178"/>
                  <a:pt x="881258" y="43655"/>
                </a:cubicBezTo>
                <a:cubicBezTo>
                  <a:pt x="879310" y="42133"/>
                  <a:pt x="877866" y="41372"/>
                  <a:pt x="876926" y="41372"/>
                </a:cubicBezTo>
                <a:cubicBezTo>
                  <a:pt x="876120" y="41372"/>
                  <a:pt x="875247" y="41816"/>
                  <a:pt x="874307" y="42705"/>
                </a:cubicBezTo>
                <a:cubicBezTo>
                  <a:pt x="872292" y="44528"/>
                  <a:pt x="870210" y="47528"/>
                  <a:pt x="868061" y="51706"/>
                </a:cubicBezTo>
                <a:lnTo>
                  <a:pt x="868061" y="81132"/>
                </a:lnTo>
                <a:cubicBezTo>
                  <a:pt x="868061" y="84537"/>
                  <a:pt x="868486" y="87113"/>
                  <a:pt x="869337" y="88859"/>
                </a:cubicBezTo>
                <a:cubicBezTo>
                  <a:pt x="869919" y="90070"/>
                  <a:pt x="870949" y="91077"/>
                  <a:pt x="872426" y="91882"/>
                </a:cubicBezTo>
                <a:cubicBezTo>
                  <a:pt x="873904" y="92685"/>
                  <a:pt x="876031" y="93086"/>
                  <a:pt x="878807" y="93086"/>
                </a:cubicBezTo>
                <a:lnTo>
                  <a:pt x="878807" y="95504"/>
                </a:lnTo>
                <a:lnTo>
                  <a:pt x="847308" y="95504"/>
                </a:lnTo>
                <a:lnTo>
                  <a:pt x="847308" y="93086"/>
                </a:lnTo>
                <a:cubicBezTo>
                  <a:pt x="850442" y="93086"/>
                  <a:pt x="852770" y="92588"/>
                  <a:pt x="854292" y="91592"/>
                </a:cubicBezTo>
                <a:cubicBezTo>
                  <a:pt x="855412" y="90867"/>
                  <a:pt x="856195" y="89712"/>
                  <a:pt x="856643" y="88127"/>
                </a:cubicBezTo>
                <a:cubicBezTo>
                  <a:pt x="856867" y="87356"/>
                  <a:pt x="856979" y="85159"/>
                  <a:pt x="856979" y="81535"/>
                </a:cubicBezTo>
                <a:lnTo>
                  <a:pt x="856979" y="57894"/>
                </a:lnTo>
                <a:cubicBezTo>
                  <a:pt x="856979" y="50730"/>
                  <a:pt x="856833" y="46465"/>
                  <a:pt x="856542" y="45099"/>
                </a:cubicBezTo>
                <a:cubicBezTo>
                  <a:pt x="856251" y="43734"/>
                  <a:pt x="855714" y="42737"/>
                  <a:pt x="854931" y="42111"/>
                </a:cubicBezTo>
                <a:cubicBezTo>
                  <a:pt x="854147" y="41484"/>
                  <a:pt x="853173" y="41170"/>
                  <a:pt x="852009" y="41170"/>
                </a:cubicBezTo>
                <a:cubicBezTo>
                  <a:pt x="850621" y="41170"/>
                  <a:pt x="849054" y="41506"/>
                  <a:pt x="847308" y="42178"/>
                </a:cubicBezTo>
                <a:lnTo>
                  <a:pt x="846636" y="39760"/>
                </a:lnTo>
                <a:lnTo>
                  <a:pt x="865240" y="32238"/>
                </a:lnTo>
                <a:lnTo>
                  <a:pt x="868061" y="32238"/>
                </a:lnTo>
                <a:close/>
                <a:moveTo>
                  <a:pt x="935624" y="32238"/>
                </a:moveTo>
                <a:lnTo>
                  <a:pt x="935624" y="53192"/>
                </a:lnTo>
                <a:lnTo>
                  <a:pt x="933408" y="53192"/>
                </a:lnTo>
                <a:cubicBezTo>
                  <a:pt x="931706" y="46637"/>
                  <a:pt x="929523" y="42178"/>
                  <a:pt x="926859" y="39814"/>
                </a:cubicBezTo>
                <a:cubicBezTo>
                  <a:pt x="924195" y="37450"/>
                  <a:pt x="920804" y="36267"/>
                  <a:pt x="916684" y="36267"/>
                </a:cubicBezTo>
                <a:cubicBezTo>
                  <a:pt x="913550" y="36267"/>
                  <a:pt x="911020" y="37093"/>
                  <a:pt x="909095" y="38744"/>
                </a:cubicBezTo>
                <a:cubicBezTo>
                  <a:pt x="907170" y="40395"/>
                  <a:pt x="906207" y="42225"/>
                  <a:pt x="906207" y="44232"/>
                </a:cubicBezTo>
                <a:cubicBezTo>
                  <a:pt x="906207" y="46730"/>
                  <a:pt x="906923" y="48872"/>
                  <a:pt x="908356" y="50657"/>
                </a:cubicBezTo>
                <a:cubicBezTo>
                  <a:pt x="909744" y="52486"/>
                  <a:pt x="912565" y="54426"/>
                  <a:pt x="916819" y="56479"/>
                </a:cubicBezTo>
                <a:lnTo>
                  <a:pt x="926624" y="61231"/>
                </a:lnTo>
                <a:cubicBezTo>
                  <a:pt x="935714" y="65658"/>
                  <a:pt x="940258" y="71493"/>
                  <a:pt x="940258" y="78737"/>
                </a:cubicBezTo>
                <a:cubicBezTo>
                  <a:pt x="940258" y="84327"/>
                  <a:pt x="938143" y="88832"/>
                  <a:pt x="933911" y="92253"/>
                </a:cubicBezTo>
                <a:cubicBezTo>
                  <a:pt x="929680" y="95674"/>
                  <a:pt x="924945" y="97385"/>
                  <a:pt x="919707" y="97385"/>
                </a:cubicBezTo>
                <a:cubicBezTo>
                  <a:pt x="915946" y="97385"/>
                  <a:pt x="911647" y="96747"/>
                  <a:pt x="906812" y="95471"/>
                </a:cubicBezTo>
                <a:cubicBezTo>
                  <a:pt x="905334" y="95045"/>
                  <a:pt x="904125" y="94833"/>
                  <a:pt x="903185" y="94833"/>
                </a:cubicBezTo>
                <a:cubicBezTo>
                  <a:pt x="902155" y="94833"/>
                  <a:pt x="901349" y="95370"/>
                  <a:pt x="900767" y="96445"/>
                </a:cubicBezTo>
                <a:lnTo>
                  <a:pt x="898551" y="96445"/>
                </a:lnTo>
                <a:lnTo>
                  <a:pt x="898551" y="74415"/>
                </a:lnTo>
                <a:lnTo>
                  <a:pt x="900767" y="74415"/>
                </a:lnTo>
                <a:cubicBezTo>
                  <a:pt x="902021" y="80684"/>
                  <a:pt x="904416" y="85408"/>
                  <a:pt x="907953" y="88587"/>
                </a:cubicBezTo>
                <a:cubicBezTo>
                  <a:pt x="911490" y="91766"/>
                  <a:pt x="915453" y="93355"/>
                  <a:pt x="919841" y="93355"/>
                </a:cubicBezTo>
                <a:cubicBezTo>
                  <a:pt x="922930" y="93355"/>
                  <a:pt x="925449" y="92453"/>
                  <a:pt x="927397" y="90650"/>
                </a:cubicBezTo>
                <a:cubicBezTo>
                  <a:pt x="929344" y="88845"/>
                  <a:pt x="930318" y="86673"/>
                  <a:pt x="930318" y="84133"/>
                </a:cubicBezTo>
                <a:cubicBezTo>
                  <a:pt x="930318" y="81059"/>
                  <a:pt x="929232" y="78475"/>
                  <a:pt x="927061" y="76382"/>
                </a:cubicBezTo>
                <a:cubicBezTo>
                  <a:pt x="924889" y="74287"/>
                  <a:pt x="920557" y="71642"/>
                  <a:pt x="914065" y="68446"/>
                </a:cubicBezTo>
                <a:cubicBezTo>
                  <a:pt x="907573" y="65249"/>
                  <a:pt x="903319" y="62350"/>
                  <a:pt x="901304" y="59749"/>
                </a:cubicBezTo>
                <a:cubicBezTo>
                  <a:pt x="899289" y="57193"/>
                  <a:pt x="898282" y="53964"/>
                  <a:pt x="898282" y="50063"/>
                </a:cubicBezTo>
                <a:cubicBezTo>
                  <a:pt x="898282" y="44995"/>
                  <a:pt x="900017" y="40758"/>
                  <a:pt x="903487" y="37350"/>
                </a:cubicBezTo>
                <a:cubicBezTo>
                  <a:pt x="906957" y="33942"/>
                  <a:pt x="911446" y="32238"/>
                  <a:pt x="916953" y="32238"/>
                </a:cubicBezTo>
                <a:cubicBezTo>
                  <a:pt x="919371" y="32238"/>
                  <a:pt x="922304" y="32753"/>
                  <a:pt x="925751" y="33782"/>
                </a:cubicBezTo>
                <a:cubicBezTo>
                  <a:pt x="928035" y="34454"/>
                  <a:pt x="929557" y="34790"/>
                  <a:pt x="930318" y="34790"/>
                </a:cubicBezTo>
                <a:cubicBezTo>
                  <a:pt x="931035" y="34790"/>
                  <a:pt x="931594" y="34633"/>
                  <a:pt x="931997" y="34320"/>
                </a:cubicBezTo>
                <a:cubicBezTo>
                  <a:pt x="932400" y="34006"/>
                  <a:pt x="932870" y="33312"/>
                  <a:pt x="933408" y="32238"/>
                </a:cubicBezTo>
                <a:lnTo>
                  <a:pt x="935624" y="32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132">
            <a:extLst xmlns:a="http://schemas.openxmlformats.org/drawingml/2006/main">
              <a:ext uri="{FF2B5EF4-FFF2-40B4-BE49-F238E27FC236}">
                <a16:creationId xmlns:a16="http://schemas.microsoft.com/office/drawing/2014/main" id="{DF193164-040A-4AEA-8AB6-0E873039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219" y="2037452"/>
            <a:ext cx="200747" cy="94967"/>
          </a:xfrm>
          <a:custGeom xmlns:a="http://schemas.openxmlformats.org/drawingml/2006/main">
            <a:pathLst>
              <a:path w="200747" h="94967">
                <a:moveTo>
                  <a:pt x="57961" y="0"/>
                </a:moveTo>
                <a:lnTo>
                  <a:pt x="35730" y="76430"/>
                </a:lnTo>
                <a:cubicBezTo>
                  <a:pt x="34566" y="80435"/>
                  <a:pt x="33984" y="82976"/>
                  <a:pt x="33984" y="84055"/>
                </a:cubicBezTo>
                <a:cubicBezTo>
                  <a:pt x="33984" y="85135"/>
                  <a:pt x="34398" y="86249"/>
                  <a:pt x="35226" y="87397"/>
                </a:cubicBezTo>
                <a:cubicBezTo>
                  <a:pt x="36055" y="88544"/>
                  <a:pt x="36950" y="89286"/>
                  <a:pt x="37913" y="89623"/>
                </a:cubicBezTo>
                <a:cubicBezTo>
                  <a:pt x="38876" y="89961"/>
                  <a:pt x="41775" y="90264"/>
                  <a:pt x="46610" y="90534"/>
                </a:cubicBezTo>
                <a:lnTo>
                  <a:pt x="45872" y="92952"/>
                </a:lnTo>
                <a:lnTo>
                  <a:pt x="0" y="92952"/>
                </a:lnTo>
                <a:lnTo>
                  <a:pt x="739" y="90534"/>
                </a:lnTo>
                <a:cubicBezTo>
                  <a:pt x="5306" y="90445"/>
                  <a:pt x="8485" y="90063"/>
                  <a:pt x="10276" y="89388"/>
                </a:cubicBezTo>
                <a:cubicBezTo>
                  <a:pt x="12067" y="88713"/>
                  <a:pt x="13533" y="87610"/>
                  <a:pt x="14675" y="86081"/>
                </a:cubicBezTo>
                <a:cubicBezTo>
                  <a:pt x="15817" y="84551"/>
                  <a:pt x="17104" y="81335"/>
                  <a:pt x="18537" y="76430"/>
                </a:cubicBezTo>
                <a:lnTo>
                  <a:pt x="31700" y="31025"/>
                </a:lnTo>
                <a:cubicBezTo>
                  <a:pt x="33715" y="24131"/>
                  <a:pt x="34768" y="20483"/>
                  <a:pt x="34857" y="20081"/>
                </a:cubicBezTo>
                <a:cubicBezTo>
                  <a:pt x="35126" y="18917"/>
                  <a:pt x="35260" y="17820"/>
                  <a:pt x="35260" y="16790"/>
                </a:cubicBezTo>
                <a:cubicBezTo>
                  <a:pt x="35260" y="14820"/>
                  <a:pt x="34644" y="13253"/>
                  <a:pt x="33413" y="12089"/>
                </a:cubicBezTo>
                <a:cubicBezTo>
                  <a:pt x="32182" y="10925"/>
                  <a:pt x="30424" y="10343"/>
                  <a:pt x="28141" y="10343"/>
                </a:cubicBezTo>
                <a:cubicBezTo>
                  <a:pt x="27021" y="10343"/>
                  <a:pt x="24805" y="10522"/>
                  <a:pt x="21492" y="10880"/>
                </a:cubicBezTo>
                <a:lnTo>
                  <a:pt x="20955" y="8328"/>
                </a:lnTo>
                <a:lnTo>
                  <a:pt x="55140" y="0"/>
                </a:lnTo>
                <a:lnTo>
                  <a:pt x="57961" y="0"/>
                </a:lnTo>
                <a:close/>
                <a:moveTo>
                  <a:pt x="83079" y="43521"/>
                </a:moveTo>
                <a:lnTo>
                  <a:pt x="83952" y="40566"/>
                </a:lnTo>
                <a:cubicBezTo>
                  <a:pt x="90176" y="39676"/>
                  <a:pt x="95191" y="38363"/>
                  <a:pt x="98997" y="36628"/>
                </a:cubicBezTo>
                <a:cubicBezTo>
                  <a:pt x="104101" y="34405"/>
                  <a:pt x="107817" y="31791"/>
                  <a:pt x="110146" y="28785"/>
                </a:cubicBezTo>
                <a:cubicBezTo>
                  <a:pt x="112474" y="25780"/>
                  <a:pt x="113638" y="22550"/>
                  <a:pt x="113638" y="19095"/>
                </a:cubicBezTo>
                <a:cubicBezTo>
                  <a:pt x="113638" y="16134"/>
                  <a:pt x="112586" y="13600"/>
                  <a:pt x="110481" y="11491"/>
                </a:cubicBezTo>
                <a:cubicBezTo>
                  <a:pt x="108377" y="9382"/>
                  <a:pt x="105758" y="8328"/>
                  <a:pt x="102623" y="8328"/>
                </a:cubicBezTo>
                <a:cubicBezTo>
                  <a:pt x="100161" y="8328"/>
                  <a:pt x="97877" y="8977"/>
                  <a:pt x="95773" y="10276"/>
                </a:cubicBezTo>
                <a:cubicBezTo>
                  <a:pt x="93668" y="11574"/>
                  <a:pt x="91385" y="13835"/>
                  <a:pt x="88922" y="17059"/>
                </a:cubicBezTo>
                <a:lnTo>
                  <a:pt x="86236" y="15716"/>
                </a:lnTo>
                <a:cubicBezTo>
                  <a:pt x="89997" y="10074"/>
                  <a:pt x="93769" y="6045"/>
                  <a:pt x="97553" y="3627"/>
                </a:cubicBezTo>
                <a:cubicBezTo>
                  <a:pt x="101336" y="1209"/>
                  <a:pt x="105578" y="0"/>
                  <a:pt x="110280" y="0"/>
                </a:cubicBezTo>
                <a:cubicBezTo>
                  <a:pt x="116190" y="0"/>
                  <a:pt x="120981" y="1671"/>
                  <a:pt x="124652" y="5012"/>
                </a:cubicBezTo>
                <a:cubicBezTo>
                  <a:pt x="128324" y="8352"/>
                  <a:pt x="130160" y="12354"/>
                  <a:pt x="130160" y="17017"/>
                </a:cubicBezTo>
                <a:cubicBezTo>
                  <a:pt x="130160" y="20694"/>
                  <a:pt x="129264" y="23901"/>
                  <a:pt x="127473" y="26636"/>
                </a:cubicBezTo>
                <a:cubicBezTo>
                  <a:pt x="125682" y="29371"/>
                  <a:pt x="123041" y="31748"/>
                  <a:pt x="119548" y="33766"/>
                </a:cubicBezTo>
                <a:cubicBezTo>
                  <a:pt x="116996" y="35245"/>
                  <a:pt x="112989" y="36747"/>
                  <a:pt x="107526" y="38272"/>
                </a:cubicBezTo>
                <a:cubicBezTo>
                  <a:pt x="112496" y="40424"/>
                  <a:pt x="115989" y="42845"/>
                  <a:pt x="118003" y="45536"/>
                </a:cubicBezTo>
                <a:cubicBezTo>
                  <a:pt x="121003" y="49526"/>
                  <a:pt x="122503" y="54346"/>
                  <a:pt x="122503" y="59995"/>
                </a:cubicBezTo>
                <a:cubicBezTo>
                  <a:pt x="122503" y="70577"/>
                  <a:pt x="117936" y="79320"/>
                  <a:pt x="108802" y="86223"/>
                </a:cubicBezTo>
                <a:cubicBezTo>
                  <a:pt x="101146" y="92052"/>
                  <a:pt x="92280" y="94967"/>
                  <a:pt x="82206" y="94967"/>
                </a:cubicBezTo>
                <a:cubicBezTo>
                  <a:pt x="76833" y="94967"/>
                  <a:pt x="72781" y="93955"/>
                  <a:pt x="70050" y="91932"/>
                </a:cubicBezTo>
                <a:cubicBezTo>
                  <a:pt x="68169" y="90539"/>
                  <a:pt x="67229" y="88695"/>
                  <a:pt x="67229" y="86402"/>
                </a:cubicBezTo>
                <a:cubicBezTo>
                  <a:pt x="67229" y="84332"/>
                  <a:pt x="67945" y="82623"/>
                  <a:pt x="69378" y="81274"/>
                </a:cubicBezTo>
                <a:cubicBezTo>
                  <a:pt x="70811" y="79926"/>
                  <a:pt x="72580" y="79251"/>
                  <a:pt x="74684" y="79251"/>
                </a:cubicBezTo>
                <a:cubicBezTo>
                  <a:pt x="75759" y="79251"/>
                  <a:pt x="76788" y="79476"/>
                  <a:pt x="77773" y="79927"/>
                </a:cubicBezTo>
                <a:cubicBezTo>
                  <a:pt x="79475" y="80649"/>
                  <a:pt x="82027" y="82172"/>
                  <a:pt x="85430" y="84496"/>
                </a:cubicBezTo>
                <a:cubicBezTo>
                  <a:pt x="88833" y="86820"/>
                  <a:pt x="91654" y="87982"/>
                  <a:pt x="93892" y="87982"/>
                </a:cubicBezTo>
                <a:cubicBezTo>
                  <a:pt x="96668" y="87982"/>
                  <a:pt x="99109" y="86570"/>
                  <a:pt x="101213" y="83745"/>
                </a:cubicBezTo>
                <a:cubicBezTo>
                  <a:pt x="104302" y="79574"/>
                  <a:pt x="105847" y="74350"/>
                  <a:pt x="105847" y="68073"/>
                </a:cubicBezTo>
                <a:cubicBezTo>
                  <a:pt x="105847" y="63184"/>
                  <a:pt x="104862" y="58901"/>
                  <a:pt x="102892" y="55224"/>
                </a:cubicBezTo>
                <a:cubicBezTo>
                  <a:pt x="100922" y="51547"/>
                  <a:pt x="98392" y="48823"/>
                  <a:pt x="95303" y="47053"/>
                </a:cubicBezTo>
                <a:cubicBezTo>
                  <a:pt x="92213" y="45282"/>
                  <a:pt x="88139" y="44104"/>
                  <a:pt x="83079" y="43521"/>
                </a:cubicBezTo>
                <a:close/>
                <a:moveTo>
                  <a:pt x="183218" y="92952"/>
                </a:moveTo>
                <a:lnTo>
                  <a:pt x="134861" y="92952"/>
                </a:lnTo>
                <a:lnTo>
                  <a:pt x="134861" y="90467"/>
                </a:lnTo>
                <a:cubicBezTo>
                  <a:pt x="147443" y="78829"/>
                  <a:pt x="158054" y="68127"/>
                  <a:pt x="166696" y="58364"/>
                </a:cubicBezTo>
                <a:cubicBezTo>
                  <a:pt x="173949" y="50272"/>
                  <a:pt x="178505" y="44092"/>
                  <a:pt x="180363" y="39823"/>
                </a:cubicBezTo>
                <a:cubicBezTo>
                  <a:pt x="182221" y="35552"/>
                  <a:pt x="183150" y="31248"/>
                  <a:pt x="183150" y="26911"/>
                </a:cubicBezTo>
                <a:cubicBezTo>
                  <a:pt x="183150" y="22843"/>
                  <a:pt x="181863" y="19536"/>
                  <a:pt x="179289" y="16988"/>
                </a:cubicBezTo>
                <a:cubicBezTo>
                  <a:pt x="176714" y="14438"/>
                  <a:pt x="173502" y="13164"/>
                  <a:pt x="169651" y="13164"/>
                </a:cubicBezTo>
                <a:cubicBezTo>
                  <a:pt x="163427" y="13164"/>
                  <a:pt x="158099" y="16586"/>
                  <a:pt x="153666" y="23429"/>
                </a:cubicBezTo>
                <a:lnTo>
                  <a:pt x="151181" y="22287"/>
                </a:lnTo>
                <a:cubicBezTo>
                  <a:pt x="153510" y="15644"/>
                  <a:pt x="156532" y="10594"/>
                  <a:pt x="160248" y="7138"/>
                </a:cubicBezTo>
                <a:cubicBezTo>
                  <a:pt x="165397" y="2379"/>
                  <a:pt x="171442" y="0"/>
                  <a:pt x="178382" y="0"/>
                </a:cubicBezTo>
                <a:cubicBezTo>
                  <a:pt x="184829" y="0"/>
                  <a:pt x="190169" y="1993"/>
                  <a:pt x="194400" y="5980"/>
                </a:cubicBezTo>
                <a:cubicBezTo>
                  <a:pt x="198631" y="9966"/>
                  <a:pt x="200747" y="14579"/>
                  <a:pt x="200747" y="19819"/>
                </a:cubicBezTo>
                <a:cubicBezTo>
                  <a:pt x="200747" y="24432"/>
                  <a:pt x="199717" y="28989"/>
                  <a:pt x="197657" y="33491"/>
                </a:cubicBezTo>
                <a:cubicBezTo>
                  <a:pt x="195598" y="37992"/>
                  <a:pt x="191344" y="43646"/>
                  <a:pt x="184897" y="50453"/>
                </a:cubicBezTo>
                <a:cubicBezTo>
                  <a:pt x="179971" y="55644"/>
                  <a:pt x="169987" y="64662"/>
                  <a:pt x="154942" y="77505"/>
                </a:cubicBezTo>
                <a:lnTo>
                  <a:pt x="172472" y="77505"/>
                </a:lnTo>
                <a:cubicBezTo>
                  <a:pt x="178113" y="77505"/>
                  <a:pt x="182065" y="76863"/>
                  <a:pt x="184326" y="75578"/>
                </a:cubicBezTo>
                <a:cubicBezTo>
                  <a:pt x="186587" y="74292"/>
                  <a:pt x="188702" y="71711"/>
                  <a:pt x="190673" y="67834"/>
                </a:cubicBezTo>
                <a:lnTo>
                  <a:pt x="193829" y="67834"/>
                </a:lnTo>
                <a:lnTo>
                  <a:pt x="183218" y="929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4AD27-E6F8-4136-A182-3023A3C9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606" y="2910083"/>
            <a:ext cx="1023238" cy="307670"/>
          </a:xfrm>
          <a:custGeom xmlns:a="http://schemas.openxmlformats.org/drawingml/2006/main">
            <a:pathLst>
              <a:path w="1023238" h="307670">
                <a:moveTo>
                  <a:pt x="0" y="0"/>
                </a:moveTo>
                <a:lnTo>
                  <a:pt x="1023238" y="0"/>
                </a:lnTo>
                <a:lnTo>
                  <a:pt x="1023238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Develop">
            <a:extLst xmlns:a="http://schemas.openxmlformats.org/drawingml/2006/main">
              <a:ext uri="{FF2B5EF4-FFF2-40B4-BE49-F238E27FC236}">
                <a16:creationId xmlns:a16="http://schemas.microsoft.com/office/drawing/2014/main" id="{B2D34047-AE88-4454-8887-29951224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88" y="3015326"/>
            <a:ext cx="423273" cy="115312"/>
          </a:xfrm>
          <a:custGeom xmlns:a="http://schemas.openxmlformats.org/drawingml/2006/main">
            <a:pathLst>
              <a:path w="423273" h="115312">
                <a:moveTo>
                  <a:pt x="0" y="88158"/>
                </a:moveTo>
                <a:lnTo>
                  <a:pt x="0" y="85802"/>
                </a:lnTo>
                <a:lnTo>
                  <a:pt x="3162" y="85802"/>
                </a:lnTo>
                <a:cubicBezTo>
                  <a:pt x="6716" y="85802"/>
                  <a:pt x="9237" y="84671"/>
                  <a:pt x="10725" y="82409"/>
                </a:cubicBezTo>
                <a:cubicBezTo>
                  <a:pt x="11634" y="81052"/>
                  <a:pt x="12089" y="78008"/>
                  <a:pt x="12089" y="73279"/>
                </a:cubicBezTo>
                <a:lnTo>
                  <a:pt x="12089" y="18971"/>
                </a:lnTo>
                <a:cubicBezTo>
                  <a:pt x="12089" y="13748"/>
                  <a:pt x="11511" y="10478"/>
                  <a:pt x="10353" y="9162"/>
                </a:cubicBezTo>
                <a:cubicBezTo>
                  <a:pt x="8741" y="7352"/>
                  <a:pt x="6344" y="6448"/>
                  <a:pt x="3162" y="6448"/>
                </a:cubicBezTo>
                <a:lnTo>
                  <a:pt x="0" y="6448"/>
                </a:lnTo>
                <a:lnTo>
                  <a:pt x="0" y="4092"/>
                </a:lnTo>
                <a:lnTo>
                  <a:pt x="34222" y="4092"/>
                </a:lnTo>
                <a:cubicBezTo>
                  <a:pt x="46786" y="4092"/>
                  <a:pt x="56344" y="5518"/>
                  <a:pt x="62894" y="8369"/>
                </a:cubicBezTo>
                <a:cubicBezTo>
                  <a:pt x="69445" y="11221"/>
                  <a:pt x="74715" y="15974"/>
                  <a:pt x="78703" y="22628"/>
                </a:cubicBezTo>
                <a:cubicBezTo>
                  <a:pt x="82692" y="29283"/>
                  <a:pt x="84686" y="36970"/>
                  <a:pt x="84686" y="45691"/>
                </a:cubicBezTo>
                <a:cubicBezTo>
                  <a:pt x="84686" y="57387"/>
                  <a:pt x="81131" y="67162"/>
                  <a:pt x="74023" y="75015"/>
                </a:cubicBezTo>
                <a:cubicBezTo>
                  <a:pt x="66046" y="83777"/>
                  <a:pt x="53895" y="88158"/>
                  <a:pt x="37569" y="88158"/>
                </a:cubicBezTo>
                <a:lnTo>
                  <a:pt x="0" y="88158"/>
                </a:lnTo>
                <a:moveTo>
                  <a:pt x="23992" y="81960"/>
                </a:moveTo>
                <a:cubicBezTo>
                  <a:pt x="29241" y="83116"/>
                  <a:pt x="33643" y="83694"/>
                  <a:pt x="37197" y="83694"/>
                </a:cubicBezTo>
                <a:cubicBezTo>
                  <a:pt x="46786" y="83694"/>
                  <a:pt x="54742" y="80331"/>
                  <a:pt x="61066" y="73606"/>
                </a:cubicBezTo>
                <a:cubicBezTo>
                  <a:pt x="67389" y="66880"/>
                  <a:pt x="70551" y="57760"/>
                  <a:pt x="70551" y="46249"/>
                </a:cubicBezTo>
                <a:cubicBezTo>
                  <a:pt x="70551" y="34654"/>
                  <a:pt x="67389" y="25515"/>
                  <a:pt x="61066" y="18831"/>
                </a:cubicBezTo>
                <a:cubicBezTo>
                  <a:pt x="54742" y="12146"/>
                  <a:pt x="46621" y="8803"/>
                  <a:pt x="36701" y="8803"/>
                </a:cubicBezTo>
                <a:cubicBezTo>
                  <a:pt x="32982" y="8803"/>
                  <a:pt x="28745" y="9401"/>
                  <a:pt x="23992" y="10597"/>
                </a:cubicBezTo>
                <a:lnTo>
                  <a:pt x="23992" y="81960"/>
                </a:lnTo>
                <a:close/>
                <a:moveTo>
                  <a:pt x="103015" y="52820"/>
                </a:moveTo>
                <a:cubicBezTo>
                  <a:pt x="102974" y="61213"/>
                  <a:pt x="105020" y="67795"/>
                  <a:pt x="109153" y="72568"/>
                </a:cubicBezTo>
                <a:cubicBezTo>
                  <a:pt x="113286" y="77340"/>
                  <a:pt x="118142" y="79726"/>
                  <a:pt x="123722" y="79726"/>
                </a:cubicBezTo>
                <a:cubicBezTo>
                  <a:pt x="127441" y="79726"/>
                  <a:pt x="130676" y="78699"/>
                  <a:pt x="133424" y="76644"/>
                </a:cubicBezTo>
                <a:cubicBezTo>
                  <a:pt x="136172" y="74589"/>
                  <a:pt x="138477" y="71070"/>
                  <a:pt x="140337" y="66087"/>
                </a:cubicBezTo>
                <a:lnTo>
                  <a:pt x="142258" y="67333"/>
                </a:lnTo>
                <a:cubicBezTo>
                  <a:pt x="141390" y="73025"/>
                  <a:pt x="138869" y="78208"/>
                  <a:pt x="134695" y="82882"/>
                </a:cubicBezTo>
                <a:cubicBezTo>
                  <a:pt x="130521" y="87556"/>
                  <a:pt x="125292" y="89893"/>
                  <a:pt x="119010" y="89893"/>
                </a:cubicBezTo>
                <a:cubicBezTo>
                  <a:pt x="112191" y="89893"/>
                  <a:pt x="106353" y="87244"/>
                  <a:pt x="101496" y="81945"/>
                </a:cubicBezTo>
                <a:cubicBezTo>
                  <a:pt x="96640" y="76644"/>
                  <a:pt x="94212" y="69518"/>
                  <a:pt x="94212" y="60568"/>
                </a:cubicBezTo>
                <a:cubicBezTo>
                  <a:pt x="94212" y="50876"/>
                  <a:pt x="96702" y="43318"/>
                  <a:pt x="101682" y="37895"/>
                </a:cubicBezTo>
                <a:cubicBezTo>
                  <a:pt x="106663" y="32470"/>
                  <a:pt x="112914" y="29758"/>
                  <a:pt x="120436" y="29758"/>
                </a:cubicBezTo>
                <a:cubicBezTo>
                  <a:pt x="126801" y="29758"/>
                  <a:pt x="132029" y="31850"/>
                  <a:pt x="136121" y="36035"/>
                </a:cubicBezTo>
                <a:cubicBezTo>
                  <a:pt x="140213" y="40218"/>
                  <a:pt x="142258" y="45813"/>
                  <a:pt x="142258" y="52820"/>
                </a:cubicBezTo>
                <a:lnTo>
                  <a:pt x="103015" y="52820"/>
                </a:lnTo>
                <a:moveTo>
                  <a:pt x="103015" y="49224"/>
                </a:moveTo>
                <a:lnTo>
                  <a:pt x="129301" y="49224"/>
                </a:lnTo>
                <a:cubicBezTo>
                  <a:pt x="129095" y="45617"/>
                  <a:pt x="128661" y="43076"/>
                  <a:pt x="127999" y="41601"/>
                </a:cubicBezTo>
                <a:cubicBezTo>
                  <a:pt x="126966" y="39305"/>
                  <a:pt x="125427" y="37501"/>
                  <a:pt x="123381" y="36190"/>
                </a:cubicBezTo>
                <a:cubicBezTo>
                  <a:pt x="121335" y="34878"/>
                  <a:pt x="119196" y="34222"/>
                  <a:pt x="116964" y="34222"/>
                </a:cubicBezTo>
                <a:cubicBezTo>
                  <a:pt x="113534" y="34222"/>
                  <a:pt x="110465" y="35543"/>
                  <a:pt x="107758" y="38187"/>
                </a:cubicBezTo>
                <a:cubicBezTo>
                  <a:pt x="105051" y="40831"/>
                  <a:pt x="103470" y="44510"/>
                  <a:pt x="103015" y="49224"/>
                </a:cubicBezTo>
                <a:close/>
                <a:moveTo>
                  <a:pt x="146801" y="31370"/>
                </a:moveTo>
                <a:lnTo>
                  <a:pt x="173521" y="31370"/>
                </a:lnTo>
                <a:lnTo>
                  <a:pt x="173521" y="33602"/>
                </a:lnTo>
                <a:lnTo>
                  <a:pt x="171785" y="33602"/>
                </a:lnTo>
                <a:cubicBezTo>
                  <a:pt x="170173" y="33602"/>
                  <a:pt x="168943" y="33994"/>
                  <a:pt x="168096" y="34779"/>
                </a:cubicBezTo>
                <a:cubicBezTo>
                  <a:pt x="167249" y="35565"/>
                  <a:pt x="166825" y="36619"/>
                  <a:pt x="166825" y="37941"/>
                </a:cubicBezTo>
                <a:cubicBezTo>
                  <a:pt x="166825" y="39388"/>
                  <a:pt x="167259" y="41103"/>
                  <a:pt x="168127" y="43087"/>
                </a:cubicBezTo>
                <a:lnTo>
                  <a:pt x="181332" y="74457"/>
                </a:lnTo>
                <a:lnTo>
                  <a:pt x="194599" y="41909"/>
                </a:lnTo>
                <a:cubicBezTo>
                  <a:pt x="195550" y="39594"/>
                  <a:pt x="196025" y="37838"/>
                  <a:pt x="196025" y="36639"/>
                </a:cubicBezTo>
                <a:cubicBezTo>
                  <a:pt x="196025" y="36061"/>
                  <a:pt x="195860" y="35585"/>
                  <a:pt x="195529" y="35213"/>
                </a:cubicBezTo>
                <a:cubicBezTo>
                  <a:pt x="195074" y="34593"/>
                  <a:pt x="194496" y="34170"/>
                  <a:pt x="193793" y="33943"/>
                </a:cubicBezTo>
                <a:cubicBezTo>
                  <a:pt x="193091" y="33715"/>
                  <a:pt x="191665" y="33602"/>
                  <a:pt x="189515" y="33602"/>
                </a:cubicBezTo>
                <a:lnTo>
                  <a:pt x="189515" y="31370"/>
                </a:lnTo>
                <a:lnTo>
                  <a:pt x="208052" y="31370"/>
                </a:lnTo>
                <a:lnTo>
                  <a:pt x="208052" y="33602"/>
                </a:lnTo>
                <a:cubicBezTo>
                  <a:pt x="205903" y="33768"/>
                  <a:pt x="204415" y="34205"/>
                  <a:pt x="203588" y="34913"/>
                </a:cubicBezTo>
                <a:cubicBezTo>
                  <a:pt x="202142" y="36162"/>
                  <a:pt x="200840" y="38244"/>
                  <a:pt x="199683" y="41159"/>
                </a:cubicBezTo>
                <a:lnTo>
                  <a:pt x="179534" y="89893"/>
                </a:lnTo>
                <a:lnTo>
                  <a:pt x="176992" y="89893"/>
                </a:lnTo>
                <a:lnTo>
                  <a:pt x="156720" y="41934"/>
                </a:lnTo>
                <a:cubicBezTo>
                  <a:pt x="155811" y="39696"/>
                  <a:pt x="154943" y="38090"/>
                  <a:pt x="154116" y="37116"/>
                </a:cubicBezTo>
                <a:cubicBezTo>
                  <a:pt x="153289" y="36141"/>
                  <a:pt x="152236" y="35322"/>
                  <a:pt x="150954" y="34659"/>
                </a:cubicBezTo>
                <a:cubicBezTo>
                  <a:pt x="150252" y="34286"/>
                  <a:pt x="148867" y="33934"/>
                  <a:pt x="146801" y="33602"/>
                </a:cubicBezTo>
                <a:lnTo>
                  <a:pt x="146801" y="31370"/>
                </a:lnTo>
                <a:close/>
                <a:moveTo>
                  <a:pt x="222745" y="52820"/>
                </a:moveTo>
                <a:cubicBezTo>
                  <a:pt x="222704" y="61213"/>
                  <a:pt x="224750" y="67795"/>
                  <a:pt x="228883" y="72568"/>
                </a:cubicBezTo>
                <a:cubicBezTo>
                  <a:pt x="233016" y="77340"/>
                  <a:pt x="237872" y="79726"/>
                  <a:pt x="243452" y="79726"/>
                </a:cubicBezTo>
                <a:cubicBezTo>
                  <a:pt x="247171" y="79726"/>
                  <a:pt x="250405" y="78699"/>
                  <a:pt x="253154" y="76644"/>
                </a:cubicBezTo>
                <a:cubicBezTo>
                  <a:pt x="255902" y="74589"/>
                  <a:pt x="258206" y="71070"/>
                  <a:pt x="260066" y="66087"/>
                </a:cubicBezTo>
                <a:lnTo>
                  <a:pt x="261988" y="67333"/>
                </a:lnTo>
                <a:cubicBezTo>
                  <a:pt x="261120" y="73025"/>
                  <a:pt x="258599" y="78208"/>
                  <a:pt x="254425" y="82882"/>
                </a:cubicBezTo>
                <a:cubicBezTo>
                  <a:pt x="250250" y="87556"/>
                  <a:pt x="245022" y="89893"/>
                  <a:pt x="238740" y="89893"/>
                </a:cubicBezTo>
                <a:cubicBezTo>
                  <a:pt x="231920" y="89893"/>
                  <a:pt x="226082" y="87244"/>
                  <a:pt x="221226" y="81945"/>
                </a:cubicBezTo>
                <a:cubicBezTo>
                  <a:pt x="216370" y="76644"/>
                  <a:pt x="213942" y="69518"/>
                  <a:pt x="213942" y="60568"/>
                </a:cubicBezTo>
                <a:cubicBezTo>
                  <a:pt x="213942" y="50876"/>
                  <a:pt x="216432" y="43318"/>
                  <a:pt x="221412" y="37895"/>
                </a:cubicBezTo>
                <a:cubicBezTo>
                  <a:pt x="226392" y="32470"/>
                  <a:pt x="232644" y="29758"/>
                  <a:pt x="240166" y="29758"/>
                </a:cubicBezTo>
                <a:cubicBezTo>
                  <a:pt x="246531" y="29758"/>
                  <a:pt x="251759" y="31850"/>
                  <a:pt x="255851" y="36035"/>
                </a:cubicBezTo>
                <a:cubicBezTo>
                  <a:pt x="259942" y="40218"/>
                  <a:pt x="261988" y="45813"/>
                  <a:pt x="261988" y="52820"/>
                </a:cubicBezTo>
                <a:lnTo>
                  <a:pt x="222745" y="52820"/>
                </a:lnTo>
                <a:moveTo>
                  <a:pt x="222745" y="49224"/>
                </a:moveTo>
                <a:lnTo>
                  <a:pt x="249031" y="49224"/>
                </a:lnTo>
                <a:cubicBezTo>
                  <a:pt x="248824" y="45617"/>
                  <a:pt x="248391" y="43076"/>
                  <a:pt x="247729" y="41601"/>
                </a:cubicBezTo>
                <a:cubicBezTo>
                  <a:pt x="246696" y="39305"/>
                  <a:pt x="245156" y="37501"/>
                  <a:pt x="243111" y="36190"/>
                </a:cubicBezTo>
                <a:cubicBezTo>
                  <a:pt x="241065" y="34878"/>
                  <a:pt x="238926" y="34222"/>
                  <a:pt x="236694" y="34222"/>
                </a:cubicBezTo>
                <a:cubicBezTo>
                  <a:pt x="233264" y="34222"/>
                  <a:pt x="230195" y="35543"/>
                  <a:pt x="227488" y="38187"/>
                </a:cubicBezTo>
                <a:cubicBezTo>
                  <a:pt x="224781" y="40831"/>
                  <a:pt x="223200" y="44510"/>
                  <a:pt x="222745" y="49224"/>
                </a:cubicBezTo>
                <a:close/>
                <a:moveTo>
                  <a:pt x="288972" y="0"/>
                </a:moveTo>
                <a:lnTo>
                  <a:pt x="288972" y="75263"/>
                </a:lnTo>
                <a:cubicBezTo>
                  <a:pt x="288972" y="78838"/>
                  <a:pt x="289231" y="81208"/>
                  <a:pt x="289747" y="82373"/>
                </a:cubicBezTo>
                <a:cubicBezTo>
                  <a:pt x="290264" y="83536"/>
                  <a:pt x="291060" y="84420"/>
                  <a:pt x="292134" y="85023"/>
                </a:cubicBezTo>
                <a:cubicBezTo>
                  <a:pt x="293209" y="85625"/>
                  <a:pt x="295213" y="85926"/>
                  <a:pt x="298148" y="85926"/>
                </a:cubicBezTo>
                <a:lnTo>
                  <a:pt x="298148" y="88158"/>
                </a:lnTo>
                <a:lnTo>
                  <a:pt x="270312" y="88158"/>
                </a:lnTo>
                <a:lnTo>
                  <a:pt x="270312" y="85926"/>
                </a:lnTo>
                <a:cubicBezTo>
                  <a:pt x="272916" y="85926"/>
                  <a:pt x="274693" y="85656"/>
                  <a:pt x="275643" y="85116"/>
                </a:cubicBezTo>
                <a:cubicBezTo>
                  <a:pt x="276594" y="84575"/>
                  <a:pt x="277338" y="83681"/>
                  <a:pt x="277875" y="82435"/>
                </a:cubicBezTo>
                <a:cubicBezTo>
                  <a:pt x="278413" y="81187"/>
                  <a:pt x="278681" y="78796"/>
                  <a:pt x="278681" y="75263"/>
                </a:cubicBezTo>
                <a:lnTo>
                  <a:pt x="278681" y="23806"/>
                </a:lnTo>
                <a:cubicBezTo>
                  <a:pt x="278681" y="17400"/>
                  <a:pt x="278537" y="13463"/>
                  <a:pt x="278247" y="11996"/>
                </a:cubicBezTo>
                <a:cubicBezTo>
                  <a:pt x="277958" y="10529"/>
                  <a:pt x="277493" y="9527"/>
                  <a:pt x="276852" y="8989"/>
                </a:cubicBezTo>
                <a:cubicBezTo>
                  <a:pt x="276212" y="8452"/>
                  <a:pt x="275395" y="8183"/>
                  <a:pt x="274404" y="8183"/>
                </a:cubicBezTo>
                <a:cubicBezTo>
                  <a:pt x="273329" y="8183"/>
                  <a:pt x="271965" y="8514"/>
                  <a:pt x="270312" y="9175"/>
                </a:cubicBezTo>
                <a:lnTo>
                  <a:pt x="269258" y="6943"/>
                </a:lnTo>
                <a:lnTo>
                  <a:pt x="286183" y="0"/>
                </a:lnTo>
                <a:lnTo>
                  <a:pt x="288972" y="0"/>
                </a:lnTo>
                <a:close/>
                <a:moveTo>
                  <a:pt x="332388" y="29758"/>
                </a:moveTo>
                <a:cubicBezTo>
                  <a:pt x="340984" y="29758"/>
                  <a:pt x="347887" y="33020"/>
                  <a:pt x="353094" y="39543"/>
                </a:cubicBezTo>
                <a:cubicBezTo>
                  <a:pt x="357517" y="45117"/>
                  <a:pt x="359728" y="51516"/>
                  <a:pt x="359728" y="58743"/>
                </a:cubicBezTo>
                <a:cubicBezTo>
                  <a:pt x="359728" y="63821"/>
                  <a:pt x="358508" y="68962"/>
                  <a:pt x="356070" y="74164"/>
                </a:cubicBezTo>
                <a:cubicBezTo>
                  <a:pt x="353632" y="79365"/>
                  <a:pt x="350273" y="83287"/>
                  <a:pt x="345996" y="85930"/>
                </a:cubicBezTo>
                <a:cubicBezTo>
                  <a:pt x="341718" y="88572"/>
                  <a:pt x="336955" y="89893"/>
                  <a:pt x="331706" y="89893"/>
                </a:cubicBezTo>
                <a:cubicBezTo>
                  <a:pt x="323150" y="89893"/>
                  <a:pt x="316352" y="86487"/>
                  <a:pt x="311309" y="79674"/>
                </a:cubicBezTo>
                <a:cubicBezTo>
                  <a:pt x="307052" y="73935"/>
                  <a:pt x="304924" y="67495"/>
                  <a:pt x="304924" y="60353"/>
                </a:cubicBezTo>
                <a:cubicBezTo>
                  <a:pt x="304924" y="55150"/>
                  <a:pt x="306215" y="49979"/>
                  <a:pt x="308798" y="44838"/>
                </a:cubicBezTo>
                <a:cubicBezTo>
                  <a:pt x="311382" y="39698"/>
                  <a:pt x="314781" y="35899"/>
                  <a:pt x="318997" y="33443"/>
                </a:cubicBezTo>
                <a:cubicBezTo>
                  <a:pt x="323212" y="30986"/>
                  <a:pt x="327676" y="29758"/>
                  <a:pt x="332388" y="29758"/>
                </a:cubicBezTo>
                <a:moveTo>
                  <a:pt x="330466" y="33850"/>
                </a:moveTo>
                <a:cubicBezTo>
                  <a:pt x="328275" y="33850"/>
                  <a:pt x="326074" y="34499"/>
                  <a:pt x="323863" y="35797"/>
                </a:cubicBezTo>
                <a:cubicBezTo>
                  <a:pt x="321652" y="37093"/>
                  <a:pt x="319865" y="39368"/>
                  <a:pt x="318501" y="42622"/>
                </a:cubicBezTo>
                <a:cubicBezTo>
                  <a:pt x="317137" y="45875"/>
                  <a:pt x="316455" y="50055"/>
                  <a:pt x="316455" y="55161"/>
                </a:cubicBezTo>
                <a:cubicBezTo>
                  <a:pt x="316455" y="63397"/>
                  <a:pt x="318098" y="70501"/>
                  <a:pt x="321384" y="76473"/>
                </a:cubicBezTo>
                <a:cubicBezTo>
                  <a:pt x="324669" y="82444"/>
                  <a:pt x="328999" y="85430"/>
                  <a:pt x="334372" y="85430"/>
                </a:cubicBezTo>
                <a:cubicBezTo>
                  <a:pt x="338381" y="85430"/>
                  <a:pt x="341687" y="83782"/>
                  <a:pt x="344291" y="80488"/>
                </a:cubicBezTo>
                <a:cubicBezTo>
                  <a:pt x="346895" y="77193"/>
                  <a:pt x="348197" y="71531"/>
                  <a:pt x="348197" y="63501"/>
                </a:cubicBezTo>
                <a:cubicBezTo>
                  <a:pt x="348197" y="53452"/>
                  <a:pt x="346027" y="45545"/>
                  <a:pt x="341687" y="39780"/>
                </a:cubicBezTo>
                <a:cubicBezTo>
                  <a:pt x="338753" y="35826"/>
                  <a:pt x="335012" y="33850"/>
                  <a:pt x="330466" y="33850"/>
                </a:cubicBezTo>
                <a:close/>
                <a:moveTo>
                  <a:pt x="364005" y="36825"/>
                </a:moveTo>
                <a:lnTo>
                  <a:pt x="381488" y="29882"/>
                </a:lnTo>
                <a:lnTo>
                  <a:pt x="383844" y="29882"/>
                </a:lnTo>
                <a:lnTo>
                  <a:pt x="383844" y="43211"/>
                </a:lnTo>
                <a:cubicBezTo>
                  <a:pt x="386778" y="38233"/>
                  <a:pt x="389723" y="34747"/>
                  <a:pt x="392678" y="32751"/>
                </a:cubicBezTo>
                <a:cubicBezTo>
                  <a:pt x="395633" y="30756"/>
                  <a:pt x="398744" y="29758"/>
                  <a:pt x="402009" y="29758"/>
                </a:cubicBezTo>
                <a:cubicBezTo>
                  <a:pt x="407712" y="29758"/>
                  <a:pt x="412465" y="31987"/>
                  <a:pt x="416268" y="36446"/>
                </a:cubicBezTo>
                <a:cubicBezTo>
                  <a:pt x="420938" y="41896"/>
                  <a:pt x="423273" y="48998"/>
                  <a:pt x="423273" y="57751"/>
                </a:cubicBezTo>
                <a:cubicBezTo>
                  <a:pt x="423273" y="67536"/>
                  <a:pt x="420463" y="75628"/>
                  <a:pt x="414842" y="82028"/>
                </a:cubicBezTo>
                <a:cubicBezTo>
                  <a:pt x="410213" y="87272"/>
                  <a:pt x="404385" y="89893"/>
                  <a:pt x="397359" y="89893"/>
                </a:cubicBezTo>
                <a:cubicBezTo>
                  <a:pt x="394301" y="89893"/>
                  <a:pt x="391655" y="89460"/>
                  <a:pt x="389424" y="88592"/>
                </a:cubicBezTo>
                <a:cubicBezTo>
                  <a:pt x="387770" y="87972"/>
                  <a:pt x="385910" y="86732"/>
                  <a:pt x="383844" y="84872"/>
                </a:cubicBezTo>
                <a:lnTo>
                  <a:pt x="383844" y="102169"/>
                </a:lnTo>
                <a:cubicBezTo>
                  <a:pt x="383844" y="106076"/>
                  <a:pt x="384082" y="108559"/>
                  <a:pt x="384557" y="109620"/>
                </a:cubicBezTo>
                <a:cubicBezTo>
                  <a:pt x="385032" y="110680"/>
                  <a:pt x="385859" y="111522"/>
                  <a:pt x="387037" y="112144"/>
                </a:cubicBezTo>
                <a:cubicBezTo>
                  <a:pt x="388215" y="112768"/>
                  <a:pt x="390353" y="113080"/>
                  <a:pt x="393453" y="113080"/>
                </a:cubicBezTo>
                <a:lnTo>
                  <a:pt x="393453" y="115312"/>
                </a:lnTo>
                <a:lnTo>
                  <a:pt x="363695" y="115312"/>
                </a:lnTo>
                <a:lnTo>
                  <a:pt x="363695" y="113080"/>
                </a:lnTo>
                <a:lnTo>
                  <a:pt x="365245" y="113080"/>
                </a:lnTo>
                <a:cubicBezTo>
                  <a:pt x="367518" y="113121"/>
                  <a:pt x="369461" y="112685"/>
                  <a:pt x="371073" y="111770"/>
                </a:cubicBezTo>
                <a:cubicBezTo>
                  <a:pt x="371858" y="111313"/>
                  <a:pt x="372468" y="110575"/>
                  <a:pt x="372902" y="109558"/>
                </a:cubicBezTo>
                <a:cubicBezTo>
                  <a:pt x="373336" y="108540"/>
                  <a:pt x="373553" y="105953"/>
                  <a:pt x="373553" y="101797"/>
                </a:cubicBezTo>
                <a:lnTo>
                  <a:pt x="373553" y="47985"/>
                </a:lnTo>
                <a:cubicBezTo>
                  <a:pt x="373553" y="44282"/>
                  <a:pt x="373387" y="41931"/>
                  <a:pt x="373057" y="40933"/>
                </a:cubicBezTo>
                <a:cubicBezTo>
                  <a:pt x="372726" y="39933"/>
                  <a:pt x="372199" y="39184"/>
                  <a:pt x="371476" y="38687"/>
                </a:cubicBezTo>
                <a:cubicBezTo>
                  <a:pt x="370753" y="38190"/>
                  <a:pt x="369771" y="37941"/>
                  <a:pt x="368531" y="37941"/>
                </a:cubicBezTo>
                <a:cubicBezTo>
                  <a:pt x="367539" y="37941"/>
                  <a:pt x="366279" y="38231"/>
                  <a:pt x="364749" y="38809"/>
                </a:cubicBezTo>
                <a:lnTo>
                  <a:pt x="364005" y="36825"/>
                </a:lnTo>
                <a:moveTo>
                  <a:pt x="383844" y="46869"/>
                </a:moveTo>
                <a:lnTo>
                  <a:pt x="383844" y="68071"/>
                </a:lnTo>
                <a:cubicBezTo>
                  <a:pt x="383844" y="72659"/>
                  <a:pt x="384030" y="75676"/>
                  <a:pt x="384402" y="77122"/>
                </a:cubicBezTo>
                <a:cubicBezTo>
                  <a:pt x="384981" y="79520"/>
                  <a:pt x="386396" y="81627"/>
                  <a:pt x="388649" y="83446"/>
                </a:cubicBezTo>
                <a:cubicBezTo>
                  <a:pt x="390901" y="85264"/>
                  <a:pt x="393743" y="86174"/>
                  <a:pt x="397173" y="86174"/>
                </a:cubicBezTo>
                <a:cubicBezTo>
                  <a:pt x="401306" y="86174"/>
                  <a:pt x="404654" y="84562"/>
                  <a:pt x="407216" y="81338"/>
                </a:cubicBezTo>
                <a:cubicBezTo>
                  <a:pt x="410564" y="77122"/>
                  <a:pt x="412238" y="71192"/>
                  <a:pt x="412238" y="63545"/>
                </a:cubicBezTo>
                <a:cubicBezTo>
                  <a:pt x="412238" y="54866"/>
                  <a:pt x="410337" y="48191"/>
                  <a:pt x="406534" y="43521"/>
                </a:cubicBezTo>
                <a:cubicBezTo>
                  <a:pt x="403889" y="40297"/>
                  <a:pt x="400748" y="38685"/>
                  <a:pt x="397111" y="38685"/>
                </a:cubicBezTo>
                <a:cubicBezTo>
                  <a:pt x="395127" y="38685"/>
                  <a:pt x="393164" y="39181"/>
                  <a:pt x="391221" y="40173"/>
                </a:cubicBezTo>
                <a:cubicBezTo>
                  <a:pt x="389734" y="40917"/>
                  <a:pt x="387274" y="43149"/>
                  <a:pt x="383844" y="468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B14F4-91AD-42D9-A022-5D770D17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45" y="1639465"/>
            <a:ext cx="706109" cy="307670"/>
          </a:xfrm>
          <a:custGeom xmlns:a="http://schemas.openxmlformats.org/drawingml/2006/main">
            <a:pathLst>
              <a:path w="706109" h="307670">
                <a:moveTo>
                  <a:pt x="0" y="0"/>
                </a:moveTo>
                <a:lnTo>
                  <a:pt x="706109" y="0"/>
                </a:lnTo>
                <a:lnTo>
                  <a:pt x="706109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Exclude">
            <a:extLst xmlns:a="http://schemas.openxmlformats.org/drawingml/2006/main">
              <a:ext uri="{FF2B5EF4-FFF2-40B4-BE49-F238E27FC236}">
                <a16:creationId xmlns:a16="http://schemas.microsoft.com/office/drawing/2014/main" id="{1BF8116D-FB65-498D-A2D4-72ABE060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9261" y="1744707"/>
            <a:ext cx="409470" cy="89893"/>
          </a:xfrm>
          <a:custGeom xmlns:a="http://schemas.openxmlformats.org/drawingml/2006/main">
            <a:pathLst>
              <a:path w="409470" h="89893">
                <a:moveTo>
                  <a:pt x="23930" y="8679"/>
                </a:moveTo>
                <a:lnTo>
                  <a:pt x="23930" y="41785"/>
                </a:lnTo>
                <a:lnTo>
                  <a:pt x="42405" y="41785"/>
                </a:lnTo>
                <a:cubicBezTo>
                  <a:pt x="47199" y="41785"/>
                  <a:pt x="50402" y="41058"/>
                  <a:pt x="52014" y="39604"/>
                </a:cubicBezTo>
                <a:cubicBezTo>
                  <a:pt x="54163" y="37693"/>
                  <a:pt x="55362" y="34329"/>
                  <a:pt x="55610" y="29510"/>
                </a:cubicBezTo>
                <a:lnTo>
                  <a:pt x="57904" y="29510"/>
                </a:lnTo>
                <a:lnTo>
                  <a:pt x="57904" y="58896"/>
                </a:lnTo>
                <a:lnTo>
                  <a:pt x="55610" y="58896"/>
                </a:lnTo>
                <a:cubicBezTo>
                  <a:pt x="55031" y="54804"/>
                  <a:pt x="54453" y="52180"/>
                  <a:pt x="53874" y="51022"/>
                </a:cubicBezTo>
                <a:cubicBezTo>
                  <a:pt x="53130" y="49576"/>
                  <a:pt x="51911" y="48439"/>
                  <a:pt x="50216" y="47613"/>
                </a:cubicBezTo>
                <a:cubicBezTo>
                  <a:pt x="48522" y="46786"/>
                  <a:pt x="45918" y="46373"/>
                  <a:pt x="42405" y="46373"/>
                </a:cubicBezTo>
                <a:lnTo>
                  <a:pt x="23930" y="46373"/>
                </a:lnTo>
                <a:lnTo>
                  <a:pt x="23930" y="74131"/>
                </a:lnTo>
                <a:cubicBezTo>
                  <a:pt x="23930" y="77857"/>
                  <a:pt x="24096" y="80124"/>
                  <a:pt x="24426" y="80931"/>
                </a:cubicBezTo>
                <a:cubicBezTo>
                  <a:pt x="24757" y="81739"/>
                  <a:pt x="25335" y="82380"/>
                  <a:pt x="26162" y="82857"/>
                </a:cubicBezTo>
                <a:cubicBezTo>
                  <a:pt x="26989" y="83332"/>
                  <a:pt x="28559" y="83570"/>
                  <a:pt x="30874" y="83570"/>
                </a:cubicBezTo>
                <a:lnTo>
                  <a:pt x="45133" y="83570"/>
                </a:lnTo>
                <a:cubicBezTo>
                  <a:pt x="49886" y="83570"/>
                  <a:pt x="53337" y="83239"/>
                  <a:pt x="55486" y="82578"/>
                </a:cubicBezTo>
                <a:cubicBezTo>
                  <a:pt x="57635" y="81917"/>
                  <a:pt x="59702" y="80615"/>
                  <a:pt x="61686" y="78672"/>
                </a:cubicBezTo>
                <a:cubicBezTo>
                  <a:pt x="64248" y="76110"/>
                  <a:pt x="66872" y="72245"/>
                  <a:pt x="69559" y="67079"/>
                </a:cubicBezTo>
                <a:lnTo>
                  <a:pt x="72039" y="67079"/>
                </a:lnTo>
                <a:lnTo>
                  <a:pt x="64785" y="88158"/>
                </a:lnTo>
                <a:lnTo>
                  <a:pt x="0" y="88158"/>
                </a:lnTo>
                <a:lnTo>
                  <a:pt x="0" y="85802"/>
                </a:lnTo>
                <a:lnTo>
                  <a:pt x="2976" y="85802"/>
                </a:lnTo>
                <a:cubicBezTo>
                  <a:pt x="4960" y="85802"/>
                  <a:pt x="6840" y="85326"/>
                  <a:pt x="8617" y="84376"/>
                </a:cubicBezTo>
                <a:cubicBezTo>
                  <a:pt x="9940" y="83715"/>
                  <a:pt x="10839" y="82723"/>
                  <a:pt x="11314" y="81400"/>
                </a:cubicBezTo>
                <a:cubicBezTo>
                  <a:pt x="11789" y="80078"/>
                  <a:pt x="12027" y="77370"/>
                  <a:pt x="12027" y="73279"/>
                </a:cubicBezTo>
                <a:lnTo>
                  <a:pt x="12027" y="18723"/>
                </a:lnTo>
                <a:cubicBezTo>
                  <a:pt x="12027" y="13418"/>
                  <a:pt x="11490" y="10149"/>
                  <a:pt x="10415" y="8916"/>
                </a:cubicBezTo>
                <a:cubicBezTo>
                  <a:pt x="8927" y="7270"/>
                  <a:pt x="6448" y="6448"/>
                  <a:pt x="2976" y="6448"/>
                </a:cubicBezTo>
                <a:lnTo>
                  <a:pt x="0" y="6448"/>
                </a:lnTo>
                <a:lnTo>
                  <a:pt x="0" y="4092"/>
                </a:lnTo>
                <a:lnTo>
                  <a:pt x="64785" y="4092"/>
                </a:lnTo>
                <a:lnTo>
                  <a:pt x="65715" y="22566"/>
                </a:lnTo>
                <a:lnTo>
                  <a:pt x="63297" y="22566"/>
                </a:lnTo>
                <a:cubicBezTo>
                  <a:pt x="62429" y="18125"/>
                  <a:pt x="61469" y="15073"/>
                  <a:pt x="60415" y="13412"/>
                </a:cubicBezTo>
                <a:cubicBezTo>
                  <a:pt x="59361" y="11751"/>
                  <a:pt x="57800" y="10485"/>
                  <a:pt x="55734" y="9613"/>
                </a:cubicBezTo>
                <a:cubicBezTo>
                  <a:pt x="54081" y="8991"/>
                  <a:pt x="51167" y="8679"/>
                  <a:pt x="46993" y="8679"/>
                </a:cubicBezTo>
                <a:lnTo>
                  <a:pt x="23930" y="8679"/>
                </a:lnTo>
                <a:close/>
                <a:moveTo>
                  <a:pt x="76520" y="31370"/>
                </a:moveTo>
                <a:lnTo>
                  <a:pt x="103240" y="31370"/>
                </a:lnTo>
                <a:lnTo>
                  <a:pt x="103240" y="33602"/>
                </a:lnTo>
                <a:cubicBezTo>
                  <a:pt x="101545" y="33602"/>
                  <a:pt x="100357" y="33894"/>
                  <a:pt x="99675" y="34479"/>
                </a:cubicBezTo>
                <a:cubicBezTo>
                  <a:pt x="98993" y="35063"/>
                  <a:pt x="98652" y="35835"/>
                  <a:pt x="98652" y="36794"/>
                </a:cubicBezTo>
                <a:cubicBezTo>
                  <a:pt x="98652" y="37797"/>
                  <a:pt x="99375" y="39341"/>
                  <a:pt x="100822" y="41429"/>
                </a:cubicBezTo>
                <a:cubicBezTo>
                  <a:pt x="101277" y="42076"/>
                  <a:pt x="101959" y="43088"/>
                  <a:pt x="102868" y="44464"/>
                </a:cubicBezTo>
                <a:lnTo>
                  <a:pt x="106898" y="50935"/>
                </a:lnTo>
                <a:lnTo>
                  <a:pt x="111547" y="44488"/>
                </a:lnTo>
                <a:cubicBezTo>
                  <a:pt x="114523" y="40436"/>
                  <a:pt x="116011" y="37862"/>
                  <a:pt x="116011" y="36765"/>
                </a:cubicBezTo>
                <a:cubicBezTo>
                  <a:pt x="116011" y="35879"/>
                  <a:pt x="115660" y="35131"/>
                  <a:pt x="114957" y="34520"/>
                </a:cubicBezTo>
                <a:cubicBezTo>
                  <a:pt x="114254" y="33908"/>
                  <a:pt x="113118" y="33602"/>
                  <a:pt x="111547" y="33602"/>
                </a:cubicBezTo>
                <a:lnTo>
                  <a:pt x="111547" y="31370"/>
                </a:lnTo>
                <a:lnTo>
                  <a:pt x="130766" y="31370"/>
                </a:lnTo>
                <a:lnTo>
                  <a:pt x="130766" y="33602"/>
                </a:lnTo>
                <a:cubicBezTo>
                  <a:pt x="128741" y="33726"/>
                  <a:pt x="126984" y="34284"/>
                  <a:pt x="125496" y="35277"/>
                </a:cubicBezTo>
                <a:cubicBezTo>
                  <a:pt x="123471" y="36684"/>
                  <a:pt x="120702" y="39745"/>
                  <a:pt x="117189" y="44460"/>
                </a:cubicBezTo>
                <a:lnTo>
                  <a:pt x="109439" y="54802"/>
                </a:lnTo>
                <a:lnTo>
                  <a:pt x="123574" y="75187"/>
                </a:lnTo>
                <a:cubicBezTo>
                  <a:pt x="127046" y="80194"/>
                  <a:pt x="129526" y="83205"/>
                  <a:pt x="131014" y="84219"/>
                </a:cubicBezTo>
                <a:cubicBezTo>
                  <a:pt x="132502" y="85233"/>
                  <a:pt x="134424" y="85802"/>
                  <a:pt x="136779" y="85926"/>
                </a:cubicBezTo>
                <a:lnTo>
                  <a:pt x="136779" y="88158"/>
                </a:lnTo>
                <a:lnTo>
                  <a:pt x="109997" y="88158"/>
                </a:lnTo>
                <a:lnTo>
                  <a:pt x="109997" y="85926"/>
                </a:lnTo>
                <a:cubicBezTo>
                  <a:pt x="111857" y="85926"/>
                  <a:pt x="113304" y="85512"/>
                  <a:pt x="114337" y="84684"/>
                </a:cubicBezTo>
                <a:cubicBezTo>
                  <a:pt x="115122" y="84104"/>
                  <a:pt x="115515" y="83337"/>
                  <a:pt x="115515" y="82384"/>
                </a:cubicBezTo>
                <a:cubicBezTo>
                  <a:pt x="115515" y="81432"/>
                  <a:pt x="114192" y="79031"/>
                  <a:pt x="111547" y="75179"/>
                </a:cubicBezTo>
                <a:lnTo>
                  <a:pt x="103240" y="63032"/>
                </a:lnTo>
                <a:lnTo>
                  <a:pt x="94126" y="75129"/>
                </a:lnTo>
                <a:cubicBezTo>
                  <a:pt x="91316" y="78914"/>
                  <a:pt x="89911" y="81161"/>
                  <a:pt x="89911" y="81869"/>
                </a:cubicBezTo>
                <a:cubicBezTo>
                  <a:pt x="89911" y="82867"/>
                  <a:pt x="90376" y="83773"/>
                  <a:pt x="91306" y="84585"/>
                </a:cubicBezTo>
                <a:cubicBezTo>
                  <a:pt x="92236" y="85396"/>
                  <a:pt x="93631" y="85843"/>
                  <a:pt x="95490" y="85926"/>
                </a:cubicBezTo>
                <a:lnTo>
                  <a:pt x="95490" y="88158"/>
                </a:lnTo>
                <a:lnTo>
                  <a:pt x="76954" y="88158"/>
                </a:lnTo>
                <a:lnTo>
                  <a:pt x="76954" y="85926"/>
                </a:lnTo>
                <a:cubicBezTo>
                  <a:pt x="78442" y="85719"/>
                  <a:pt x="79744" y="85202"/>
                  <a:pt x="80859" y="84374"/>
                </a:cubicBezTo>
                <a:cubicBezTo>
                  <a:pt x="82430" y="83174"/>
                  <a:pt x="85075" y="80112"/>
                  <a:pt x="88795" y="75187"/>
                </a:cubicBezTo>
                <a:lnTo>
                  <a:pt x="100698" y="59345"/>
                </a:lnTo>
                <a:lnTo>
                  <a:pt x="89911" y="43718"/>
                </a:lnTo>
                <a:cubicBezTo>
                  <a:pt x="86852" y="39250"/>
                  <a:pt x="84486" y="36446"/>
                  <a:pt x="82812" y="35308"/>
                </a:cubicBezTo>
                <a:cubicBezTo>
                  <a:pt x="81138" y="34171"/>
                  <a:pt x="79041" y="33602"/>
                  <a:pt x="76520" y="33602"/>
                </a:cubicBezTo>
                <a:lnTo>
                  <a:pt x="76520" y="31370"/>
                </a:lnTo>
                <a:close/>
                <a:moveTo>
                  <a:pt x="190530" y="66583"/>
                </a:moveTo>
                <a:cubicBezTo>
                  <a:pt x="189001" y="74064"/>
                  <a:pt x="186004" y="79819"/>
                  <a:pt x="181540" y="83849"/>
                </a:cubicBezTo>
                <a:cubicBezTo>
                  <a:pt x="177077" y="87879"/>
                  <a:pt x="172138" y="89893"/>
                  <a:pt x="166723" y="89893"/>
                </a:cubicBezTo>
                <a:cubicBezTo>
                  <a:pt x="160276" y="89893"/>
                  <a:pt x="154655" y="87190"/>
                  <a:pt x="149861" y="81782"/>
                </a:cubicBezTo>
                <a:cubicBezTo>
                  <a:pt x="145066" y="76373"/>
                  <a:pt x="142669" y="69064"/>
                  <a:pt x="142669" y="59857"/>
                </a:cubicBezTo>
                <a:cubicBezTo>
                  <a:pt x="142669" y="50938"/>
                  <a:pt x="145325" y="43693"/>
                  <a:pt x="150636" y="38119"/>
                </a:cubicBezTo>
                <a:cubicBezTo>
                  <a:pt x="155947" y="32545"/>
                  <a:pt x="162322" y="29758"/>
                  <a:pt x="169761" y="29758"/>
                </a:cubicBezTo>
                <a:cubicBezTo>
                  <a:pt x="175341" y="29758"/>
                  <a:pt x="179929" y="31241"/>
                  <a:pt x="183524" y="34206"/>
                </a:cubicBezTo>
                <a:cubicBezTo>
                  <a:pt x="187120" y="37170"/>
                  <a:pt x="188918" y="40249"/>
                  <a:pt x="188918" y="43441"/>
                </a:cubicBezTo>
                <a:cubicBezTo>
                  <a:pt x="188918" y="45017"/>
                  <a:pt x="188412" y="46293"/>
                  <a:pt x="187399" y="47268"/>
                </a:cubicBezTo>
                <a:cubicBezTo>
                  <a:pt x="186386" y="48242"/>
                  <a:pt x="184971" y="48728"/>
                  <a:pt x="183152" y="48728"/>
                </a:cubicBezTo>
                <a:cubicBezTo>
                  <a:pt x="180714" y="48728"/>
                  <a:pt x="178875" y="47937"/>
                  <a:pt x="177635" y="46353"/>
                </a:cubicBezTo>
                <a:cubicBezTo>
                  <a:pt x="176932" y="45478"/>
                  <a:pt x="176467" y="43810"/>
                  <a:pt x="176240" y="41351"/>
                </a:cubicBezTo>
                <a:cubicBezTo>
                  <a:pt x="176012" y="38892"/>
                  <a:pt x="175176" y="37016"/>
                  <a:pt x="173729" y="35725"/>
                </a:cubicBezTo>
                <a:cubicBezTo>
                  <a:pt x="172282" y="34475"/>
                  <a:pt x="170278" y="33850"/>
                  <a:pt x="167715" y="33850"/>
                </a:cubicBezTo>
                <a:cubicBezTo>
                  <a:pt x="163582" y="33850"/>
                  <a:pt x="160255" y="35379"/>
                  <a:pt x="157734" y="38437"/>
                </a:cubicBezTo>
                <a:cubicBezTo>
                  <a:pt x="154386" y="42488"/>
                  <a:pt x="152712" y="47840"/>
                  <a:pt x="152712" y="54494"/>
                </a:cubicBezTo>
                <a:cubicBezTo>
                  <a:pt x="152712" y="61272"/>
                  <a:pt x="154376" y="67255"/>
                  <a:pt x="157703" y="72442"/>
                </a:cubicBezTo>
                <a:cubicBezTo>
                  <a:pt x="161030" y="77629"/>
                  <a:pt x="165525" y="80222"/>
                  <a:pt x="171187" y="80222"/>
                </a:cubicBezTo>
                <a:cubicBezTo>
                  <a:pt x="175238" y="80222"/>
                  <a:pt x="178875" y="78838"/>
                  <a:pt x="182098" y="76068"/>
                </a:cubicBezTo>
                <a:cubicBezTo>
                  <a:pt x="184372" y="74167"/>
                  <a:pt x="186583" y="70716"/>
                  <a:pt x="188732" y="65715"/>
                </a:cubicBezTo>
                <a:lnTo>
                  <a:pt x="190530" y="66583"/>
                </a:lnTo>
                <a:close/>
                <a:moveTo>
                  <a:pt x="218072" y="0"/>
                </a:moveTo>
                <a:lnTo>
                  <a:pt x="218072" y="75263"/>
                </a:lnTo>
                <a:cubicBezTo>
                  <a:pt x="218072" y="78838"/>
                  <a:pt x="218330" y="81208"/>
                  <a:pt x="218847" y="82373"/>
                </a:cubicBezTo>
                <a:cubicBezTo>
                  <a:pt x="219364" y="83536"/>
                  <a:pt x="220159" y="84420"/>
                  <a:pt x="221234" y="85023"/>
                </a:cubicBezTo>
                <a:cubicBezTo>
                  <a:pt x="222308" y="85625"/>
                  <a:pt x="224313" y="85926"/>
                  <a:pt x="227247" y="85926"/>
                </a:cubicBezTo>
                <a:lnTo>
                  <a:pt x="227247" y="88158"/>
                </a:lnTo>
                <a:lnTo>
                  <a:pt x="199411" y="88158"/>
                </a:lnTo>
                <a:lnTo>
                  <a:pt x="199411" y="85926"/>
                </a:lnTo>
                <a:cubicBezTo>
                  <a:pt x="202015" y="85926"/>
                  <a:pt x="203792" y="85656"/>
                  <a:pt x="204743" y="85116"/>
                </a:cubicBezTo>
                <a:cubicBezTo>
                  <a:pt x="205694" y="84575"/>
                  <a:pt x="206437" y="83681"/>
                  <a:pt x="206975" y="82435"/>
                </a:cubicBezTo>
                <a:cubicBezTo>
                  <a:pt x="207512" y="81187"/>
                  <a:pt x="207781" y="78796"/>
                  <a:pt x="207781" y="75263"/>
                </a:cubicBezTo>
                <a:lnTo>
                  <a:pt x="207781" y="23806"/>
                </a:lnTo>
                <a:cubicBezTo>
                  <a:pt x="207781" y="17400"/>
                  <a:pt x="207636" y="13463"/>
                  <a:pt x="207347" y="11996"/>
                </a:cubicBezTo>
                <a:cubicBezTo>
                  <a:pt x="207057" y="10529"/>
                  <a:pt x="206592" y="9527"/>
                  <a:pt x="205952" y="8989"/>
                </a:cubicBezTo>
                <a:cubicBezTo>
                  <a:pt x="205311" y="8452"/>
                  <a:pt x="204495" y="8183"/>
                  <a:pt x="203503" y="8183"/>
                </a:cubicBezTo>
                <a:cubicBezTo>
                  <a:pt x="202428" y="8183"/>
                  <a:pt x="201065" y="8514"/>
                  <a:pt x="199411" y="9175"/>
                </a:cubicBezTo>
                <a:lnTo>
                  <a:pt x="198357" y="6943"/>
                </a:lnTo>
                <a:lnTo>
                  <a:pt x="215282" y="0"/>
                </a:lnTo>
                <a:lnTo>
                  <a:pt x="218072" y="0"/>
                </a:lnTo>
                <a:close/>
                <a:moveTo>
                  <a:pt x="283496" y="31370"/>
                </a:moveTo>
                <a:lnTo>
                  <a:pt x="283496" y="65963"/>
                </a:lnTo>
                <a:cubicBezTo>
                  <a:pt x="283496" y="72453"/>
                  <a:pt x="283651" y="76423"/>
                  <a:pt x="283961" y="77872"/>
                </a:cubicBezTo>
                <a:cubicBezTo>
                  <a:pt x="284271" y="79320"/>
                  <a:pt x="284767" y="80332"/>
                  <a:pt x="285448" y="80908"/>
                </a:cubicBezTo>
                <a:cubicBezTo>
                  <a:pt x="286130" y="81484"/>
                  <a:pt x="286926" y="81772"/>
                  <a:pt x="287835" y="81772"/>
                </a:cubicBezTo>
                <a:cubicBezTo>
                  <a:pt x="289117" y="81772"/>
                  <a:pt x="290563" y="81421"/>
                  <a:pt x="292175" y="80718"/>
                </a:cubicBezTo>
                <a:lnTo>
                  <a:pt x="293043" y="82950"/>
                </a:lnTo>
                <a:lnTo>
                  <a:pt x="276056" y="89893"/>
                </a:lnTo>
                <a:lnTo>
                  <a:pt x="273266" y="89893"/>
                </a:lnTo>
                <a:lnTo>
                  <a:pt x="273266" y="77923"/>
                </a:lnTo>
                <a:cubicBezTo>
                  <a:pt x="268389" y="83188"/>
                  <a:pt x="264670" y="86500"/>
                  <a:pt x="262107" y="87857"/>
                </a:cubicBezTo>
                <a:cubicBezTo>
                  <a:pt x="259545" y="89215"/>
                  <a:pt x="256838" y="89893"/>
                  <a:pt x="253986" y="89893"/>
                </a:cubicBezTo>
                <a:cubicBezTo>
                  <a:pt x="250803" y="89893"/>
                  <a:pt x="248045" y="88974"/>
                  <a:pt x="245709" y="87135"/>
                </a:cubicBezTo>
                <a:cubicBezTo>
                  <a:pt x="243374" y="85295"/>
                  <a:pt x="241752" y="82929"/>
                  <a:pt x="240843" y="80036"/>
                </a:cubicBezTo>
                <a:cubicBezTo>
                  <a:pt x="239933" y="77143"/>
                  <a:pt x="239479" y="73051"/>
                  <a:pt x="239479" y="67761"/>
                </a:cubicBezTo>
                <a:lnTo>
                  <a:pt x="239479" y="42405"/>
                </a:lnTo>
                <a:cubicBezTo>
                  <a:pt x="239479" y="39699"/>
                  <a:pt x="239189" y="37826"/>
                  <a:pt x="238611" y="36787"/>
                </a:cubicBezTo>
                <a:cubicBezTo>
                  <a:pt x="238032" y="35746"/>
                  <a:pt x="237175" y="34944"/>
                  <a:pt x="236038" y="34382"/>
                </a:cubicBezTo>
                <a:cubicBezTo>
                  <a:pt x="234901" y="33820"/>
                  <a:pt x="232845" y="33560"/>
                  <a:pt x="229870" y="33602"/>
                </a:cubicBezTo>
                <a:lnTo>
                  <a:pt x="229870" y="31370"/>
                </a:lnTo>
                <a:lnTo>
                  <a:pt x="249770" y="31370"/>
                </a:lnTo>
                <a:lnTo>
                  <a:pt x="249770" y="69419"/>
                </a:lnTo>
                <a:cubicBezTo>
                  <a:pt x="249770" y="74716"/>
                  <a:pt x="250690" y="78192"/>
                  <a:pt x="252529" y="79848"/>
                </a:cubicBezTo>
                <a:cubicBezTo>
                  <a:pt x="254368" y="81503"/>
                  <a:pt x="256590" y="82330"/>
                  <a:pt x="259193" y="82330"/>
                </a:cubicBezTo>
                <a:cubicBezTo>
                  <a:pt x="260971" y="82330"/>
                  <a:pt x="262985" y="81771"/>
                  <a:pt x="265238" y="80654"/>
                </a:cubicBezTo>
                <a:cubicBezTo>
                  <a:pt x="267490" y="79537"/>
                  <a:pt x="270167" y="77406"/>
                  <a:pt x="273266" y="74261"/>
                </a:cubicBezTo>
                <a:lnTo>
                  <a:pt x="273266" y="42157"/>
                </a:lnTo>
                <a:cubicBezTo>
                  <a:pt x="273266" y="38862"/>
                  <a:pt x="272677" y="36634"/>
                  <a:pt x="271499" y="35471"/>
                </a:cubicBezTo>
                <a:cubicBezTo>
                  <a:pt x="270322" y="34309"/>
                  <a:pt x="267873" y="33686"/>
                  <a:pt x="264153" y="33602"/>
                </a:cubicBezTo>
                <a:lnTo>
                  <a:pt x="264153" y="31370"/>
                </a:lnTo>
                <a:lnTo>
                  <a:pt x="283496" y="31370"/>
                </a:lnTo>
                <a:close/>
                <a:moveTo>
                  <a:pt x="337308" y="81776"/>
                </a:moveTo>
                <a:cubicBezTo>
                  <a:pt x="334539" y="84668"/>
                  <a:pt x="331832" y="86744"/>
                  <a:pt x="329187" y="88005"/>
                </a:cubicBezTo>
                <a:cubicBezTo>
                  <a:pt x="326541" y="89264"/>
                  <a:pt x="323690" y="89893"/>
                  <a:pt x="320631" y="89893"/>
                </a:cubicBezTo>
                <a:cubicBezTo>
                  <a:pt x="314432" y="89893"/>
                  <a:pt x="309017" y="87306"/>
                  <a:pt x="304388" y="82130"/>
                </a:cubicBezTo>
                <a:cubicBezTo>
                  <a:pt x="299759" y="76954"/>
                  <a:pt x="297445" y="70302"/>
                  <a:pt x="297445" y="62176"/>
                </a:cubicBezTo>
                <a:cubicBezTo>
                  <a:pt x="297445" y="54050"/>
                  <a:pt x="300007" y="46616"/>
                  <a:pt x="305132" y="39873"/>
                </a:cubicBezTo>
                <a:cubicBezTo>
                  <a:pt x="310257" y="33129"/>
                  <a:pt x="316849" y="29758"/>
                  <a:pt x="324909" y="29758"/>
                </a:cubicBezTo>
                <a:cubicBezTo>
                  <a:pt x="329910" y="29758"/>
                  <a:pt x="334043" y="31348"/>
                  <a:pt x="337308" y="34530"/>
                </a:cubicBezTo>
                <a:lnTo>
                  <a:pt x="337308" y="23930"/>
                </a:lnTo>
                <a:cubicBezTo>
                  <a:pt x="337308" y="17469"/>
                  <a:pt x="337153" y="13497"/>
                  <a:pt x="336843" y="12016"/>
                </a:cubicBezTo>
                <a:cubicBezTo>
                  <a:pt x="336533" y="10534"/>
                  <a:pt x="336047" y="9525"/>
                  <a:pt x="335386" y="8989"/>
                </a:cubicBezTo>
                <a:cubicBezTo>
                  <a:pt x="334725" y="8452"/>
                  <a:pt x="333898" y="8183"/>
                  <a:pt x="332906" y="8183"/>
                </a:cubicBezTo>
                <a:cubicBezTo>
                  <a:pt x="331832" y="8183"/>
                  <a:pt x="330406" y="8514"/>
                  <a:pt x="328629" y="9175"/>
                </a:cubicBezTo>
                <a:lnTo>
                  <a:pt x="327823" y="6943"/>
                </a:lnTo>
                <a:lnTo>
                  <a:pt x="344747" y="0"/>
                </a:lnTo>
                <a:lnTo>
                  <a:pt x="347537" y="0"/>
                </a:lnTo>
                <a:lnTo>
                  <a:pt x="347537" y="65715"/>
                </a:lnTo>
                <a:cubicBezTo>
                  <a:pt x="347537" y="72342"/>
                  <a:pt x="347692" y="76386"/>
                  <a:pt x="348002" y="77847"/>
                </a:cubicBezTo>
                <a:cubicBezTo>
                  <a:pt x="348312" y="79308"/>
                  <a:pt x="348808" y="80327"/>
                  <a:pt x="349490" y="80906"/>
                </a:cubicBezTo>
                <a:cubicBezTo>
                  <a:pt x="350172" y="81483"/>
                  <a:pt x="350968" y="81772"/>
                  <a:pt x="351877" y="81772"/>
                </a:cubicBezTo>
                <a:cubicBezTo>
                  <a:pt x="352993" y="81772"/>
                  <a:pt x="354481" y="81421"/>
                  <a:pt x="356341" y="80718"/>
                </a:cubicBezTo>
                <a:lnTo>
                  <a:pt x="357023" y="82950"/>
                </a:lnTo>
                <a:lnTo>
                  <a:pt x="340160" y="89893"/>
                </a:lnTo>
                <a:lnTo>
                  <a:pt x="337308" y="89893"/>
                </a:lnTo>
                <a:lnTo>
                  <a:pt x="337308" y="81776"/>
                </a:lnTo>
                <a:moveTo>
                  <a:pt x="337308" y="77446"/>
                </a:moveTo>
                <a:lnTo>
                  <a:pt x="337308" y="48258"/>
                </a:lnTo>
                <a:cubicBezTo>
                  <a:pt x="337060" y="45454"/>
                  <a:pt x="336316" y="42898"/>
                  <a:pt x="335076" y="40590"/>
                </a:cubicBezTo>
                <a:cubicBezTo>
                  <a:pt x="333836" y="38280"/>
                  <a:pt x="332193" y="36539"/>
                  <a:pt x="330147" y="35365"/>
                </a:cubicBezTo>
                <a:cubicBezTo>
                  <a:pt x="328102" y="34189"/>
                  <a:pt x="326107" y="33602"/>
                  <a:pt x="324165" y="33602"/>
                </a:cubicBezTo>
                <a:cubicBezTo>
                  <a:pt x="320528" y="33602"/>
                  <a:pt x="317283" y="35230"/>
                  <a:pt x="314432" y="38488"/>
                </a:cubicBezTo>
                <a:cubicBezTo>
                  <a:pt x="310671" y="42774"/>
                  <a:pt x="308790" y="49040"/>
                  <a:pt x="308790" y="57286"/>
                </a:cubicBezTo>
                <a:cubicBezTo>
                  <a:pt x="308790" y="65614"/>
                  <a:pt x="310609" y="71994"/>
                  <a:pt x="314246" y="76427"/>
                </a:cubicBezTo>
                <a:cubicBezTo>
                  <a:pt x="317883" y="80858"/>
                  <a:pt x="321933" y="83074"/>
                  <a:pt x="326397" y="83074"/>
                </a:cubicBezTo>
                <a:cubicBezTo>
                  <a:pt x="330158" y="83074"/>
                  <a:pt x="333795" y="81198"/>
                  <a:pt x="337308" y="77446"/>
                </a:cubicBezTo>
                <a:close/>
                <a:moveTo>
                  <a:pt x="370227" y="52820"/>
                </a:moveTo>
                <a:cubicBezTo>
                  <a:pt x="370186" y="61213"/>
                  <a:pt x="372232" y="67795"/>
                  <a:pt x="376365" y="72568"/>
                </a:cubicBezTo>
                <a:cubicBezTo>
                  <a:pt x="380498" y="77340"/>
                  <a:pt x="385354" y="79726"/>
                  <a:pt x="390934" y="79726"/>
                </a:cubicBezTo>
                <a:cubicBezTo>
                  <a:pt x="394653" y="79726"/>
                  <a:pt x="397888" y="78699"/>
                  <a:pt x="400636" y="76644"/>
                </a:cubicBezTo>
                <a:cubicBezTo>
                  <a:pt x="403385" y="74589"/>
                  <a:pt x="405689" y="71070"/>
                  <a:pt x="407549" y="66087"/>
                </a:cubicBezTo>
                <a:lnTo>
                  <a:pt x="409470" y="67333"/>
                </a:lnTo>
                <a:cubicBezTo>
                  <a:pt x="408602" y="73025"/>
                  <a:pt x="406081" y="78208"/>
                  <a:pt x="401907" y="82882"/>
                </a:cubicBezTo>
                <a:cubicBezTo>
                  <a:pt x="397733" y="87556"/>
                  <a:pt x="392504" y="89893"/>
                  <a:pt x="386222" y="89893"/>
                </a:cubicBezTo>
                <a:cubicBezTo>
                  <a:pt x="379403" y="89893"/>
                  <a:pt x="373565" y="87244"/>
                  <a:pt x="368708" y="81945"/>
                </a:cubicBezTo>
                <a:cubicBezTo>
                  <a:pt x="363852" y="76644"/>
                  <a:pt x="361424" y="69518"/>
                  <a:pt x="361424" y="60568"/>
                </a:cubicBezTo>
                <a:cubicBezTo>
                  <a:pt x="361424" y="50876"/>
                  <a:pt x="363914" y="43318"/>
                  <a:pt x="368894" y="37895"/>
                </a:cubicBezTo>
                <a:cubicBezTo>
                  <a:pt x="373875" y="32470"/>
                  <a:pt x="380126" y="29758"/>
                  <a:pt x="387648" y="29758"/>
                </a:cubicBezTo>
                <a:cubicBezTo>
                  <a:pt x="394013" y="29758"/>
                  <a:pt x="399241" y="31850"/>
                  <a:pt x="403333" y="36035"/>
                </a:cubicBezTo>
                <a:cubicBezTo>
                  <a:pt x="407425" y="40218"/>
                  <a:pt x="409470" y="45813"/>
                  <a:pt x="409470" y="52820"/>
                </a:cubicBezTo>
                <a:lnTo>
                  <a:pt x="370227" y="52820"/>
                </a:lnTo>
                <a:moveTo>
                  <a:pt x="370227" y="49224"/>
                </a:moveTo>
                <a:lnTo>
                  <a:pt x="396513" y="49224"/>
                </a:lnTo>
                <a:cubicBezTo>
                  <a:pt x="396307" y="45617"/>
                  <a:pt x="395873" y="43076"/>
                  <a:pt x="395211" y="41601"/>
                </a:cubicBezTo>
                <a:cubicBezTo>
                  <a:pt x="394178" y="39305"/>
                  <a:pt x="392639" y="37501"/>
                  <a:pt x="390593" y="36190"/>
                </a:cubicBezTo>
                <a:cubicBezTo>
                  <a:pt x="388547" y="34878"/>
                  <a:pt x="386408" y="34222"/>
                  <a:pt x="384176" y="34222"/>
                </a:cubicBezTo>
                <a:cubicBezTo>
                  <a:pt x="380746" y="34222"/>
                  <a:pt x="377677" y="35543"/>
                  <a:pt x="374970" y="38187"/>
                </a:cubicBezTo>
                <a:cubicBezTo>
                  <a:pt x="372263" y="40831"/>
                  <a:pt x="370682" y="44510"/>
                  <a:pt x="370227" y="49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7B7BD-A420-4FB3-99D0-96D8BB7E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337" y="1648047"/>
            <a:ext cx="706109" cy="307670"/>
          </a:xfrm>
          <a:custGeom xmlns:a="http://schemas.openxmlformats.org/drawingml/2006/main">
            <a:pathLst>
              <a:path w="706109" h="307670">
                <a:moveTo>
                  <a:pt x="0" y="0"/>
                </a:moveTo>
                <a:lnTo>
                  <a:pt x="706109" y="0"/>
                </a:lnTo>
                <a:lnTo>
                  <a:pt x="706109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Exclude">
            <a:extLst xmlns:a="http://schemas.openxmlformats.org/drawingml/2006/main">
              <a:ext uri="{FF2B5EF4-FFF2-40B4-BE49-F238E27FC236}">
                <a16:creationId xmlns:a16="http://schemas.microsoft.com/office/drawing/2014/main" id="{86F936D3-DF72-45F4-90B1-E19A64F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453" y="1753289"/>
            <a:ext cx="409470" cy="89893"/>
          </a:xfrm>
          <a:custGeom xmlns:a="http://schemas.openxmlformats.org/drawingml/2006/main">
            <a:pathLst>
              <a:path w="409470" h="89893">
                <a:moveTo>
                  <a:pt x="23930" y="8679"/>
                </a:moveTo>
                <a:lnTo>
                  <a:pt x="23930" y="41785"/>
                </a:lnTo>
                <a:lnTo>
                  <a:pt x="42405" y="41785"/>
                </a:lnTo>
                <a:cubicBezTo>
                  <a:pt x="47199" y="41785"/>
                  <a:pt x="50402" y="41058"/>
                  <a:pt x="52014" y="39604"/>
                </a:cubicBezTo>
                <a:cubicBezTo>
                  <a:pt x="54163" y="37693"/>
                  <a:pt x="55362" y="34329"/>
                  <a:pt x="55610" y="29510"/>
                </a:cubicBezTo>
                <a:lnTo>
                  <a:pt x="57904" y="29510"/>
                </a:lnTo>
                <a:lnTo>
                  <a:pt x="57904" y="58896"/>
                </a:lnTo>
                <a:lnTo>
                  <a:pt x="55610" y="58896"/>
                </a:lnTo>
                <a:cubicBezTo>
                  <a:pt x="55031" y="54804"/>
                  <a:pt x="54453" y="52180"/>
                  <a:pt x="53874" y="51022"/>
                </a:cubicBezTo>
                <a:cubicBezTo>
                  <a:pt x="53130" y="49576"/>
                  <a:pt x="51911" y="48439"/>
                  <a:pt x="50216" y="47613"/>
                </a:cubicBezTo>
                <a:cubicBezTo>
                  <a:pt x="48522" y="46786"/>
                  <a:pt x="45918" y="46373"/>
                  <a:pt x="42405" y="46373"/>
                </a:cubicBezTo>
                <a:lnTo>
                  <a:pt x="23930" y="46373"/>
                </a:lnTo>
                <a:lnTo>
                  <a:pt x="23930" y="74131"/>
                </a:lnTo>
                <a:cubicBezTo>
                  <a:pt x="23930" y="77857"/>
                  <a:pt x="24096" y="80124"/>
                  <a:pt x="24426" y="80931"/>
                </a:cubicBezTo>
                <a:cubicBezTo>
                  <a:pt x="24757" y="81739"/>
                  <a:pt x="25335" y="82380"/>
                  <a:pt x="26162" y="82857"/>
                </a:cubicBezTo>
                <a:cubicBezTo>
                  <a:pt x="26989" y="83332"/>
                  <a:pt x="28559" y="83570"/>
                  <a:pt x="30874" y="83570"/>
                </a:cubicBezTo>
                <a:lnTo>
                  <a:pt x="45133" y="83570"/>
                </a:lnTo>
                <a:cubicBezTo>
                  <a:pt x="49886" y="83570"/>
                  <a:pt x="53337" y="83239"/>
                  <a:pt x="55486" y="82578"/>
                </a:cubicBezTo>
                <a:cubicBezTo>
                  <a:pt x="57635" y="81917"/>
                  <a:pt x="59702" y="80615"/>
                  <a:pt x="61686" y="78672"/>
                </a:cubicBezTo>
                <a:cubicBezTo>
                  <a:pt x="64248" y="76110"/>
                  <a:pt x="66872" y="72245"/>
                  <a:pt x="69559" y="67079"/>
                </a:cubicBezTo>
                <a:lnTo>
                  <a:pt x="72039" y="67079"/>
                </a:lnTo>
                <a:lnTo>
                  <a:pt x="64785" y="88158"/>
                </a:lnTo>
                <a:lnTo>
                  <a:pt x="0" y="88158"/>
                </a:lnTo>
                <a:lnTo>
                  <a:pt x="0" y="85802"/>
                </a:lnTo>
                <a:lnTo>
                  <a:pt x="2976" y="85802"/>
                </a:lnTo>
                <a:cubicBezTo>
                  <a:pt x="4960" y="85802"/>
                  <a:pt x="6840" y="85326"/>
                  <a:pt x="8617" y="84376"/>
                </a:cubicBezTo>
                <a:cubicBezTo>
                  <a:pt x="9940" y="83715"/>
                  <a:pt x="10839" y="82723"/>
                  <a:pt x="11314" y="81400"/>
                </a:cubicBezTo>
                <a:cubicBezTo>
                  <a:pt x="11789" y="80078"/>
                  <a:pt x="12027" y="77370"/>
                  <a:pt x="12027" y="73279"/>
                </a:cubicBezTo>
                <a:lnTo>
                  <a:pt x="12027" y="18723"/>
                </a:lnTo>
                <a:cubicBezTo>
                  <a:pt x="12027" y="13418"/>
                  <a:pt x="11490" y="10149"/>
                  <a:pt x="10415" y="8916"/>
                </a:cubicBezTo>
                <a:cubicBezTo>
                  <a:pt x="8927" y="7270"/>
                  <a:pt x="6448" y="6448"/>
                  <a:pt x="2976" y="6448"/>
                </a:cubicBezTo>
                <a:lnTo>
                  <a:pt x="0" y="6448"/>
                </a:lnTo>
                <a:lnTo>
                  <a:pt x="0" y="4092"/>
                </a:lnTo>
                <a:lnTo>
                  <a:pt x="64785" y="4092"/>
                </a:lnTo>
                <a:lnTo>
                  <a:pt x="65715" y="22566"/>
                </a:lnTo>
                <a:lnTo>
                  <a:pt x="63297" y="22566"/>
                </a:lnTo>
                <a:cubicBezTo>
                  <a:pt x="62429" y="18125"/>
                  <a:pt x="61469" y="15073"/>
                  <a:pt x="60415" y="13412"/>
                </a:cubicBezTo>
                <a:cubicBezTo>
                  <a:pt x="59361" y="11751"/>
                  <a:pt x="57800" y="10485"/>
                  <a:pt x="55734" y="9613"/>
                </a:cubicBezTo>
                <a:cubicBezTo>
                  <a:pt x="54081" y="8991"/>
                  <a:pt x="51167" y="8679"/>
                  <a:pt x="46993" y="8679"/>
                </a:cubicBezTo>
                <a:lnTo>
                  <a:pt x="23930" y="8679"/>
                </a:lnTo>
                <a:close/>
                <a:moveTo>
                  <a:pt x="76520" y="31370"/>
                </a:moveTo>
                <a:lnTo>
                  <a:pt x="103240" y="31370"/>
                </a:lnTo>
                <a:lnTo>
                  <a:pt x="103240" y="33602"/>
                </a:lnTo>
                <a:cubicBezTo>
                  <a:pt x="101545" y="33602"/>
                  <a:pt x="100357" y="33894"/>
                  <a:pt x="99675" y="34479"/>
                </a:cubicBezTo>
                <a:cubicBezTo>
                  <a:pt x="98993" y="35063"/>
                  <a:pt x="98652" y="35835"/>
                  <a:pt x="98652" y="36794"/>
                </a:cubicBezTo>
                <a:cubicBezTo>
                  <a:pt x="98652" y="37797"/>
                  <a:pt x="99375" y="39341"/>
                  <a:pt x="100822" y="41429"/>
                </a:cubicBezTo>
                <a:cubicBezTo>
                  <a:pt x="101277" y="42076"/>
                  <a:pt x="101959" y="43088"/>
                  <a:pt x="102868" y="44464"/>
                </a:cubicBezTo>
                <a:lnTo>
                  <a:pt x="106898" y="50935"/>
                </a:lnTo>
                <a:lnTo>
                  <a:pt x="111547" y="44488"/>
                </a:lnTo>
                <a:cubicBezTo>
                  <a:pt x="114523" y="40436"/>
                  <a:pt x="116011" y="37862"/>
                  <a:pt x="116011" y="36765"/>
                </a:cubicBezTo>
                <a:cubicBezTo>
                  <a:pt x="116011" y="35879"/>
                  <a:pt x="115660" y="35131"/>
                  <a:pt x="114957" y="34520"/>
                </a:cubicBezTo>
                <a:cubicBezTo>
                  <a:pt x="114254" y="33908"/>
                  <a:pt x="113118" y="33602"/>
                  <a:pt x="111547" y="33602"/>
                </a:cubicBezTo>
                <a:lnTo>
                  <a:pt x="111547" y="31370"/>
                </a:lnTo>
                <a:lnTo>
                  <a:pt x="130766" y="31370"/>
                </a:lnTo>
                <a:lnTo>
                  <a:pt x="130766" y="33602"/>
                </a:lnTo>
                <a:cubicBezTo>
                  <a:pt x="128741" y="33726"/>
                  <a:pt x="126984" y="34284"/>
                  <a:pt x="125496" y="35277"/>
                </a:cubicBezTo>
                <a:cubicBezTo>
                  <a:pt x="123471" y="36684"/>
                  <a:pt x="120702" y="39745"/>
                  <a:pt x="117189" y="44460"/>
                </a:cubicBezTo>
                <a:lnTo>
                  <a:pt x="109439" y="54802"/>
                </a:lnTo>
                <a:lnTo>
                  <a:pt x="123574" y="75187"/>
                </a:lnTo>
                <a:cubicBezTo>
                  <a:pt x="127046" y="80194"/>
                  <a:pt x="129526" y="83205"/>
                  <a:pt x="131014" y="84219"/>
                </a:cubicBezTo>
                <a:cubicBezTo>
                  <a:pt x="132502" y="85233"/>
                  <a:pt x="134424" y="85802"/>
                  <a:pt x="136779" y="85926"/>
                </a:cubicBezTo>
                <a:lnTo>
                  <a:pt x="136779" y="88158"/>
                </a:lnTo>
                <a:lnTo>
                  <a:pt x="109997" y="88158"/>
                </a:lnTo>
                <a:lnTo>
                  <a:pt x="109997" y="85926"/>
                </a:lnTo>
                <a:cubicBezTo>
                  <a:pt x="111857" y="85926"/>
                  <a:pt x="113304" y="85512"/>
                  <a:pt x="114337" y="84684"/>
                </a:cubicBezTo>
                <a:cubicBezTo>
                  <a:pt x="115122" y="84104"/>
                  <a:pt x="115515" y="83337"/>
                  <a:pt x="115515" y="82384"/>
                </a:cubicBezTo>
                <a:cubicBezTo>
                  <a:pt x="115515" y="81432"/>
                  <a:pt x="114192" y="79031"/>
                  <a:pt x="111547" y="75179"/>
                </a:cubicBezTo>
                <a:lnTo>
                  <a:pt x="103240" y="63032"/>
                </a:lnTo>
                <a:lnTo>
                  <a:pt x="94126" y="75129"/>
                </a:lnTo>
                <a:cubicBezTo>
                  <a:pt x="91316" y="78914"/>
                  <a:pt x="89911" y="81161"/>
                  <a:pt x="89911" y="81869"/>
                </a:cubicBezTo>
                <a:cubicBezTo>
                  <a:pt x="89911" y="82867"/>
                  <a:pt x="90376" y="83773"/>
                  <a:pt x="91306" y="84585"/>
                </a:cubicBezTo>
                <a:cubicBezTo>
                  <a:pt x="92236" y="85396"/>
                  <a:pt x="93631" y="85843"/>
                  <a:pt x="95490" y="85926"/>
                </a:cubicBezTo>
                <a:lnTo>
                  <a:pt x="95490" y="88158"/>
                </a:lnTo>
                <a:lnTo>
                  <a:pt x="76954" y="88158"/>
                </a:lnTo>
                <a:lnTo>
                  <a:pt x="76954" y="85926"/>
                </a:lnTo>
                <a:cubicBezTo>
                  <a:pt x="78442" y="85719"/>
                  <a:pt x="79744" y="85202"/>
                  <a:pt x="80859" y="84374"/>
                </a:cubicBezTo>
                <a:cubicBezTo>
                  <a:pt x="82430" y="83174"/>
                  <a:pt x="85075" y="80112"/>
                  <a:pt x="88795" y="75187"/>
                </a:cubicBezTo>
                <a:lnTo>
                  <a:pt x="100698" y="59345"/>
                </a:lnTo>
                <a:lnTo>
                  <a:pt x="89911" y="43718"/>
                </a:lnTo>
                <a:cubicBezTo>
                  <a:pt x="86852" y="39250"/>
                  <a:pt x="84486" y="36446"/>
                  <a:pt x="82812" y="35308"/>
                </a:cubicBezTo>
                <a:cubicBezTo>
                  <a:pt x="81138" y="34171"/>
                  <a:pt x="79041" y="33602"/>
                  <a:pt x="76520" y="33602"/>
                </a:cubicBezTo>
                <a:lnTo>
                  <a:pt x="76520" y="31370"/>
                </a:lnTo>
                <a:close/>
                <a:moveTo>
                  <a:pt x="190530" y="66583"/>
                </a:moveTo>
                <a:cubicBezTo>
                  <a:pt x="189001" y="74064"/>
                  <a:pt x="186004" y="79819"/>
                  <a:pt x="181540" y="83849"/>
                </a:cubicBezTo>
                <a:cubicBezTo>
                  <a:pt x="177077" y="87879"/>
                  <a:pt x="172138" y="89893"/>
                  <a:pt x="166723" y="89893"/>
                </a:cubicBezTo>
                <a:cubicBezTo>
                  <a:pt x="160276" y="89893"/>
                  <a:pt x="154655" y="87190"/>
                  <a:pt x="149861" y="81782"/>
                </a:cubicBezTo>
                <a:cubicBezTo>
                  <a:pt x="145066" y="76373"/>
                  <a:pt x="142669" y="69064"/>
                  <a:pt x="142669" y="59857"/>
                </a:cubicBezTo>
                <a:cubicBezTo>
                  <a:pt x="142669" y="50938"/>
                  <a:pt x="145325" y="43693"/>
                  <a:pt x="150636" y="38119"/>
                </a:cubicBezTo>
                <a:cubicBezTo>
                  <a:pt x="155947" y="32545"/>
                  <a:pt x="162322" y="29758"/>
                  <a:pt x="169761" y="29758"/>
                </a:cubicBezTo>
                <a:cubicBezTo>
                  <a:pt x="175341" y="29758"/>
                  <a:pt x="179929" y="31241"/>
                  <a:pt x="183524" y="34206"/>
                </a:cubicBezTo>
                <a:cubicBezTo>
                  <a:pt x="187120" y="37170"/>
                  <a:pt x="188918" y="40249"/>
                  <a:pt x="188918" y="43441"/>
                </a:cubicBezTo>
                <a:cubicBezTo>
                  <a:pt x="188918" y="45017"/>
                  <a:pt x="188412" y="46293"/>
                  <a:pt x="187399" y="47268"/>
                </a:cubicBezTo>
                <a:cubicBezTo>
                  <a:pt x="186386" y="48242"/>
                  <a:pt x="184971" y="48728"/>
                  <a:pt x="183152" y="48728"/>
                </a:cubicBezTo>
                <a:cubicBezTo>
                  <a:pt x="180714" y="48728"/>
                  <a:pt x="178875" y="47937"/>
                  <a:pt x="177635" y="46353"/>
                </a:cubicBezTo>
                <a:cubicBezTo>
                  <a:pt x="176932" y="45478"/>
                  <a:pt x="176467" y="43810"/>
                  <a:pt x="176240" y="41351"/>
                </a:cubicBezTo>
                <a:cubicBezTo>
                  <a:pt x="176012" y="38892"/>
                  <a:pt x="175176" y="37016"/>
                  <a:pt x="173729" y="35725"/>
                </a:cubicBezTo>
                <a:cubicBezTo>
                  <a:pt x="172282" y="34475"/>
                  <a:pt x="170278" y="33850"/>
                  <a:pt x="167715" y="33850"/>
                </a:cubicBezTo>
                <a:cubicBezTo>
                  <a:pt x="163582" y="33850"/>
                  <a:pt x="160255" y="35379"/>
                  <a:pt x="157734" y="38437"/>
                </a:cubicBezTo>
                <a:cubicBezTo>
                  <a:pt x="154386" y="42488"/>
                  <a:pt x="152712" y="47840"/>
                  <a:pt x="152712" y="54494"/>
                </a:cubicBezTo>
                <a:cubicBezTo>
                  <a:pt x="152712" y="61272"/>
                  <a:pt x="154376" y="67255"/>
                  <a:pt x="157703" y="72442"/>
                </a:cubicBezTo>
                <a:cubicBezTo>
                  <a:pt x="161030" y="77629"/>
                  <a:pt x="165525" y="80222"/>
                  <a:pt x="171187" y="80222"/>
                </a:cubicBezTo>
                <a:cubicBezTo>
                  <a:pt x="175238" y="80222"/>
                  <a:pt x="178875" y="78838"/>
                  <a:pt x="182098" y="76068"/>
                </a:cubicBezTo>
                <a:cubicBezTo>
                  <a:pt x="184372" y="74167"/>
                  <a:pt x="186583" y="70716"/>
                  <a:pt x="188732" y="65715"/>
                </a:cubicBezTo>
                <a:lnTo>
                  <a:pt x="190530" y="66583"/>
                </a:lnTo>
                <a:close/>
                <a:moveTo>
                  <a:pt x="218072" y="0"/>
                </a:moveTo>
                <a:lnTo>
                  <a:pt x="218072" y="75263"/>
                </a:lnTo>
                <a:cubicBezTo>
                  <a:pt x="218072" y="78838"/>
                  <a:pt x="218330" y="81208"/>
                  <a:pt x="218847" y="82373"/>
                </a:cubicBezTo>
                <a:cubicBezTo>
                  <a:pt x="219364" y="83536"/>
                  <a:pt x="220159" y="84420"/>
                  <a:pt x="221234" y="85023"/>
                </a:cubicBezTo>
                <a:cubicBezTo>
                  <a:pt x="222308" y="85625"/>
                  <a:pt x="224313" y="85926"/>
                  <a:pt x="227247" y="85926"/>
                </a:cubicBezTo>
                <a:lnTo>
                  <a:pt x="227247" y="88158"/>
                </a:lnTo>
                <a:lnTo>
                  <a:pt x="199411" y="88158"/>
                </a:lnTo>
                <a:lnTo>
                  <a:pt x="199411" y="85926"/>
                </a:lnTo>
                <a:cubicBezTo>
                  <a:pt x="202015" y="85926"/>
                  <a:pt x="203792" y="85656"/>
                  <a:pt x="204743" y="85116"/>
                </a:cubicBezTo>
                <a:cubicBezTo>
                  <a:pt x="205694" y="84575"/>
                  <a:pt x="206437" y="83681"/>
                  <a:pt x="206975" y="82435"/>
                </a:cubicBezTo>
                <a:cubicBezTo>
                  <a:pt x="207512" y="81187"/>
                  <a:pt x="207781" y="78796"/>
                  <a:pt x="207781" y="75263"/>
                </a:cubicBezTo>
                <a:lnTo>
                  <a:pt x="207781" y="23806"/>
                </a:lnTo>
                <a:cubicBezTo>
                  <a:pt x="207781" y="17400"/>
                  <a:pt x="207636" y="13463"/>
                  <a:pt x="207347" y="11996"/>
                </a:cubicBezTo>
                <a:cubicBezTo>
                  <a:pt x="207057" y="10529"/>
                  <a:pt x="206592" y="9527"/>
                  <a:pt x="205952" y="8989"/>
                </a:cubicBezTo>
                <a:cubicBezTo>
                  <a:pt x="205311" y="8452"/>
                  <a:pt x="204495" y="8183"/>
                  <a:pt x="203503" y="8183"/>
                </a:cubicBezTo>
                <a:cubicBezTo>
                  <a:pt x="202428" y="8183"/>
                  <a:pt x="201065" y="8514"/>
                  <a:pt x="199411" y="9175"/>
                </a:cubicBezTo>
                <a:lnTo>
                  <a:pt x="198357" y="6943"/>
                </a:lnTo>
                <a:lnTo>
                  <a:pt x="215282" y="0"/>
                </a:lnTo>
                <a:lnTo>
                  <a:pt x="218072" y="0"/>
                </a:lnTo>
                <a:close/>
                <a:moveTo>
                  <a:pt x="283496" y="31370"/>
                </a:moveTo>
                <a:lnTo>
                  <a:pt x="283496" y="65963"/>
                </a:lnTo>
                <a:cubicBezTo>
                  <a:pt x="283496" y="72453"/>
                  <a:pt x="283651" y="76423"/>
                  <a:pt x="283961" y="77872"/>
                </a:cubicBezTo>
                <a:cubicBezTo>
                  <a:pt x="284271" y="79320"/>
                  <a:pt x="284767" y="80332"/>
                  <a:pt x="285448" y="80908"/>
                </a:cubicBezTo>
                <a:cubicBezTo>
                  <a:pt x="286130" y="81484"/>
                  <a:pt x="286926" y="81772"/>
                  <a:pt x="287835" y="81772"/>
                </a:cubicBezTo>
                <a:cubicBezTo>
                  <a:pt x="289117" y="81772"/>
                  <a:pt x="290563" y="81421"/>
                  <a:pt x="292175" y="80718"/>
                </a:cubicBezTo>
                <a:lnTo>
                  <a:pt x="293043" y="82950"/>
                </a:lnTo>
                <a:lnTo>
                  <a:pt x="276056" y="89893"/>
                </a:lnTo>
                <a:lnTo>
                  <a:pt x="273266" y="89893"/>
                </a:lnTo>
                <a:lnTo>
                  <a:pt x="273266" y="77923"/>
                </a:lnTo>
                <a:cubicBezTo>
                  <a:pt x="268389" y="83188"/>
                  <a:pt x="264670" y="86500"/>
                  <a:pt x="262107" y="87857"/>
                </a:cubicBezTo>
                <a:cubicBezTo>
                  <a:pt x="259545" y="89215"/>
                  <a:pt x="256838" y="89893"/>
                  <a:pt x="253986" y="89893"/>
                </a:cubicBezTo>
                <a:cubicBezTo>
                  <a:pt x="250803" y="89893"/>
                  <a:pt x="248045" y="88974"/>
                  <a:pt x="245709" y="87135"/>
                </a:cubicBezTo>
                <a:cubicBezTo>
                  <a:pt x="243374" y="85295"/>
                  <a:pt x="241752" y="82929"/>
                  <a:pt x="240843" y="80036"/>
                </a:cubicBezTo>
                <a:cubicBezTo>
                  <a:pt x="239933" y="77143"/>
                  <a:pt x="239479" y="73051"/>
                  <a:pt x="239479" y="67761"/>
                </a:cubicBezTo>
                <a:lnTo>
                  <a:pt x="239479" y="42405"/>
                </a:lnTo>
                <a:cubicBezTo>
                  <a:pt x="239479" y="39699"/>
                  <a:pt x="239189" y="37826"/>
                  <a:pt x="238611" y="36787"/>
                </a:cubicBezTo>
                <a:cubicBezTo>
                  <a:pt x="238032" y="35746"/>
                  <a:pt x="237175" y="34944"/>
                  <a:pt x="236038" y="34382"/>
                </a:cubicBezTo>
                <a:cubicBezTo>
                  <a:pt x="234901" y="33820"/>
                  <a:pt x="232845" y="33560"/>
                  <a:pt x="229870" y="33602"/>
                </a:cubicBezTo>
                <a:lnTo>
                  <a:pt x="229870" y="31370"/>
                </a:lnTo>
                <a:lnTo>
                  <a:pt x="249770" y="31370"/>
                </a:lnTo>
                <a:lnTo>
                  <a:pt x="249770" y="69419"/>
                </a:lnTo>
                <a:cubicBezTo>
                  <a:pt x="249770" y="74716"/>
                  <a:pt x="250690" y="78192"/>
                  <a:pt x="252529" y="79848"/>
                </a:cubicBezTo>
                <a:cubicBezTo>
                  <a:pt x="254368" y="81503"/>
                  <a:pt x="256590" y="82330"/>
                  <a:pt x="259193" y="82330"/>
                </a:cubicBezTo>
                <a:cubicBezTo>
                  <a:pt x="260971" y="82330"/>
                  <a:pt x="262985" y="81771"/>
                  <a:pt x="265238" y="80654"/>
                </a:cubicBezTo>
                <a:cubicBezTo>
                  <a:pt x="267490" y="79537"/>
                  <a:pt x="270167" y="77406"/>
                  <a:pt x="273266" y="74261"/>
                </a:cubicBezTo>
                <a:lnTo>
                  <a:pt x="273266" y="42157"/>
                </a:lnTo>
                <a:cubicBezTo>
                  <a:pt x="273266" y="38862"/>
                  <a:pt x="272677" y="36634"/>
                  <a:pt x="271499" y="35471"/>
                </a:cubicBezTo>
                <a:cubicBezTo>
                  <a:pt x="270322" y="34309"/>
                  <a:pt x="267873" y="33686"/>
                  <a:pt x="264153" y="33602"/>
                </a:cubicBezTo>
                <a:lnTo>
                  <a:pt x="264153" y="31370"/>
                </a:lnTo>
                <a:lnTo>
                  <a:pt x="283496" y="31370"/>
                </a:lnTo>
                <a:close/>
                <a:moveTo>
                  <a:pt x="337308" y="81776"/>
                </a:moveTo>
                <a:cubicBezTo>
                  <a:pt x="334539" y="84668"/>
                  <a:pt x="331832" y="86744"/>
                  <a:pt x="329187" y="88005"/>
                </a:cubicBezTo>
                <a:cubicBezTo>
                  <a:pt x="326541" y="89264"/>
                  <a:pt x="323690" y="89893"/>
                  <a:pt x="320631" y="89893"/>
                </a:cubicBezTo>
                <a:cubicBezTo>
                  <a:pt x="314432" y="89893"/>
                  <a:pt x="309017" y="87306"/>
                  <a:pt x="304388" y="82130"/>
                </a:cubicBezTo>
                <a:cubicBezTo>
                  <a:pt x="299759" y="76954"/>
                  <a:pt x="297445" y="70302"/>
                  <a:pt x="297445" y="62176"/>
                </a:cubicBezTo>
                <a:cubicBezTo>
                  <a:pt x="297445" y="54050"/>
                  <a:pt x="300007" y="46616"/>
                  <a:pt x="305132" y="39873"/>
                </a:cubicBezTo>
                <a:cubicBezTo>
                  <a:pt x="310257" y="33129"/>
                  <a:pt x="316849" y="29758"/>
                  <a:pt x="324909" y="29758"/>
                </a:cubicBezTo>
                <a:cubicBezTo>
                  <a:pt x="329910" y="29758"/>
                  <a:pt x="334043" y="31348"/>
                  <a:pt x="337308" y="34530"/>
                </a:cubicBezTo>
                <a:lnTo>
                  <a:pt x="337308" y="23930"/>
                </a:lnTo>
                <a:cubicBezTo>
                  <a:pt x="337308" y="17469"/>
                  <a:pt x="337153" y="13497"/>
                  <a:pt x="336843" y="12016"/>
                </a:cubicBezTo>
                <a:cubicBezTo>
                  <a:pt x="336533" y="10534"/>
                  <a:pt x="336047" y="9525"/>
                  <a:pt x="335386" y="8989"/>
                </a:cubicBezTo>
                <a:cubicBezTo>
                  <a:pt x="334725" y="8452"/>
                  <a:pt x="333898" y="8183"/>
                  <a:pt x="332906" y="8183"/>
                </a:cubicBezTo>
                <a:cubicBezTo>
                  <a:pt x="331832" y="8183"/>
                  <a:pt x="330406" y="8514"/>
                  <a:pt x="328629" y="9175"/>
                </a:cubicBezTo>
                <a:lnTo>
                  <a:pt x="327823" y="6943"/>
                </a:lnTo>
                <a:lnTo>
                  <a:pt x="344747" y="0"/>
                </a:lnTo>
                <a:lnTo>
                  <a:pt x="347537" y="0"/>
                </a:lnTo>
                <a:lnTo>
                  <a:pt x="347537" y="65715"/>
                </a:lnTo>
                <a:cubicBezTo>
                  <a:pt x="347537" y="72342"/>
                  <a:pt x="347692" y="76386"/>
                  <a:pt x="348002" y="77847"/>
                </a:cubicBezTo>
                <a:cubicBezTo>
                  <a:pt x="348312" y="79308"/>
                  <a:pt x="348808" y="80327"/>
                  <a:pt x="349490" y="80906"/>
                </a:cubicBezTo>
                <a:cubicBezTo>
                  <a:pt x="350172" y="81483"/>
                  <a:pt x="350968" y="81772"/>
                  <a:pt x="351877" y="81772"/>
                </a:cubicBezTo>
                <a:cubicBezTo>
                  <a:pt x="352993" y="81772"/>
                  <a:pt x="354481" y="81421"/>
                  <a:pt x="356341" y="80718"/>
                </a:cubicBezTo>
                <a:lnTo>
                  <a:pt x="357023" y="82950"/>
                </a:lnTo>
                <a:lnTo>
                  <a:pt x="340160" y="89893"/>
                </a:lnTo>
                <a:lnTo>
                  <a:pt x="337308" y="89893"/>
                </a:lnTo>
                <a:lnTo>
                  <a:pt x="337308" y="81776"/>
                </a:lnTo>
                <a:moveTo>
                  <a:pt x="337308" y="77446"/>
                </a:moveTo>
                <a:lnTo>
                  <a:pt x="337308" y="48258"/>
                </a:lnTo>
                <a:cubicBezTo>
                  <a:pt x="337060" y="45454"/>
                  <a:pt x="336316" y="42898"/>
                  <a:pt x="335076" y="40590"/>
                </a:cubicBezTo>
                <a:cubicBezTo>
                  <a:pt x="333836" y="38280"/>
                  <a:pt x="332193" y="36539"/>
                  <a:pt x="330147" y="35365"/>
                </a:cubicBezTo>
                <a:cubicBezTo>
                  <a:pt x="328102" y="34189"/>
                  <a:pt x="326107" y="33602"/>
                  <a:pt x="324165" y="33602"/>
                </a:cubicBezTo>
                <a:cubicBezTo>
                  <a:pt x="320528" y="33602"/>
                  <a:pt x="317283" y="35230"/>
                  <a:pt x="314432" y="38488"/>
                </a:cubicBezTo>
                <a:cubicBezTo>
                  <a:pt x="310671" y="42774"/>
                  <a:pt x="308790" y="49040"/>
                  <a:pt x="308790" y="57286"/>
                </a:cubicBezTo>
                <a:cubicBezTo>
                  <a:pt x="308790" y="65614"/>
                  <a:pt x="310609" y="71994"/>
                  <a:pt x="314246" y="76427"/>
                </a:cubicBezTo>
                <a:cubicBezTo>
                  <a:pt x="317883" y="80858"/>
                  <a:pt x="321933" y="83074"/>
                  <a:pt x="326397" y="83074"/>
                </a:cubicBezTo>
                <a:cubicBezTo>
                  <a:pt x="330158" y="83074"/>
                  <a:pt x="333795" y="81198"/>
                  <a:pt x="337308" y="77446"/>
                </a:cubicBezTo>
                <a:close/>
                <a:moveTo>
                  <a:pt x="370227" y="52820"/>
                </a:moveTo>
                <a:cubicBezTo>
                  <a:pt x="370186" y="61213"/>
                  <a:pt x="372232" y="67795"/>
                  <a:pt x="376365" y="72568"/>
                </a:cubicBezTo>
                <a:cubicBezTo>
                  <a:pt x="380498" y="77340"/>
                  <a:pt x="385354" y="79726"/>
                  <a:pt x="390934" y="79726"/>
                </a:cubicBezTo>
                <a:cubicBezTo>
                  <a:pt x="394653" y="79726"/>
                  <a:pt x="397888" y="78699"/>
                  <a:pt x="400636" y="76644"/>
                </a:cubicBezTo>
                <a:cubicBezTo>
                  <a:pt x="403385" y="74589"/>
                  <a:pt x="405689" y="71070"/>
                  <a:pt x="407549" y="66087"/>
                </a:cubicBezTo>
                <a:lnTo>
                  <a:pt x="409470" y="67333"/>
                </a:lnTo>
                <a:cubicBezTo>
                  <a:pt x="408602" y="73025"/>
                  <a:pt x="406081" y="78208"/>
                  <a:pt x="401907" y="82882"/>
                </a:cubicBezTo>
                <a:cubicBezTo>
                  <a:pt x="397733" y="87556"/>
                  <a:pt x="392504" y="89893"/>
                  <a:pt x="386222" y="89893"/>
                </a:cubicBezTo>
                <a:cubicBezTo>
                  <a:pt x="379403" y="89893"/>
                  <a:pt x="373565" y="87244"/>
                  <a:pt x="368708" y="81945"/>
                </a:cubicBezTo>
                <a:cubicBezTo>
                  <a:pt x="363852" y="76644"/>
                  <a:pt x="361424" y="69518"/>
                  <a:pt x="361424" y="60568"/>
                </a:cubicBezTo>
                <a:cubicBezTo>
                  <a:pt x="361424" y="50876"/>
                  <a:pt x="363914" y="43318"/>
                  <a:pt x="368894" y="37895"/>
                </a:cubicBezTo>
                <a:cubicBezTo>
                  <a:pt x="373875" y="32470"/>
                  <a:pt x="380126" y="29758"/>
                  <a:pt x="387648" y="29758"/>
                </a:cubicBezTo>
                <a:cubicBezTo>
                  <a:pt x="394013" y="29758"/>
                  <a:pt x="399241" y="31850"/>
                  <a:pt x="403333" y="36035"/>
                </a:cubicBezTo>
                <a:cubicBezTo>
                  <a:pt x="407425" y="40218"/>
                  <a:pt x="409470" y="45813"/>
                  <a:pt x="409470" y="52820"/>
                </a:cubicBezTo>
                <a:lnTo>
                  <a:pt x="370227" y="52820"/>
                </a:lnTo>
                <a:moveTo>
                  <a:pt x="370227" y="49224"/>
                </a:moveTo>
                <a:lnTo>
                  <a:pt x="396513" y="49224"/>
                </a:lnTo>
                <a:cubicBezTo>
                  <a:pt x="396307" y="45617"/>
                  <a:pt x="395873" y="43076"/>
                  <a:pt x="395211" y="41601"/>
                </a:cubicBezTo>
                <a:cubicBezTo>
                  <a:pt x="394178" y="39305"/>
                  <a:pt x="392639" y="37501"/>
                  <a:pt x="390593" y="36190"/>
                </a:cubicBezTo>
                <a:cubicBezTo>
                  <a:pt x="388547" y="34878"/>
                  <a:pt x="386408" y="34222"/>
                  <a:pt x="384176" y="34222"/>
                </a:cubicBezTo>
                <a:cubicBezTo>
                  <a:pt x="380746" y="34222"/>
                  <a:pt x="377677" y="35543"/>
                  <a:pt x="374970" y="38187"/>
                </a:cubicBezTo>
                <a:cubicBezTo>
                  <a:pt x="372263" y="40831"/>
                  <a:pt x="370682" y="44510"/>
                  <a:pt x="370227" y="49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F8303-BE57-436F-92E6-43265725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2" y="2775547"/>
            <a:ext cx="987426" cy="281317"/>
          </a:xfrm>
          <a:custGeom xmlns:a="http://schemas.openxmlformats.org/drawingml/2006/main">
            <a:pathLst>
              <a:path w="987426" h="281317">
                <a:moveTo>
                  <a:pt x="0" y="46886"/>
                </a:moveTo>
                <a:lnTo>
                  <a:pt x="0" y="46886"/>
                </a:lnTo>
                <a:cubicBezTo>
                  <a:pt x="0" y="20992"/>
                  <a:pt x="20992" y="0"/>
                  <a:pt x="46886" y="0"/>
                </a:cubicBezTo>
                <a:lnTo>
                  <a:pt x="940540" y="0"/>
                </a:lnTo>
                <a:cubicBezTo>
                  <a:pt x="952975" y="0"/>
                  <a:pt x="964900" y="4940"/>
                  <a:pt x="973693" y="13733"/>
                </a:cubicBezTo>
                <a:cubicBezTo>
                  <a:pt x="982486" y="22526"/>
                  <a:pt x="987426" y="34451"/>
                  <a:pt x="987426" y="46886"/>
                </a:cubicBezTo>
                <a:lnTo>
                  <a:pt x="987426" y="234431"/>
                </a:lnTo>
                <a:cubicBezTo>
                  <a:pt x="987426" y="260326"/>
                  <a:pt x="966434" y="281317"/>
                  <a:pt x="940540" y="281317"/>
                </a:cubicBezTo>
                <a:lnTo>
                  <a:pt x="46886" y="281317"/>
                </a:lnTo>
                <a:cubicBezTo>
                  <a:pt x="20992" y="281317"/>
                  <a:pt x="0" y="260326"/>
                  <a:pt x="0" y="234431"/>
                </a:cubicBezTo>
                <a:lnTo>
                  <a:pt x="0" y="468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EC185-4C76-4B2B-9442-CCE04016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2" y="2775547"/>
            <a:ext cx="987426" cy="281317"/>
          </a:xfrm>
          <a:custGeom xmlns:a="http://schemas.openxmlformats.org/drawingml/2006/main">
            <a:pathLst>
              <a:path w="987426" h="281317" fill="none">
                <a:moveTo>
                  <a:pt x="0" y="46886"/>
                </a:moveTo>
                <a:lnTo>
                  <a:pt x="0" y="46886"/>
                </a:lnTo>
                <a:cubicBezTo>
                  <a:pt x="0" y="20992"/>
                  <a:pt x="20992" y="0"/>
                  <a:pt x="46886" y="0"/>
                </a:cubicBezTo>
                <a:lnTo>
                  <a:pt x="940540" y="0"/>
                </a:lnTo>
                <a:cubicBezTo>
                  <a:pt x="952975" y="0"/>
                  <a:pt x="964900" y="4940"/>
                  <a:pt x="973693" y="13733"/>
                </a:cubicBezTo>
                <a:cubicBezTo>
                  <a:pt x="982486" y="22526"/>
                  <a:pt x="987426" y="34451"/>
                  <a:pt x="987426" y="46886"/>
                </a:cubicBezTo>
                <a:lnTo>
                  <a:pt x="987426" y="234431"/>
                </a:lnTo>
                <a:cubicBezTo>
                  <a:pt x="987426" y="260326"/>
                  <a:pt x="966434" y="281317"/>
                  <a:pt x="940540" y="281317"/>
                </a:cubicBezTo>
                <a:lnTo>
                  <a:pt x="46886" y="281317"/>
                </a:lnTo>
                <a:cubicBezTo>
                  <a:pt x="20992" y="281317"/>
                  <a:pt x="0" y="260326"/>
                  <a:pt x="0" y="234431"/>
                </a:cubicBezTo>
                <a:lnTo>
                  <a:pt x="0" y="468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238" name="Text SelectedPapers">
            <a:extLst xmlns:a="http://schemas.openxmlformats.org/drawingml/2006/main">
              <a:ext uri="{FF2B5EF4-FFF2-40B4-BE49-F238E27FC236}">
                <a16:creationId xmlns:a16="http://schemas.microsoft.com/office/drawing/2014/main" id="{963D833C-CC53-4C36-A50A-55475837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65" y="2795617"/>
            <a:ext cx="787004" cy="115312"/>
          </a:xfrm>
          <a:custGeom xmlns:a="http://schemas.openxmlformats.org/drawingml/2006/main">
            <a:pathLst>
              <a:path w="787004" h="115312">
                <a:moveTo>
                  <a:pt x="50278" y="2232"/>
                </a:moveTo>
                <a:lnTo>
                  <a:pt x="50278" y="31370"/>
                </a:lnTo>
                <a:lnTo>
                  <a:pt x="47985" y="31370"/>
                </a:lnTo>
                <a:cubicBezTo>
                  <a:pt x="47241" y="25776"/>
                  <a:pt x="45908" y="21322"/>
                  <a:pt x="43986" y="18008"/>
                </a:cubicBezTo>
                <a:cubicBezTo>
                  <a:pt x="42064" y="14692"/>
                  <a:pt x="39326" y="12061"/>
                  <a:pt x="35771" y="10113"/>
                </a:cubicBezTo>
                <a:cubicBezTo>
                  <a:pt x="32217" y="8165"/>
                  <a:pt x="28539" y="7191"/>
                  <a:pt x="24736" y="7191"/>
                </a:cubicBezTo>
                <a:cubicBezTo>
                  <a:pt x="20438" y="7191"/>
                  <a:pt x="16883" y="8502"/>
                  <a:pt x="14073" y="11122"/>
                </a:cubicBezTo>
                <a:cubicBezTo>
                  <a:pt x="11263" y="13743"/>
                  <a:pt x="9857" y="16724"/>
                  <a:pt x="9857" y="20065"/>
                </a:cubicBezTo>
                <a:cubicBezTo>
                  <a:pt x="9857" y="22624"/>
                  <a:pt x="10746" y="24956"/>
                  <a:pt x="12523" y="27061"/>
                </a:cubicBezTo>
                <a:cubicBezTo>
                  <a:pt x="15086" y="30156"/>
                  <a:pt x="21182" y="34282"/>
                  <a:pt x="30812" y="39439"/>
                </a:cubicBezTo>
                <a:cubicBezTo>
                  <a:pt x="38665" y="43648"/>
                  <a:pt x="44027" y="46878"/>
                  <a:pt x="46900" y="49128"/>
                </a:cubicBezTo>
                <a:cubicBezTo>
                  <a:pt x="49772" y="51376"/>
                  <a:pt x="51983" y="54028"/>
                  <a:pt x="53533" y="57082"/>
                </a:cubicBezTo>
                <a:cubicBezTo>
                  <a:pt x="55083" y="60136"/>
                  <a:pt x="55858" y="63334"/>
                  <a:pt x="55858" y="66678"/>
                </a:cubicBezTo>
                <a:cubicBezTo>
                  <a:pt x="55858" y="73034"/>
                  <a:pt x="53388" y="78513"/>
                  <a:pt x="48449" y="83115"/>
                </a:cubicBezTo>
                <a:cubicBezTo>
                  <a:pt x="43511" y="87717"/>
                  <a:pt x="37156" y="90017"/>
                  <a:pt x="29386" y="90017"/>
                </a:cubicBezTo>
                <a:cubicBezTo>
                  <a:pt x="26947" y="90017"/>
                  <a:pt x="24654" y="89829"/>
                  <a:pt x="22504" y="89452"/>
                </a:cubicBezTo>
                <a:cubicBezTo>
                  <a:pt x="21223" y="89243"/>
                  <a:pt x="18568" y="88479"/>
                  <a:pt x="14538" y="87160"/>
                </a:cubicBezTo>
                <a:cubicBezTo>
                  <a:pt x="10508" y="85841"/>
                  <a:pt x="7956" y="85182"/>
                  <a:pt x="6882" y="85182"/>
                </a:cubicBezTo>
                <a:cubicBezTo>
                  <a:pt x="5848" y="85182"/>
                  <a:pt x="5032" y="85496"/>
                  <a:pt x="4433" y="86123"/>
                </a:cubicBezTo>
                <a:cubicBezTo>
                  <a:pt x="3833" y="86751"/>
                  <a:pt x="3389" y="88049"/>
                  <a:pt x="3100" y="90017"/>
                </a:cubicBezTo>
                <a:lnTo>
                  <a:pt x="806" y="90017"/>
                </a:lnTo>
                <a:lnTo>
                  <a:pt x="806" y="61128"/>
                </a:lnTo>
                <a:lnTo>
                  <a:pt x="3100" y="61128"/>
                </a:lnTo>
                <a:cubicBezTo>
                  <a:pt x="4174" y="67177"/>
                  <a:pt x="5621" y="71704"/>
                  <a:pt x="7439" y="74708"/>
                </a:cubicBezTo>
                <a:cubicBezTo>
                  <a:pt x="9258" y="77713"/>
                  <a:pt x="12037" y="80209"/>
                  <a:pt x="15778" y="82198"/>
                </a:cubicBezTo>
                <a:cubicBezTo>
                  <a:pt x="19518" y="84187"/>
                  <a:pt x="23620" y="85182"/>
                  <a:pt x="28084" y="85182"/>
                </a:cubicBezTo>
                <a:cubicBezTo>
                  <a:pt x="33250" y="85182"/>
                  <a:pt x="37332" y="83817"/>
                  <a:pt x="40328" y="81088"/>
                </a:cubicBezTo>
                <a:cubicBezTo>
                  <a:pt x="43325" y="78359"/>
                  <a:pt x="44823" y="75134"/>
                  <a:pt x="44823" y="71413"/>
                </a:cubicBezTo>
                <a:cubicBezTo>
                  <a:pt x="44823" y="69345"/>
                  <a:pt x="44254" y="67257"/>
                  <a:pt x="43118" y="65150"/>
                </a:cubicBezTo>
                <a:cubicBezTo>
                  <a:pt x="41981" y="63040"/>
                  <a:pt x="40214" y="61076"/>
                  <a:pt x="37817" y="59256"/>
                </a:cubicBezTo>
                <a:cubicBezTo>
                  <a:pt x="36205" y="58016"/>
                  <a:pt x="31804" y="55397"/>
                  <a:pt x="24612" y="51398"/>
                </a:cubicBezTo>
                <a:cubicBezTo>
                  <a:pt x="17421" y="47398"/>
                  <a:pt x="12306" y="44201"/>
                  <a:pt x="9268" y="41806"/>
                </a:cubicBezTo>
                <a:cubicBezTo>
                  <a:pt x="6231" y="39412"/>
                  <a:pt x="3926" y="36769"/>
                  <a:pt x="2356" y="33879"/>
                </a:cubicBezTo>
                <a:cubicBezTo>
                  <a:pt x="785" y="30988"/>
                  <a:pt x="0" y="27809"/>
                  <a:pt x="0" y="24341"/>
                </a:cubicBezTo>
                <a:cubicBezTo>
                  <a:pt x="0" y="18313"/>
                  <a:pt x="2314" y="13122"/>
                  <a:pt x="6943" y="8767"/>
                </a:cubicBezTo>
                <a:cubicBezTo>
                  <a:pt x="11572" y="4410"/>
                  <a:pt x="17462" y="2232"/>
                  <a:pt x="24612" y="2232"/>
                </a:cubicBezTo>
                <a:cubicBezTo>
                  <a:pt x="29076" y="2232"/>
                  <a:pt x="33808" y="3327"/>
                  <a:pt x="38809" y="5518"/>
                </a:cubicBezTo>
                <a:cubicBezTo>
                  <a:pt x="41124" y="6551"/>
                  <a:pt x="42756" y="7067"/>
                  <a:pt x="43707" y="7067"/>
                </a:cubicBezTo>
                <a:cubicBezTo>
                  <a:pt x="44781" y="7067"/>
                  <a:pt x="45660" y="6747"/>
                  <a:pt x="46342" y="6107"/>
                </a:cubicBezTo>
                <a:cubicBezTo>
                  <a:pt x="47024" y="5466"/>
                  <a:pt x="47571" y="4174"/>
                  <a:pt x="47985" y="2232"/>
                </a:cubicBezTo>
                <a:lnTo>
                  <a:pt x="50278" y="2232"/>
                </a:lnTo>
                <a:close/>
                <a:moveTo>
                  <a:pt x="76173" y="52820"/>
                </a:moveTo>
                <a:cubicBezTo>
                  <a:pt x="76132" y="61213"/>
                  <a:pt x="78178" y="67795"/>
                  <a:pt x="82311" y="72568"/>
                </a:cubicBezTo>
                <a:cubicBezTo>
                  <a:pt x="86444" y="77340"/>
                  <a:pt x="91300" y="79726"/>
                  <a:pt x="96880" y="79726"/>
                </a:cubicBezTo>
                <a:cubicBezTo>
                  <a:pt x="100599" y="79726"/>
                  <a:pt x="103833" y="78699"/>
                  <a:pt x="106582" y="76644"/>
                </a:cubicBezTo>
                <a:cubicBezTo>
                  <a:pt x="109330" y="74589"/>
                  <a:pt x="111635" y="71070"/>
                  <a:pt x="113494" y="66087"/>
                </a:cubicBezTo>
                <a:lnTo>
                  <a:pt x="115416" y="67333"/>
                </a:lnTo>
                <a:cubicBezTo>
                  <a:pt x="114548" y="73025"/>
                  <a:pt x="112027" y="78208"/>
                  <a:pt x="107853" y="82882"/>
                </a:cubicBezTo>
                <a:cubicBezTo>
                  <a:pt x="103678" y="87556"/>
                  <a:pt x="98450" y="89893"/>
                  <a:pt x="92168" y="89893"/>
                </a:cubicBezTo>
                <a:cubicBezTo>
                  <a:pt x="85348" y="89893"/>
                  <a:pt x="79511" y="87244"/>
                  <a:pt x="74654" y="81945"/>
                </a:cubicBezTo>
                <a:cubicBezTo>
                  <a:pt x="69798" y="76644"/>
                  <a:pt x="67370" y="69518"/>
                  <a:pt x="67370" y="60568"/>
                </a:cubicBezTo>
                <a:cubicBezTo>
                  <a:pt x="67370" y="50876"/>
                  <a:pt x="69860" y="43318"/>
                  <a:pt x="74840" y="37895"/>
                </a:cubicBezTo>
                <a:cubicBezTo>
                  <a:pt x="79821" y="32470"/>
                  <a:pt x="86072" y="29758"/>
                  <a:pt x="93594" y="29758"/>
                </a:cubicBezTo>
                <a:cubicBezTo>
                  <a:pt x="99959" y="29758"/>
                  <a:pt x="105187" y="31850"/>
                  <a:pt x="109279" y="36035"/>
                </a:cubicBezTo>
                <a:cubicBezTo>
                  <a:pt x="113370" y="40218"/>
                  <a:pt x="115416" y="45813"/>
                  <a:pt x="115416" y="52820"/>
                </a:cubicBezTo>
                <a:lnTo>
                  <a:pt x="76173" y="52820"/>
                </a:lnTo>
                <a:moveTo>
                  <a:pt x="76173" y="49224"/>
                </a:moveTo>
                <a:lnTo>
                  <a:pt x="102459" y="49224"/>
                </a:lnTo>
                <a:cubicBezTo>
                  <a:pt x="102253" y="45617"/>
                  <a:pt x="101819" y="43076"/>
                  <a:pt x="101157" y="41601"/>
                </a:cubicBezTo>
                <a:cubicBezTo>
                  <a:pt x="100124" y="39305"/>
                  <a:pt x="98585" y="37501"/>
                  <a:pt x="96539" y="36190"/>
                </a:cubicBezTo>
                <a:cubicBezTo>
                  <a:pt x="94493" y="34878"/>
                  <a:pt x="92354" y="34222"/>
                  <a:pt x="90122" y="34222"/>
                </a:cubicBezTo>
                <a:cubicBezTo>
                  <a:pt x="86692" y="34222"/>
                  <a:pt x="83623" y="35543"/>
                  <a:pt x="80916" y="38187"/>
                </a:cubicBezTo>
                <a:cubicBezTo>
                  <a:pt x="78209" y="40831"/>
                  <a:pt x="76628" y="44510"/>
                  <a:pt x="76173" y="49224"/>
                </a:cubicBezTo>
                <a:close/>
                <a:moveTo>
                  <a:pt x="142401" y="0"/>
                </a:moveTo>
                <a:lnTo>
                  <a:pt x="142401" y="75263"/>
                </a:lnTo>
                <a:cubicBezTo>
                  <a:pt x="142401" y="78838"/>
                  <a:pt x="142659" y="81208"/>
                  <a:pt x="143176" y="82373"/>
                </a:cubicBezTo>
                <a:cubicBezTo>
                  <a:pt x="143692" y="83536"/>
                  <a:pt x="144488" y="84420"/>
                  <a:pt x="145562" y="85023"/>
                </a:cubicBezTo>
                <a:cubicBezTo>
                  <a:pt x="146637" y="85625"/>
                  <a:pt x="148642" y="85926"/>
                  <a:pt x="151576" y="85926"/>
                </a:cubicBezTo>
                <a:lnTo>
                  <a:pt x="151576" y="88158"/>
                </a:lnTo>
                <a:lnTo>
                  <a:pt x="123740" y="88158"/>
                </a:lnTo>
                <a:lnTo>
                  <a:pt x="123740" y="85926"/>
                </a:lnTo>
                <a:cubicBezTo>
                  <a:pt x="126344" y="85926"/>
                  <a:pt x="128121" y="85656"/>
                  <a:pt x="129072" y="85116"/>
                </a:cubicBezTo>
                <a:cubicBezTo>
                  <a:pt x="130022" y="84575"/>
                  <a:pt x="130766" y="83681"/>
                  <a:pt x="131304" y="82435"/>
                </a:cubicBezTo>
                <a:cubicBezTo>
                  <a:pt x="131841" y="81187"/>
                  <a:pt x="132109" y="78796"/>
                  <a:pt x="132109" y="75263"/>
                </a:cubicBezTo>
                <a:lnTo>
                  <a:pt x="132109" y="23806"/>
                </a:lnTo>
                <a:cubicBezTo>
                  <a:pt x="132109" y="17400"/>
                  <a:pt x="131965" y="13463"/>
                  <a:pt x="131675" y="11996"/>
                </a:cubicBezTo>
                <a:cubicBezTo>
                  <a:pt x="131386" y="10529"/>
                  <a:pt x="130921" y="9527"/>
                  <a:pt x="130281" y="8989"/>
                </a:cubicBezTo>
                <a:cubicBezTo>
                  <a:pt x="129640" y="8452"/>
                  <a:pt x="128824" y="8183"/>
                  <a:pt x="127832" y="8183"/>
                </a:cubicBezTo>
                <a:cubicBezTo>
                  <a:pt x="126757" y="8183"/>
                  <a:pt x="125393" y="8514"/>
                  <a:pt x="123740" y="9175"/>
                </a:cubicBezTo>
                <a:lnTo>
                  <a:pt x="122686" y="6943"/>
                </a:lnTo>
                <a:lnTo>
                  <a:pt x="139611" y="0"/>
                </a:lnTo>
                <a:lnTo>
                  <a:pt x="142401" y="0"/>
                </a:lnTo>
                <a:close/>
                <a:moveTo>
                  <a:pt x="167589" y="52820"/>
                </a:moveTo>
                <a:cubicBezTo>
                  <a:pt x="167548" y="61213"/>
                  <a:pt x="169594" y="67795"/>
                  <a:pt x="173727" y="72568"/>
                </a:cubicBezTo>
                <a:cubicBezTo>
                  <a:pt x="177860" y="77340"/>
                  <a:pt x="182716" y="79726"/>
                  <a:pt x="188296" y="79726"/>
                </a:cubicBezTo>
                <a:cubicBezTo>
                  <a:pt x="192015" y="79726"/>
                  <a:pt x="195250" y="78699"/>
                  <a:pt x="197998" y="76644"/>
                </a:cubicBezTo>
                <a:cubicBezTo>
                  <a:pt x="200747" y="74589"/>
                  <a:pt x="203051" y="71070"/>
                  <a:pt x="204911" y="66087"/>
                </a:cubicBezTo>
                <a:lnTo>
                  <a:pt x="206832" y="67333"/>
                </a:lnTo>
                <a:cubicBezTo>
                  <a:pt x="205964" y="73025"/>
                  <a:pt x="203443" y="78208"/>
                  <a:pt x="199269" y="82882"/>
                </a:cubicBezTo>
                <a:cubicBezTo>
                  <a:pt x="195095" y="87556"/>
                  <a:pt x="189866" y="89893"/>
                  <a:pt x="183584" y="89893"/>
                </a:cubicBezTo>
                <a:cubicBezTo>
                  <a:pt x="176765" y="89893"/>
                  <a:pt x="170927" y="87244"/>
                  <a:pt x="166070" y="81945"/>
                </a:cubicBezTo>
                <a:cubicBezTo>
                  <a:pt x="161214" y="76644"/>
                  <a:pt x="158786" y="69518"/>
                  <a:pt x="158786" y="60568"/>
                </a:cubicBezTo>
                <a:cubicBezTo>
                  <a:pt x="158786" y="50876"/>
                  <a:pt x="161276" y="43318"/>
                  <a:pt x="166256" y="37895"/>
                </a:cubicBezTo>
                <a:cubicBezTo>
                  <a:pt x="171237" y="32470"/>
                  <a:pt x="177488" y="29758"/>
                  <a:pt x="185010" y="29758"/>
                </a:cubicBezTo>
                <a:cubicBezTo>
                  <a:pt x="191375" y="29758"/>
                  <a:pt x="196603" y="31850"/>
                  <a:pt x="200695" y="36035"/>
                </a:cubicBezTo>
                <a:cubicBezTo>
                  <a:pt x="204787" y="40218"/>
                  <a:pt x="206832" y="45813"/>
                  <a:pt x="206832" y="52820"/>
                </a:cubicBezTo>
                <a:lnTo>
                  <a:pt x="167589" y="52820"/>
                </a:lnTo>
                <a:moveTo>
                  <a:pt x="167589" y="49224"/>
                </a:moveTo>
                <a:lnTo>
                  <a:pt x="193875" y="49224"/>
                </a:lnTo>
                <a:cubicBezTo>
                  <a:pt x="193669" y="45617"/>
                  <a:pt x="193235" y="43076"/>
                  <a:pt x="192573" y="41601"/>
                </a:cubicBezTo>
                <a:cubicBezTo>
                  <a:pt x="191540" y="39305"/>
                  <a:pt x="190001" y="37501"/>
                  <a:pt x="187955" y="36190"/>
                </a:cubicBezTo>
                <a:cubicBezTo>
                  <a:pt x="185909" y="34878"/>
                  <a:pt x="183770" y="34222"/>
                  <a:pt x="181538" y="34222"/>
                </a:cubicBezTo>
                <a:cubicBezTo>
                  <a:pt x="178108" y="34222"/>
                  <a:pt x="175039" y="35543"/>
                  <a:pt x="172332" y="38187"/>
                </a:cubicBezTo>
                <a:cubicBezTo>
                  <a:pt x="169625" y="40831"/>
                  <a:pt x="168044" y="44510"/>
                  <a:pt x="167589" y="49224"/>
                </a:cubicBezTo>
                <a:close/>
                <a:moveTo>
                  <a:pt x="262521" y="66583"/>
                </a:moveTo>
                <a:cubicBezTo>
                  <a:pt x="260992" y="74064"/>
                  <a:pt x="257995" y="79819"/>
                  <a:pt x="253531" y="83849"/>
                </a:cubicBezTo>
                <a:cubicBezTo>
                  <a:pt x="249068" y="87879"/>
                  <a:pt x="244129" y="89893"/>
                  <a:pt x="238714" y="89893"/>
                </a:cubicBezTo>
                <a:cubicBezTo>
                  <a:pt x="232267" y="89893"/>
                  <a:pt x="226646" y="87190"/>
                  <a:pt x="221852" y="81782"/>
                </a:cubicBezTo>
                <a:cubicBezTo>
                  <a:pt x="217057" y="76373"/>
                  <a:pt x="214660" y="69064"/>
                  <a:pt x="214660" y="59857"/>
                </a:cubicBezTo>
                <a:cubicBezTo>
                  <a:pt x="214660" y="50938"/>
                  <a:pt x="217316" y="43693"/>
                  <a:pt x="222627" y="38119"/>
                </a:cubicBezTo>
                <a:cubicBezTo>
                  <a:pt x="227938" y="32545"/>
                  <a:pt x="234313" y="29758"/>
                  <a:pt x="241752" y="29758"/>
                </a:cubicBezTo>
                <a:cubicBezTo>
                  <a:pt x="247332" y="29758"/>
                  <a:pt x="251919" y="31241"/>
                  <a:pt x="255515" y="34206"/>
                </a:cubicBezTo>
                <a:cubicBezTo>
                  <a:pt x="259111" y="37170"/>
                  <a:pt x="260909" y="40249"/>
                  <a:pt x="260909" y="43441"/>
                </a:cubicBezTo>
                <a:cubicBezTo>
                  <a:pt x="260909" y="45017"/>
                  <a:pt x="260403" y="46293"/>
                  <a:pt x="259390" y="47268"/>
                </a:cubicBezTo>
                <a:cubicBezTo>
                  <a:pt x="258377" y="48242"/>
                  <a:pt x="256962" y="48728"/>
                  <a:pt x="255143" y="48728"/>
                </a:cubicBezTo>
                <a:cubicBezTo>
                  <a:pt x="252705" y="48728"/>
                  <a:pt x="250866" y="47937"/>
                  <a:pt x="249626" y="46353"/>
                </a:cubicBezTo>
                <a:cubicBezTo>
                  <a:pt x="248923" y="45478"/>
                  <a:pt x="248458" y="43810"/>
                  <a:pt x="248231" y="41351"/>
                </a:cubicBezTo>
                <a:cubicBezTo>
                  <a:pt x="248003" y="38892"/>
                  <a:pt x="247167" y="37016"/>
                  <a:pt x="245720" y="35725"/>
                </a:cubicBezTo>
                <a:cubicBezTo>
                  <a:pt x="244273" y="34475"/>
                  <a:pt x="242269" y="33850"/>
                  <a:pt x="239706" y="33850"/>
                </a:cubicBezTo>
                <a:cubicBezTo>
                  <a:pt x="235573" y="33850"/>
                  <a:pt x="232246" y="35379"/>
                  <a:pt x="229725" y="38437"/>
                </a:cubicBezTo>
                <a:cubicBezTo>
                  <a:pt x="226377" y="42488"/>
                  <a:pt x="224703" y="47840"/>
                  <a:pt x="224703" y="54494"/>
                </a:cubicBezTo>
                <a:cubicBezTo>
                  <a:pt x="224703" y="61272"/>
                  <a:pt x="226367" y="67255"/>
                  <a:pt x="229694" y="72442"/>
                </a:cubicBezTo>
                <a:cubicBezTo>
                  <a:pt x="233021" y="77629"/>
                  <a:pt x="237516" y="80222"/>
                  <a:pt x="243178" y="80222"/>
                </a:cubicBezTo>
                <a:cubicBezTo>
                  <a:pt x="247229" y="80222"/>
                  <a:pt x="250866" y="78838"/>
                  <a:pt x="254089" y="76068"/>
                </a:cubicBezTo>
                <a:cubicBezTo>
                  <a:pt x="256363" y="74167"/>
                  <a:pt x="258574" y="70716"/>
                  <a:pt x="260723" y="65715"/>
                </a:cubicBezTo>
                <a:lnTo>
                  <a:pt x="262521" y="66583"/>
                </a:lnTo>
                <a:close/>
                <a:moveTo>
                  <a:pt x="287025" y="12647"/>
                </a:moveTo>
                <a:lnTo>
                  <a:pt x="287025" y="31370"/>
                </a:lnTo>
                <a:lnTo>
                  <a:pt x="300292" y="31370"/>
                </a:lnTo>
                <a:lnTo>
                  <a:pt x="300292" y="35585"/>
                </a:lnTo>
                <a:lnTo>
                  <a:pt x="287025" y="35709"/>
                </a:lnTo>
                <a:lnTo>
                  <a:pt x="287025" y="72585"/>
                </a:lnTo>
                <a:cubicBezTo>
                  <a:pt x="287025" y="76267"/>
                  <a:pt x="287552" y="78750"/>
                  <a:pt x="288606" y="80034"/>
                </a:cubicBezTo>
                <a:cubicBezTo>
                  <a:pt x="289660" y="81317"/>
                  <a:pt x="291014" y="81958"/>
                  <a:pt x="292667" y="81958"/>
                </a:cubicBezTo>
                <a:cubicBezTo>
                  <a:pt x="294031" y="81958"/>
                  <a:pt x="295353" y="81529"/>
                  <a:pt x="296635" y="80672"/>
                </a:cubicBezTo>
                <a:cubicBezTo>
                  <a:pt x="297916" y="79814"/>
                  <a:pt x="298908" y="78548"/>
                  <a:pt x="299610" y="76874"/>
                </a:cubicBezTo>
                <a:lnTo>
                  <a:pt x="302028" y="76874"/>
                </a:lnTo>
                <a:cubicBezTo>
                  <a:pt x="300582" y="80945"/>
                  <a:pt x="298536" y="84009"/>
                  <a:pt x="295891" y="86065"/>
                </a:cubicBezTo>
                <a:cubicBezTo>
                  <a:pt x="293246" y="88121"/>
                  <a:pt x="290518" y="89150"/>
                  <a:pt x="287707" y="89150"/>
                </a:cubicBezTo>
                <a:cubicBezTo>
                  <a:pt x="285806" y="89150"/>
                  <a:pt x="283946" y="88621"/>
                  <a:pt x="282128" y="87563"/>
                </a:cubicBezTo>
                <a:cubicBezTo>
                  <a:pt x="280309" y="86505"/>
                  <a:pt x="278966" y="84991"/>
                  <a:pt x="278098" y="83022"/>
                </a:cubicBezTo>
                <a:cubicBezTo>
                  <a:pt x="277230" y="81052"/>
                  <a:pt x="276796" y="78014"/>
                  <a:pt x="276796" y="73908"/>
                </a:cubicBezTo>
                <a:lnTo>
                  <a:pt x="276796" y="35585"/>
                </a:lnTo>
                <a:lnTo>
                  <a:pt x="267807" y="35585"/>
                </a:lnTo>
                <a:lnTo>
                  <a:pt x="267807" y="33598"/>
                </a:lnTo>
                <a:cubicBezTo>
                  <a:pt x="270080" y="32694"/>
                  <a:pt x="272405" y="31163"/>
                  <a:pt x="274781" y="29006"/>
                </a:cubicBezTo>
                <a:cubicBezTo>
                  <a:pt x="277158" y="26849"/>
                  <a:pt x="279276" y="24278"/>
                  <a:pt x="281136" y="21294"/>
                </a:cubicBezTo>
                <a:cubicBezTo>
                  <a:pt x="282086" y="19718"/>
                  <a:pt x="283409" y="16836"/>
                  <a:pt x="285104" y="12647"/>
                </a:cubicBezTo>
                <a:lnTo>
                  <a:pt x="287025" y="12647"/>
                </a:lnTo>
                <a:close/>
                <a:moveTo>
                  <a:pt x="315252" y="52820"/>
                </a:moveTo>
                <a:cubicBezTo>
                  <a:pt x="315210" y="61213"/>
                  <a:pt x="317256" y="67795"/>
                  <a:pt x="321389" y="72568"/>
                </a:cubicBezTo>
                <a:cubicBezTo>
                  <a:pt x="325522" y="77340"/>
                  <a:pt x="330379" y="79726"/>
                  <a:pt x="335958" y="79726"/>
                </a:cubicBezTo>
                <a:cubicBezTo>
                  <a:pt x="339678" y="79726"/>
                  <a:pt x="342912" y="78699"/>
                  <a:pt x="345660" y="76644"/>
                </a:cubicBezTo>
                <a:cubicBezTo>
                  <a:pt x="348409" y="74589"/>
                  <a:pt x="350713" y="71070"/>
                  <a:pt x="352573" y="66087"/>
                </a:cubicBezTo>
                <a:lnTo>
                  <a:pt x="354495" y="67333"/>
                </a:lnTo>
                <a:cubicBezTo>
                  <a:pt x="353627" y="73025"/>
                  <a:pt x="351106" y="78208"/>
                  <a:pt x="346931" y="82882"/>
                </a:cubicBezTo>
                <a:cubicBezTo>
                  <a:pt x="342757" y="87556"/>
                  <a:pt x="337529" y="89893"/>
                  <a:pt x="331247" y="89893"/>
                </a:cubicBezTo>
                <a:cubicBezTo>
                  <a:pt x="324427" y="89893"/>
                  <a:pt x="318589" y="87244"/>
                  <a:pt x="313733" y="81945"/>
                </a:cubicBezTo>
                <a:cubicBezTo>
                  <a:pt x="308876" y="76644"/>
                  <a:pt x="306448" y="69518"/>
                  <a:pt x="306448" y="60568"/>
                </a:cubicBezTo>
                <a:cubicBezTo>
                  <a:pt x="306448" y="50876"/>
                  <a:pt x="308938" y="43318"/>
                  <a:pt x="313919" y="37895"/>
                </a:cubicBezTo>
                <a:cubicBezTo>
                  <a:pt x="318899" y="32470"/>
                  <a:pt x="325150" y="29758"/>
                  <a:pt x="332672" y="29758"/>
                </a:cubicBezTo>
                <a:cubicBezTo>
                  <a:pt x="339037" y="29758"/>
                  <a:pt x="344266" y="31850"/>
                  <a:pt x="348357" y="36035"/>
                </a:cubicBezTo>
                <a:cubicBezTo>
                  <a:pt x="352449" y="40218"/>
                  <a:pt x="354495" y="45813"/>
                  <a:pt x="354495" y="52820"/>
                </a:cubicBezTo>
                <a:lnTo>
                  <a:pt x="315252" y="52820"/>
                </a:lnTo>
                <a:moveTo>
                  <a:pt x="315252" y="49224"/>
                </a:moveTo>
                <a:lnTo>
                  <a:pt x="341538" y="49224"/>
                </a:lnTo>
                <a:cubicBezTo>
                  <a:pt x="341331" y="45617"/>
                  <a:pt x="340897" y="43076"/>
                  <a:pt x="340236" y="41601"/>
                </a:cubicBezTo>
                <a:cubicBezTo>
                  <a:pt x="339203" y="39305"/>
                  <a:pt x="337663" y="37501"/>
                  <a:pt x="335617" y="36190"/>
                </a:cubicBezTo>
                <a:cubicBezTo>
                  <a:pt x="333571" y="34878"/>
                  <a:pt x="331433" y="34222"/>
                  <a:pt x="329201" y="34222"/>
                </a:cubicBezTo>
                <a:cubicBezTo>
                  <a:pt x="325770" y="34222"/>
                  <a:pt x="322701" y="35543"/>
                  <a:pt x="319994" y="38187"/>
                </a:cubicBezTo>
                <a:cubicBezTo>
                  <a:pt x="317287" y="40831"/>
                  <a:pt x="315706" y="44510"/>
                  <a:pt x="315252" y="49224"/>
                </a:cubicBezTo>
                <a:close/>
                <a:moveTo>
                  <a:pt x="402062" y="81776"/>
                </a:moveTo>
                <a:cubicBezTo>
                  <a:pt x="399293" y="84668"/>
                  <a:pt x="396585" y="86744"/>
                  <a:pt x="393940" y="88005"/>
                </a:cubicBezTo>
                <a:cubicBezTo>
                  <a:pt x="391295" y="89264"/>
                  <a:pt x="388443" y="89893"/>
                  <a:pt x="385385" y="89893"/>
                </a:cubicBezTo>
                <a:cubicBezTo>
                  <a:pt x="379185" y="89893"/>
                  <a:pt x="373771" y="87306"/>
                  <a:pt x="369142" y="82130"/>
                </a:cubicBezTo>
                <a:cubicBezTo>
                  <a:pt x="364513" y="76954"/>
                  <a:pt x="362199" y="70302"/>
                  <a:pt x="362199" y="62176"/>
                </a:cubicBezTo>
                <a:cubicBezTo>
                  <a:pt x="362199" y="54050"/>
                  <a:pt x="364761" y="46616"/>
                  <a:pt x="369886" y="39873"/>
                </a:cubicBezTo>
                <a:cubicBezTo>
                  <a:pt x="375011" y="33129"/>
                  <a:pt x="381603" y="29758"/>
                  <a:pt x="389663" y="29758"/>
                </a:cubicBezTo>
                <a:cubicBezTo>
                  <a:pt x="394664" y="29758"/>
                  <a:pt x="398797" y="31348"/>
                  <a:pt x="402062" y="34530"/>
                </a:cubicBezTo>
                <a:lnTo>
                  <a:pt x="402062" y="23930"/>
                </a:lnTo>
                <a:cubicBezTo>
                  <a:pt x="402062" y="17469"/>
                  <a:pt x="401907" y="13497"/>
                  <a:pt x="401597" y="12016"/>
                </a:cubicBezTo>
                <a:cubicBezTo>
                  <a:pt x="401287" y="10534"/>
                  <a:pt x="400801" y="9525"/>
                  <a:pt x="400140" y="8989"/>
                </a:cubicBezTo>
                <a:cubicBezTo>
                  <a:pt x="399479" y="8452"/>
                  <a:pt x="398652" y="8183"/>
                  <a:pt x="397660" y="8183"/>
                </a:cubicBezTo>
                <a:cubicBezTo>
                  <a:pt x="396585" y="8183"/>
                  <a:pt x="395160" y="8514"/>
                  <a:pt x="393382" y="9175"/>
                </a:cubicBezTo>
                <a:lnTo>
                  <a:pt x="392576" y="6943"/>
                </a:lnTo>
                <a:lnTo>
                  <a:pt x="409501" y="0"/>
                </a:lnTo>
                <a:lnTo>
                  <a:pt x="412291" y="0"/>
                </a:lnTo>
                <a:lnTo>
                  <a:pt x="412291" y="65715"/>
                </a:lnTo>
                <a:cubicBezTo>
                  <a:pt x="412291" y="72342"/>
                  <a:pt x="412446" y="76386"/>
                  <a:pt x="412756" y="77847"/>
                </a:cubicBezTo>
                <a:cubicBezTo>
                  <a:pt x="413066" y="79308"/>
                  <a:pt x="413562" y="80327"/>
                  <a:pt x="414244" y="80906"/>
                </a:cubicBezTo>
                <a:cubicBezTo>
                  <a:pt x="414926" y="81483"/>
                  <a:pt x="415721" y="81772"/>
                  <a:pt x="416631" y="81772"/>
                </a:cubicBezTo>
                <a:cubicBezTo>
                  <a:pt x="417747" y="81772"/>
                  <a:pt x="419234" y="81421"/>
                  <a:pt x="421094" y="80718"/>
                </a:cubicBezTo>
                <a:lnTo>
                  <a:pt x="421776" y="82950"/>
                </a:lnTo>
                <a:lnTo>
                  <a:pt x="404913" y="89893"/>
                </a:lnTo>
                <a:lnTo>
                  <a:pt x="402062" y="89893"/>
                </a:lnTo>
                <a:lnTo>
                  <a:pt x="402062" y="81776"/>
                </a:lnTo>
                <a:moveTo>
                  <a:pt x="402062" y="77446"/>
                </a:moveTo>
                <a:lnTo>
                  <a:pt x="402062" y="48258"/>
                </a:lnTo>
                <a:cubicBezTo>
                  <a:pt x="401814" y="45454"/>
                  <a:pt x="401070" y="42898"/>
                  <a:pt x="399830" y="40590"/>
                </a:cubicBezTo>
                <a:cubicBezTo>
                  <a:pt x="398590" y="38280"/>
                  <a:pt x="396947" y="36539"/>
                  <a:pt x="394901" y="35365"/>
                </a:cubicBezTo>
                <a:cubicBezTo>
                  <a:pt x="392855" y="34189"/>
                  <a:pt x="390861" y="33602"/>
                  <a:pt x="388919" y="33602"/>
                </a:cubicBezTo>
                <a:cubicBezTo>
                  <a:pt x="385282" y="33602"/>
                  <a:pt x="382037" y="35230"/>
                  <a:pt x="379185" y="38488"/>
                </a:cubicBezTo>
                <a:cubicBezTo>
                  <a:pt x="375424" y="42774"/>
                  <a:pt x="373544" y="49040"/>
                  <a:pt x="373544" y="57286"/>
                </a:cubicBezTo>
                <a:cubicBezTo>
                  <a:pt x="373544" y="65614"/>
                  <a:pt x="375362" y="71994"/>
                  <a:pt x="378999" y="76427"/>
                </a:cubicBezTo>
                <a:cubicBezTo>
                  <a:pt x="382636" y="80858"/>
                  <a:pt x="386687" y="83074"/>
                  <a:pt x="391150" y="83074"/>
                </a:cubicBezTo>
                <a:cubicBezTo>
                  <a:pt x="394912" y="83074"/>
                  <a:pt x="398549" y="81198"/>
                  <a:pt x="402062" y="77446"/>
                </a:cubicBezTo>
                <a:close/>
                <a:moveTo>
                  <a:pt x="479246" y="48825"/>
                </a:moveTo>
                <a:lnTo>
                  <a:pt x="479246" y="73279"/>
                </a:lnTo>
                <a:cubicBezTo>
                  <a:pt x="479246" y="78543"/>
                  <a:pt x="479825" y="81813"/>
                  <a:pt x="480982" y="83088"/>
                </a:cubicBezTo>
                <a:cubicBezTo>
                  <a:pt x="482553" y="84897"/>
                  <a:pt x="484929" y="85802"/>
                  <a:pt x="488111" y="85802"/>
                </a:cubicBezTo>
                <a:lnTo>
                  <a:pt x="491335" y="85802"/>
                </a:lnTo>
                <a:lnTo>
                  <a:pt x="491335" y="88158"/>
                </a:lnTo>
                <a:lnTo>
                  <a:pt x="455316" y="88158"/>
                </a:lnTo>
                <a:lnTo>
                  <a:pt x="455316" y="85802"/>
                </a:lnTo>
                <a:lnTo>
                  <a:pt x="458478" y="85802"/>
                </a:lnTo>
                <a:cubicBezTo>
                  <a:pt x="462032" y="85802"/>
                  <a:pt x="464574" y="84650"/>
                  <a:pt x="466103" y="82347"/>
                </a:cubicBezTo>
                <a:cubicBezTo>
                  <a:pt x="466930" y="81073"/>
                  <a:pt x="467343" y="78050"/>
                  <a:pt x="467343" y="73279"/>
                </a:cubicBezTo>
                <a:lnTo>
                  <a:pt x="467343" y="18971"/>
                </a:lnTo>
                <a:cubicBezTo>
                  <a:pt x="467343" y="13706"/>
                  <a:pt x="466785" y="10437"/>
                  <a:pt x="465669" y="9162"/>
                </a:cubicBezTo>
                <a:cubicBezTo>
                  <a:pt x="464057" y="7352"/>
                  <a:pt x="461660" y="6448"/>
                  <a:pt x="458478" y="6448"/>
                </a:cubicBezTo>
                <a:lnTo>
                  <a:pt x="455316" y="6448"/>
                </a:lnTo>
                <a:lnTo>
                  <a:pt x="455316" y="4092"/>
                </a:lnTo>
                <a:lnTo>
                  <a:pt x="486128" y="4092"/>
                </a:lnTo>
                <a:cubicBezTo>
                  <a:pt x="493650" y="4092"/>
                  <a:pt x="499581" y="4868"/>
                  <a:pt x="503920" y="6420"/>
                </a:cubicBezTo>
                <a:cubicBezTo>
                  <a:pt x="508260" y="7972"/>
                  <a:pt x="511918" y="10589"/>
                  <a:pt x="514894" y="14273"/>
                </a:cubicBezTo>
                <a:cubicBezTo>
                  <a:pt x="517869" y="17956"/>
                  <a:pt x="519357" y="22322"/>
                  <a:pt x="519357" y="27371"/>
                </a:cubicBezTo>
                <a:cubicBezTo>
                  <a:pt x="519357" y="34241"/>
                  <a:pt x="517094" y="39828"/>
                  <a:pt x="512569" y="44133"/>
                </a:cubicBezTo>
                <a:cubicBezTo>
                  <a:pt x="508043" y="48437"/>
                  <a:pt x="501647" y="50588"/>
                  <a:pt x="493381" y="50588"/>
                </a:cubicBezTo>
                <a:cubicBezTo>
                  <a:pt x="491356" y="50588"/>
                  <a:pt x="489165" y="50442"/>
                  <a:pt x="486810" y="50149"/>
                </a:cubicBezTo>
                <a:cubicBezTo>
                  <a:pt x="484454" y="49854"/>
                  <a:pt x="481933" y="49413"/>
                  <a:pt x="479246" y="48825"/>
                </a:cubicBezTo>
                <a:moveTo>
                  <a:pt x="479246" y="45259"/>
                </a:moveTo>
                <a:cubicBezTo>
                  <a:pt x="481437" y="45672"/>
                  <a:pt x="483379" y="45982"/>
                  <a:pt x="485074" y="46189"/>
                </a:cubicBezTo>
                <a:cubicBezTo>
                  <a:pt x="486768" y="46394"/>
                  <a:pt x="488215" y="46497"/>
                  <a:pt x="489413" y="46497"/>
                </a:cubicBezTo>
                <a:cubicBezTo>
                  <a:pt x="493712" y="46497"/>
                  <a:pt x="497421" y="44836"/>
                  <a:pt x="500542" y="41516"/>
                </a:cubicBezTo>
                <a:cubicBezTo>
                  <a:pt x="503662" y="38194"/>
                  <a:pt x="505222" y="33892"/>
                  <a:pt x="505222" y="28609"/>
                </a:cubicBezTo>
                <a:cubicBezTo>
                  <a:pt x="505222" y="24978"/>
                  <a:pt x="504478" y="21605"/>
                  <a:pt x="502990" y="18490"/>
                </a:cubicBezTo>
                <a:cubicBezTo>
                  <a:pt x="501503" y="15375"/>
                  <a:pt x="499395" y="13044"/>
                  <a:pt x="496667" y="11496"/>
                </a:cubicBezTo>
                <a:cubicBezTo>
                  <a:pt x="493939" y="9949"/>
                  <a:pt x="490839" y="9175"/>
                  <a:pt x="487368" y="9175"/>
                </a:cubicBezTo>
                <a:cubicBezTo>
                  <a:pt x="485260" y="9175"/>
                  <a:pt x="482553" y="9567"/>
                  <a:pt x="479246" y="10351"/>
                </a:cubicBezTo>
                <a:lnTo>
                  <a:pt x="479246" y="45259"/>
                </a:lnTo>
                <a:close/>
                <a:moveTo>
                  <a:pt x="559945" y="80040"/>
                </a:moveTo>
                <a:cubicBezTo>
                  <a:pt x="554117" y="84544"/>
                  <a:pt x="550460" y="87146"/>
                  <a:pt x="548972" y="87848"/>
                </a:cubicBezTo>
                <a:cubicBezTo>
                  <a:pt x="546740" y="88881"/>
                  <a:pt x="544363" y="89398"/>
                  <a:pt x="541842" y="89398"/>
                </a:cubicBezTo>
                <a:cubicBezTo>
                  <a:pt x="537916" y="89398"/>
                  <a:pt x="534682" y="88054"/>
                  <a:pt x="532140" y="85368"/>
                </a:cubicBezTo>
                <a:cubicBezTo>
                  <a:pt x="529598" y="82681"/>
                  <a:pt x="528327" y="79148"/>
                  <a:pt x="528327" y="74767"/>
                </a:cubicBezTo>
                <a:cubicBezTo>
                  <a:pt x="528327" y="71997"/>
                  <a:pt x="528947" y="69600"/>
                  <a:pt x="530187" y="67575"/>
                </a:cubicBezTo>
                <a:cubicBezTo>
                  <a:pt x="531882" y="64765"/>
                  <a:pt x="534826" y="62120"/>
                  <a:pt x="539021" y="59640"/>
                </a:cubicBezTo>
                <a:cubicBezTo>
                  <a:pt x="543217" y="57160"/>
                  <a:pt x="550191" y="54143"/>
                  <a:pt x="559945" y="50588"/>
                </a:cubicBezTo>
                <a:lnTo>
                  <a:pt x="559945" y="48364"/>
                </a:lnTo>
                <a:cubicBezTo>
                  <a:pt x="559945" y="42723"/>
                  <a:pt x="559046" y="38852"/>
                  <a:pt x="557248" y="36752"/>
                </a:cubicBezTo>
                <a:cubicBezTo>
                  <a:pt x="555450" y="34652"/>
                  <a:pt x="552836" y="33602"/>
                  <a:pt x="549406" y="33602"/>
                </a:cubicBezTo>
                <a:cubicBezTo>
                  <a:pt x="546802" y="33602"/>
                  <a:pt x="544735" y="34304"/>
                  <a:pt x="543206" y="35709"/>
                </a:cubicBezTo>
                <a:cubicBezTo>
                  <a:pt x="541636" y="37115"/>
                  <a:pt x="540850" y="38727"/>
                  <a:pt x="540850" y="40545"/>
                </a:cubicBezTo>
                <a:lnTo>
                  <a:pt x="540974" y="44141"/>
                </a:lnTo>
                <a:cubicBezTo>
                  <a:pt x="540974" y="46042"/>
                  <a:pt x="540489" y="47509"/>
                  <a:pt x="539517" y="48542"/>
                </a:cubicBezTo>
                <a:cubicBezTo>
                  <a:pt x="538546" y="49576"/>
                  <a:pt x="537275" y="50092"/>
                  <a:pt x="535705" y="50092"/>
                </a:cubicBezTo>
                <a:cubicBezTo>
                  <a:pt x="534175" y="50092"/>
                  <a:pt x="532925" y="49554"/>
                  <a:pt x="531954" y="48477"/>
                </a:cubicBezTo>
                <a:cubicBezTo>
                  <a:pt x="530983" y="47398"/>
                  <a:pt x="530497" y="45926"/>
                  <a:pt x="530497" y="44061"/>
                </a:cubicBezTo>
                <a:cubicBezTo>
                  <a:pt x="530497" y="40495"/>
                  <a:pt x="532316" y="37220"/>
                  <a:pt x="535953" y="34235"/>
                </a:cubicBezTo>
                <a:cubicBezTo>
                  <a:pt x="539590" y="31250"/>
                  <a:pt x="544694" y="29758"/>
                  <a:pt x="551266" y="29758"/>
                </a:cubicBezTo>
                <a:cubicBezTo>
                  <a:pt x="556308" y="29758"/>
                  <a:pt x="560441" y="30604"/>
                  <a:pt x="563665" y="32296"/>
                </a:cubicBezTo>
                <a:cubicBezTo>
                  <a:pt x="566103" y="33576"/>
                  <a:pt x="567901" y="35578"/>
                  <a:pt x="569058" y="38304"/>
                </a:cubicBezTo>
                <a:cubicBezTo>
                  <a:pt x="569802" y="40078"/>
                  <a:pt x="570174" y="43711"/>
                  <a:pt x="570174" y="49201"/>
                </a:cubicBezTo>
                <a:lnTo>
                  <a:pt x="570174" y="68459"/>
                </a:lnTo>
                <a:cubicBezTo>
                  <a:pt x="570174" y="73866"/>
                  <a:pt x="570278" y="77179"/>
                  <a:pt x="570484" y="78397"/>
                </a:cubicBezTo>
                <a:cubicBezTo>
                  <a:pt x="570691" y="79615"/>
                  <a:pt x="571032" y="80431"/>
                  <a:pt x="571507" y="80844"/>
                </a:cubicBezTo>
                <a:cubicBezTo>
                  <a:pt x="571982" y="81256"/>
                  <a:pt x="572530" y="81462"/>
                  <a:pt x="573150" y="81462"/>
                </a:cubicBezTo>
                <a:cubicBezTo>
                  <a:pt x="573811" y="81462"/>
                  <a:pt x="574390" y="81317"/>
                  <a:pt x="574886" y="81028"/>
                </a:cubicBezTo>
                <a:cubicBezTo>
                  <a:pt x="575754" y="80491"/>
                  <a:pt x="577428" y="78982"/>
                  <a:pt x="579908" y="76502"/>
                </a:cubicBezTo>
                <a:lnTo>
                  <a:pt x="579908" y="79974"/>
                </a:lnTo>
                <a:cubicBezTo>
                  <a:pt x="575279" y="86174"/>
                  <a:pt x="570856" y="89274"/>
                  <a:pt x="566640" y="89274"/>
                </a:cubicBezTo>
                <a:cubicBezTo>
                  <a:pt x="564615" y="89274"/>
                  <a:pt x="563003" y="88576"/>
                  <a:pt x="561805" y="87181"/>
                </a:cubicBezTo>
                <a:cubicBezTo>
                  <a:pt x="560606" y="85785"/>
                  <a:pt x="559986" y="83405"/>
                  <a:pt x="559945" y="80040"/>
                </a:cubicBezTo>
                <a:moveTo>
                  <a:pt x="559945" y="76020"/>
                </a:moveTo>
                <a:lnTo>
                  <a:pt x="559945" y="54432"/>
                </a:lnTo>
                <a:cubicBezTo>
                  <a:pt x="553704" y="56907"/>
                  <a:pt x="549674" y="58659"/>
                  <a:pt x="547856" y="59690"/>
                </a:cubicBezTo>
                <a:cubicBezTo>
                  <a:pt x="544591" y="61505"/>
                  <a:pt x="542256" y="63402"/>
                  <a:pt x="540850" y="65382"/>
                </a:cubicBezTo>
                <a:cubicBezTo>
                  <a:pt x="539445" y="67361"/>
                  <a:pt x="538742" y="69525"/>
                  <a:pt x="538742" y="71876"/>
                </a:cubicBezTo>
                <a:cubicBezTo>
                  <a:pt x="538742" y="74845"/>
                  <a:pt x="539631" y="77310"/>
                  <a:pt x="541408" y="79269"/>
                </a:cubicBezTo>
                <a:cubicBezTo>
                  <a:pt x="543186" y="81227"/>
                  <a:pt x="545231" y="82206"/>
                  <a:pt x="547546" y="82206"/>
                </a:cubicBezTo>
                <a:cubicBezTo>
                  <a:pt x="550687" y="82206"/>
                  <a:pt x="554820" y="80144"/>
                  <a:pt x="559945" y="76020"/>
                </a:cubicBezTo>
                <a:close/>
                <a:moveTo>
                  <a:pt x="579924" y="36825"/>
                </a:moveTo>
                <a:lnTo>
                  <a:pt x="597407" y="29882"/>
                </a:lnTo>
                <a:lnTo>
                  <a:pt x="599763" y="29882"/>
                </a:lnTo>
                <a:lnTo>
                  <a:pt x="599763" y="43211"/>
                </a:lnTo>
                <a:cubicBezTo>
                  <a:pt x="602697" y="38233"/>
                  <a:pt x="605642" y="34747"/>
                  <a:pt x="608597" y="32751"/>
                </a:cubicBezTo>
                <a:cubicBezTo>
                  <a:pt x="611552" y="30756"/>
                  <a:pt x="614662" y="29758"/>
                  <a:pt x="617927" y="29758"/>
                </a:cubicBezTo>
                <a:cubicBezTo>
                  <a:pt x="623631" y="29758"/>
                  <a:pt x="628384" y="31987"/>
                  <a:pt x="632186" y="36446"/>
                </a:cubicBezTo>
                <a:cubicBezTo>
                  <a:pt x="636857" y="41896"/>
                  <a:pt x="639192" y="48998"/>
                  <a:pt x="639192" y="57751"/>
                </a:cubicBezTo>
                <a:cubicBezTo>
                  <a:pt x="639192" y="67536"/>
                  <a:pt x="636381" y="75628"/>
                  <a:pt x="630760" y="82028"/>
                </a:cubicBezTo>
                <a:cubicBezTo>
                  <a:pt x="626131" y="87272"/>
                  <a:pt x="620304" y="89893"/>
                  <a:pt x="613278" y="89893"/>
                </a:cubicBezTo>
                <a:cubicBezTo>
                  <a:pt x="610219" y="89893"/>
                  <a:pt x="607574" y="89460"/>
                  <a:pt x="605342" y="88592"/>
                </a:cubicBezTo>
                <a:cubicBezTo>
                  <a:pt x="603689" y="87972"/>
                  <a:pt x="601829" y="86732"/>
                  <a:pt x="599763" y="84872"/>
                </a:cubicBezTo>
                <a:lnTo>
                  <a:pt x="599763" y="102169"/>
                </a:lnTo>
                <a:cubicBezTo>
                  <a:pt x="599763" y="106076"/>
                  <a:pt x="600000" y="108559"/>
                  <a:pt x="600475" y="109620"/>
                </a:cubicBezTo>
                <a:cubicBezTo>
                  <a:pt x="600951" y="110680"/>
                  <a:pt x="601777" y="111522"/>
                  <a:pt x="602955" y="112144"/>
                </a:cubicBezTo>
                <a:cubicBezTo>
                  <a:pt x="604133" y="112768"/>
                  <a:pt x="606272" y="113080"/>
                  <a:pt x="609372" y="113080"/>
                </a:cubicBezTo>
                <a:lnTo>
                  <a:pt x="609372" y="115312"/>
                </a:lnTo>
                <a:lnTo>
                  <a:pt x="579614" y="115312"/>
                </a:lnTo>
                <a:lnTo>
                  <a:pt x="579614" y="113080"/>
                </a:lnTo>
                <a:lnTo>
                  <a:pt x="581164" y="113080"/>
                </a:lnTo>
                <a:cubicBezTo>
                  <a:pt x="583437" y="113121"/>
                  <a:pt x="585380" y="112685"/>
                  <a:pt x="586991" y="111770"/>
                </a:cubicBezTo>
                <a:cubicBezTo>
                  <a:pt x="587777" y="111313"/>
                  <a:pt x="588386" y="110575"/>
                  <a:pt x="588820" y="109558"/>
                </a:cubicBezTo>
                <a:cubicBezTo>
                  <a:pt x="589254" y="108540"/>
                  <a:pt x="589471" y="105953"/>
                  <a:pt x="589471" y="101797"/>
                </a:cubicBezTo>
                <a:lnTo>
                  <a:pt x="589471" y="47985"/>
                </a:lnTo>
                <a:cubicBezTo>
                  <a:pt x="589471" y="44282"/>
                  <a:pt x="589306" y="41931"/>
                  <a:pt x="588975" y="40933"/>
                </a:cubicBezTo>
                <a:cubicBezTo>
                  <a:pt x="588645" y="39933"/>
                  <a:pt x="588118" y="39184"/>
                  <a:pt x="587394" y="38687"/>
                </a:cubicBezTo>
                <a:cubicBezTo>
                  <a:pt x="586671" y="38190"/>
                  <a:pt x="585690" y="37941"/>
                  <a:pt x="584450" y="37941"/>
                </a:cubicBezTo>
                <a:cubicBezTo>
                  <a:pt x="583458" y="37941"/>
                  <a:pt x="582197" y="38231"/>
                  <a:pt x="580668" y="38809"/>
                </a:cubicBezTo>
                <a:lnTo>
                  <a:pt x="579924" y="36825"/>
                </a:lnTo>
                <a:moveTo>
                  <a:pt x="599763" y="46869"/>
                </a:moveTo>
                <a:lnTo>
                  <a:pt x="599763" y="68071"/>
                </a:lnTo>
                <a:cubicBezTo>
                  <a:pt x="599763" y="72659"/>
                  <a:pt x="599949" y="75676"/>
                  <a:pt x="600320" y="77122"/>
                </a:cubicBezTo>
                <a:cubicBezTo>
                  <a:pt x="600899" y="79520"/>
                  <a:pt x="602315" y="81627"/>
                  <a:pt x="604567" y="83446"/>
                </a:cubicBezTo>
                <a:cubicBezTo>
                  <a:pt x="606820" y="85264"/>
                  <a:pt x="609661" y="86174"/>
                  <a:pt x="613092" y="86174"/>
                </a:cubicBezTo>
                <a:cubicBezTo>
                  <a:pt x="617225" y="86174"/>
                  <a:pt x="620572" y="84562"/>
                  <a:pt x="623135" y="81338"/>
                </a:cubicBezTo>
                <a:cubicBezTo>
                  <a:pt x="626483" y="77122"/>
                  <a:pt x="628156" y="71192"/>
                  <a:pt x="628156" y="63545"/>
                </a:cubicBezTo>
                <a:cubicBezTo>
                  <a:pt x="628156" y="54866"/>
                  <a:pt x="626255" y="48191"/>
                  <a:pt x="622453" y="43521"/>
                </a:cubicBezTo>
                <a:cubicBezTo>
                  <a:pt x="619808" y="40297"/>
                  <a:pt x="616667" y="38685"/>
                  <a:pt x="613030" y="38685"/>
                </a:cubicBezTo>
                <a:cubicBezTo>
                  <a:pt x="611046" y="38685"/>
                  <a:pt x="609083" y="39181"/>
                  <a:pt x="607140" y="40173"/>
                </a:cubicBezTo>
                <a:cubicBezTo>
                  <a:pt x="605652" y="40917"/>
                  <a:pt x="603193" y="43149"/>
                  <a:pt x="599763" y="46869"/>
                </a:cubicBezTo>
                <a:close/>
                <a:moveTo>
                  <a:pt x="657046" y="52820"/>
                </a:moveTo>
                <a:cubicBezTo>
                  <a:pt x="657005" y="61213"/>
                  <a:pt x="659051" y="67795"/>
                  <a:pt x="663184" y="72568"/>
                </a:cubicBezTo>
                <a:cubicBezTo>
                  <a:pt x="667317" y="77340"/>
                  <a:pt x="672173" y="79726"/>
                  <a:pt x="677753" y="79726"/>
                </a:cubicBezTo>
                <a:cubicBezTo>
                  <a:pt x="681473" y="79726"/>
                  <a:pt x="684707" y="78699"/>
                  <a:pt x="687455" y="76644"/>
                </a:cubicBezTo>
                <a:cubicBezTo>
                  <a:pt x="690204" y="74589"/>
                  <a:pt x="692508" y="71070"/>
                  <a:pt x="694368" y="66087"/>
                </a:cubicBezTo>
                <a:lnTo>
                  <a:pt x="696289" y="67333"/>
                </a:lnTo>
                <a:cubicBezTo>
                  <a:pt x="695422" y="73025"/>
                  <a:pt x="692900" y="78208"/>
                  <a:pt x="688726" y="82882"/>
                </a:cubicBezTo>
                <a:cubicBezTo>
                  <a:pt x="684552" y="87556"/>
                  <a:pt x="679323" y="89893"/>
                  <a:pt x="673041" y="89893"/>
                </a:cubicBezTo>
                <a:cubicBezTo>
                  <a:pt x="666222" y="89893"/>
                  <a:pt x="660384" y="87244"/>
                  <a:pt x="655527" y="81945"/>
                </a:cubicBezTo>
                <a:cubicBezTo>
                  <a:pt x="650671" y="76644"/>
                  <a:pt x="648243" y="69518"/>
                  <a:pt x="648243" y="60568"/>
                </a:cubicBezTo>
                <a:cubicBezTo>
                  <a:pt x="648243" y="50876"/>
                  <a:pt x="650733" y="43318"/>
                  <a:pt x="655713" y="37895"/>
                </a:cubicBezTo>
                <a:cubicBezTo>
                  <a:pt x="660694" y="32470"/>
                  <a:pt x="666945" y="29758"/>
                  <a:pt x="674467" y="29758"/>
                </a:cubicBezTo>
                <a:cubicBezTo>
                  <a:pt x="680832" y="29758"/>
                  <a:pt x="686060" y="31850"/>
                  <a:pt x="690152" y="36035"/>
                </a:cubicBezTo>
                <a:cubicBezTo>
                  <a:pt x="694244" y="40218"/>
                  <a:pt x="696289" y="45813"/>
                  <a:pt x="696289" y="52820"/>
                </a:cubicBezTo>
                <a:lnTo>
                  <a:pt x="657046" y="52820"/>
                </a:lnTo>
                <a:moveTo>
                  <a:pt x="657046" y="49224"/>
                </a:moveTo>
                <a:lnTo>
                  <a:pt x="683332" y="49224"/>
                </a:lnTo>
                <a:cubicBezTo>
                  <a:pt x="683126" y="45617"/>
                  <a:pt x="682692" y="43076"/>
                  <a:pt x="682031" y="41601"/>
                </a:cubicBezTo>
                <a:cubicBezTo>
                  <a:pt x="680997" y="39305"/>
                  <a:pt x="679458" y="37501"/>
                  <a:pt x="677412" y="36190"/>
                </a:cubicBezTo>
                <a:cubicBezTo>
                  <a:pt x="675366" y="34878"/>
                  <a:pt x="673227" y="34222"/>
                  <a:pt x="670995" y="34222"/>
                </a:cubicBezTo>
                <a:cubicBezTo>
                  <a:pt x="667565" y="34222"/>
                  <a:pt x="664496" y="35543"/>
                  <a:pt x="661789" y="38187"/>
                </a:cubicBezTo>
                <a:cubicBezTo>
                  <a:pt x="659082" y="40831"/>
                  <a:pt x="657501" y="44510"/>
                  <a:pt x="657046" y="49224"/>
                </a:cubicBezTo>
                <a:close/>
                <a:moveTo>
                  <a:pt x="720360" y="29758"/>
                </a:moveTo>
                <a:lnTo>
                  <a:pt x="720360" y="42529"/>
                </a:lnTo>
                <a:cubicBezTo>
                  <a:pt x="725113" y="34015"/>
                  <a:pt x="729990" y="29758"/>
                  <a:pt x="734991" y="29758"/>
                </a:cubicBezTo>
                <a:cubicBezTo>
                  <a:pt x="737264" y="29758"/>
                  <a:pt x="739145" y="30450"/>
                  <a:pt x="740633" y="31835"/>
                </a:cubicBezTo>
                <a:cubicBezTo>
                  <a:pt x="742121" y="33219"/>
                  <a:pt x="742864" y="34821"/>
                  <a:pt x="742864" y="36639"/>
                </a:cubicBezTo>
                <a:cubicBezTo>
                  <a:pt x="742864" y="38251"/>
                  <a:pt x="742327" y="39615"/>
                  <a:pt x="741253" y="40731"/>
                </a:cubicBezTo>
                <a:cubicBezTo>
                  <a:pt x="740178" y="41847"/>
                  <a:pt x="738897" y="42405"/>
                  <a:pt x="737409" y="42405"/>
                </a:cubicBezTo>
                <a:cubicBezTo>
                  <a:pt x="735962" y="42405"/>
                  <a:pt x="734340" y="41702"/>
                  <a:pt x="732542" y="40297"/>
                </a:cubicBezTo>
                <a:cubicBezTo>
                  <a:pt x="730744" y="38892"/>
                  <a:pt x="729411" y="38189"/>
                  <a:pt x="728544" y="38189"/>
                </a:cubicBezTo>
                <a:cubicBezTo>
                  <a:pt x="727800" y="38189"/>
                  <a:pt x="726994" y="38599"/>
                  <a:pt x="726126" y="39419"/>
                </a:cubicBezTo>
                <a:cubicBezTo>
                  <a:pt x="724266" y="41102"/>
                  <a:pt x="722344" y="43872"/>
                  <a:pt x="720360" y="47729"/>
                </a:cubicBezTo>
                <a:lnTo>
                  <a:pt x="720360" y="74891"/>
                </a:lnTo>
                <a:cubicBezTo>
                  <a:pt x="720360" y="78034"/>
                  <a:pt x="720753" y="80412"/>
                  <a:pt x="721538" y="82024"/>
                </a:cubicBezTo>
                <a:cubicBezTo>
                  <a:pt x="722075" y="83141"/>
                  <a:pt x="723026" y="84071"/>
                  <a:pt x="724390" y="84814"/>
                </a:cubicBezTo>
                <a:cubicBezTo>
                  <a:pt x="725754" y="85555"/>
                  <a:pt x="727717" y="85926"/>
                  <a:pt x="730279" y="85926"/>
                </a:cubicBezTo>
                <a:lnTo>
                  <a:pt x="730279" y="88158"/>
                </a:lnTo>
                <a:lnTo>
                  <a:pt x="701203" y="88158"/>
                </a:lnTo>
                <a:lnTo>
                  <a:pt x="701203" y="85926"/>
                </a:lnTo>
                <a:cubicBezTo>
                  <a:pt x="704097" y="85926"/>
                  <a:pt x="706246" y="85466"/>
                  <a:pt x="707651" y="84546"/>
                </a:cubicBezTo>
                <a:cubicBezTo>
                  <a:pt x="708684" y="83877"/>
                  <a:pt x="709408" y="82811"/>
                  <a:pt x="709821" y="81348"/>
                </a:cubicBezTo>
                <a:cubicBezTo>
                  <a:pt x="710028" y="80636"/>
                  <a:pt x="710131" y="78608"/>
                  <a:pt x="710131" y="75263"/>
                </a:cubicBezTo>
                <a:lnTo>
                  <a:pt x="710131" y="53440"/>
                </a:lnTo>
                <a:cubicBezTo>
                  <a:pt x="710131" y="46827"/>
                  <a:pt x="709997" y="42891"/>
                  <a:pt x="709728" y="41630"/>
                </a:cubicBezTo>
                <a:cubicBezTo>
                  <a:pt x="709459" y="40369"/>
                  <a:pt x="708963" y="39450"/>
                  <a:pt x="708240" y="38871"/>
                </a:cubicBezTo>
                <a:cubicBezTo>
                  <a:pt x="707517" y="38293"/>
                  <a:pt x="706618" y="38003"/>
                  <a:pt x="705543" y="38003"/>
                </a:cubicBezTo>
                <a:cubicBezTo>
                  <a:pt x="704262" y="38003"/>
                  <a:pt x="702815" y="38313"/>
                  <a:pt x="701203" y="38933"/>
                </a:cubicBezTo>
                <a:lnTo>
                  <a:pt x="700584" y="36701"/>
                </a:lnTo>
                <a:lnTo>
                  <a:pt x="717756" y="29758"/>
                </a:lnTo>
                <a:lnTo>
                  <a:pt x="720360" y="29758"/>
                </a:lnTo>
                <a:close/>
                <a:moveTo>
                  <a:pt x="782727" y="29758"/>
                </a:moveTo>
                <a:lnTo>
                  <a:pt x="782727" y="49100"/>
                </a:lnTo>
                <a:lnTo>
                  <a:pt x="780681" y="49100"/>
                </a:lnTo>
                <a:cubicBezTo>
                  <a:pt x="779110" y="43049"/>
                  <a:pt x="777095" y="38933"/>
                  <a:pt x="774636" y="36752"/>
                </a:cubicBezTo>
                <a:cubicBezTo>
                  <a:pt x="772177" y="34569"/>
                  <a:pt x="769046" y="33478"/>
                  <a:pt x="765244" y="33478"/>
                </a:cubicBezTo>
                <a:cubicBezTo>
                  <a:pt x="762351" y="33478"/>
                  <a:pt x="760016" y="34240"/>
                  <a:pt x="758238" y="35764"/>
                </a:cubicBezTo>
                <a:cubicBezTo>
                  <a:pt x="756461" y="37288"/>
                  <a:pt x="755573" y="38976"/>
                  <a:pt x="755573" y="40830"/>
                </a:cubicBezTo>
                <a:cubicBezTo>
                  <a:pt x="755573" y="43135"/>
                  <a:pt x="756234" y="45112"/>
                  <a:pt x="757556" y="46760"/>
                </a:cubicBezTo>
                <a:cubicBezTo>
                  <a:pt x="758838" y="48448"/>
                  <a:pt x="761442" y="50240"/>
                  <a:pt x="765368" y="52134"/>
                </a:cubicBezTo>
                <a:lnTo>
                  <a:pt x="774419" y="56521"/>
                </a:lnTo>
                <a:cubicBezTo>
                  <a:pt x="782809" y="60607"/>
                  <a:pt x="787004" y="65994"/>
                  <a:pt x="787004" y="72680"/>
                </a:cubicBezTo>
                <a:cubicBezTo>
                  <a:pt x="787004" y="77840"/>
                  <a:pt x="785051" y="81999"/>
                  <a:pt x="781146" y="85157"/>
                </a:cubicBezTo>
                <a:cubicBezTo>
                  <a:pt x="777240" y="88315"/>
                  <a:pt x="772869" y="89893"/>
                  <a:pt x="768034" y="89893"/>
                </a:cubicBezTo>
                <a:cubicBezTo>
                  <a:pt x="764562" y="89893"/>
                  <a:pt x="760594" y="89305"/>
                  <a:pt x="756131" y="88127"/>
                </a:cubicBezTo>
                <a:cubicBezTo>
                  <a:pt x="754767" y="87734"/>
                  <a:pt x="753651" y="87538"/>
                  <a:pt x="752783" y="87538"/>
                </a:cubicBezTo>
                <a:cubicBezTo>
                  <a:pt x="751832" y="87538"/>
                  <a:pt x="751088" y="88034"/>
                  <a:pt x="750551" y="89026"/>
                </a:cubicBezTo>
                <a:lnTo>
                  <a:pt x="748505" y="89026"/>
                </a:lnTo>
                <a:lnTo>
                  <a:pt x="748505" y="68691"/>
                </a:lnTo>
                <a:lnTo>
                  <a:pt x="750551" y="68691"/>
                </a:lnTo>
                <a:cubicBezTo>
                  <a:pt x="751708" y="74477"/>
                  <a:pt x="753919" y="78838"/>
                  <a:pt x="757185" y="81772"/>
                </a:cubicBezTo>
                <a:cubicBezTo>
                  <a:pt x="760450" y="84707"/>
                  <a:pt x="764107" y="86174"/>
                  <a:pt x="768158" y="86174"/>
                </a:cubicBezTo>
                <a:cubicBezTo>
                  <a:pt x="771010" y="86174"/>
                  <a:pt x="773334" y="85341"/>
                  <a:pt x="775132" y="83677"/>
                </a:cubicBezTo>
                <a:cubicBezTo>
                  <a:pt x="776930" y="82010"/>
                  <a:pt x="777829" y="80005"/>
                  <a:pt x="777829" y="77661"/>
                </a:cubicBezTo>
                <a:cubicBezTo>
                  <a:pt x="777829" y="74823"/>
                  <a:pt x="776827" y="72439"/>
                  <a:pt x="774822" y="70506"/>
                </a:cubicBezTo>
                <a:cubicBezTo>
                  <a:pt x="772818" y="68573"/>
                  <a:pt x="768819" y="66131"/>
                  <a:pt x="762826" y="63181"/>
                </a:cubicBezTo>
                <a:cubicBezTo>
                  <a:pt x="756833" y="60230"/>
                  <a:pt x="752907" y="57554"/>
                  <a:pt x="751047" y="55153"/>
                </a:cubicBezTo>
                <a:cubicBezTo>
                  <a:pt x="749187" y="52793"/>
                  <a:pt x="748257" y="49813"/>
                  <a:pt x="748257" y="46212"/>
                </a:cubicBezTo>
                <a:cubicBezTo>
                  <a:pt x="748257" y="41534"/>
                  <a:pt x="749859" y="37622"/>
                  <a:pt x="753062" y="34477"/>
                </a:cubicBezTo>
                <a:cubicBezTo>
                  <a:pt x="756265" y="31331"/>
                  <a:pt x="760408" y="29758"/>
                  <a:pt x="765492" y="29758"/>
                </a:cubicBezTo>
                <a:cubicBezTo>
                  <a:pt x="767724" y="29758"/>
                  <a:pt x="770431" y="30233"/>
                  <a:pt x="773613" y="31184"/>
                </a:cubicBezTo>
                <a:cubicBezTo>
                  <a:pt x="775721" y="31804"/>
                  <a:pt x="777126" y="32114"/>
                  <a:pt x="777829" y="32114"/>
                </a:cubicBezTo>
                <a:cubicBezTo>
                  <a:pt x="778490" y="32114"/>
                  <a:pt x="779007" y="31969"/>
                  <a:pt x="779379" y="31680"/>
                </a:cubicBezTo>
                <a:cubicBezTo>
                  <a:pt x="779751" y="31390"/>
                  <a:pt x="780185" y="30750"/>
                  <a:pt x="780681" y="29758"/>
                </a:cubicBezTo>
                <a:lnTo>
                  <a:pt x="782727" y="297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Text 45">
            <a:extLst xmlns:a="http://schemas.openxmlformats.org/drawingml/2006/main">
              <a:ext uri="{FF2B5EF4-FFF2-40B4-BE49-F238E27FC236}">
                <a16:creationId xmlns:a16="http://schemas.microsoft.com/office/drawing/2014/main" id="{115BDC5B-3418-49B5-8F70-A6E2D597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74" y="2955299"/>
            <a:ext cx="135667" cy="94967"/>
          </a:xfrm>
          <a:custGeom xmlns:a="http://schemas.openxmlformats.org/drawingml/2006/main">
            <a:pathLst>
              <a:path w="135667" h="94967">
                <a:moveTo>
                  <a:pt x="29715" y="73744"/>
                </a:moveTo>
                <a:lnTo>
                  <a:pt x="0" y="73744"/>
                </a:lnTo>
                <a:lnTo>
                  <a:pt x="3291" y="62461"/>
                </a:lnTo>
                <a:lnTo>
                  <a:pt x="57826" y="0"/>
                </a:lnTo>
                <a:lnTo>
                  <a:pt x="66625" y="0"/>
                </a:lnTo>
                <a:lnTo>
                  <a:pt x="48355" y="62461"/>
                </a:lnTo>
                <a:lnTo>
                  <a:pt x="58901" y="62461"/>
                </a:lnTo>
                <a:lnTo>
                  <a:pt x="55341" y="73744"/>
                </a:lnTo>
                <a:lnTo>
                  <a:pt x="45055" y="73744"/>
                </a:lnTo>
                <a:lnTo>
                  <a:pt x="38887" y="94833"/>
                </a:lnTo>
                <a:lnTo>
                  <a:pt x="23641" y="94833"/>
                </a:lnTo>
                <a:lnTo>
                  <a:pt x="29715" y="73744"/>
                </a:lnTo>
                <a:moveTo>
                  <a:pt x="32966" y="62461"/>
                </a:moveTo>
                <a:lnTo>
                  <a:pt x="44394" y="22783"/>
                </a:lnTo>
                <a:lnTo>
                  <a:pt x="9873" y="62461"/>
                </a:lnTo>
                <a:lnTo>
                  <a:pt x="32966" y="62461"/>
                </a:lnTo>
                <a:close/>
                <a:moveTo>
                  <a:pt x="101280" y="1881"/>
                </a:moveTo>
                <a:lnTo>
                  <a:pt x="135667" y="1881"/>
                </a:lnTo>
                <a:lnTo>
                  <a:pt x="131167" y="17596"/>
                </a:lnTo>
                <a:lnTo>
                  <a:pt x="99265" y="17596"/>
                </a:lnTo>
                <a:lnTo>
                  <a:pt x="95236" y="25790"/>
                </a:lnTo>
                <a:cubicBezTo>
                  <a:pt x="101683" y="26821"/>
                  <a:pt x="107023" y="28547"/>
                  <a:pt x="111254" y="30968"/>
                </a:cubicBezTo>
                <a:cubicBezTo>
                  <a:pt x="115485" y="33387"/>
                  <a:pt x="118899" y="36894"/>
                  <a:pt x="121496" y="41487"/>
                </a:cubicBezTo>
                <a:cubicBezTo>
                  <a:pt x="124093" y="46081"/>
                  <a:pt x="125391" y="51067"/>
                  <a:pt x="125391" y="56445"/>
                </a:cubicBezTo>
                <a:cubicBezTo>
                  <a:pt x="125391" y="62900"/>
                  <a:pt x="123656" y="69152"/>
                  <a:pt x="120186" y="75202"/>
                </a:cubicBezTo>
                <a:cubicBezTo>
                  <a:pt x="116716" y="81253"/>
                  <a:pt x="111892" y="86060"/>
                  <a:pt x="105713" y="89623"/>
                </a:cubicBezTo>
                <a:cubicBezTo>
                  <a:pt x="99534" y="93186"/>
                  <a:pt x="92997" y="94967"/>
                  <a:pt x="86102" y="94967"/>
                </a:cubicBezTo>
                <a:cubicBezTo>
                  <a:pt x="81132" y="94967"/>
                  <a:pt x="77471" y="94034"/>
                  <a:pt x="75121" y="92169"/>
                </a:cubicBezTo>
                <a:cubicBezTo>
                  <a:pt x="72770" y="90303"/>
                  <a:pt x="71595" y="88178"/>
                  <a:pt x="71595" y="85795"/>
                </a:cubicBezTo>
                <a:cubicBezTo>
                  <a:pt x="71595" y="83817"/>
                  <a:pt x="72300" y="82119"/>
                  <a:pt x="73710" y="80703"/>
                </a:cubicBezTo>
                <a:cubicBezTo>
                  <a:pt x="75121" y="79287"/>
                  <a:pt x="76788" y="78579"/>
                  <a:pt x="78714" y="78579"/>
                </a:cubicBezTo>
                <a:cubicBezTo>
                  <a:pt x="80326" y="78579"/>
                  <a:pt x="81758" y="78850"/>
                  <a:pt x="83012" y="79392"/>
                </a:cubicBezTo>
                <a:cubicBezTo>
                  <a:pt x="83773" y="79753"/>
                  <a:pt x="86057" y="81489"/>
                  <a:pt x="89863" y="84601"/>
                </a:cubicBezTo>
                <a:cubicBezTo>
                  <a:pt x="92280" y="86586"/>
                  <a:pt x="94765" y="87579"/>
                  <a:pt x="97318" y="87579"/>
                </a:cubicBezTo>
                <a:cubicBezTo>
                  <a:pt x="100720" y="87579"/>
                  <a:pt x="103586" y="86100"/>
                  <a:pt x="105914" y="83140"/>
                </a:cubicBezTo>
                <a:cubicBezTo>
                  <a:pt x="109049" y="79284"/>
                  <a:pt x="110616" y="74374"/>
                  <a:pt x="110616" y="68411"/>
                </a:cubicBezTo>
                <a:cubicBezTo>
                  <a:pt x="110616" y="63031"/>
                  <a:pt x="109317" y="58043"/>
                  <a:pt x="106720" y="53446"/>
                </a:cubicBezTo>
                <a:cubicBezTo>
                  <a:pt x="104123" y="48850"/>
                  <a:pt x="100586" y="45364"/>
                  <a:pt x="96109" y="42988"/>
                </a:cubicBezTo>
                <a:cubicBezTo>
                  <a:pt x="92661" y="41149"/>
                  <a:pt x="88206" y="40163"/>
                  <a:pt x="82743" y="40029"/>
                </a:cubicBezTo>
                <a:lnTo>
                  <a:pt x="101280" y="1881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45A1A-EDBC-40A0-9740-EF29E0A3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58" y="2613982"/>
            <a:ext cx="2027" cy="158565"/>
          </a:xfrm>
          <a:custGeom xmlns:a="http://schemas.openxmlformats.org/drawingml/2006/main">
            <a:pathLst>
              <a:path w="2027" h="158565">
                <a:moveTo>
                  <a:pt x="0" y="0"/>
                </a:moveTo>
                <a:lnTo>
                  <a:pt x="2027" y="15856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967223-BA17-4A22-8675-F7D60895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58" y="2613982"/>
            <a:ext cx="1679" cy="131357"/>
          </a:xfrm>
          <a:custGeom xmlns:a="http://schemas.openxmlformats.org/drawingml/2006/main">
            <a:pathLst>
              <a:path w="1679" h="131357" fill="none">
                <a:moveTo>
                  <a:pt x="0" y="0"/>
                </a:moveTo>
                <a:lnTo>
                  <a:pt x="1679" y="131357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E5CA2-2501-4E06-B114-83E3985A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95" y="2736297"/>
            <a:ext cx="17856" cy="24643"/>
          </a:xfrm>
          <a:custGeom xmlns:a="http://schemas.openxmlformats.org/drawingml/2006/main">
            <a:pathLst>
              <a:path w="17856" h="24643">
                <a:moveTo>
                  <a:pt x="9042" y="9042"/>
                </a:moveTo>
                <a:lnTo>
                  <a:pt x="17856" y="0"/>
                </a:lnTo>
                <a:lnTo>
                  <a:pt x="9241" y="24643"/>
                </a:lnTo>
                <a:lnTo>
                  <a:pt x="0" y="228"/>
                </a:lnTo>
                <a:lnTo>
                  <a:pt x="9042" y="9042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39D07-3ADC-407D-B847-512D1705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95" y="2736297"/>
            <a:ext cx="17856" cy="24643"/>
          </a:xfrm>
          <a:custGeom xmlns:a="http://schemas.openxmlformats.org/drawingml/2006/main">
            <a:pathLst>
              <a:path w="17856" h="24643" fill="none">
                <a:moveTo>
                  <a:pt x="9042" y="9042"/>
                </a:moveTo>
                <a:lnTo>
                  <a:pt x="0" y="228"/>
                </a:lnTo>
                <a:lnTo>
                  <a:pt x="9241" y="24643"/>
                </a:lnTo>
                <a:lnTo>
                  <a:pt x="17856" y="0"/>
                </a:lnTo>
                <a:lnTo>
                  <a:pt x="9042" y="90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B3966-156A-4870-8042-900473ED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07" y="2552263"/>
            <a:ext cx="568040" cy="307670"/>
          </a:xfrm>
          <a:custGeom xmlns:a="http://schemas.openxmlformats.org/drawingml/2006/main">
            <a:pathLst>
              <a:path w="568040" h="307670">
                <a:moveTo>
                  <a:pt x="0" y="0"/>
                </a:moveTo>
                <a:lnTo>
                  <a:pt x="568040" y="0"/>
                </a:lnTo>
                <a:lnTo>
                  <a:pt x="568040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Select">
            <a:extLst xmlns:a="http://schemas.openxmlformats.org/drawingml/2006/main">
              <a:ext uri="{FF2B5EF4-FFF2-40B4-BE49-F238E27FC236}">
                <a16:creationId xmlns:a16="http://schemas.microsoft.com/office/drawing/2014/main" id="{ED4D900C-3E07-410C-8007-5417E4E9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54" y="2657505"/>
            <a:ext cx="302028" cy="90017"/>
          </a:xfrm>
          <a:custGeom xmlns:a="http://schemas.openxmlformats.org/drawingml/2006/main">
            <a:pathLst>
              <a:path w="302028" h="90017">
                <a:moveTo>
                  <a:pt x="50278" y="2232"/>
                </a:moveTo>
                <a:lnTo>
                  <a:pt x="50278" y="31370"/>
                </a:lnTo>
                <a:lnTo>
                  <a:pt x="47985" y="31370"/>
                </a:lnTo>
                <a:cubicBezTo>
                  <a:pt x="47241" y="25776"/>
                  <a:pt x="45908" y="21322"/>
                  <a:pt x="43986" y="18008"/>
                </a:cubicBezTo>
                <a:cubicBezTo>
                  <a:pt x="42064" y="14692"/>
                  <a:pt x="39326" y="12061"/>
                  <a:pt x="35771" y="10113"/>
                </a:cubicBezTo>
                <a:cubicBezTo>
                  <a:pt x="32217" y="8165"/>
                  <a:pt x="28539" y="7191"/>
                  <a:pt x="24736" y="7191"/>
                </a:cubicBezTo>
                <a:cubicBezTo>
                  <a:pt x="20438" y="7191"/>
                  <a:pt x="16883" y="8502"/>
                  <a:pt x="14073" y="11122"/>
                </a:cubicBezTo>
                <a:cubicBezTo>
                  <a:pt x="11263" y="13743"/>
                  <a:pt x="9857" y="16724"/>
                  <a:pt x="9857" y="20065"/>
                </a:cubicBezTo>
                <a:cubicBezTo>
                  <a:pt x="9857" y="22624"/>
                  <a:pt x="10746" y="24956"/>
                  <a:pt x="12523" y="27061"/>
                </a:cubicBezTo>
                <a:cubicBezTo>
                  <a:pt x="15086" y="30156"/>
                  <a:pt x="21182" y="34282"/>
                  <a:pt x="30812" y="39439"/>
                </a:cubicBezTo>
                <a:cubicBezTo>
                  <a:pt x="38665" y="43648"/>
                  <a:pt x="44027" y="46878"/>
                  <a:pt x="46900" y="49128"/>
                </a:cubicBezTo>
                <a:cubicBezTo>
                  <a:pt x="49772" y="51376"/>
                  <a:pt x="51983" y="54028"/>
                  <a:pt x="53533" y="57082"/>
                </a:cubicBezTo>
                <a:cubicBezTo>
                  <a:pt x="55083" y="60136"/>
                  <a:pt x="55858" y="63334"/>
                  <a:pt x="55858" y="66678"/>
                </a:cubicBezTo>
                <a:cubicBezTo>
                  <a:pt x="55858" y="73034"/>
                  <a:pt x="53388" y="78513"/>
                  <a:pt x="48449" y="83115"/>
                </a:cubicBezTo>
                <a:cubicBezTo>
                  <a:pt x="43511" y="87717"/>
                  <a:pt x="37156" y="90017"/>
                  <a:pt x="29386" y="90017"/>
                </a:cubicBezTo>
                <a:cubicBezTo>
                  <a:pt x="26947" y="90017"/>
                  <a:pt x="24654" y="89829"/>
                  <a:pt x="22504" y="89452"/>
                </a:cubicBezTo>
                <a:cubicBezTo>
                  <a:pt x="21223" y="89243"/>
                  <a:pt x="18568" y="88479"/>
                  <a:pt x="14538" y="87160"/>
                </a:cubicBezTo>
                <a:cubicBezTo>
                  <a:pt x="10508" y="85841"/>
                  <a:pt x="7956" y="85182"/>
                  <a:pt x="6882" y="85182"/>
                </a:cubicBezTo>
                <a:cubicBezTo>
                  <a:pt x="5848" y="85182"/>
                  <a:pt x="5032" y="85496"/>
                  <a:pt x="4433" y="86123"/>
                </a:cubicBezTo>
                <a:cubicBezTo>
                  <a:pt x="3833" y="86751"/>
                  <a:pt x="3389" y="88049"/>
                  <a:pt x="3100" y="90017"/>
                </a:cubicBezTo>
                <a:lnTo>
                  <a:pt x="806" y="90017"/>
                </a:lnTo>
                <a:lnTo>
                  <a:pt x="806" y="61128"/>
                </a:lnTo>
                <a:lnTo>
                  <a:pt x="3100" y="61128"/>
                </a:lnTo>
                <a:cubicBezTo>
                  <a:pt x="4174" y="67177"/>
                  <a:pt x="5621" y="71704"/>
                  <a:pt x="7439" y="74708"/>
                </a:cubicBezTo>
                <a:cubicBezTo>
                  <a:pt x="9258" y="77713"/>
                  <a:pt x="12037" y="80209"/>
                  <a:pt x="15778" y="82198"/>
                </a:cubicBezTo>
                <a:cubicBezTo>
                  <a:pt x="19518" y="84187"/>
                  <a:pt x="23620" y="85182"/>
                  <a:pt x="28084" y="85182"/>
                </a:cubicBezTo>
                <a:cubicBezTo>
                  <a:pt x="33250" y="85182"/>
                  <a:pt x="37332" y="83817"/>
                  <a:pt x="40328" y="81088"/>
                </a:cubicBezTo>
                <a:cubicBezTo>
                  <a:pt x="43325" y="78359"/>
                  <a:pt x="44823" y="75134"/>
                  <a:pt x="44823" y="71413"/>
                </a:cubicBezTo>
                <a:cubicBezTo>
                  <a:pt x="44823" y="69345"/>
                  <a:pt x="44254" y="67257"/>
                  <a:pt x="43118" y="65150"/>
                </a:cubicBezTo>
                <a:cubicBezTo>
                  <a:pt x="41981" y="63040"/>
                  <a:pt x="40214" y="61076"/>
                  <a:pt x="37817" y="59256"/>
                </a:cubicBezTo>
                <a:cubicBezTo>
                  <a:pt x="36205" y="58016"/>
                  <a:pt x="31804" y="55397"/>
                  <a:pt x="24612" y="51398"/>
                </a:cubicBezTo>
                <a:cubicBezTo>
                  <a:pt x="17421" y="47398"/>
                  <a:pt x="12306" y="44201"/>
                  <a:pt x="9268" y="41806"/>
                </a:cubicBezTo>
                <a:cubicBezTo>
                  <a:pt x="6231" y="39412"/>
                  <a:pt x="3926" y="36769"/>
                  <a:pt x="2356" y="33879"/>
                </a:cubicBezTo>
                <a:cubicBezTo>
                  <a:pt x="785" y="30988"/>
                  <a:pt x="0" y="27809"/>
                  <a:pt x="0" y="24341"/>
                </a:cubicBezTo>
                <a:cubicBezTo>
                  <a:pt x="0" y="18313"/>
                  <a:pt x="2314" y="13122"/>
                  <a:pt x="6943" y="8767"/>
                </a:cubicBezTo>
                <a:cubicBezTo>
                  <a:pt x="11572" y="4410"/>
                  <a:pt x="17462" y="2232"/>
                  <a:pt x="24612" y="2232"/>
                </a:cubicBezTo>
                <a:cubicBezTo>
                  <a:pt x="29076" y="2232"/>
                  <a:pt x="33808" y="3327"/>
                  <a:pt x="38809" y="5518"/>
                </a:cubicBezTo>
                <a:cubicBezTo>
                  <a:pt x="41124" y="6551"/>
                  <a:pt x="42756" y="7067"/>
                  <a:pt x="43707" y="7067"/>
                </a:cubicBezTo>
                <a:cubicBezTo>
                  <a:pt x="44781" y="7067"/>
                  <a:pt x="45660" y="6747"/>
                  <a:pt x="46342" y="6107"/>
                </a:cubicBezTo>
                <a:cubicBezTo>
                  <a:pt x="47024" y="5466"/>
                  <a:pt x="47571" y="4174"/>
                  <a:pt x="47985" y="2232"/>
                </a:cubicBezTo>
                <a:lnTo>
                  <a:pt x="50278" y="2232"/>
                </a:lnTo>
                <a:close/>
                <a:moveTo>
                  <a:pt x="76173" y="52820"/>
                </a:moveTo>
                <a:cubicBezTo>
                  <a:pt x="76132" y="61213"/>
                  <a:pt x="78178" y="67795"/>
                  <a:pt x="82311" y="72568"/>
                </a:cubicBezTo>
                <a:cubicBezTo>
                  <a:pt x="86444" y="77340"/>
                  <a:pt x="91300" y="79726"/>
                  <a:pt x="96880" y="79726"/>
                </a:cubicBezTo>
                <a:cubicBezTo>
                  <a:pt x="100599" y="79726"/>
                  <a:pt x="103833" y="78699"/>
                  <a:pt x="106582" y="76644"/>
                </a:cubicBezTo>
                <a:cubicBezTo>
                  <a:pt x="109330" y="74589"/>
                  <a:pt x="111635" y="71070"/>
                  <a:pt x="113494" y="66087"/>
                </a:cubicBezTo>
                <a:lnTo>
                  <a:pt x="115416" y="67333"/>
                </a:lnTo>
                <a:cubicBezTo>
                  <a:pt x="114548" y="73025"/>
                  <a:pt x="112027" y="78208"/>
                  <a:pt x="107853" y="82882"/>
                </a:cubicBezTo>
                <a:cubicBezTo>
                  <a:pt x="103678" y="87556"/>
                  <a:pt x="98450" y="89893"/>
                  <a:pt x="92168" y="89893"/>
                </a:cubicBezTo>
                <a:cubicBezTo>
                  <a:pt x="85348" y="89893"/>
                  <a:pt x="79511" y="87244"/>
                  <a:pt x="74654" y="81945"/>
                </a:cubicBezTo>
                <a:cubicBezTo>
                  <a:pt x="69798" y="76644"/>
                  <a:pt x="67370" y="69518"/>
                  <a:pt x="67370" y="60568"/>
                </a:cubicBezTo>
                <a:cubicBezTo>
                  <a:pt x="67370" y="50876"/>
                  <a:pt x="69860" y="43318"/>
                  <a:pt x="74840" y="37895"/>
                </a:cubicBezTo>
                <a:cubicBezTo>
                  <a:pt x="79821" y="32470"/>
                  <a:pt x="86072" y="29758"/>
                  <a:pt x="93594" y="29758"/>
                </a:cubicBezTo>
                <a:cubicBezTo>
                  <a:pt x="99959" y="29758"/>
                  <a:pt x="105187" y="31850"/>
                  <a:pt x="109279" y="36035"/>
                </a:cubicBezTo>
                <a:cubicBezTo>
                  <a:pt x="113370" y="40218"/>
                  <a:pt x="115416" y="45813"/>
                  <a:pt x="115416" y="52820"/>
                </a:cubicBezTo>
                <a:lnTo>
                  <a:pt x="76173" y="52820"/>
                </a:lnTo>
                <a:moveTo>
                  <a:pt x="76173" y="49224"/>
                </a:moveTo>
                <a:lnTo>
                  <a:pt x="102459" y="49224"/>
                </a:lnTo>
                <a:cubicBezTo>
                  <a:pt x="102253" y="45617"/>
                  <a:pt x="101819" y="43076"/>
                  <a:pt x="101157" y="41601"/>
                </a:cubicBezTo>
                <a:cubicBezTo>
                  <a:pt x="100124" y="39305"/>
                  <a:pt x="98585" y="37501"/>
                  <a:pt x="96539" y="36190"/>
                </a:cubicBezTo>
                <a:cubicBezTo>
                  <a:pt x="94493" y="34878"/>
                  <a:pt x="92354" y="34222"/>
                  <a:pt x="90122" y="34222"/>
                </a:cubicBezTo>
                <a:cubicBezTo>
                  <a:pt x="86692" y="34222"/>
                  <a:pt x="83623" y="35543"/>
                  <a:pt x="80916" y="38187"/>
                </a:cubicBezTo>
                <a:cubicBezTo>
                  <a:pt x="78209" y="40831"/>
                  <a:pt x="76628" y="44510"/>
                  <a:pt x="76173" y="49224"/>
                </a:cubicBezTo>
                <a:close/>
                <a:moveTo>
                  <a:pt x="142401" y="0"/>
                </a:moveTo>
                <a:lnTo>
                  <a:pt x="142401" y="75263"/>
                </a:lnTo>
                <a:cubicBezTo>
                  <a:pt x="142401" y="78838"/>
                  <a:pt x="142659" y="81208"/>
                  <a:pt x="143176" y="82373"/>
                </a:cubicBezTo>
                <a:cubicBezTo>
                  <a:pt x="143692" y="83536"/>
                  <a:pt x="144488" y="84420"/>
                  <a:pt x="145562" y="85023"/>
                </a:cubicBezTo>
                <a:cubicBezTo>
                  <a:pt x="146637" y="85625"/>
                  <a:pt x="148642" y="85926"/>
                  <a:pt x="151576" y="85926"/>
                </a:cubicBezTo>
                <a:lnTo>
                  <a:pt x="151576" y="88158"/>
                </a:lnTo>
                <a:lnTo>
                  <a:pt x="123740" y="88158"/>
                </a:lnTo>
                <a:lnTo>
                  <a:pt x="123740" y="85926"/>
                </a:lnTo>
                <a:cubicBezTo>
                  <a:pt x="126344" y="85926"/>
                  <a:pt x="128121" y="85656"/>
                  <a:pt x="129072" y="85116"/>
                </a:cubicBezTo>
                <a:cubicBezTo>
                  <a:pt x="130022" y="84575"/>
                  <a:pt x="130766" y="83681"/>
                  <a:pt x="131304" y="82435"/>
                </a:cubicBezTo>
                <a:cubicBezTo>
                  <a:pt x="131841" y="81187"/>
                  <a:pt x="132109" y="78796"/>
                  <a:pt x="132109" y="75263"/>
                </a:cubicBezTo>
                <a:lnTo>
                  <a:pt x="132109" y="23806"/>
                </a:lnTo>
                <a:cubicBezTo>
                  <a:pt x="132109" y="17400"/>
                  <a:pt x="131965" y="13463"/>
                  <a:pt x="131675" y="11996"/>
                </a:cubicBezTo>
                <a:cubicBezTo>
                  <a:pt x="131386" y="10529"/>
                  <a:pt x="130921" y="9527"/>
                  <a:pt x="130281" y="8989"/>
                </a:cubicBezTo>
                <a:cubicBezTo>
                  <a:pt x="129640" y="8452"/>
                  <a:pt x="128824" y="8183"/>
                  <a:pt x="127832" y="8183"/>
                </a:cubicBezTo>
                <a:cubicBezTo>
                  <a:pt x="126757" y="8183"/>
                  <a:pt x="125393" y="8514"/>
                  <a:pt x="123740" y="9175"/>
                </a:cubicBezTo>
                <a:lnTo>
                  <a:pt x="122686" y="6943"/>
                </a:lnTo>
                <a:lnTo>
                  <a:pt x="139611" y="0"/>
                </a:lnTo>
                <a:lnTo>
                  <a:pt x="142401" y="0"/>
                </a:lnTo>
                <a:close/>
                <a:moveTo>
                  <a:pt x="167589" y="52820"/>
                </a:moveTo>
                <a:cubicBezTo>
                  <a:pt x="167548" y="61213"/>
                  <a:pt x="169594" y="67795"/>
                  <a:pt x="173727" y="72568"/>
                </a:cubicBezTo>
                <a:cubicBezTo>
                  <a:pt x="177860" y="77340"/>
                  <a:pt x="182716" y="79726"/>
                  <a:pt x="188296" y="79726"/>
                </a:cubicBezTo>
                <a:cubicBezTo>
                  <a:pt x="192015" y="79726"/>
                  <a:pt x="195250" y="78699"/>
                  <a:pt x="197998" y="76644"/>
                </a:cubicBezTo>
                <a:cubicBezTo>
                  <a:pt x="200746" y="74589"/>
                  <a:pt x="203051" y="71070"/>
                  <a:pt x="204911" y="66087"/>
                </a:cubicBezTo>
                <a:lnTo>
                  <a:pt x="206832" y="67333"/>
                </a:lnTo>
                <a:cubicBezTo>
                  <a:pt x="205964" y="73025"/>
                  <a:pt x="203443" y="78208"/>
                  <a:pt x="199269" y="82882"/>
                </a:cubicBezTo>
                <a:cubicBezTo>
                  <a:pt x="195095" y="87556"/>
                  <a:pt x="189866" y="89893"/>
                  <a:pt x="183584" y="89893"/>
                </a:cubicBezTo>
                <a:cubicBezTo>
                  <a:pt x="176765" y="89893"/>
                  <a:pt x="170927" y="87244"/>
                  <a:pt x="166070" y="81945"/>
                </a:cubicBezTo>
                <a:cubicBezTo>
                  <a:pt x="161214" y="76644"/>
                  <a:pt x="158786" y="69518"/>
                  <a:pt x="158786" y="60568"/>
                </a:cubicBezTo>
                <a:cubicBezTo>
                  <a:pt x="158786" y="50876"/>
                  <a:pt x="161276" y="43318"/>
                  <a:pt x="166256" y="37895"/>
                </a:cubicBezTo>
                <a:cubicBezTo>
                  <a:pt x="171237" y="32470"/>
                  <a:pt x="177488" y="29758"/>
                  <a:pt x="185010" y="29758"/>
                </a:cubicBezTo>
                <a:cubicBezTo>
                  <a:pt x="191375" y="29758"/>
                  <a:pt x="196603" y="31850"/>
                  <a:pt x="200695" y="36035"/>
                </a:cubicBezTo>
                <a:cubicBezTo>
                  <a:pt x="204787" y="40218"/>
                  <a:pt x="206832" y="45813"/>
                  <a:pt x="206832" y="52820"/>
                </a:cubicBezTo>
                <a:lnTo>
                  <a:pt x="167589" y="52820"/>
                </a:lnTo>
                <a:moveTo>
                  <a:pt x="167589" y="49224"/>
                </a:moveTo>
                <a:lnTo>
                  <a:pt x="193875" y="49224"/>
                </a:lnTo>
                <a:cubicBezTo>
                  <a:pt x="193669" y="45617"/>
                  <a:pt x="193235" y="43076"/>
                  <a:pt x="192573" y="41601"/>
                </a:cubicBezTo>
                <a:cubicBezTo>
                  <a:pt x="191540" y="39305"/>
                  <a:pt x="190001" y="37501"/>
                  <a:pt x="187955" y="36190"/>
                </a:cubicBezTo>
                <a:cubicBezTo>
                  <a:pt x="185909" y="34878"/>
                  <a:pt x="183770" y="34222"/>
                  <a:pt x="181538" y="34222"/>
                </a:cubicBezTo>
                <a:cubicBezTo>
                  <a:pt x="178108" y="34222"/>
                  <a:pt x="175039" y="35543"/>
                  <a:pt x="172332" y="38187"/>
                </a:cubicBezTo>
                <a:cubicBezTo>
                  <a:pt x="169625" y="40831"/>
                  <a:pt x="168044" y="44510"/>
                  <a:pt x="167589" y="49224"/>
                </a:cubicBezTo>
                <a:close/>
                <a:moveTo>
                  <a:pt x="262521" y="66583"/>
                </a:moveTo>
                <a:cubicBezTo>
                  <a:pt x="260992" y="74064"/>
                  <a:pt x="257995" y="79819"/>
                  <a:pt x="253531" y="83849"/>
                </a:cubicBezTo>
                <a:cubicBezTo>
                  <a:pt x="249068" y="87879"/>
                  <a:pt x="244129" y="89893"/>
                  <a:pt x="238715" y="89893"/>
                </a:cubicBezTo>
                <a:cubicBezTo>
                  <a:pt x="232267" y="89893"/>
                  <a:pt x="226646" y="87190"/>
                  <a:pt x="221852" y="81782"/>
                </a:cubicBezTo>
                <a:cubicBezTo>
                  <a:pt x="217057" y="76373"/>
                  <a:pt x="214660" y="69064"/>
                  <a:pt x="214660" y="59857"/>
                </a:cubicBezTo>
                <a:cubicBezTo>
                  <a:pt x="214660" y="50938"/>
                  <a:pt x="217316" y="43693"/>
                  <a:pt x="222627" y="38119"/>
                </a:cubicBezTo>
                <a:cubicBezTo>
                  <a:pt x="227938" y="32545"/>
                  <a:pt x="234313" y="29758"/>
                  <a:pt x="241752" y="29758"/>
                </a:cubicBezTo>
                <a:cubicBezTo>
                  <a:pt x="247332" y="29758"/>
                  <a:pt x="251920" y="31241"/>
                  <a:pt x="255515" y="34206"/>
                </a:cubicBezTo>
                <a:cubicBezTo>
                  <a:pt x="259111" y="37170"/>
                  <a:pt x="260909" y="40249"/>
                  <a:pt x="260909" y="43441"/>
                </a:cubicBezTo>
                <a:cubicBezTo>
                  <a:pt x="260909" y="45017"/>
                  <a:pt x="260403" y="46293"/>
                  <a:pt x="259390" y="47268"/>
                </a:cubicBezTo>
                <a:cubicBezTo>
                  <a:pt x="258377" y="48242"/>
                  <a:pt x="256962" y="48728"/>
                  <a:pt x="255143" y="48728"/>
                </a:cubicBezTo>
                <a:cubicBezTo>
                  <a:pt x="252705" y="48728"/>
                  <a:pt x="250866" y="47937"/>
                  <a:pt x="249626" y="46353"/>
                </a:cubicBezTo>
                <a:cubicBezTo>
                  <a:pt x="248923" y="45478"/>
                  <a:pt x="248458" y="43810"/>
                  <a:pt x="248231" y="41351"/>
                </a:cubicBezTo>
                <a:cubicBezTo>
                  <a:pt x="248004" y="38892"/>
                  <a:pt x="247167" y="37016"/>
                  <a:pt x="245720" y="35725"/>
                </a:cubicBezTo>
                <a:cubicBezTo>
                  <a:pt x="244273" y="34475"/>
                  <a:pt x="242269" y="33850"/>
                  <a:pt x="239706" y="33850"/>
                </a:cubicBezTo>
                <a:cubicBezTo>
                  <a:pt x="235573" y="33850"/>
                  <a:pt x="232246" y="35379"/>
                  <a:pt x="229725" y="38437"/>
                </a:cubicBezTo>
                <a:cubicBezTo>
                  <a:pt x="226377" y="42488"/>
                  <a:pt x="224704" y="47840"/>
                  <a:pt x="224704" y="54494"/>
                </a:cubicBezTo>
                <a:cubicBezTo>
                  <a:pt x="224704" y="61272"/>
                  <a:pt x="226367" y="67255"/>
                  <a:pt x="229694" y="72442"/>
                </a:cubicBezTo>
                <a:cubicBezTo>
                  <a:pt x="233021" y="77629"/>
                  <a:pt x="237516" y="80222"/>
                  <a:pt x="243178" y="80222"/>
                </a:cubicBezTo>
                <a:cubicBezTo>
                  <a:pt x="247229" y="80222"/>
                  <a:pt x="250866" y="78838"/>
                  <a:pt x="254089" y="76068"/>
                </a:cubicBezTo>
                <a:cubicBezTo>
                  <a:pt x="256363" y="74167"/>
                  <a:pt x="258574" y="70716"/>
                  <a:pt x="260723" y="65715"/>
                </a:cubicBezTo>
                <a:lnTo>
                  <a:pt x="262521" y="66583"/>
                </a:lnTo>
                <a:close/>
                <a:moveTo>
                  <a:pt x="287025" y="12647"/>
                </a:moveTo>
                <a:lnTo>
                  <a:pt x="287025" y="31370"/>
                </a:lnTo>
                <a:lnTo>
                  <a:pt x="300292" y="31370"/>
                </a:lnTo>
                <a:lnTo>
                  <a:pt x="300292" y="35585"/>
                </a:lnTo>
                <a:lnTo>
                  <a:pt x="287025" y="35709"/>
                </a:lnTo>
                <a:lnTo>
                  <a:pt x="287025" y="72585"/>
                </a:lnTo>
                <a:cubicBezTo>
                  <a:pt x="287025" y="76267"/>
                  <a:pt x="287552" y="78750"/>
                  <a:pt x="288606" y="80034"/>
                </a:cubicBezTo>
                <a:cubicBezTo>
                  <a:pt x="289660" y="81317"/>
                  <a:pt x="291014" y="81958"/>
                  <a:pt x="292667" y="81958"/>
                </a:cubicBezTo>
                <a:cubicBezTo>
                  <a:pt x="294031" y="81958"/>
                  <a:pt x="295353" y="81529"/>
                  <a:pt x="296635" y="80672"/>
                </a:cubicBezTo>
                <a:cubicBezTo>
                  <a:pt x="297916" y="79814"/>
                  <a:pt x="298908" y="78548"/>
                  <a:pt x="299610" y="76874"/>
                </a:cubicBezTo>
                <a:lnTo>
                  <a:pt x="302028" y="76874"/>
                </a:lnTo>
                <a:cubicBezTo>
                  <a:pt x="300582" y="80945"/>
                  <a:pt x="298536" y="84009"/>
                  <a:pt x="295891" y="86065"/>
                </a:cubicBezTo>
                <a:cubicBezTo>
                  <a:pt x="293245" y="88121"/>
                  <a:pt x="290518" y="89150"/>
                  <a:pt x="287707" y="89150"/>
                </a:cubicBezTo>
                <a:cubicBezTo>
                  <a:pt x="285806" y="89150"/>
                  <a:pt x="283946" y="88621"/>
                  <a:pt x="282128" y="87563"/>
                </a:cubicBezTo>
                <a:cubicBezTo>
                  <a:pt x="280309" y="86505"/>
                  <a:pt x="278966" y="84991"/>
                  <a:pt x="278098" y="83022"/>
                </a:cubicBezTo>
                <a:cubicBezTo>
                  <a:pt x="277230" y="81052"/>
                  <a:pt x="276796" y="78014"/>
                  <a:pt x="276796" y="73908"/>
                </a:cubicBezTo>
                <a:lnTo>
                  <a:pt x="276796" y="35585"/>
                </a:lnTo>
                <a:lnTo>
                  <a:pt x="267807" y="35585"/>
                </a:lnTo>
                <a:lnTo>
                  <a:pt x="267807" y="33598"/>
                </a:lnTo>
                <a:cubicBezTo>
                  <a:pt x="270080" y="32694"/>
                  <a:pt x="272405" y="31163"/>
                  <a:pt x="274781" y="29006"/>
                </a:cubicBezTo>
                <a:cubicBezTo>
                  <a:pt x="277158" y="26849"/>
                  <a:pt x="279276" y="24278"/>
                  <a:pt x="281136" y="21294"/>
                </a:cubicBezTo>
                <a:cubicBezTo>
                  <a:pt x="282086" y="19718"/>
                  <a:pt x="283409" y="16836"/>
                  <a:pt x="285103" y="12647"/>
                </a:cubicBezTo>
                <a:lnTo>
                  <a:pt x="287025" y="126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186E9-7EC8-4852-9E95-07D788C8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87" y="2728360"/>
            <a:ext cx="717596" cy="187845"/>
          </a:xfrm>
          <a:custGeom xmlns:a="http://schemas.openxmlformats.org/drawingml/2006/main">
            <a:pathLst>
              <a:path w="717596" h="187845">
                <a:moveTo>
                  <a:pt x="717596" y="0"/>
                </a:moveTo>
                <a:lnTo>
                  <a:pt x="717596" y="187845"/>
                </a:lnTo>
                <a:lnTo>
                  <a:pt x="0" y="18784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E9A9B-C012-4ED4-A56D-CE77D1E8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87" y="2755570"/>
            <a:ext cx="717596" cy="160636"/>
          </a:xfrm>
          <a:custGeom xmlns:a="http://schemas.openxmlformats.org/drawingml/2006/main">
            <a:pathLst>
              <a:path w="717596" h="160636" fill="none">
                <a:moveTo>
                  <a:pt x="0" y="160636"/>
                </a:moveTo>
                <a:lnTo>
                  <a:pt x="717596" y="160636"/>
                </a:lnTo>
                <a:lnTo>
                  <a:pt x="7175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round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C446A-AE7E-43C7-9631-2E3795A6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154" y="2739967"/>
            <a:ext cx="17857" cy="24531"/>
          </a:xfrm>
          <a:custGeom xmlns:a="http://schemas.openxmlformats.org/drawingml/2006/main">
            <a:pathLst>
              <a:path w="17857" h="24531">
                <a:moveTo>
                  <a:pt x="8929" y="15602"/>
                </a:moveTo>
                <a:lnTo>
                  <a:pt x="0" y="24531"/>
                </a:lnTo>
                <a:lnTo>
                  <a:pt x="8929" y="0"/>
                </a:lnTo>
                <a:lnTo>
                  <a:pt x="17857" y="24531"/>
                </a:lnTo>
                <a:lnTo>
                  <a:pt x="8929" y="15602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C0D78-50A3-41F8-B8CA-180D8C59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154" y="2739967"/>
            <a:ext cx="17857" cy="24531"/>
          </a:xfrm>
          <a:custGeom xmlns:a="http://schemas.openxmlformats.org/drawingml/2006/main">
            <a:pathLst>
              <a:path w="17857" h="24531" fill="none">
                <a:moveTo>
                  <a:pt x="8929" y="15602"/>
                </a:moveTo>
                <a:lnTo>
                  <a:pt x="17857" y="24531"/>
                </a:lnTo>
                <a:lnTo>
                  <a:pt x="8929" y="0"/>
                </a:lnTo>
                <a:lnTo>
                  <a:pt x="0" y="24531"/>
                </a:lnTo>
                <a:lnTo>
                  <a:pt x="8929" y="156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595959"/>
            </a:solidFill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B1156-A98F-487A-8916-6927BD93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47" y="1250200"/>
            <a:ext cx="10" cy="144825"/>
          </a:xfrm>
          <a:custGeom xmlns:a="http://schemas.openxmlformats.org/drawingml/2006/main">
            <a:pathLst>
              <a:path w="1" h="144825">
                <a:moveTo>
                  <a:pt x="0" y="0"/>
                </a:moveTo>
                <a:lnTo>
                  <a:pt x="0" y="14482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AE0437-DE28-480F-87BE-482A795A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47" y="1250200"/>
            <a:ext cx="10" cy="117616"/>
          </a:xfrm>
          <a:custGeom xmlns:a="http://schemas.openxmlformats.org/drawingml/2006/main">
            <a:pathLst>
              <a:path w="1" h="117616" fill="none">
                <a:moveTo>
                  <a:pt x="0" y="0"/>
                </a:moveTo>
                <a:lnTo>
                  <a:pt x="0" y="117616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04147-514E-4F66-B531-5CC59EFE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18" y="1358887"/>
            <a:ext cx="17857" cy="24531"/>
          </a:xfrm>
          <a:custGeom xmlns:a="http://schemas.openxmlformats.org/drawingml/2006/main">
            <a:pathLst>
              <a:path w="17857" h="24531">
                <a:moveTo>
                  <a:pt x="8929" y="8929"/>
                </a:moveTo>
                <a:lnTo>
                  <a:pt x="17857" y="0"/>
                </a:lnTo>
                <a:lnTo>
                  <a:pt x="8929" y="24531"/>
                </a:lnTo>
                <a:lnTo>
                  <a:pt x="0" y="0"/>
                </a:lnTo>
                <a:lnTo>
                  <a:pt x="8929" y="8929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8BB439-22F2-4FCB-8D3F-465CD9D4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18" y="1358887"/>
            <a:ext cx="17857" cy="24531"/>
          </a:xfrm>
          <a:custGeom xmlns:a="http://schemas.openxmlformats.org/drawingml/2006/main">
            <a:pathLst>
              <a:path w="17857" h="24531" fill="none">
                <a:moveTo>
                  <a:pt x="8929" y="8929"/>
                </a:moveTo>
                <a:lnTo>
                  <a:pt x="0" y="0"/>
                </a:lnTo>
                <a:lnTo>
                  <a:pt x="8929" y="24531"/>
                </a:lnTo>
                <a:lnTo>
                  <a:pt x="17857" y="0"/>
                </a:lnTo>
                <a:lnTo>
                  <a:pt x="8929" y="89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5D10A-8E69-4973-B270-5500955D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76" y="2189915"/>
            <a:ext cx="10" cy="144825"/>
          </a:xfrm>
          <a:custGeom xmlns:a="http://schemas.openxmlformats.org/drawingml/2006/main">
            <a:pathLst>
              <a:path w="1" h="144825">
                <a:moveTo>
                  <a:pt x="0" y="0"/>
                </a:moveTo>
                <a:lnTo>
                  <a:pt x="0" y="14482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61687-F9C5-4DB3-9363-835D9B55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76" y="2189915"/>
            <a:ext cx="10" cy="117616"/>
          </a:xfrm>
          <a:custGeom xmlns:a="http://schemas.openxmlformats.org/drawingml/2006/main">
            <a:pathLst>
              <a:path w="1" h="117616" fill="none">
                <a:moveTo>
                  <a:pt x="0" y="0"/>
                </a:moveTo>
                <a:lnTo>
                  <a:pt x="0" y="117616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AE5A7-1355-41E6-9D30-0735CC10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147" y="2298603"/>
            <a:ext cx="17857" cy="24531"/>
          </a:xfrm>
          <a:custGeom xmlns:a="http://schemas.openxmlformats.org/drawingml/2006/main">
            <a:pathLst>
              <a:path w="17857" h="24531">
                <a:moveTo>
                  <a:pt x="8929" y="8929"/>
                </a:moveTo>
                <a:lnTo>
                  <a:pt x="17857" y="0"/>
                </a:lnTo>
                <a:lnTo>
                  <a:pt x="8929" y="24531"/>
                </a:lnTo>
                <a:lnTo>
                  <a:pt x="0" y="0"/>
                </a:lnTo>
                <a:lnTo>
                  <a:pt x="8929" y="8929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DC051-DD8B-4E4C-828B-398D0C60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147" y="2298603"/>
            <a:ext cx="17857" cy="24531"/>
          </a:xfrm>
          <a:custGeom xmlns:a="http://schemas.openxmlformats.org/drawingml/2006/main">
            <a:pathLst>
              <a:path w="17857" h="24531" fill="none">
                <a:moveTo>
                  <a:pt x="8929" y="8929"/>
                </a:moveTo>
                <a:lnTo>
                  <a:pt x="0" y="0"/>
                </a:lnTo>
                <a:lnTo>
                  <a:pt x="8929" y="24531"/>
                </a:lnTo>
                <a:lnTo>
                  <a:pt x="17857" y="0"/>
                </a:lnTo>
                <a:lnTo>
                  <a:pt x="8929" y="89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6F42F-5559-407B-97C8-EDA9151E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073" y="2132598"/>
            <a:ext cx="3379" cy="154060"/>
          </a:xfrm>
          <a:custGeom xmlns:a="http://schemas.openxmlformats.org/drawingml/2006/main">
            <a:pathLst>
              <a:path w="3379" h="154060">
                <a:moveTo>
                  <a:pt x="0" y="0"/>
                </a:moveTo>
                <a:lnTo>
                  <a:pt x="3379" y="15406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9F580C-F986-4482-A115-422725F7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073" y="2132598"/>
            <a:ext cx="2782" cy="126857"/>
          </a:xfrm>
          <a:custGeom xmlns:a="http://schemas.openxmlformats.org/drawingml/2006/main">
            <a:pathLst>
              <a:path w="2782" h="126857" fill="none">
                <a:moveTo>
                  <a:pt x="0" y="0"/>
                </a:moveTo>
                <a:lnTo>
                  <a:pt x="2782" y="126857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3816F-EEDD-49AF-BC66-9CF007A1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731" y="2250333"/>
            <a:ext cx="17854" cy="24721"/>
          </a:xfrm>
          <a:custGeom xmlns:a="http://schemas.openxmlformats.org/drawingml/2006/main">
            <a:pathLst>
              <a:path w="17854" h="24721">
                <a:moveTo>
                  <a:pt x="9123" y="9122"/>
                </a:moveTo>
                <a:lnTo>
                  <a:pt x="17854" y="0"/>
                </a:lnTo>
                <a:lnTo>
                  <a:pt x="9465" y="24721"/>
                </a:lnTo>
                <a:lnTo>
                  <a:pt x="0" y="392"/>
                </a:lnTo>
                <a:lnTo>
                  <a:pt x="9123" y="9122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98492-FE6C-4F5E-BBD0-41FDBABF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731" y="2250333"/>
            <a:ext cx="17854" cy="24721"/>
          </a:xfrm>
          <a:custGeom xmlns:a="http://schemas.openxmlformats.org/drawingml/2006/main">
            <a:pathLst>
              <a:path w="17854" h="24721" fill="none">
                <a:moveTo>
                  <a:pt x="9123" y="9122"/>
                </a:moveTo>
                <a:lnTo>
                  <a:pt x="0" y="392"/>
                </a:lnTo>
                <a:lnTo>
                  <a:pt x="9465" y="24721"/>
                </a:lnTo>
                <a:lnTo>
                  <a:pt x="17854" y="0"/>
                </a:lnTo>
                <a:lnTo>
                  <a:pt x="9123" y="91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1982C2-1A62-4C7E-AE22-1CC1F06F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957" y="2135172"/>
            <a:ext cx="450" cy="153610"/>
          </a:xfrm>
          <a:custGeom xmlns:a="http://schemas.openxmlformats.org/drawingml/2006/main">
            <a:pathLst>
              <a:path w="450" h="153610">
                <a:moveTo>
                  <a:pt x="0" y="0"/>
                </a:moveTo>
                <a:lnTo>
                  <a:pt x="450" y="15361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586AD-0882-4942-A66D-AEDCAB86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957" y="2135172"/>
            <a:ext cx="371" cy="126401"/>
          </a:xfrm>
          <a:custGeom xmlns:a="http://schemas.openxmlformats.org/drawingml/2006/main">
            <a:pathLst>
              <a:path w="371" h="126401" fill="none">
                <a:moveTo>
                  <a:pt x="0" y="0"/>
                </a:moveTo>
                <a:lnTo>
                  <a:pt x="371" y="126401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7210D4-CB99-4449-A7DD-2EF15787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373" y="2252617"/>
            <a:ext cx="17857" cy="24557"/>
          </a:xfrm>
          <a:custGeom xmlns:a="http://schemas.openxmlformats.org/drawingml/2006/main">
            <a:pathLst>
              <a:path w="17857" h="24557">
                <a:moveTo>
                  <a:pt x="8955" y="8955"/>
                </a:moveTo>
                <a:lnTo>
                  <a:pt x="17857" y="0"/>
                </a:lnTo>
                <a:lnTo>
                  <a:pt x="9001" y="24557"/>
                </a:lnTo>
                <a:lnTo>
                  <a:pt x="0" y="52"/>
                </a:lnTo>
                <a:lnTo>
                  <a:pt x="8955" y="8955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978C2-3966-4EED-A2FA-CBAFD1E0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373" y="2252617"/>
            <a:ext cx="17857" cy="24557"/>
          </a:xfrm>
          <a:custGeom xmlns:a="http://schemas.openxmlformats.org/drawingml/2006/main">
            <a:pathLst>
              <a:path w="17857" h="24557" fill="none">
                <a:moveTo>
                  <a:pt x="8955" y="8955"/>
                </a:moveTo>
                <a:lnTo>
                  <a:pt x="0" y="52"/>
                </a:lnTo>
                <a:lnTo>
                  <a:pt x="9001" y="24557"/>
                </a:lnTo>
                <a:lnTo>
                  <a:pt x="17857" y="0"/>
                </a:lnTo>
                <a:lnTo>
                  <a:pt x="8955" y="89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7E822-7032-4481-A417-31889A5D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093" y="2625809"/>
            <a:ext cx="124910" cy="138147"/>
          </a:xfrm>
          <a:custGeom xmlns:a="http://schemas.openxmlformats.org/drawingml/2006/main">
            <a:pathLst>
              <a:path w="124910" h="138147">
                <a:moveTo>
                  <a:pt x="0" y="0"/>
                </a:moveTo>
                <a:lnTo>
                  <a:pt x="124910" y="0"/>
                </a:lnTo>
                <a:lnTo>
                  <a:pt x="124910" y="138147"/>
                </a:lnTo>
                <a:lnTo>
                  <a:pt x="0" y="1381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fd22449684faf"/>
          <a:stretch xmlns:a="http://schemas.openxmlformats.org/drawingml/2006/main"/>
        </p:blipFill>
        <p:spPr>
          <a:xfrm xmlns:a="http://schemas.openxmlformats.org/drawingml/2006/main">
            <a:off x="418093" y="2626182"/>
            <a:ext cx="124910" cy="137401"/>
          </a:xfrm>
          <a:prstGeom xmlns:a="http://schemas.openxmlformats.org/drawingml/2006/main" prst="rect">
            <a:avLst/>
          </a:prstGeom>
        </p:spPr>
      </p:pic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27DDC-EFBF-49CB-AC8C-9ACFB44D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402" y="2405041"/>
            <a:ext cx="124910" cy="138147"/>
          </a:xfrm>
          <a:custGeom xmlns:a="http://schemas.openxmlformats.org/drawingml/2006/main">
            <a:pathLst>
              <a:path w="124910" h="138147">
                <a:moveTo>
                  <a:pt x="0" y="0"/>
                </a:moveTo>
                <a:lnTo>
                  <a:pt x="124910" y="0"/>
                </a:lnTo>
                <a:lnTo>
                  <a:pt x="124910" y="138147"/>
                </a:lnTo>
                <a:lnTo>
                  <a:pt x="0" y="1381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c61c87f7b4275"/>
          <a:stretch xmlns:a="http://schemas.openxmlformats.org/drawingml/2006/main"/>
        </p:blipFill>
        <p:spPr>
          <a:xfrm xmlns:a="http://schemas.openxmlformats.org/drawingml/2006/main">
            <a:off x="2768402" y="2405415"/>
            <a:ext cx="124909" cy="137400"/>
          </a:xfrm>
          <a:prstGeom xmlns:a="http://schemas.openxmlformats.org/drawingml/2006/main" prst="rect">
            <a:avLst/>
          </a:prstGeom>
        </p:spPr>
      </p:pic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DBF62B-9C10-43C3-AE37-7E3099F8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791" y="1719752"/>
            <a:ext cx="124910" cy="138147"/>
          </a:xfrm>
          <a:custGeom xmlns:a="http://schemas.openxmlformats.org/drawingml/2006/main">
            <a:pathLst>
              <a:path w="124910" h="138147">
                <a:moveTo>
                  <a:pt x="0" y="0"/>
                </a:moveTo>
                <a:lnTo>
                  <a:pt x="124910" y="0"/>
                </a:lnTo>
                <a:lnTo>
                  <a:pt x="124910" y="138147"/>
                </a:lnTo>
                <a:lnTo>
                  <a:pt x="0" y="1381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7f7417ba742bf"/>
          <a:stretch xmlns:a="http://schemas.openxmlformats.org/drawingml/2006/main"/>
        </p:blipFill>
        <p:spPr>
          <a:xfrm xmlns:a="http://schemas.openxmlformats.org/drawingml/2006/main">
            <a:off x="4328791" y="1720125"/>
            <a:ext cx="124909" cy="137400"/>
          </a:xfrm>
          <a:prstGeom xmlns:a="http://schemas.openxmlformats.org/drawingml/2006/main" prst="rect">
            <a:avLst/>
          </a:prstGeom>
        </p:spPr>
      </p:pic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3F1B9-C6E7-409F-A973-68803AAF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833" y="1730363"/>
            <a:ext cx="124910" cy="138147"/>
          </a:xfrm>
          <a:custGeom xmlns:a="http://schemas.openxmlformats.org/drawingml/2006/main">
            <a:pathLst>
              <a:path w="124910" h="138147">
                <a:moveTo>
                  <a:pt x="0" y="0"/>
                </a:moveTo>
                <a:lnTo>
                  <a:pt x="124910" y="0"/>
                </a:lnTo>
                <a:lnTo>
                  <a:pt x="124910" y="138147"/>
                </a:lnTo>
                <a:lnTo>
                  <a:pt x="0" y="1381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801258a85472f"/>
          <a:stretch xmlns:a="http://schemas.openxmlformats.org/drawingml/2006/main"/>
        </p:blipFill>
        <p:spPr>
          <a:xfrm xmlns:a="http://schemas.openxmlformats.org/drawingml/2006/main">
            <a:off x="5697833" y="1730737"/>
            <a:ext cx="124910" cy="137400"/>
          </a:xfrm>
          <a:prstGeom xmlns:a="http://schemas.openxmlformats.org/drawingml/2006/main" prst="rect">
            <a:avLst/>
          </a:prstGeom>
        </p:spPr>
      </p:pic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36C7E-235A-4D88-818E-3619673A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03" y="660800"/>
            <a:ext cx="10" cy="144826"/>
          </a:xfrm>
          <a:custGeom xmlns:a="http://schemas.openxmlformats.org/drawingml/2006/main">
            <a:pathLst>
              <a:path w="1" h="144826">
                <a:moveTo>
                  <a:pt x="0" y="0"/>
                </a:moveTo>
                <a:lnTo>
                  <a:pt x="0" y="14482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CC7875-8F5E-449E-BD5D-00205257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03" y="660800"/>
            <a:ext cx="10" cy="117616"/>
          </a:xfrm>
          <a:custGeom xmlns:a="http://schemas.openxmlformats.org/drawingml/2006/main">
            <a:pathLst>
              <a:path w="1" h="117616" fill="none">
                <a:moveTo>
                  <a:pt x="0" y="0"/>
                </a:moveTo>
                <a:lnTo>
                  <a:pt x="0" y="117616"/>
                </a:lnTo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round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96D82-C90C-4CBB-8A35-4A4F6543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75" y="769487"/>
            <a:ext cx="17857" cy="24531"/>
          </a:xfrm>
          <a:custGeom xmlns:a="http://schemas.openxmlformats.org/drawingml/2006/main">
            <a:pathLst>
              <a:path w="17857" h="24531">
                <a:moveTo>
                  <a:pt x="8929" y="8929"/>
                </a:moveTo>
                <a:lnTo>
                  <a:pt x="17857" y="0"/>
                </a:lnTo>
                <a:lnTo>
                  <a:pt x="8929" y="24531"/>
                </a:lnTo>
                <a:lnTo>
                  <a:pt x="0" y="0"/>
                </a:lnTo>
                <a:lnTo>
                  <a:pt x="8929" y="8929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E4836-B8C2-459C-A9FE-0EC52E73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75" y="769487"/>
            <a:ext cx="17857" cy="24531"/>
          </a:xfrm>
          <a:custGeom xmlns:a="http://schemas.openxmlformats.org/drawingml/2006/main">
            <a:pathLst>
              <a:path w="17857" h="24531" fill="none">
                <a:moveTo>
                  <a:pt x="8929" y="8929"/>
                </a:moveTo>
                <a:lnTo>
                  <a:pt x="0" y="0"/>
                </a:lnTo>
                <a:lnTo>
                  <a:pt x="8929" y="24531"/>
                </a:lnTo>
                <a:lnTo>
                  <a:pt x="17857" y="0"/>
                </a:lnTo>
                <a:lnTo>
                  <a:pt x="8929" y="89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39" cap="flat">
            <a:solidFill>
              <a:srgbClr val="434343"/>
            </a:solidFill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853B5A-B866-4240-A3D2-22D812AB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812" y="566776"/>
            <a:ext cx="646422" cy="307670"/>
          </a:xfrm>
          <a:custGeom xmlns:a="http://schemas.openxmlformats.org/drawingml/2006/main">
            <a:pathLst>
              <a:path w="646422" h="307670">
                <a:moveTo>
                  <a:pt x="0" y="0"/>
                </a:moveTo>
                <a:lnTo>
                  <a:pt x="646422" y="0"/>
                </a:lnTo>
                <a:lnTo>
                  <a:pt x="646422" y="307670"/>
                </a:lnTo>
                <a:lnTo>
                  <a:pt x="0" y="307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Text Snowball">
            <a:extLst xmlns:a="http://schemas.openxmlformats.org/drawingml/2006/main">
              <a:ext uri="{FF2B5EF4-FFF2-40B4-BE49-F238E27FC236}">
                <a16:creationId xmlns:a16="http://schemas.microsoft.com/office/drawing/2014/main" id="{6C28D075-1385-493E-88C0-C4A198AB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259" y="672019"/>
            <a:ext cx="468866" cy="90017"/>
          </a:xfrm>
          <a:custGeom xmlns:a="http://schemas.openxmlformats.org/drawingml/2006/main">
            <a:pathLst>
              <a:path w="468866" h="90017">
                <a:moveTo>
                  <a:pt x="50278" y="2232"/>
                </a:moveTo>
                <a:lnTo>
                  <a:pt x="50278" y="31370"/>
                </a:lnTo>
                <a:lnTo>
                  <a:pt x="47985" y="31370"/>
                </a:lnTo>
                <a:cubicBezTo>
                  <a:pt x="47241" y="25776"/>
                  <a:pt x="45908" y="21322"/>
                  <a:pt x="43986" y="18008"/>
                </a:cubicBezTo>
                <a:cubicBezTo>
                  <a:pt x="42064" y="14692"/>
                  <a:pt x="39326" y="12061"/>
                  <a:pt x="35771" y="10113"/>
                </a:cubicBezTo>
                <a:cubicBezTo>
                  <a:pt x="32217" y="8165"/>
                  <a:pt x="28539" y="7191"/>
                  <a:pt x="24736" y="7191"/>
                </a:cubicBezTo>
                <a:cubicBezTo>
                  <a:pt x="20438" y="7191"/>
                  <a:pt x="16883" y="8502"/>
                  <a:pt x="14073" y="11122"/>
                </a:cubicBezTo>
                <a:cubicBezTo>
                  <a:pt x="11263" y="13743"/>
                  <a:pt x="9857" y="16724"/>
                  <a:pt x="9857" y="20065"/>
                </a:cubicBezTo>
                <a:cubicBezTo>
                  <a:pt x="9857" y="22624"/>
                  <a:pt x="10746" y="24956"/>
                  <a:pt x="12523" y="27061"/>
                </a:cubicBezTo>
                <a:cubicBezTo>
                  <a:pt x="15086" y="30156"/>
                  <a:pt x="21182" y="34282"/>
                  <a:pt x="30812" y="39439"/>
                </a:cubicBezTo>
                <a:cubicBezTo>
                  <a:pt x="38665" y="43648"/>
                  <a:pt x="44027" y="46878"/>
                  <a:pt x="46900" y="49128"/>
                </a:cubicBezTo>
                <a:cubicBezTo>
                  <a:pt x="49772" y="51376"/>
                  <a:pt x="51983" y="54028"/>
                  <a:pt x="53533" y="57082"/>
                </a:cubicBezTo>
                <a:cubicBezTo>
                  <a:pt x="55083" y="60136"/>
                  <a:pt x="55858" y="63334"/>
                  <a:pt x="55858" y="66678"/>
                </a:cubicBezTo>
                <a:cubicBezTo>
                  <a:pt x="55858" y="73034"/>
                  <a:pt x="53388" y="78513"/>
                  <a:pt x="48449" y="83115"/>
                </a:cubicBezTo>
                <a:cubicBezTo>
                  <a:pt x="43511" y="87717"/>
                  <a:pt x="37156" y="90017"/>
                  <a:pt x="29386" y="90017"/>
                </a:cubicBezTo>
                <a:cubicBezTo>
                  <a:pt x="26947" y="90017"/>
                  <a:pt x="24654" y="89829"/>
                  <a:pt x="22504" y="89452"/>
                </a:cubicBezTo>
                <a:cubicBezTo>
                  <a:pt x="21223" y="89243"/>
                  <a:pt x="18568" y="88479"/>
                  <a:pt x="14538" y="87160"/>
                </a:cubicBezTo>
                <a:cubicBezTo>
                  <a:pt x="10508" y="85841"/>
                  <a:pt x="7956" y="85182"/>
                  <a:pt x="6882" y="85182"/>
                </a:cubicBezTo>
                <a:cubicBezTo>
                  <a:pt x="5848" y="85182"/>
                  <a:pt x="5032" y="85496"/>
                  <a:pt x="4433" y="86123"/>
                </a:cubicBezTo>
                <a:cubicBezTo>
                  <a:pt x="3833" y="86751"/>
                  <a:pt x="3389" y="88049"/>
                  <a:pt x="3100" y="90017"/>
                </a:cubicBezTo>
                <a:lnTo>
                  <a:pt x="806" y="90017"/>
                </a:lnTo>
                <a:lnTo>
                  <a:pt x="806" y="61128"/>
                </a:lnTo>
                <a:lnTo>
                  <a:pt x="3100" y="61128"/>
                </a:lnTo>
                <a:cubicBezTo>
                  <a:pt x="4174" y="67177"/>
                  <a:pt x="5621" y="71704"/>
                  <a:pt x="7439" y="74708"/>
                </a:cubicBezTo>
                <a:cubicBezTo>
                  <a:pt x="9258" y="77713"/>
                  <a:pt x="12037" y="80209"/>
                  <a:pt x="15778" y="82198"/>
                </a:cubicBezTo>
                <a:cubicBezTo>
                  <a:pt x="19518" y="84187"/>
                  <a:pt x="23620" y="85182"/>
                  <a:pt x="28084" y="85182"/>
                </a:cubicBezTo>
                <a:cubicBezTo>
                  <a:pt x="33250" y="85182"/>
                  <a:pt x="37332" y="83817"/>
                  <a:pt x="40328" y="81088"/>
                </a:cubicBezTo>
                <a:cubicBezTo>
                  <a:pt x="43325" y="78359"/>
                  <a:pt x="44823" y="75134"/>
                  <a:pt x="44823" y="71413"/>
                </a:cubicBezTo>
                <a:cubicBezTo>
                  <a:pt x="44823" y="69345"/>
                  <a:pt x="44254" y="67257"/>
                  <a:pt x="43118" y="65150"/>
                </a:cubicBezTo>
                <a:cubicBezTo>
                  <a:pt x="41981" y="63040"/>
                  <a:pt x="40214" y="61076"/>
                  <a:pt x="37817" y="59256"/>
                </a:cubicBezTo>
                <a:cubicBezTo>
                  <a:pt x="36205" y="58016"/>
                  <a:pt x="31804" y="55397"/>
                  <a:pt x="24612" y="51398"/>
                </a:cubicBezTo>
                <a:cubicBezTo>
                  <a:pt x="17421" y="47398"/>
                  <a:pt x="12306" y="44201"/>
                  <a:pt x="9268" y="41806"/>
                </a:cubicBezTo>
                <a:cubicBezTo>
                  <a:pt x="6231" y="39412"/>
                  <a:pt x="3926" y="36769"/>
                  <a:pt x="2356" y="33879"/>
                </a:cubicBezTo>
                <a:cubicBezTo>
                  <a:pt x="785" y="30988"/>
                  <a:pt x="0" y="27809"/>
                  <a:pt x="0" y="24341"/>
                </a:cubicBezTo>
                <a:cubicBezTo>
                  <a:pt x="0" y="18313"/>
                  <a:pt x="2314" y="13122"/>
                  <a:pt x="6943" y="8767"/>
                </a:cubicBezTo>
                <a:cubicBezTo>
                  <a:pt x="11572" y="4410"/>
                  <a:pt x="17462" y="2232"/>
                  <a:pt x="24612" y="2232"/>
                </a:cubicBezTo>
                <a:cubicBezTo>
                  <a:pt x="29076" y="2232"/>
                  <a:pt x="33808" y="3327"/>
                  <a:pt x="38809" y="5518"/>
                </a:cubicBezTo>
                <a:cubicBezTo>
                  <a:pt x="41124" y="6551"/>
                  <a:pt x="42756" y="7067"/>
                  <a:pt x="43707" y="7067"/>
                </a:cubicBezTo>
                <a:cubicBezTo>
                  <a:pt x="44781" y="7067"/>
                  <a:pt x="45660" y="6747"/>
                  <a:pt x="46342" y="6107"/>
                </a:cubicBezTo>
                <a:cubicBezTo>
                  <a:pt x="47024" y="5466"/>
                  <a:pt x="47571" y="4174"/>
                  <a:pt x="47985" y="2232"/>
                </a:cubicBezTo>
                <a:lnTo>
                  <a:pt x="50278" y="2232"/>
                </a:lnTo>
                <a:close/>
                <a:moveTo>
                  <a:pt x="83179" y="41723"/>
                </a:moveTo>
                <a:cubicBezTo>
                  <a:pt x="89833" y="33746"/>
                  <a:pt x="96177" y="29758"/>
                  <a:pt x="102211" y="29758"/>
                </a:cubicBezTo>
                <a:cubicBezTo>
                  <a:pt x="105311" y="29758"/>
                  <a:pt x="107977" y="30531"/>
                  <a:pt x="110209" y="32077"/>
                </a:cubicBezTo>
                <a:cubicBezTo>
                  <a:pt x="112441" y="33622"/>
                  <a:pt x="114218" y="36167"/>
                  <a:pt x="115540" y="39712"/>
                </a:cubicBezTo>
                <a:cubicBezTo>
                  <a:pt x="116450" y="42185"/>
                  <a:pt x="116904" y="45977"/>
                  <a:pt x="116904" y="51088"/>
                </a:cubicBezTo>
                <a:lnTo>
                  <a:pt x="116904" y="75263"/>
                </a:lnTo>
                <a:cubicBezTo>
                  <a:pt x="116904" y="78879"/>
                  <a:pt x="117194" y="81332"/>
                  <a:pt x="117772" y="82621"/>
                </a:cubicBezTo>
                <a:cubicBezTo>
                  <a:pt x="118227" y="83660"/>
                  <a:pt x="118961" y="84471"/>
                  <a:pt x="119973" y="85054"/>
                </a:cubicBezTo>
                <a:cubicBezTo>
                  <a:pt x="120986" y="85635"/>
                  <a:pt x="122856" y="85926"/>
                  <a:pt x="125584" y="85926"/>
                </a:cubicBezTo>
                <a:lnTo>
                  <a:pt x="125584" y="88158"/>
                </a:lnTo>
                <a:lnTo>
                  <a:pt x="97500" y="88158"/>
                </a:lnTo>
                <a:lnTo>
                  <a:pt x="97500" y="85926"/>
                </a:lnTo>
                <a:lnTo>
                  <a:pt x="98678" y="85926"/>
                </a:lnTo>
                <a:cubicBezTo>
                  <a:pt x="101323" y="85926"/>
                  <a:pt x="103172" y="85521"/>
                  <a:pt x="104226" y="84711"/>
                </a:cubicBezTo>
                <a:cubicBezTo>
                  <a:pt x="105280" y="83900"/>
                  <a:pt x="106014" y="82705"/>
                  <a:pt x="106427" y="81125"/>
                </a:cubicBezTo>
                <a:cubicBezTo>
                  <a:pt x="106592" y="80501"/>
                  <a:pt x="106675" y="78547"/>
                  <a:pt x="106675" y="75263"/>
                </a:cubicBezTo>
                <a:lnTo>
                  <a:pt x="106675" y="52053"/>
                </a:lnTo>
                <a:cubicBezTo>
                  <a:pt x="106675" y="46894"/>
                  <a:pt x="106003" y="43150"/>
                  <a:pt x="104660" y="40818"/>
                </a:cubicBezTo>
                <a:cubicBezTo>
                  <a:pt x="103317" y="38487"/>
                  <a:pt x="101054" y="37321"/>
                  <a:pt x="97872" y="37321"/>
                </a:cubicBezTo>
                <a:cubicBezTo>
                  <a:pt x="92953" y="37321"/>
                  <a:pt x="88056" y="40008"/>
                  <a:pt x="83179" y="45381"/>
                </a:cubicBezTo>
                <a:lnTo>
                  <a:pt x="83179" y="75263"/>
                </a:lnTo>
                <a:cubicBezTo>
                  <a:pt x="83179" y="79128"/>
                  <a:pt x="83406" y="81519"/>
                  <a:pt x="83861" y="82435"/>
                </a:cubicBezTo>
                <a:cubicBezTo>
                  <a:pt x="84439" y="83640"/>
                  <a:pt x="85235" y="84523"/>
                  <a:pt x="86248" y="85085"/>
                </a:cubicBezTo>
                <a:cubicBezTo>
                  <a:pt x="87260" y="85646"/>
                  <a:pt x="89316" y="85926"/>
                  <a:pt x="92416" y="85926"/>
                </a:cubicBezTo>
                <a:lnTo>
                  <a:pt x="92416" y="88158"/>
                </a:lnTo>
                <a:lnTo>
                  <a:pt x="64332" y="88158"/>
                </a:lnTo>
                <a:lnTo>
                  <a:pt x="64332" y="85926"/>
                </a:lnTo>
                <a:lnTo>
                  <a:pt x="65572" y="85926"/>
                </a:lnTo>
                <a:cubicBezTo>
                  <a:pt x="68465" y="85926"/>
                  <a:pt x="70418" y="85188"/>
                  <a:pt x="71431" y="83713"/>
                </a:cubicBezTo>
                <a:cubicBezTo>
                  <a:pt x="72443" y="82237"/>
                  <a:pt x="72950" y="79420"/>
                  <a:pt x="72950" y="75263"/>
                </a:cubicBezTo>
                <a:lnTo>
                  <a:pt x="72950" y="54308"/>
                </a:lnTo>
                <a:cubicBezTo>
                  <a:pt x="72950" y="47489"/>
                  <a:pt x="72795" y="43335"/>
                  <a:pt x="72485" y="41847"/>
                </a:cubicBezTo>
                <a:cubicBezTo>
                  <a:pt x="72175" y="40359"/>
                  <a:pt x="71699" y="39346"/>
                  <a:pt x="71059" y="38809"/>
                </a:cubicBezTo>
                <a:cubicBezTo>
                  <a:pt x="70418" y="38272"/>
                  <a:pt x="69560" y="38003"/>
                  <a:pt x="68486" y="38003"/>
                </a:cubicBezTo>
                <a:cubicBezTo>
                  <a:pt x="67329" y="38003"/>
                  <a:pt x="65944" y="38313"/>
                  <a:pt x="64332" y="38933"/>
                </a:cubicBezTo>
                <a:lnTo>
                  <a:pt x="63402" y="36701"/>
                </a:lnTo>
                <a:lnTo>
                  <a:pt x="80513" y="29758"/>
                </a:lnTo>
                <a:lnTo>
                  <a:pt x="83179" y="29758"/>
                </a:lnTo>
                <a:lnTo>
                  <a:pt x="83179" y="41723"/>
                </a:lnTo>
                <a:close/>
                <a:moveTo>
                  <a:pt x="157883" y="29758"/>
                </a:moveTo>
                <a:cubicBezTo>
                  <a:pt x="166480" y="29758"/>
                  <a:pt x="173382" y="33020"/>
                  <a:pt x="178590" y="39543"/>
                </a:cubicBezTo>
                <a:cubicBezTo>
                  <a:pt x="183012" y="45117"/>
                  <a:pt x="185223" y="51516"/>
                  <a:pt x="185223" y="58743"/>
                </a:cubicBezTo>
                <a:cubicBezTo>
                  <a:pt x="185223" y="63821"/>
                  <a:pt x="184004" y="68962"/>
                  <a:pt x="181566" y="74164"/>
                </a:cubicBezTo>
                <a:cubicBezTo>
                  <a:pt x="179127" y="79365"/>
                  <a:pt x="175769" y="83287"/>
                  <a:pt x="171491" y="85930"/>
                </a:cubicBezTo>
                <a:cubicBezTo>
                  <a:pt x="167214" y="88572"/>
                  <a:pt x="162450" y="89893"/>
                  <a:pt x="157201" y="89893"/>
                </a:cubicBezTo>
                <a:cubicBezTo>
                  <a:pt x="148646" y="89893"/>
                  <a:pt x="141847" y="86487"/>
                  <a:pt x="136805" y="79674"/>
                </a:cubicBezTo>
                <a:cubicBezTo>
                  <a:pt x="132548" y="73935"/>
                  <a:pt x="130419" y="67495"/>
                  <a:pt x="130419" y="60353"/>
                </a:cubicBezTo>
                <a:cubicBezTo>
                  <a:pt x="130419" y="55150"/>
                  <a:pt x="131711" y="49979"/>
                  <a:pt x="134294" y="44838"/>
                </a:cubicBezTo>
                <a:cubicBezTo>
                  <a:pt x="136877" y="39698"/>
                  <a:pt x="140277" y="35899"/>
                  <a:pt x="144492" y="33443"/>
                </a:cubicBezTo>
                <a:cubicBezTo>
                  <a:pt x="148708" y="30986"/>
                  <a:pt x="153172" y="29758"/>
                  <a:pt x="157883" y="29758"/>
                </a:cubicBezTo>
                <a:moveTo>
                  <a:pt x="155961" y="33850"/>
                </a:moveTo>
                <a:cubicBezTo>
                  <a:pt x="153771" y="33850"/>
                  <a:pt x="151570" y="34499"/>
                  <a:pt x="149359" y="35797"/>
                </a:cubicBezTo>
                <a:cubicBezTo>
                  <a:pt x="147148" y="37093"/>
                  <a:pt x="145360" y="39368"/>
                  <a:pt x="143996" y="42622"/>
                </a:cubicBezTo>
                <a:cubicBezTo>
                  <a:pt x="142632" y="45875"/>
                  <a:pt x="141950" y="50055"/>
                  <a:pt x="141950" y="55161"/>
                </a:cubicBezTo>
                <a:cubicBezTo>
                  <a:pt x="141950" y="63397"/>
                  <a:pt x="143593" y="70501"/>
                  <a:pt x="146879" y="76473"/>
                </a:cubicBezTo>
                <a:cubicBezTo>
                  <a:pt x="150165" y="82444"/>
                  <a:pt x="154494" y="85430"/>
                  <a:pt x="159867" y="85430"/>
                </a:cubicBezTo>
                <a:cubicBezTo>
                  <a:pt x="163876" y="85430"/>
                  <a:pt x="167183" y="83782"/>
                  <a:pt x="169786" y="80488"/>
                </a:cubicBezTo>
                <a:cubicBezTo>
                  <a:pt x="172390" y="77193"/>
                  <a:pt x="173692" y="71531"/>
                  <a:pt x="173692" y="63501"/>
                </a:cubicBezTo>
                <a:cubicBezTo>
                  <a:pt x="173692" y="53452"/>
                  <a:pt x="171522" y="45545"/>
                  <a:pt x="167183" y="39780"/>
                </a:cubicBezTo>
                <a:cubicBezTo>
                  <a:pt x="164248" y="35826"/>
                  <a:pt x="160508" y="33850"/>
                  <a:pt x="155961" y="33850"/>
                </a:cubicBezTo>
                <a:close/>
                <a:moveTo>
                  <a:pt x="190431" y="31370"/>
                </a:moveTo>
                <a:lnTo>
                  <a:pt x="214237" y="31370"/>
                </a:lnTo>
                <a:lnTo>
                  <a:pt x="214237" y="33602"/>
                </a:lnTo>
                <a:cubicBezTo>
                  <a:pt x="212047" y="33768"/>
                  <a:pt x="210611" y="34164"/>
                  <a:pt x="209929" y="34789"/>
                </a:cubicBezTo>
                <a:cubicBezTo>
                  <a:pt x="209247" y="35413"/>
                  <a:pt x="208906" y="36307"/>
                  <a:pt x="208906" y="37472"/>
                </a:cubicBezTo>
                <a:cubicBezTo>
                  <a:pt x="208906" y="38764"/>
                  <a:pt x="209257" y="40325"/>
                  <a:pt x="209960" y="42157"/>
                </a:cubicBezTo>
                <a:lnTo>
                  <a:pt x="222111" y="74759"/>
                </a:lnTo>
                <a:lnTo>
                  <a:pt x="234324" y="48167"/>
                </a:lnTo>
                <a:lnTo>
                  <a:pt x="231100" y="39863"/>
                </a:lnTo>
                <a:cubicBezTo>
                  <a:pt x="230108" y="37359"/>
                  <a:pt x="228806" y="35626"/>
                  <a:pt x="227195" y="34665"/>
                </a:cubicBezTo>
                <a:cubicBezTo>
                  <a:pt x="226285" y="34081"/>
                  <a:pt x="224591" y="33727"/>
                  <a:pt x="222111" y="33602"/>
                </a:cubicBezTo>
                <a:lnTo>
                  <a:pt x="222111" y="31370"/>
                </a:lnTo>
                <a:lnTo>
                  <a:pt x="249141" y="31370"/>
                </a:lnTo>
                <a:lnTo>
                  <a:pt x="249141" y="33602"/>
                </a:lnTo>
                <a:cubicBezTo>
                  <a:pt x="246165" y="33727"/>
                  <a:pt x="244057" y="34271"/>
                  <a:pt x="242817" y="35233"/>
                </a:cubicBezTo>
                <a:cubicBezTo>
                  <a:pt x="241991" y="35903"/>
                  <a:pt x="241578" y="36971"/>
                  <a:pt x="241578" y="38435"/>
                </a:cubicBezTo>
                <a:cubicBezTo>
                  <a:pt x="241578" y="39262"/>
                  <a:pt x="241743" y="40110"/>
                  <a:pt x="242073" y="40979"/>
                </a:cubicBezTo>
                <a:lnTo>
                  <a:pt x="254969" y="73624"/>
                </a:lnTo>
                <a:lnTo>
                  <a:pt x="266934" y="42157"/>
                </a:lnTo>
                <a:cubicBezTo>
                  <a:pt x="267760" y="39908"/>
                  <a:pt x="268174" y="38118"/>
                  <a:pt x="268174" y="36787"/>
                </a:cubicBezTo>
                <a:cubicBezTo>
                  <a:pt x="268174" y="35995"/>
                  <a:pt x="267771" y="35287"/>
                  <a:pt x="266965" y="34663"/>
                </a:cubicBezTo>
                <a:cubicBezTo>
                  <a:pt x="266159" y="34038"/>
                  <a:pt x="264578" y="33684"/>
                  <a:pt x="262222" y="33602"/>
                </a:cubicBezTo>
                <a:lnTo>
                  <a:pt x="262222" y="31370"/>
                </a:lnTo>
                <a:lnTo>
                  <a:pt x="280139" y="31370"/>
                </a:lnTo>
                <a:lnTo>
                  <a:pt x="280139" y="33602"/>
                </a:lnTo>
                <a:cubicBezTo>
                  <a:pt x="276543" y="34141"/>
                  <a:pt x="273898" y="36591"/>
                  <a:pt x="272203" y="40950"/>
                </a:cubicBezTo>
                <a:lnTo>
                  <a:pt x="253233" y="89893"/>
                </a:lnTo>
                <a:lnTo>
                  <a:pt x="250691" y="89893"/>
                </a:lnTo>
                <a:lnTo>
                  <a:pt x="236494" y="53692"/>
                </a:lnTo>
                <a:lnTo>
                  <a:pt x="219941" y="89893"/>
                </a:lnTo>
                <a:lnTo>
                  <a:pt x="217647" y="89893"/>
                </a:lnTo>
                <a:lnTo>
                  <a:pt x="199421" y="42157"/>
                </a:lnTo>
                <a:cubicBezTo>
                  <a:pt x="198222" y="39118"/>
                  <a:pt x="197044" y="37068"/>
                  <a:pt x="195887" y="36006"/>
                </a:cubicBezTo>
                <a:cubicBezTo>
                  <a:pt x="194730" y="34944"/>
                  <a:pt x="192911" y="34143"/>
                  <a:pt x="190431" y="33602"/>
                </a:cubicBezTo>
                <a:lnTo>
                  <a:pt x="190431" y="31370"/>
                </a:lnTo>
                <a:close/>
                <a:moveTo>
                  <a:pt x="300824" y="41337"/>
                </a:moveTo>
                <a:cubicBezTo>
                  <a:pt x="306321" y="33618"/>
                  <a:pt x="312252" y="29758"/>
                  <a:pt x="318617" y="29758"/>
                </a:cubicBezTo>
                <a:cubicBezTo>
                  <a:pt x="324444" y="29758"/>
                  <a:pt x="329528" y="32245"/>
                  <a:pt x="333867" y="37221"/>
                </a:cubicBezTo>
                <a:cubicBezTo>
                  <a:pt x="338207" y="42196"/>
                  <a:pt x="340377" y="48998"/>
                  <a:pt x="340377" y="57627"/>
                </a:cubicBezTo>
                <a:cubicBezTo>
                  <a:pt x="340377" y="67701"/>
                  <a:pt x="337029" y="75814"/>
                  <a:pt x="330334" y="81966"/>
                </a:cubicBezTo>
                <a:cubicBezTo>
                  <a:pt x="324589" y="87251"/>
                  <a:pt x="318183" y="89893"/>
                  <a:pt x="311115" y="89893"/>
                </a:cubicBezTo>
                <a:cubicBezTo>
                  <a:pt x="307809" y="89893"/>
                  <a:pt x="304451" y="89290"/>
                  <a:pt x="301041" y="88084"/>
                </a:cubicBezTo>
                <a:cubicBezTo>
                  <a:pt x="297631" y="86878"/>
                  <a:pt x="294149" y="85068"/>
                  <a:pt x="290595" y="82654"/>
                </a:cubicBezTo>
                <a:lnTo>
                  <a:pt x="290595" y="23930"/>
                </a:lnTo>
                <a:cubicBezTo>
                  <a:pt x="290595" y="17483"/>
                  <a:pt x="290440" y="13515"/>
                  <a:pt x="290130" y="12027"/>
                </a:cubicBezTo>
                <a:cubicBezTo>
                  <a:pt x="289820" y="10539"/>
                  <a:pt x="289334" y="9527"/>
                  <a:pt x="288673" y="8989"/>
                </a:cubicBezTo>
                <a:cubicBezTo>
                  <a:pt x="288011" y="8452"/>
                  <a:pt x="287185" y="8183"/>
                  <a:pt x="286193" y="8183"/>
                </a:cubicBezTo>
                <a:cubicBezTo>
                  <a:pt x="285036" y="8183"/>
                  <a:pt x="283589" y="8514"/>
                  <a:pt x="281853" y="9175"/>
                </a:cubicBezTo>
                <a:lnTo>
                  <a:pt x="280985" y="6943"/>
                </a:lnTo>
                <a:lnTo>
                  <a:pt x="298034" y="0"/>
                </a:lnTo>
                <a:lnTo>
                  <a:pt x="300824" y="0"/>
                </a:lnTo>
                <a:lnTo>
                  <a:pt x="300824" y="41337"/>
                </a:lnTo>
                <a:moveTo>
                  <a:pt x="300824" y="45284"/>
                </a:moveTo>
                <a:lnTo>
                  <a:pt x="300824" y="79077"/>
                </a:lnTo>
                <a:cubicBezTo>
                  <a:pt x="302932" y="81133"/>
                  <a:pt x="305112" y="82686"/>
                  <a:pt x="307364" y="83735"/>
                </a:cubicBezTo>
                <a:cubicBezTo>
                  <a:pt x="309617" y="84782"/>
                  <a:pt x="311921" y="85306"/>
                  <a:pt x="314277" y="85306"/>
                </a:cubicBezTo>
                <a:cubicBezTo>
                  <a:pt x="318038" y="85306"/>
                  <a:pt x="321541" y="83250"/>
                  <a:pt x="324785" y="79139"/>
                </a:cubicBezTo>
                <a:cubicBezTo>
                  <a:pt x="328030" y="75028"/>
                  <a:pt x="329652" y="69046"/>
                  <a:pt x="329652" y="61193"/>
                </a:cubicBezTo>
                <a:cubicBezTo>
                  <a:pt x="329652" y="53958"/>
                  <a:pt x="328030" y="48398"/>
                  <a:pt x="324785" y="44513"/>
                </a:cubicBezTo>
                <a:cubicBezTo>
                  <a:pt x="321541" y="40628"/>
                  <a:pt x="317852" y="38685"/>
                  <a:pt x="313719" y="38685"/>
                </a:cubicBezTo>
                <a:cubicBezTo>
                  <a:pt x="311528" y="38685"/>
                  <a:pt x="309338" y="39240"/>
                  <a:pt x="307147" y="40349"/>
                </a:cubicBezTo>
                <a:cubicBezTo>
                  <a:pt x="305494" y="41172"/>
                  <a:pt x="303386" y="42817"/>
                  <a:pt x="300824" y="45284"/>
                </a:cubicBezTo>
                <a:close/>
                <a:moveTo>
                  <a:pt x="380922" y="80040"/>
                </a:moveTo>
                <a:cubicBezTo>
                  <a:pt x="375094" y="84544"/>
                  <a:pt x="371436" y="87146"/>
                  <a:pt x="369949" y="87848"/>
                </a:cubicBezTo>
                <a:cubicBezTo>
                  <a:pt x="367717" y="88881"/>
                  <a:pt x="365340" y="89398"/>
                  <a:pt x="362819" y="89398"/>
                </a:cubicBezTo>
                <a:cubicBezTo>
                  <a:pt x="358893" y="89398"/>
                  <a:pt x="355659" y="88054"/>
                  <a:pt x="353117" y="85368"/>
                </a:cubicBezTo>
                <a:cubicBezTo>
                  <a:pt x="350575" y="82681"/>
                  <a:pt x="349304" y="79148"/>
                  <a:pt x="349304" y="74767"/>
                </a:cubicBezTo>
                <a:cubicBezTo>
                  <a:pt x="349304" y="71997"/>
                  <a:pt x="349924" y="69600"/>
                  <a:pt x="351164" y="67575"/>
                </a:cubicBezTo>
                <a:cubicBezTo>
                  <a:pt x="352858" y="64765"/>
                  <a:pt x="355803" y="62120"/>
                  <a:pt x="359998" y="59640"/>
                </a:cubicBezTo>
                <a:cubicBezTo>
                  <a:pt x="364193" y="57160"/>
                  <a:pt x="371168" y="54143"/>
                  <a:pt x="380922" y="50588"/>
                </a:cubicBezTo>
                <a:lnTo>
                  <a:pt x="380922" y="48364"/>
                </a:lnTo>
                <a:cubicBezTo>
                  <a:pt x="380922" y="42723"/>
                  <a:pt x="380023" y="38852"/>
                  <a:pt x="378225" y="36752"/>
                </a:cubicBezTo>
                <a:cubicBezTo>
                  <a:pt x="376427" y="34652"/>
                  <a:pt x="373813" y="33602"/>
                  <a:pt x="370383" y="33602"/>
                </a:cubicBezTo>
                <a:cubicBezTo>
                  <a:pt x="367779" y="33602"/>
                  <a:pt x="365712" y="34304"/>
                  <a:pt x="364183" y="35709"/>
                </a:cubicBezTo>
                <a:cubicBezTo>
                  <a:pt x="362612" y="37115"/>
                  <a:pt x="361827" y="38727"/>
                  <a:pt x="361827" y="40545"/>
                </a:cubicBezTo>
                <a:lnTo>
                  <a:pt x="361951" y="44141"/>
                </a:lnTo>
                <a:cubicBezTo>
                  <a:pt x="361951" y="46042"/>
                  <a:pt x="361465" y="47509"/>
                  <a:pt x="360494" y="48542"/>
                </a:cubicBezTo>
                <a:cubicBezTo>
                  <a:pt x="359523" y="49576"/>
                  <a:pt x="358252" y="50092"/>
                  <a:pt x="356682" y="50092"/>
                </a:cubicBezTo>
                <a:cubicBezTo>
                  <a:pt x="355152" y="50092"/>
                  <a:pt x="353902" y="49554"/>
                  <a:pt x="352931" y="48477"/>
                </a:cubicBezTo>
                <a:cubicBezTo>
                  <a:pt x="351960" y="47398"/>
                  <a:pt x="351474" y="45926"/>
                  <a:pt x="351474" y="44061"/>
                </a:cubicBezTo>
                <a:cubicBezTo>
                  <a:pt x="351474" y="40495"/>
                  <a:pt x="353292" y="37220"/>
                  <a:pt x="356929" y="34235"/>
                </a:cubicBezTo>
                <a:cubicBezTo>
                  <a:pt x="360567" y="31250"/>
                  <a:pt x="365671" y="29758"/>
                  <a:pt x="372242" y="29758"/>
                </a:cubicBezTo>
                <a:cubicBezTo>
                  <a:pt x="377285" y="29758"/>
                  <a:pt x="381418" y="30604"/>
                  <a:pt x="384641" y="32296"/>
                </a:cubicBezTo>
                <a:cubicBezTo>
                  <a:pt x="387080" y="33576"/>
                  <a:pt x="388878" y="35578"/>
                  <a:pt x="390035" y="38304"/>
                </a:cubicBezTo>
                <a:cubicBezTo>
                  <a:pt x="390779" y="40078"/>
                  <a:pt x="391151" y="43711"/>
                  <a:pt x="391151" y="49201"/>
                </a:cubicBezTo>
                <a:lnTo>
                  <a:pt x="391151" y="68459"/>
                </a:lnTo>
                <a:cubicBezTo>
                  <a:pt x="391151" y="73866"/>
                  <a:pt x="391254" y="77179"/>
                  <a:pt x="391461" y="78397"/>
                </a:cubicBezTo>
                <a:cubicBezTo>
                  <a:pt x="391668" y="79615"/>
                  <a:pt x="392009" y="80431"/>
                  <a:pt x="392484" y="80844"/>
                </a:cubicBezTo>
                <a:cubicBezTo>
                  <a:pt x="392959" y="81256"/>
                  <a:pt x="393507" y="81462"/>
                  <a:pt x="394127" y="81462"/>
                </a:cubicBezTo>
                <a:cubicBezTo>
                  <a:pt x="394788" y="81462"/>
                  <a:pt x="395367" y="81317"/>
                  <a:pt x="395863" y="81028"/>
                </a:cubicBezTo>
                <a:cubicBezTo>
                  <a:pt x="396731" y="80491"/>
                  <a:pt x="398404" y="78982"/>
                  <a:pt x="400884" y="76502"/>
                </a:cubicBezTo>
                <a:lnTo>
                  <a:pt x="400884" y="79974"/>
                </a:lnTo>
                <a:cubicBezTo>
                  <a:pt x="396255" y="86174"/>
                  <a:pt x="391833" y="89274"/>
                  <a:pt x="387617" y="89274"/>
                </a:cubicBezTo>
                <a:cubicBezTo>
                  <a:pt x="385592" y="89274"/>
                  <a:pt x="383980" y="88576"/>
                  <a:pt x="382782" y="87181"/>
                </a:cubicBezTo>
                <a:cubicBezTo>
                  <a:pt x="381583" y="85785"/>
                  <a:pt x="380963" y="83405"/>
                  <a:pt x="380922" y="80040"/>
                </a:cubicBezTo>
                <a:moveTo>
                  <a:pt x="380922" y="76020"/>
                </a:moveTo>
                <a:lnTo>
                  <a:pt x="380922" y="54432"/>
                </a:lnTo>
                <a:cubicBezTo>
                  <a:pt x="374681" y="56907"/>
                  <a:pt x="370651" y="58659"/>
                  <a:pt x="368833" y="59690"/>
                </a:cubicBezTo>
                <a:cubicBezTo>
                  <a:pt x="365568" y="61505"/>
                  <a:pt x="363232" y="63402"/>
                  <a:pt x="361827" y="65382"/>
                </a:cubicBezTo>
                <a:cubicBezTo>
                  <a:pt x="360422" y="67361"/>
                  <a:pt x="359719" y="69525"/>
                  <a:pt x="359719" y="71876"/>
                </a:cubicBezTo>
                <a:cubicBezTo>
                  <a:pt x="359719" y="74845"/>
                  <a:pt x="360608" y="77310"/>
                  <a:pt x="362385" y="79269"/>
                </a:cubicBezTo>
                <a:cubicBezTo>
                  <a:pt x="364162" y="81227"/>
                  <a:pt x="366208" y="82206"/>
                  <a:pt x="368523" y="82206"/>
                </a:cubicBezTo>
                <a:cubicBezTo>
                  <a:pt x="371664" y="82206"/>
                  <a:pt x="375797" y="80144"/>
                  <a:pt x="380922" y="76020"/>
                </a:cubicBezTo>
                <a:close/>
                <a:moveTo>
                  <a:pt x="424521" y="0"/>
                </a:moveTo>
                <a:lnTo>
                  <a:pt x="424521" y="75263"/>
                </a:lnTo>
                <a:cubicBezTo>
                  <a:pt x="424521" y="78838"/>
                  <a:pt x="424779" y="81208"/>
                  <a:pt x="425296" y="82373"/>
                </a:cubicBezTo>
                <a:cubicBezTo>
                  <a:pt x="425813" y="83536"/>
                  <a:pt x="426608" y="84420"/>
                  <a:pt x="427683" y="85023"/>
                </a:cubicBezTo>
                <a:cubicBezTo>
                  <a:pt x="428757" y="85625"/>
                  <a:pt x="430762" y="85926"/>
                  <a:pt x="433696" y="85926"/>
                </a:cubicBezTo>
                <a:lnTo>
                  <a:pt x="433696" y="88158"/>
                </a:lnTo>
                <a:lnTo>
                  <a:pt x="405860" y="88158"/>
                </a:lnTo>
                <a:lnTo>
                  <a:pt x="405860" y="85926"/>
                </a:lnTo>
                <a:cubicBezTo>
                  <a:pt x="408464" y="85926"/>
                  <a:pt x="410241" y="85656"/>
                  <a:pt x="411192" y="85116"/>
                </a:cubicBezTo>
                <a:cubicBezTo>
                  <a:pt x="412143" y="84575"/>
                  <a:pt x="412887" y="83681"/>
                  <a:pt x="413424" y="82435"/>
                </a:cubicBezTo>
                <a:cubicBezTo>
                  <a:pt x="413961" y="81187"/>
                  <a:pt x="414230" y="78796"/>
                  <a:pt x="414230" y="75263"/>
                </a:cubicBezTo>
                <a:lnTo>
                  <a:pt x="414230" y="23806"/>
                </a:lnTo>
                <a:cubicBezTo>
                  <a:pt x="414230" y="17400"/>
                  <a:pt x="414085" y="13463"/>
                  <a:pt x="413796" y="11996"/>
                </a:cubicBezTo>
                <a:cubicBezTo>
                  <a:pt x="413507" y="10529"/>
                  <a:pt x="413042" y="9527"/>
                  <a:pt x="412401" y="8989"/>
                </a:cubicBezTo>
                <a:cubicBezTo>
                  <a:pt x="411760" y="8452"/>
                  <a:pt x="410944" y="8183"/>
                  <a:pt x="409952" y="8183"/>
                </a:cubicBezTo>
                <a:cubicBezTo>
                  <a:pt x="408878" y="8183"/>
                  <a:pt x="407514" y="8514"/>
                  <a:pt x="405860" y="9175"/>
                </a:cubicBezTo>
                <a:lnTo>
                  <a:pt x="404807" y="6943"/>
                </a:lnTo>
                <a:lnTo>
                  <a:pt x="421731" y="0"/>
                </a:lnTo>
                <a:lnTo>
                  <a:pt x="424521" y="0"/>
                </a:lnTo>
                <a:close/>
                <a:moveTo>
                  <a:pt x="459691" y="0"/>
                </a:moveTo>
                <a:lnTo>
                  <a:pt x="459691" y="75263"/>
                </a:lnTo>
                <a:cubicBezTo>
                  <a:pt x="459691" y="78838"/>
                  <a:pt x="459949" y="81208"/>
                  <a:pt x="460466" y="82373"/>
                </a:cubicBezTo>
                <a:cubicBezTo>
                  <a:pt x="460982" y="83536"/>
                  <a:pt x="461778" y="84420"/>
                  <a:pt x="462852" y="85023"/>
                </a:cubicBezTo>
                <a:cubicBezTo>
                  <a:pt x="463927" y="85625"/>
                  <a:pt x="465932" y="85926"/>
                  <a:pt x="468866" y="85926"/>
                </a:cubicBezTo>
                <a:lnTo>
                  <a:pt x="468866" y="88158"/>
                </a:lnTo>
                <a:lnTo>
                  <a:pt x="441030" y="88158"/>
                </a:lnTo>
                <a:lnTo>
                  <a:pt x="441030" y="85926"/>
                </a:lnTo>
                <a:cubicBezTo>
                  <a:pt x="443634" y="85926"/>
                  <a:pt x="445411" y="85656"/>
                  <a:pt x="446362" y="85116"/>
                </a:cubicBezTo>
                <a:cubicBezTo>
                  <a:pt x="447312" y="84575"/>
                  <a:pt x="448056" y="83681"/>
                  <a:pt x="448593" y="82435"/>
                </a:cubicBezTo>
                <a:cubicBezTo>
                  <a:pt x="449131" y="81187"/>
                  <a:pt x="449399" y="78796"/>
                  <a:pt x="449399" y="75263"/>
                </a:cubicBezTo>
                <a:lnTo>
                  <a:pt x="449399" y="23806"/>
                </a:lnTo>
                <a:cubicBezTo>
                  <a:pt x="449399" y="17400"/>
                  <a:pt x="449255" y="13463"/>
                  <a:pt x="448965" y="11996"/>
                </a:cubicBezTo>
                <a:cubicBezTo>
                  <a:pt x="448676" y="10529"/>
                  <a:pt x="448211" y="9527"/>
                  <a:pt x="447571" y="8989"/>
                </a:cubicBezTo>
                <a:cubicBezTo>
                  <a:pt x="446930" y="8452"/>
                  <a:pt x="446114" y="8183"/>
                  <a:pt x="445122" y="8183"/>
                </a:cubicBezTo>
                <a:cubicBezTo>
                  <a:pt x="444047" y="8183"/>
                  <a:pt x="442683" y="8514"/>
                  <a:pt x="441030" y="9175"/>
                </a:cubicBezTo>
                <a:lnTo>
                  <a:pt x="439976" y="6943"/>
                </a:lnTo>
                <a:lnTo>
                  <a:pt x="456901" y="0"/>
                </a:lnTo>
                <a:lnTo>
                  <a:pt x="4596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411320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2026-09-05T18:29:14.9180000Z</dcterms:created>
  <dcterms:modified xsi:type="dcterms:W3CDTF">2026-09-05T18:29:14.9180000Z</dcterms:modified>
</coreProperties>
</file>